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1" r:id="rId8"/>
    <p:sldId id="263" r:id="rId9"/>
    <p:sldId id="265" r:id="rId10"/>
    <p:sldId id="264" r:id="rId11"/>
    <p:sldId id="266" r:id="rId12"/>
    <p:sldId id="267" r:id="rId13"/>
    <p:sldId id="268" r:id="rId14"/>
    <p:sldId id="271" r:id="rId15"/>
    <p:sldId id="272" r:id="rId16"/>
    <p:sldId id="273" r:id="rId17"/>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Impact" panose="020B0806030902050204" pitchFamily="34" charset="0"/>
      <p:regular r:id="rId22"/>
    </p:embeddedFont>
    <p:embeddedFont>
      <p:font typeface="等线" panose="02010600030101010101" pitchFamily="2" charset="-122"/>
      <p:regular r:id="rId23"/>
      <p:bold r:id="rId24"/>
    </p:embeddedFont>
    <p:embeddedFont>
      <p:font typeface="等线 Light" panose="02010600030101010101" pitchFamily="2" charset="-122"/>
      <p:regular r:id="rId25"/>
    </p:embeddedFont>
    <p:embeddedFont>
      <p:font typeface="微软雅黑" panose="020B0503020204020204" pitchFamily="34" charset="-122"/>
      <p:regular r:id="rId26"/>
      <p:bold r:id="rId2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ompeya 1" initials="p1" lastIdx="1" clrIdx="0">
    <p:extLst>
      <p:ext uri="{19B8F6BF-5375-455C-9EA6-DF929625EA0E}">
        <p15:presenceInfo xmlns:p15="http://schemas.microsoft.com/office/powerpoint/2012/main" userId="c1666cbaa8b98d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EEBF7"/>
    <a:srgbClr val="BDD7EE"/>
    <a:srgbClr val="000000"/>
    <a:srgbClr val="7CBAD3"/>
    <a:srgbClr val="B4DF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6" autoAdjust="0"/>
    <p:restoredTop sz="94660"/>
  </p:normalViewPr>
  <p:slideViewPr>
    <p:cSldViewPr snapToGrid="0" showGuides="1">
      <p:cViewPr varScale="1">
        <p:scale>
          <a:sx n="90" d="100"/>
          <a:sy n="90" d="100"/>
        </p:scale>
        <p:origin x="480"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font" Target="fonts/font1.fntdata"/><Relationship Id="rId19" Type="http://schemas.openxmlformats.org/officeDocument/2006/relationships/font" Target="fonts/font2.fntdata"/><Relationship Id="rId2" Type="http://schemas.openxmlformats.org/officeDocument/2006/relationships/slide" Target="slides/slide1.xml"/><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commentAuthors" Target="commentAuthors.xml"/><Relationship Id="rId29" Type="http://schemas.openxmlformats.org/officeDocument/2006/relationships/presProps" Target="presProps.xml"/><Relationship Id="rId3" Type="http://schemas.openxmlformats.org/officeDocument/2006/relationships/slide" Target="slides/slide2.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zh-CN" sz="1400" b="0" i="0" u="none" strike="noStrike" kern="1200" spc="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r>
              <a:rPr lang="zh-CN" dirty="0">
                <a:latin typeface="等线" panose="02010600030101010101" pitchFamily="2" charset="-122"/>
                <a:ea typeface="等线" panose="02010600030101010101" pitchFamily="2" charset="-122"/>
              </a:rPr>
              <a:t>请输入您的图表标题</a:t>
            </a:r>
          </a:p>
        </c:rich>
      </c:tx>
      <c:layout>
        <c:manualLayout>
          <c:xMode val="edge"/>
          <c:yMode val="edge"/>
          <c:x val="0.34243018420967503"/>
          <c:y val="1.60213660263878E-2"/>
        </c:manualLayout>
      </c:layout>
      <c:overlay val="0"/>
      <c:spPr>
        <a:noFill/>
        <a:ln>
          <a:noFill/>
        </a:ln>
        <a:effectLst/>
      </c:spPr>
      <c:txPr>
        <a:bodyPr rot="0" spcFirstLastPara="1" vertOverflow="ellipsis" vert="horz" wrap="square" anchor="ctr" anchorCtr="1"/>
        <a:lstStyle/>
        <a:p>
          <a:pPr algn="ctr" rtl="0">
            <a:defRPr lang="zh-CN" sz="1400" b="0" i="0" u="none" strike="noStrike" kern="1200" spc="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title>
    <c:autoTitleDeleted val="0"/>
    <c:plotArea>
      <c:layout>
        <c:manualLayout>
          <c:layoutTarget val="inner"/>
          <c:xMode val="edge"/>
          <c:yMode val="edge"/>
          <c:x val="1.8887015359456302E-2"/>
          <c:y val="0.19723424561226499"/>
          <c:w val="0.91827687358819499"/>
          <c:h val="0.79646089404855502"/>
        </c:manualLayout>
      </c:layout>
      <c:barChart>
        <c:barDir val="bar"/>
        <c:grouping val="clustered"/>
        <c:varyColors val="0"/>
        <c:ser>
          <c:idx val="0"/>
          <c:order val="0"/>
          <c:tx>
            <c:strRef>
              <c:f>Sheet1!$B$1</c:f>
              <c:strCache>
                <c:ptCount val="1"/>
                <c:pt idx="0">
                  <c:v>系列 1</c:v>
                </c:pt>
              </c:strCache>
            </c:strRef>
          </c:tx>
          <c:spPr>
            <a:solidFill>
              <a:schemeClr val="accent5">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Sheet1!$B$2:$B$6</c:f>
              <c:numCache>
                <c:formatCode>General</c:formatCode>
                <c:ptCount val="5"/>
                <c:pt idx="0">
                  <c:v>4.2</c:v>
                </c:pt>
                <c:pt idx="1">
                  <c:v>2.5</c:v>
                </c:pt>
                <c:pt idx="2">
                  <c:v>3.7</c:v>
                </c:pt>
                <c:pt idx="3">
                  <c:v>4.5</c:v>
                </c:pt>
                <c:pt idx="4">
                  <c:v>5.3</c:v>
                </c:pt>
              </c:numCache>
            </c:numRef>
          </c:val>
          <c:extLst>
            <c:ext xmlns:c16="http://schemas.microsoft.com/office/drawing/2014/chart" uri="{C3380CC4-5D6E-409C-BE32-E72D297353CC}">
              <c16:uniqueId val="{00000000-A466-4C4B-A234-F208550D7D14}"/>
            </c:ext>
          </c:extLst>
        </c:ser>
        <c:ser>
          <c:idx val="1"/>
          <c:order val="1"/>
          <c:tx>
            <c:strRef>
              <c:f>Sheet1!$C$1</c:f>
              <c:strCache>
                <c:ptCount val="1"/>
                <c:pt idx="0">
                  <c:v>系列 2</c:v>
                </c:pt>
              </c:strCache>
            </c:strRef>
          </c:tx>
          <c:spPr>
            <a:solidFill>
              <a:schemeClr val="accent5">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Sheet1!$C$2:$C$6</c:f>
              <c:numCache>
                <c:formatCode>General</c:formatCode>
                <c:ptCount val="5"/>
                <c:pt idx="0">
                  <c:v>2.2999999999999998</c:v>
                </c:pt>
                <c:pt idx="1">
                  <c:v>4.3</c:v>
                </c:pt>
                <c:pt idx="2">
                  <c:v>1.8</c:v>
                </c:pt>
                <c:pt idx="3">
                  <c:v>2.9</c:v>
                </c:pt>
                <c:pt idx="4">
                  <c:v>3.2</c:v>
                </c:pt>
              </c:numCache>
            </c:numRef>
          </c:val>
          <c:extLst>
            <c:ext xmlns:c16="http://schemas.microsoft.com/office/drawing/2014/chart" uri="{C3380CC4-5D6E-409C-BE32-E72D297353CC}">
              <c16:uniqueId val="{00000001-A466-4C4B-A234-F208550D7D14}"/>
            </c:ext>
          </c:extLst>
        </c:ser>
        <c:ser>
          <c:idx val="2"/>
          <c:order val="2"/>
          <c:tx>
            <c:strRef>
              <c:f>Sheet1!$D$1</c:f>
              <c:strCache>
                <c:ptCount val="1"/>
                <c:pt idx="0">
                  <c:v>系列 3</c:v>
                </c:pt>
              </c:strCache>
            </c:strRef>
          </c:tx>
          <c:spPr>
            <a:solidFill>
              <a:srgbClr val="0070C0"/>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类别 1</c:v>
                </c:pt>
                <c:pt idx="1">
                  <c:v>类别 2</c:v>
                </c:pt>
                <c:pt idx="2">
                  <c:v>类别 3</c:v>
                </c:pt>
                <c:pt idx="3">
                  <c:v>类别 4</c:v>
                </c:pt>
                <c:pt idx="4">
                  <c:v>类别 5</c:v>
                </c:pt>
              </c:strCache>
            </c:strRef>
          </c:cat>
          <c:val>
            <c:numRef>
              <c:f>Sheet1!$D$2:$D$6</c:f>
              <c:numCache>
                <c:formatCode>General</c:formatCode>
                <c:ptCount val="5"/>
                <c:pt idx="0">
                  <c:v>3.8</c:v>
                </c:pt>
                <c:pt idx="1">
                  <c:v>2.8</c:v>
                </c:pt>
                <c:pt idx="2">
                  <c:v>2.2000000000000002</c:v>
                </c:pt>
                <c:pt idx="3">
                  <c:v>3.2</c:v>
                </c:pt>
                <c:pt idx="4">
                  <c:v>4.4000000000000004</c:v>
                </c:pt>
              </c:numCache>
            </c:numRef>
          </c:val>
          <c:extLst>
            <c:ext xmlns:c16="http://schemas.microsoft.com/office/drawing/2014/chart" uri="{C3380CC4-5D6E-409C-BE32-E72D297353CC}">
              <c16:uniqueId val="{00000002-A466-4C4B-A234-F208550D7D14}"/>
            </c:ext>
          </c:extLst>
        </c:ser>
        <c:dLbls>
          <c:showLegendKey val="0"/>
          <c:showVal val="0"/>
          <c:showCatName val="0"/>
          <c:showSerName val="0"/>
          <c:showPercent val="0"/>
          <c:showBubbleSize val="0"/>
        </c:dLbls>
        <c:gapWidth val="219"/>
        <c:axId val="552476384"/>
        <c:axId val="126795120"/>
      </c:barChart>
      <c:catAx>
        <c:axId val="5524763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crossAx val="126795120"/>
        <c:crosses val="autoZero"/>
        <c:auto val="1"/>
        <c:lblAlgn val="ctr"/>
        <c:lblOffset val="100"/>
        <c:noMultiLvlLbl val="0"/>
      </c:catAx>
      <c:valAx>
        <c:axId val="126795120"/>
        <c:scaling>
          <c:orientation val="minMax"/>
        </c:scaling>
        <c:delete val="1"/>
        <c:axPos val="b"/>
        <c:numFmt formatCode="General" sourceLinked="1"/>
        <c:majorTickMark val="none"/>
        <c:minorTickMark val="none"/>
        <c:tickLblPos val="nextTo"/>
        <c:crossAx val="552476384"/>
        <c:crosses val="autoZero"/>
        <c:crossBetween val="between"/>
      </c:valAx>
      <c:spPr>
        <a:noFill/>
        <a:ln>
          <a:noFill/>
        </a:ln>
        <a:effectLst/>
      </c:spPr>
    </c:plotArea>
    <c:legend>
      <c:legendPos val="t"/>
      <c:layout>
        <c:manualLayout>
          <c:xMode val="edge"/>
          <c:yMode val="edge"/>
          <c:x val="0.34573582633257999"/>
          <c:y val="0.13345299847794501"/>
          <c:w val="0.30551086593927002"/>
          <c:h val="6.67853290759131E-2"/>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75000"/>
                  <a:lumOff val="25000"/>
                </a:schemeClr>
              </a:solidFill>
              <a:latin typeface="思源黑体 CN Bold" panose="020B0800000000000000" pitchFamily="34" charset="-122"/>
              <a:ea typeface="思源黑体 CN Bold" panose="020B0800000000000000" pitchFamily="34" charset="-122"/>
              <a:cs typeface="+mn-cs"/>
            </a:defRPr>
          </a:pPr>
          <a:endParaRPr lang="zh-CN"/>
        </a:p>
      </c:txPr>
    </c:legend>
    <c:plotVisOnly val="1"/>
    <c:dispBlanksAs val="gap"/>
    <c:showDLblsOverMax val="0"/>
  </c:chart>
  <c:spPr>
    <a:noFill/>
    <a:ln>
      <a:noFill/>
    </a:ln>
    <a:effectLst/>
  </c:spPr>
  <c:txPr>
    <a:bodyPr/>
    <a:lstStyle/>
    <a:p>
      <a:pPr>
        <a:defRPr lang="zh-CN">
          <a:solidFill>
            <a:schemeClr val="tx1">
              <a:lumMod val="75000"/>
              <a:lumOff val="25000"/>
            </a:schemeClr>
          </a:solidFill>
          <a:latin typeface="思源黑体 CN Bold" panose="020B0800000000000000" pitchFamily="34" charset="-122"/>
          <a:ea typeface="思源黑体 CN Bold" panose="020B08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7/2/2022</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7/2/2022</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EB6FB6A-4531-4075-AE0E-75A872838235}" type="datetimeFigureOut">
              <a:rPr lang="en-US" smtClean="0"/>
              <a:t>7/2/2022</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p:cNvSpPr>
            <a:spLocks noGrp="1"/>
          </p:cNvSpPr>
          <p:nvPr>
            <p:ph type="dt" sz="half" idx="10"/>
          </p:nvPr>
        </p:nvSpPr>
        <p:spPr/>
        <p:txBody>
          <a:bodyPr/>
          <a:lstStyle/>
          <a:p>
            <a:fld id="{8EB6FB6A-4531-4075-AE0E-75A872838235}" type="datetimeFigureOut">
              <a:rPr lang="en-US" smtClean="0"/>
              <a:t>7/2/2022</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p:cNvSpPr>
            <a:spLocks noGrp="1"/>
          </p:cNvSpPr>
          <p:nvPr>
            <p:ph type="dt" sz="half" idx="10"/>
          </p:nvPr>
        </p:nvSpPr>
        <p:spPr/>
        <p:txBody>
          <a:bodyPr/>
          <a:lstStyle/>
          <a:p>
            <a:fld id="{8EB6FB6A-4531-4075-AE0E-75A872838235}" type="datetimeFigureOut">
              <a:rPr lang="en-US" smtClean="0"/>
              <a:t>7/2/2022</a:t>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8EB6FB6A-4531-4075-AE0E-75A872838235}" type="datetimeFigureOut">
              <a:rPr lang="en-US" smtClean="0"/>
              <a:t>7/2/2022</a:t>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EB6FB6A-4531-4075-AE0E-75A872838235}" type="datetimeFigureOut">
              <a:rPr lang="en-US" smtClean="0"/>
              <a:t>7/2/2022</a:t>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EB6FB6A-4531-4075-AE0E-75A872838235}" type="datetimeFigureOut">
              <a:rPr lang="en-US" smtClean="0"/>
              <a:t>7/2/2022</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EB6FB6A-4531-4075-AE0E-75A872838235}" type="datetimeFigureOut">
              <a:rPr lang="en-US" smtClean="0"/>
              <a:t>7/2/2022</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7/2/2022</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10"/>
          </p:nvPr>
        </p:nvSpPr>
        <p:spPr/>
        <p:txBody>
          <a:bodyPr/>
          <a:lstStyle/>
          <a:p>
            <a:fld id="{8EB6FB6A-4531-4075-AE0E-75A872838235}" type="datetimeFigureOut">
              <a:rPr lang="en-US" smtClean="0"/>
              <a:t>7/2/2022</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F11B1F07-7763-43DC-BFA1-28625E3ED53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B6FB6A-4531-4075-AE0E-75A872838235}" type="datetimeFigureOut">
              <a:rPr lang="en-US" smtClean="0"/>
              <a:t>7/2/2022</a:t>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1B1F07-7763-43DC-BFA1-28625E3ED53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HSVmode:HSV">
            <a:extLst>
              <a:ext uri="{FF2B5EF4-FFF2-40B4-BE49-F238E27FC236}">
                <a16:creationId xmlns:a16="http://schemas.microsoft.com/office/drawing/2014/main" id="{3888DDF2-A331-C829-41C2-3BA6FE5150C2}"/>
              </a:ext>
            </a:extLst>
          </p:cNvPr>
          <p:cNvSpPr txBox="1"/>
          <p:nvPr/>
        </p:nvSpPr>
        <p:spPr>
          <a:xfrm>
            <a:off x="3249747" y="-266700"/>
            <a:ext cx="247184" cy="369332"/>
          </a:xfrm>
          <a:prstGeom prst="rect">
            <a:avLst/>
          </a:prstGeom>
          <a:noFill/>
        </p:spPr>
        <p:txBody>
          <a:bodyPr wrap="none" rtlCol="0">
            <a:spAutoFit/>
          </a:bodyPr>
          <a:lstStyle/>
          <a:p>
            <a:r>
              <a:rPr lang="en-US" altLang="zh-CN" dirty="0">
                <a:solidFill/>
              </a:rPr>
              <a:t> </a:t>
            </a:r>
            <a:endParaRPr lang="zh-CN" altLang="en-US" dirty="0"/>
          </a:p>
        </p:txBody>
      </p:sp>
      <p:sp>
        <p:nvSpPr>
          <p:cNvPr id="9" name="矩形 8"/>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圆角 9"/>
          <p:cNvSpPr/>
          <p:nvPr/>
        </p:nvSpPr>
        <p:spPr>
          <a:xfrm>
            <a:off x="272980" y="308163"/>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文本占位符 4"/>
          <p:cNvSpPr txBox="1"/>
          <p:nvPr/>
        </p:nvSpPr>
        <p:spPr>
          <a:xfrm>
            <a:off x="565150" y="5887163"/>
            <a:ext cx="2228850"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15" name="文本占位符 5"/>
          <p:cNvSpPr txBox="1"/>
          <p:nvPr/>
        </p:nvSpPr>
        <p:spPr>
          <a:xfrm>
            <a:off x="3249747" y="5887163"/>
            <a:ext cx="2433461"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8" name="yanjiusheng"/>
          <p:cNvSpPr txBox="1"/>
          <p:nvPr/>
        </p:nvSpPr>
        <p:spPr>
          <a:xfrm>
            <a:off x="1524000" y="3067731"/>
            <a:ext cx="8894617" cy="769441"/>
          </a:xfrm>
          <a:prstGeom prst="rect">
            <a:avLst/>
          </a:prstGeom>
          <a:noFill/>
        </p:spPr>
        <p:txBody>
          <a:bodyPr wrap="none" rtlCol="0" anchor="ctr" anchorCtr="1">
            <a:normAutofit/>
          </a:bodyPr>
          <a:lstStyle/>
          <a:p>
            <a:pPr algn="dist"/>
            <a:r>
              <a:rPr lang="en-US" altLang="zh-CN" sz="4400" b="1" spc="300" dirty="0">
                <a:solidFill>
                  <a:srgbClr val="000000"/>
                </a:solidFill>
                <a:ea typeface="等线" panose="02010600030101010101" pitchFamily="2" charset="-122"/>
              </a:rPr>
              <a:t>苏州大学报告</a:t>
            </a:r>
            <a:r>
              <a:rPr lang="zh-CN" altLang="en-US" sz="4400" b="1" spc="300" dirty="0">
                <a:solidFill>
                  <a:srgbClr val="000000"/>
                </a:solidFill>
                <a:ea typeface="等线" panose="02010600030101010101" pitchFamily="2" charset="-122"/>
              </a:rPr>
              <a:t/>
            </a:r>
            <a:endParaRPr lang="en-US" altLang="zh-CN" sz="4400" b="1" spc="300" dirty="0">
              <a:solidFill>
                <a:srgbClr val="000000"/>
              </a:solidFill>
              <a:ea typeface="等线" panose="02010600030101010101" pitchFamily="2" charset="-122"/>
            </a:endParaRPr>
          </a:p>
        </p:txBody>
      </p:sp>
      <p:sp>
        <p:nvSpPr>
          <p:cNvPr id="13" name="文本框 12"/>
          <p:cNvSpPr txBox="1"/>
          <p:nvPr/>
        </p:nvSpPr>
        <p:spPr>
          <a:xfrm>
            <a:off x="2146998" y="3871399"/>
            <a:ext cx="7898004" cy="276999"/>
          </a:xfrm>
          <a:prstGeom prst="rect">
            <a:avLst/>
          </a:prstGeom>
          <a:noFill/>
        </p:spPr>
        <p:txBody>
          <a:bodyPr wrap="square" rtlCol="0">
            <a:spAutoFit/>
          </a:bodyPr>
          <a:lstStyle/>
          <a:p>
            <a:pPr algn="dist"/>
            <a:r>
              <a:rPr lang="en-US" altLang="zh-CN" sz="1200" b="1" dirty="0">
                <a:solidFill/>
                <a:latin typeface="等线" panose="02010600030101010101" pitchFamily="2" charset="-122"/>
                <a:ea typeface="等线" panose="02010600030101010101" pitchFamily="2" charset="-122"/>
              </a:rPr>
              <a:t>GENERAL PPT FOR THESIS PROPOSAL DEFENSE OF GRADUATE STUDENTS</a:t>
            </a:r>
          </a:p>
        </p:txBody>
      </p:sp>
      <p:sp>
        <p:nvSpPr>
          <p:cNvPr id="16" name="文本框 15"/>
          <p:cNvSpPr txBox="1"/>
          <p:nvPr/>
        </p:nvSpPr>
        <p:spPr>
          <a:xfrm>
            <a:off x="3063706" y="4681586"/>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汇报人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sp>
        <p:nvSpPr>
          <p:cNvPr id="17" name="文本框 16"/>
          <p:cNvSpPr txBox="1"/>
          <p:nvPr/>
        </p:nvSpPr>
        <p:spPr>
          <a:xfrm>
            <a:off x="7127426" y="4681586"/>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指导老师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zh-CN" alt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pic>
        <p:nvPicPr>
          <p:cNvPr id="18" name="Picture 17" descr="118-苏州大学-logo.png"/>
          <p:cNvPicPr>
            <a:picLocks noChangeAspect="1"/>
          </p:cNvPicPr>
          <p:nvPr/>
        </p:nvPicPr>
        <p:blipFill>
          <a:blip r:embed="rId3"/>
          <a:stretch>
            <a:fillRect/>
          </a:stretch>
        </p:blipFill>
        <p:spPr>
          <a:xfrm>
            <a:off x="5194300" y="874739"/>
            <a:ext cx="1803398" cy="18033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圆角 9"/>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文本框 10"/>
          <p:cNvSpPr txBox="1"/>
          <p:nvPr/>
        </p:nvSpPr>
        <p:spPr>
          <a:xfrm>
            <a:off x="925267" y="959540"/>
            <a:ext cx="1713700" cy="830997"/>
          </a:xfrm>
          <a:prstGeom prst="rect">
            <a:avLst/>
          </a:prstGeom>
          <a:noFill/>
        </p:spPr>
        <p:txBody>
          <a:bodyPr wrap="square" rtlCol="0">
            <a:spAutoFit/>
          </a:bodyPr>
          <a:lstStyle/>
          <a:p>
            <a:pPr algn="dist"/>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目录</a:t>
            </a:r>
            <a:endParaRPr lang="en-US" altLang="zh-CN" sz="4800" b="1" dirty="0">
              <a:solidFill>
                <a:schemeClr val="tx1">
                  <a:lumMod val="75000"/>
                  <a:lumOff val="25000"/>
                </a:schemeClr>
              </a:solidFill>
              <a:latin typeface="等线" panose="02010600030101010101" pitchFamily="2" charset="-122"/>
              <a:ea typeface="等线" panose="02010600030101010101" pitchFamily="2" charset="-122"/>
            </a:endParaRPr>
          </a:p>
        </p:txBody>
      </p:sp>
      <p:pic>
        <p:nvPicPr>
          <p:cNvPr id="18" name="图形 17"/>
          <p:cNvPicPr/>
          <p:nvPr/>
        </p:nvPicPr>
        <p:blipFill>
          <a:blip r:embed="rId2" cstate="print">
            <a:extLst>
              <a:ext uri="{28A0092B-C50C-407E-A947-70E740481C1C}">
                <a14:useLocalDpi xmlns:a14="http://schemas.microsoft.com/office/drawing/2010/main" val="0"/>
              </a:ext>
            </a:extLst>
          </a:blip>
          <a:stretch>
            <a:fillRect/>
          </a:stretch>
        </p:blipFill>
        <p:spPr>
          <a:xfrm>
            <a:off x="1058331" y="4402206"/>
            <a:ext cx="431219" cy="406809"/>
          </a:xfrm>
          <a:prstGeom prst="rect">
            <a:avLst/>
          </a:prstGeom>
        </p:spPr>
      </p:pic>
      <p:sp>
        <p:nvSpPr>
          <p:cNvPr id="19" name="文本框 18"/>
          <p:cNvSpPr txBox="1"/>
          <p:nvPr/>
        </p:nvSpPr>
        <p:spPr>
          <a:xfrm>
            <a:off x="1931081" y="4347865"/>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第三章</a:t>
            </a:r>
          </a:p>
        </p:txBody>
      </p:sp>
      <p:sp>
        <p:nvSpPr>
          <p:cNvPr id="20" name="文本框 19"/>
          <p:cNvSpPr txBox="1"/>
          <p:nvPr/>
        </p:nvSpPr>
        <p:spPr>
          <a:xfrm>
            <a:off x="3649578" y="4347866"/>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研究讨论</a:t>
            </a:r>
          </a:p>
        </p:txBody>
      </p:sp>
      <p:pic>
        <p:nvPicPr>
          <p:cNvPr id="21" name="图形 20"/>
          <p:cNvPicPr/>
          <p:nvPr/>
        </p:nvPicPr>
        <p:blipFill>
          <a:blip r:embed="rId3" cstate="print">
            <a:extLst>
              <a:ext uri="{28A0092B-C50C-407E-A947-70E740481C1C}">
                <a14:useLocalDpi xmlns:a14="http://schemas.microsoft.com/office/drawing/2010/main" val="0"/>
              </a:ext>
            </a:extLst>
          </a:blip>
          <a:stretch>
            <a:fillRect/>
          </a:stretch>
        </p:blipFill>
        <p:spPr>
          <a:xfrm>
            <a:off x="6577798" y="4429309"/>
            <a:ext cx="509090" cy="480272"/>
          </a:xfrm>
          <a:prstGeom prst="rect">
            <a:avLst/>
          </a:prstGeom>
        </p:spPr>
      </p:pic>
      <p:sp>
        <p:nvSpPr>
          <p:cNvPr id="22" name="文本框 21"/>
          <p:cNvSpPr txBox="1"/>
          <p:nvPr/>
        </p:nvSpPr>
        <p:spPr>
          <a:xfrm>
            <a:off x="7523305" y="4402206"/>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第四章</a:t>
            </a:r>
          </a:p>
        </p:txBody>
      </p:sp>
      <p:sp>
        <p:nvSpPr>
          <p:cNvPr id="23" name="文本框 22"/>
          <p:cNvSpPr txBox="1"/>
          <p:nvPr/>
        </p:nvSpPr>
        <p:spPr>
          <a:xfrm>
            <a:off x="9302823" y="4402206"/>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研究结果</a:t>
            </a:r>
          </a:p>
        </p:txBody>
      </p:sp>
      <p:pic>
        <p:nvPicPr>
          <p:cNvPr id="15" name="图形 14"/>
          <p:cNvPicPr/>
          <p:nvPr/>
        </p:nvPicPr>
        <p:blipFill>
          <a:blip r:embed="rId4" cstate="print">
            <a:extLst>
              <a:ext uri="{28A0092B-C50C-407E-A947-70E740481C1C}">
                <a14:useLocalDpi xmlns:a14="http://schemas.microsoft.com/office/drawing/2010/main" val="0"/>
              </a:ext>
            </a:extLst>
          </a:blip>
          <a:stretch>
            <a:fillRect/>
          </a:stretch>
        </p:blipFill>
        <p:spPr>
          <a:xfrm>
            <a:off x="6577798" y="2518602"/>
            <a:ext cx="509089" cy="480271"/>
          </a:xfrm>
          <a:prstGeom prst="rect">
            <a:avLst/>
          </a:prstGeom>
        </p:spPr>
      </p:pic>
      <p:sp>
        <p:nvSpPr>
          <p:cNvPr id="16" name="文本框 15"/>
          <p:cNvSpPr txBox="1"/>
          <p:nvPr/>
        </p:nvSpPr>
        <p:spPr>
          <a:xfrm>
            <a:off x="7523305" y="2502071"/>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第二章</a:t>
            </a:r>
          </a:p>
        </p:txBody>
      </p:sp>
      <p:sp>
        <p:nvSpPr>
          <p:cNvPr id="17" name="文本框 16"/>
          <p:cNvSpPr txBox="1"/>
          <p:nvPr/>
        </p:nvSpPr>
        <p:spPr>
          <a:xfrm>
            <a:off x="9302823" y="2502071"/>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研究内容</a:t>
            </a:r>
          </a:p>
        </p:txBody>
      </p:sp>
      <p:pic>
        <p:nvPicPr>
          <p:cNvPr id="12" name="图形 11"/>
          <p:cNvPicPr/>
          <p:nvPr/>
        </p:nvPicPr>
        <p:blipFill>
          <a:blip r:embed="rId5" cstate="print">
            <a:extLst>
              <a:ext uri="{28A0092B-C50C-407E-A947-70E740481C1C}">
                <a14:useLocalDpi xmlns:a14="http://schemas.microsoft.com/office/drawing/2010/main" val="0"/>
              </a:ext>
            </a:extLst>
          </a:blip>
          <a:stretch>
            <a:fillRect/>
          </a:stretch>
        </p:blipFill>
        <p:spPr>
          <a:xfrm>
            <a:off x="1063036" y="2578778"/>
            <a:ext cx="477438" cy="450412"/>
          </a:xfrm>
          <a:prstGeom prst="rect">
            <a:avLst/>
          </a:prstGeom>
        </p:spPr>
      </p:pic>
      <p:sp>
        <p:nvSpPr>
          <p:cNvPr id="13" name="文本框 12"/>
          <p:cNvSpPr txBox="1"/>
          <p:nvPr/>
        </p:nvSpPr>
        <p:spPr>
          <a:xfrm>
            <a:off x="1931081" y="2502072"/>
            <a:ext cx="141577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14" name="文本框 13"/>
          <p:cNvSpPr txBox="1"/>
          <p:nvPr/>
        </p:nvSpPr>
        <p:spPr>
          <a:xfrm>
            <a:off x="3649578" y="2502072"/>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31" name="文本框 30"/>
          <p:cNvSpPr txBox="1"/>
          <p:nvPr/>
        </p:nvSpPr>
        <p:spPr>
          <a:xfrm>
            <a:off x="2638967" y="1364524"/>
            <a:ext cx="1826141" cy="369332"/>
          </a:xfrm>
          <a:prstGeom prst="rect">
            <a:avLst/>
          </a:prstGeom>
          <a:noFill/>
        </p:spPr>
        <p:txBody>
          <a:bodyPr wrap="square" rtlCol="0">
            <a:spAutoFit/>
          </a:bodyPr>
          <a:lstStyle/>
          <a:p>
            <a:pPr algn="dist"/>
            <a:r>
              <a:rPr lang="en-US" altLang="zh-CN" b="1" dirty="0">
                <a:solidFill>
                  <a:schemeClr val="tx1">
                    <a:lumMod val="75000"/>
                    <a:lumOff val="25000"/>
                  </a:schemeClr>
                </a:solidFill>
                <a:latin typeface="等线" panose="02010600030101010101" pitchFamily="2" charset="-122"/>
                <a:ea typeface="等线" panose="02010600030101010101" pitchFamily="2" charset="-122"/>
              </a:rPr>
              <a:t>CONTENTS</a:t>
            </a:r>
          </a:p>
        </p:txBody>
      </p:sp>
      <p:sp>
        <p:nvSpPr>
          <p:cNvPr id="32" name="文本框 31"/>
          <p:cNvSpPr txBox="1"/>
          <p:nvPr/>
        </p:nvSpPr>
        <p:spPr>
          <a:xfrm>
            <a:off x="1935872" y="3098026"/>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RESEARCH BACKGROUND</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
        <p:nvSpPr>
          <p:cNvPr id="63" name="文本框 62"/>
          <p:cNvSpPr txBox="1"/>
          <p:nvPr/>
        </p:nvSpPr>
        <p:spPr>
          <a:xfrm>
            <a:off x="7587430" y="3098026"/>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RESEARCH CONTENTS</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
        <p:nvSpPr>
          <p:cNvPr id="64" name="文本框 63"/>
          <p:cNvSpPr txBox="1"/>
          <p:nvPr/>
        </p:nvSpPr>
        <p:spPr>
          <a:xfrm>
            <a:off x="1935872" y="4982284"/>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STUDY AND DISCUSS</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
        <p:nvSpPr>
          <p:cNvPr id="65" name="文本框 64"/>
          <p:cNvSpPr txBox="1"/>
          <p:nvPr/>
        </p:nvSpPr>
        <p:spPr>
          <a:xfrm>
            <a:off x="7587430" y="4982284"/>
            <a:ext cx="3430785" cy="307777"/>
          </a:xfrm>
          <a:prstGeom prst="rect">
            <a:avLst/>
          </a:prstGeom>
          <a:noFill/>
        </p:spPr>
        <p:txBody>
          <a:bodyPr wrap="square" rtlCol="0">
            <a:spAutoFit/>
          </a:bodyPr>
          <a:lstStyle/>
          <a:p>
            <a:pPr lvl="0" algn="dist">
              <a:defRPr/>
            </a:pPr>
            <a:r>
              <a:rPr lang="en-US" altLang="zh-CN" sz="1400" dirty="0">
                <a:solidFill/>
                <a:latin typeface="等线" panose="02010600030101010101" pitchFamily="2" charset="-122"/>
                <a:ea typeface="等线" panose="02010600030101010101" pitchFamily="2" charset="-122"/>
              </a:rPr>
              <a:t>RESEARCH RESULTS</a:t>
            </a:r>
            <a:endParaRPr kumimoji="0" lang="zh-CN" altLang="en-US" sz="1400"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圆角 4"/>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3" name="文本框 2"/>
          <p:cNvSpPr txBox="1"/>
          <p:nvPr/>
        </p:nvSpPr>
        <p:spPr>
          <a:xfrm>
            <a:off x="6096000" y="3140931"/>
            <a:ext cx="3324656" cy="83099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6" name="文本框 5"/>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BACKGROUND</a:t>
            </a:r>
            <a:endParaRPr kumimoji="0" lang="zh-CN" altLang="en-US"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pic>
        <p:nvPicPr>
          <p:cNvPr id="9" name="Picture 8" descr="118-苏州大学-logo.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文本框 3"/>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5" name="文本框 4"/>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6" name="文本框 5"/>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BACKGROUND</a:t>
            </a:r>
            <a:endParaRPr kumimoji="0" lang="zh-CN" altLang="en-US"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grpSp>
        <p:nvGrpSpPr>
          <p:cNvPr id="22" name="组合 21"/>
          <p:cNvGrpSpPr/>
          <p:nvPr/>
        </p:nvGrpSpPr>
        <p:grpSpPr>
          <a:xfrm>
            <a:off x="1635906" y="2109833"/>
            <a:ext cx="3908260" cy="3150618"/>
            <a:chOff x="1019175" y="1612660"/>
            <a:chExt cx="5141722" cy="4144963"/>
          </a:xfrm>
        </p:grpSpPr>
        <p:grpSp>
          <p:nvGrpSpPr>
            <p:cNvPr id="21" name="组合 20"/>
            <p:cNvGrpSpPr/>
            <p:nvPr/>
          </p:nvGrpSpPr>
          <p:grpSpPr>
            <a:xfrm>
              <a:off x="1019175" y="1612660"/>
              <a:ext cx="5141722" cy="4144963"/>
              <a:chOff x="1019175" y="1612660"/>
              <a:chExt cx="5141722" cy="4144963"/>
            </a:xfrm>
          </p:grpSpPr>
          <p:sp>
            <p:nvSpPr>
              <p:cNvPr id="7" name="等腰三角形 6"/>
              <p:cNvSpPr/>
              <p:nvPr/>
            </p:nvSpPr>
            <p:spPr>
              <a:xfrm>
                <a:off x="1019175" y="1612660"/>
                <a:ext cx="5141722" cy="4144963"/>
              </a:xfrm>
              <a:prstGeom prst="triangle">
                <a:avLst/>
              </a:prstGeom>
              <a:solidFill>
                <a:schemeClr val="bg1">
                  <a:lumMod val="95000"/>
                </a:schemeClr>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2762250" y="3584335"/>
                <a:ext cx="1560513" cy="1560513"/>
              </a:xfrm>
              <a:prstGeom prst="ellipse">
                <a:avLst/>
              </a:prstGeom>
              <a:solidFill>
                <a:schemeClr val="bg1"/>
              </a:solid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a:off x="2633847" y="2114923"/>
                <a:ext cx="1870924" cy="1688346"/>
              </a:xfrm>
              <a:custGeom>
                <a:avLst/>
                <a:gdLst>
                  <a:gd name="connsiteX0" fmla="*/ 1163098 w 2294407"/>
                  <a:gd name="connsiteY0" fmla="*/ 0 h 2070503"/>
                  <a:gd name="connsiteX1" fmla="*/ 2294407 w 2294407"/>
                  <a:gd name="connsiteY1" fmla="*/ 1832334 h 2070503"/>
                  <a:gd name="connsiteX2" fmla="*/ 1898492 w 2294407"/>
                  <a:gd name="connsiteY2" fmla="*/ 2062938 h 2070503"/>
                  <a:gd name="connsiteX3" fmla="*/ 1856344 w 2294407"/>
                  <a:gd name="connsiteY3" fmla="*/ 2011854 h 2070503"/>
                  <a:gd name="connsiteX4" fmla="*/ 1115473 w 2294407"/>
                  <a:gd name="connsiteY4" fmla="*/ 1704975 h 2070503"/>
                  <a:gd name="connsiteX5" fmla="*/ 374602 w 2294407"/>
                  <a:gd name="connsiteY5" fmla="*/ 2011854 h 2070503"/>
                  <a:gd name="connsiteX6" fmla="*/ 326213 w 2294407"/>
                  <a:gd name="connsiteY6" fmla="*/ 2070503 h 2070503"/>
                  <a:gd name="connsiteX7" fmla="*/ 0 w 2294407"/>
                  <a:gd name="connsiteY7" fmla="*/ 1883822 h 2070503"/>
                  <a:gd name="connsiteX8" fmla="*/ 1163098 w 2294407"/>
                  <a:gd name="connsiteY8" fmla="*/ 0 h 207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94407" h="2070503">
                    <a:moveTo>
                      <a:pt x="1163098" y="0"/>
                    </a:moveTo>
                    <a:lnTo>
                      <a:pt x="2294407" y="1832334"/>
                    </a:lnTo>
                    <a:lnTo>
                      <a:pt x="1898492" y="2062938"/>
                    </a:lnTo>
                    <a:lnTo>
                      <a:pt x="1856344" y="2011854"/>
                    </a:lnTo>
                    <a:cubicBezTo>
                      <a:pt x="1666739" y="1822249"/>
                      <a:pt x="1404801" y="1704975"/>
                      <a:pt x="1115473" y="1704975"/>
                    </a:cubicBezTo>
                    <a:cubicBezTo>
                      <a:pt x="826145" y="1704975"/>
                      <a:pt x="564208" y="1822249"/>
                      <a:pt x="374602" y="2011854"/>
                    </a:cubicBezTo>
                    <a:lnTo>
                      <a:pt x="326213" y="2070503"/>
                    </a:lnTo>
                    <a:lnTo>
                      <a:pt x="0" y="1883822"/>
                    </a:lnTo>
                    <a:lnTo>
                      <a:pt x="1163098" y="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p:nvSpPr>
            <p:spPr>
              <a:xfrm>
                <a:off x="1461892" y="3875971"/>
                <a:ext cx="1961370" cy="1673239"/>
              </a:xfrm>
              <a:custGeom>
                <a:avLst/>
                <a:gdLst>
                  <a:gd name="connsiteX0" fmla="*/ 1266919 w 2405325"/>
                  <a:gd name="connsiteY0" fmla="*/ 0 h 2051976"/>
                  <a:gd name="connsiteX1" fmla="*/ 1588072 w 2405325"/>
                  <a:gd name="connsiteY1" fmla="*/ 183786 h 2051976"/>
                  <a:gd name="connsiteX2" fmla="*/ 1587288 w 2405325"/>
                  <a:gd name="connsiteY2" fmla="*/ 185232 h 2051976"/>
                  <a:gd name="connsiteX3" fmla="*/ 1504950 w 2405325"/>
                  <a:gd name="connsiteY3" fmla="*/ 593063 h 2051976"/>
                  <a:gd name="connsiteX4" fmla="*/ 2341542 w 2405325"/>
                  <a:gd name="connsiteY4" fmla="*/ 1619527 h 2051976"/>
                  <a:gd name="connsiteX5" fmla="*/ 2403709 w 2405325"/>
                  <a:gd name="connsiteY5" fmla="*/ 1629015 h 2051976"/>
                  <a:gd name="connsiteX6" fmla="*/ 2405325 w 2405325"/>
                  <a:gd name="connsiteY6" fmla="*/ 2051976 h 2051976"/>
                  <a:gd name="connsiteX7" fmla="*/ 0 w 2405325"/>
                  <a:gd name="connsiteY7" fmla="*/ 2051976 h 2051976"/>
                  <a:gd name="connsiteX8" fmla="*/ 1266919 w 2405325"/>
                  <a:gd name="connsiteY8" fmla="*/ 0 h 2051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5325" h="2051976">
                    <a:moveTo>
                      <a:pt x="1266919" y="0"/>
                    </a:moveTo>
                    <a:lnTo>
                      <a:pt x="1588072" y="183786"/>
                    </a:lnTo>
                    <a:lnTo>
                      <a:pt x="1587288" y="185232"/>
                    </a:lnTo>
                    <a:cubicBezTo>
                      <a:pt x="1534269" y="310583"/>
                      <a:pt x="1504950" y="448399"/>
                      <a:pt x="1504950" y="593063"/>
                    </a:cubicBezTo>
                    <a:cubicBezTo>
                      <a:pt x="1504950" y="1099387"/>
                      <a:pt x="1864100" y="1521828"/>
                      <a:pt x="2341542" y="1619527"/>
                    </a:cubicBezTo>
                    <a:lnTo>
                      <a:pt x="2403709" y="1629015"/>
                    </a:lnTo>
                    <a:lnTo>
                      <a:pt x="2405325" y="2051976"/>
                    </a:lnTo>
                    <a:lnTo>
                      <a:pt x="0" y="2051976"/>
                    </a:lnTo>
                    <a:lnTo>
                      <a:pt x="1266919" y="0"/>
                    </a:lnTo>
                    <a:close/>
                  </a:path>
                </a:pathLst>
              </a:custGeom>
              <a:solidFill>
                <a:schemeClr val="bg1"/>
              </a:solidFill>
              <a:ln>
                <a:noFill/>
              </a:ln>
              <a:effectLst>
                <a:outerShdw blurRad="406400" sx="102000" sy="102000" algn="ctr" rotWithShape="0">
                  <a:schemeClr val="tx2">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a:xfrm>
                <a:off x="3686133" y="3833936"/>
                <a:ext cx="2016515" cy="1715274"/>
              </a:xfrm>
              <a:custGeom>
                <a:avLst/>
                <a:gdLst>
                  <a:gd name="connsiteX0" fmla="*/ 1174207 w 2472953"/>
                  <a:gd name="connsiteY0" fmla="*/ 0 h 2103526"/>
                  <a:gd name="connsiteX1" fmla="*/ 2472953 w 2472953"/>
                  <a:gd name="connsiteY1" fmla="*/ 2103526 h 2103526"/>
                  <a:gd name="connsiteX2" fmla="*/ 1631 w 2472953"/>
                  <a:gd name="connsiteY2" fmla="*/ 2103526 h 2103526"/>
                  <a:gd name="connsiteX3" fmla="*/ 0 w 2472953"/>
                  <a:gd name="connsiteY3" fmla="*/ 1676596 h 2103526"/>
                  <a:gd name="connsiteX4" fmla="*/ 36161 w 2472953"/>
                  <a:gd name="connsiteY4" fmla="*/ 1671077 h 2103526"/>
                  <a:gd name="connsiteX5" fmla="*/ 872753 w 2472953"/>
                  <a:gd name="connsiteY5" fmla="*/ 644613 h 2103526"/>
                  <a:gd name="connsiteX6" fmla="*/ 790416 w 2472953"/>
                  <a:gd name="connsiteY6" fmla="*/ 236782 h 2103526"/>
                  <a:gd name="connsiteX7" fmla="*/ 784956 w 2472953"/>
                  <a:gd name="connsiteY7" fmla="*/ 226722 h 2103526"/>
                  <a:gd name="connsiteX8" fmla="*/ 1174207 w 2472953"/>
                  <a:gd name="connsiteY8" fmla="*/ 0 h 210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2953" h="2103526">
                    <a:moveTo>
                      <a:pt x="1174207" y="0"/>
                    </a:moveTo>
                    <a:lnTo>
                      <a:pt x="2472953" y="2103526"/>
                    </a:lnTo>
                    <a:lnTo>
                      <a:pt x="1631" y="2103526"/>
                    </a:lnTo>
                    <a:lnTo>
                      <a:pt x="0" y="1676596"/>
                    </a:lnTo>
                    <a:lnTo>
                      <a:pt x="36161" y="1671077"/>
                    </a:lnTo>
                    <a:cubicBezTo>
                      <a:pt x="513603" y="1573378"/>
                      <a:pt x="872753" y="1150937"/>
                      <a:pt x="872753" y="644613"/>
                    </a:cubicBezTo>
                    <a:cubicBezTo>
                      <a:pt x="872753" y="499949"/>
                      <a:pt x="843435" y="362133"/>
                      <a:pt x="790416" y="236782"/>
                    </a:cubicBezTo>
                    <a:lnTo>
                      <a:pt x="784956" y="226722"/>
                    </a:lnTo>
                    <a:lnTo>
                      <a:pt x="1174207" y="0"/>
                    </a:lnTo>
                    <a:close/>
                  </a:path>
                </a:pathLst>
              </a:cu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2" name="椭圆 11"/>
            <p:cNvSpPr/>
            <p:nvPr/>
          </p:nvSpPr>
          <p:spPr>
            <a:xfrm>
              <a:off x="2890729" y="3712814"/>
              <a:ext cx="1303554" cy="1303554"/>
            </a:xfrm>
            <a:prstGeom prst="ellipse">
              <a:avLst/>
            </a:prstGeom>
            <a:solidFill>
              <a:srgbClr val="AE0D1D"/>
            </a:solidFill>
            <a:ln>
              <a:noFill/>
            </a:ln>
            <a:effectLst>
              <a:outerShdw blurRad="406400" sx="102000" sy="102000" algn="ctr" rotWithShape="0">
                <a:schemeClr val="tx2">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p:nvSpPr>
        <p:spPr>
          <a:xfrm>
            <a:off x="3264050" y="3909208"/>
            <a:ext cx="595035" cy="584775"/>
          </a:xfrm>
          <a:prstGeom prst="rect">
            <a:avLst/>
          </a:prstGeom>
        </p:spPr>
        <p:txBody>
          <a:bodyPr wrap="none">
            <a:spAutoFit/>
          </a:bodyPr>
          <a:lstStyle/>
          <a:p>
            <a:pPr algn="dist"/>
            <a:r>
              <a:rPr lang="zh-CN" altLang="en-US" sz="1600" b="1" dirty="0">
                <a:solidFill>
                  <a:schemeClr val="bg1"/>
                </a:solidFill>
                <a:latin typeface="等线" panose="02010600030101010101" pitchFamily="2" charset="-122"/>
                <a:ea typeface="等线" panose="02010600030101010101" pitchFamily="2" charset="-122"/>
              </a:rPr>
              <a:t>填写</a:t>
            </a:r>
            <a:endParaRPr lang="en-US" altLang="zh-CN" sz="1600" b="1" dirty="0">
              <a:solidFill>
                <a:schemeClr val="bg1"/>
              </a:solidFill>
              <a:latin typeface="等线" panose="02010600030101010101" pitchFamily="2" charset="-122"/>
              <a:ea typeface="等线" panose="02010600030101010101" pitchFamily="2" charset="-122"/>
            </a:endParaRPr>
          </a:p>
          <a:p>
            <a:pPr algn="dist"/>
            <a:r>
              <a:rPr lang="zh-CN" altLang="en-US" sz="1600" b="1" dirty="0">
                <a:solidFill>
                  <a:schemeClr val="bg1"/>
                </a:solidFill>
                <a:latin typeface="等线" panose="02010600030101010101" pitchFamily="2" charset="-122"/>
                <a:ea typeface="等线" panose="02010600030101010101" pitchFamily="2" charset="-122"/>
              </a:rPr>
              <a:t>标题</a:t>
            </a:r>
            <a:endParaRPr lang="zh-CN" altLang="en-US" sz="1400" b="1" dirty="0">
              <a:solidFill>
                <a:schemeClr val="bg1"/>
              </a:solidFill>
              <a:latin typeface="等线" panose="02010600030101010101" pitchFamily="2" charset="-122"/>
              <a:ea typeface="等线" panose="02010600030101010101" pitchFamily="2" charset="-122"/>
            </a:endParaRPr>
          </a:p>
        </p:txBody>
      </p:sp>
      <p:sp>
        <p:nvSpPr>
          <p:cNvPr id="14" name="矩形 13"/>
          <p:cNvSpPr/>
          <p:nvPr/>
        </p:nvSpPr>
        <p:spPr>
          <a:xfrm>
            <a:off x="3228398" y="2946274"/>
            <a:ext cx="723275" cy="523220"/>
          </a:xfrm>
          <a:prstGeom prst="rect">
            <a:avLst/>
          </a:prstGeom>
        </p:spPr>
        <p:txBody>
          <a:bodyPr wrap="none">
            <a:spAutoFit/>
          </a:bodyPr>
          <a:lstStyle/>
          <a:p>
            <a:pPr algn="ctr"/>
            <a:r>
              <a:rPr lang="zh-CN" altLang="en-US" sz="1400" dirty="0">
                <a:solidFill>
                  <a:srgbClr val="AE0D1D"/>
                </a:solidFill>
                <a:latin typeface="等线" panose="02010600030101010101" pitchFamily="2" charset="-122"/>
                <a:ea typeface="等线" panose="02010600030101010101" pitchFamily="2" charset="-122"/>
              </a:rPr>
              <a:t>填写
关键词</a:t>
            </a:r>
            <a:endParaRPr lang="en-US" altLang="zh-CN" sz="1400" dirty="0">
              <a:solidFill>
                <a:srgbClr val="0070C0"/>
              </a:solidFill>
              <a:latin typeface="等线" panose="02010600030101010101" pitchFamily="2" charset="-122"/>
              <a:ea typeface="等线" panose="02010600030101010101" pitchFamily="2" charset="-122"/>
            </a:endParaRPr>
          </a:p>
          <a:p>
            <a:pPr algn="ctr"/>
            <a:r>
              <a:rPr lang="zh-CN" altLang="en-US" sz="1400" dirty="0">
                <a:solidFill>
                  <a:srgbClr val="AE0D1D"/>
                </a:solidFill>
                <a:latin typeface="等线" panose="02010600030101010101" pitchFamily="2" charset="-122"/>
                <a:ea typeface="等线" panose="02010600030101010101" pitchFamily="2" charset="-122"/>
              </a:rPr>
              <a:t/>
            </a:r>
          </a:p>
        </p:txBody>
      </p:sp>
      <p:sp>
        <p:nvSpPr>
          <p:cNvPr id="15" name="矩形 14"/>
          <p:cNvSpPr/>
          <p:nvPr/>
        </p:nvSpPr>
        <p:spPr>
          <a:xfrm>
            <a:off x="4177555" y="4466114"/>
            <a:ext cx="723275" cy="523220"/>
          </a:xfrm>
          <a:prstGeom prst="rect">
            <a:avLst/>
          </a:prstGeom>
        </p:spPr>
        <p:txBody>
          <a:bodyPr wrap="none">
            <a:spAutoFit/>
          </a:bodyPr>
          <a:lstStyle/>
          <a:p>
            <a:pPr algn="ctr"/>
            <a:r>
              <a:rPr lang="zh-CN" altLang="en-US" sz="1400" dirty="0">
                <a:solidFill>
                  <a:srgbClr val="AE0D1D"/>
                </a:solidFill>
                <a:latin typeface="等线" panose="02010600030101010101" pitchFamily="2" charset="-122"/>
                <a:ea typeface="等线" panose="02010600030101010101" pitchFamily="2" charset="-122"/>
              </a:rPr>
              <a:t>填写
关键词</a:t>
            </a:r>
            <a:endParaRPr lang="en-US" altLang="zh-CN" sz="1400" dirty="0">
              <a:solidFill>
                <a:srgbClr val="0070C0"/>
              </a:solidFill>
              <a:latin typeface="等线" panose="02010600030101010101" pitchFamily="2" charset="-122"/>
              <a:ea typeface="等线" panose="02010600030101010101" pitchFamily="2" charset="-122"/>
            </a:endParaRPr>
          </a:p>
          <a:p>
            <a:pPr algn="ctr"/>
            <a:r>
              <a:rPr lang="zh-CN" altLang="en-US" sz="1400" dirty="0">
                <a:solidFill>
                  <a:srgbClr val="AE0D1D"/>
                </a:solidFill>
                <a:latin typeface="等线" panose="02010600030101010101" pitchFamily="2" charset="-122"/>
                <a:ea typeface="等线" panose="02010600030101010101" pitchFamily="2" charset="-122"/>
              </a:rPr>
              <a:t/>
            </a:r>
          </a:p>
        </p:txBody>
      </p:sp>
      <p:sp>
        <p:nvSpPr>
          <p:cNvPr id="16" name="矩形 15"/>
          <p:cNvSpPr/>
          <p:nvPr/>
        </p:nvSpPr>
        <p:spPr>
          <a:xfrm>
            <a:off x="2310321" y="4484935"/>
            <a:ext cx="723275" cy="523220"/>
          </a:xfrm>
          <a:prstGeom prst="rect">
            <a:avLst/>
          </a:prstGeom>
        </p:spPr>
        <p:txBody>
          <a:bodyPr wrap="none">
            <a:spAutoFit/>
          </a:bodyPr>
          <a:lstStyle/>
          <a:p>
            <a:pPr algn="ctr"/>
            <a:r>
              <a:rPr lang="zh-CN" altLang="en-US" sz="1400" dirty="0">
                <a:solidFill>
                  <a:srgbClr val="AE0D1D"/>
                </a:solidFill>
                <a:latin typeface="等线" panose="02010600030101010101" pitchFamily="2" charset="-122"/>
                <a:ea typeface="等线" panose="02010600030101010101" pitchFamily="2" charset="-122"/>
              </a:rPr>
              <a:t>填写
关键词</a:t>
            </a:r>
            <a:endParaRPr lang="en-US" altLang="zh-CN" sz="1400" dirty="0">
              <a:solidFill>
                <a:srgbClr val="0070C0"/>
              </a:solidFill>
              <a:latin typeface="等线" panose="02010600030101010101" pitchFamily="2" charset="-122"/>
              <a:ea typeface="等线" panose="02010600030101010101" pitchFamily="2" charset="-122"/>
            </a:endParaRPr>
          </a:p>
          <a:p>
            <a:pPr algn="ctr"/>
            <a:r>
              <a:rPr lang="zh-CN" altLang="en-US" sz="1400" dirty="0">
                <a:solidFill>
                  <a:srgbClr val="AE0D1D"/>
                </a:solidFill>
                <a:latin typeface="等线" panose="02010600030101010101" pitchFamily="2" charset="-122"/>
                <a:ea typeface="等线" panose="02010600030101010101" pitchFamily="2" charset="-122"/>
              </a:rPr>
              <a:t/>
            </a:r>
          </a:p>
        </p:txBody>
      </p:sp>
      <p:sp>
        <p:nvSpPr>
          <p:cNvPr id="17" name="矩形 16"/>
          <p:cNvSpPr/>
          <p:nvPr/>
        </p:nvSpPr>
        <p:spPr>
          <a:xfrm>
            <a:off x="6546850" y="2882541"/>
            <a:ext cx="4406072" cy="2889445"/>
          </a:xfrm>
          <a:prstGeom prst="rect">
            <a:avLst/>
          </a:prstGeom>
        </p:spPr>
        <p:txBody>
          <a:bodyPr wrap="square">
            <a:spAutoFit/>
          </a:bodyPr>
          <a:lstStyle/>
          <a:p>
            <a:pPr algn="just" hangingPunct="0">
              <a:lnSpc>
                <a:spcPct val="130000"/>
              </a:lnSpc>
            </a:pP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这里可以对论文整体做一个总结让老师知道整篇文章的内容，建议使用思源黑体，行距</a:t>
            </a:r>
            <a:r>
              <a:rPr lang="en-US" altLang="zh-CN" spc="100" dirty="0">
                <a:solidFill>
                  <a:schemeClr val="tx1">
                    <a:lumMod val="85000"/>
                    <a:lumOff val="15000"/>
                  </a:schemeClr>
                </a:solidFill>
                <a:latin typeface="等线" panose="02010600030101010101" pitchFamily="2" charset="-122"/>
                <a:ea typeface="等线" panose="02010600030101010101" pitchFamily="2" charset="-122"/>
              </a:rPr>
              <a:t>1.3</a:t>
            </a: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，下面输入文本</a:t>
            </a:r>
            <a:endParaRPr lang="en-US" altLang="zh-CN" spc="100" dirty="0">
              <a:solidFill>
                <a:schemeClr val="tx1">
                  <a:lumMod val="85000"/>
                  <a:lumOff val="15000"/>
                </a:schemeClr>
              </a:solidFill>
              <a:latin typeface="等线" panose="02010600030101010101" pitchFamily="2" charset="-122"/>
              <a:ea typeface="等线" panose="02010600030101010101" pitchFamily="2" charset="-122"/>
            </a:endParaRPr>
          </a:p>
          <a:p>
            <a:pPr algn="just" hangingPunct="0">
              <a:lnSpc>
                <a:spcPct val="130000"/>
              </a:lnSpc>
            </a:pP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请把文字控制在</a:t>
            </a:r>
            <a:r>
              <a:rPr lang="en-US" altLang="zh-CN" spc="100" dirty="0">
                <a:solidFill>
                  <a:schemeClr val="tx1">
                    <a:lumMod val="85000"/>
                    <a:lumOff val="15000"/>
                  </a:schemeClr>
                </a:solidFill>
                <a:latin typeface="等线" panose="02010600030101010101" pitchFamily="2" charset="-122"/>
                <a:ea typeface="等线" panose="02010600030101010101" pitchFamily="2" charset="-122"/>
              </a:rPr>
              <a:t>100</a:t>
            </a: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至</a:t>
            </a:r>
            <a:r>
              <a:rPr lang="en-US" altLang="zh-CN" spc="100" dirty="0">
                <a:solidFill>
                  <a:schemeClr val="tx1">
                    <a:lumMod val="85000"/>
                    <a:lumOff val="15000"/>
                  </a:schemeClr>
                </a:solidFill>
                <a:latin typeface="等线" panose="02010600030101010101" pitchFamily="2" charset="-122"/>
                <a:ea typeface="等线" panose="02010600030101010101" pitchFamily="2" charset="-122"/>
              </a:rPr>
              <a:t>200</a:t>
            </a:r>
            <a:r>
              <a:rPr lang="zh-CN" altLang="en-US" spc="100" dirty="0">
                <a:solidFill>
                  <a:schemeClr val="tx1">
                    <a:lumMod val="85000"/>
                    <a:lumOff val="15000"/>
                  </a:schemeClr>
                </a:solidFill>
                <a:latin typeface="等线" panose="02010600030101010101" pitchFamily="2" charset="-122"/>
                <a:ea typeface="等线" panose="02010600030101010101" pitchFamily="2" charset="-122"/>
              </a:rPr>
              <a:t>字左右，过多不方便浏览，这里是内容这里是内容这里是内容这里是内容这里是内容这里是内容这里是内容这里是内容</a:t>
            </a:r>
            <a:endParaRPr lang="en-US" altLang="zh-CN" spc="100" dirty="0">
              <a:solidFill>
                <a:schemeClr val="tx1">
                  <a:lumMod val="85000"/>
                  <a:lumOff val="15000"/>
                </a:schemeClr>
              </a:solidFill>
              <a:latin typeface="等线" panose="02010600030101010101" pitchFamily="2" charset="-122"/>
              <a:ea typeface="等线" panose="02010600030101010101" pitchFamily="2" charset="-122"/>
            </a:endParaRPr>
          </a:p>
          <a:p>
            <a:pPr hangingPunct="0">
              <a:lnSpc>
                <a:spcPct val="120000"/>
              </a:lnSpc>
            </a:pPr>
            <a:endParaRPr lang="zh-CN" altLang="en-US" sz="1600" spc="100" dirty="0">
              <a:solidFill>
                <a:schemeClr val="tx1">
                  <a:lumMod val="60000"/>
                  <a:lumOff val="40000"/>
                </a:schemeClr>
              </a:solidFill>
              <a:latin typeface="等线" panose="02010600030101010101" pitchFamily="2" charset="-122"/>
              <a:ea typeface="等线" panose="02010600030101010101" pitchFamily="2" charset="-122"/>
            </a:endParaRPr>
          </a:p>
        </p:txBody>
      </p:sp>
      <p:cxnSp>
        <p:nvCxnSpPr>
          <p:cNvPr id="18" name="直接连接符 17"/>
          <p:cNvCxnSpPr/>
          <p:nvPr/>
        </p:nvCxnSpPr>
        <p:spPr>
          <a:xfrm flipH="1">
            <a:off x="6908800" y="2637569"/>
            <a:ext cx="3904974" cy="0"/>
          </a:xfrm>
          <a:prstGeom prst="line">
            <a:avLst/>
          </a:prstGeom>
          <a:ln>
            <a:solidFill>
              <a:srgbClr val="AE0D1D"/>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6619875" y="2638965"/>
            <a:ext cx="538385" cy="0"/>
          </a:xfrm>
          <a:prstGeom prst="line">
            <a:avLst/>
          </a:prstGeom>
          <a:ln w="38100">
            <a:solidFill>
              <a:srgbClr val="AE0D1D"/>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484938" y="1958952"/>
            <a:ext cx="4902123" cy="523220"/>
          </a:xfrm>
          <a:prstGeom prst="rect">
            <a:avLst/>
          </a:prstGeom>
          <a:noFill/>
        </p:spPr>
        <p:txBody>
          <a:bodyPr wrap="square" rtlCol="0">
            <a:spAutoFit/>
          </a:bodyPr>
          <a:lstStyle>
            <a:defPPr>
              <a:defRPr lang="zh-CN"/>
            </a:defPPr>
            <a:lvl1pPr>
              <a:defRPr sz="2800" spc="200">
                <a:solidFill>
                  <a:schemeClr val="tx1">
                    <a:lumMod val="75000"/>
                  </a:schemeClr>
                </a:solidFill>
                <a:latin typeface="+mj-ea"/>
                <a:ea typeface="+mj-ea"/>
              </a:defRPr>
            </a:lvl1pPr>
          </a:lstStyle>
          <a:p>
            <a:r>
              <a:rPr lang="zh-CN" altLang="en-US" b="1" dirty="0">
                <a:solidFill>
                  <a:srgbClr val="AE0D1D"/>
                </a:solidFill>
                <a:latin typeface="等线" panose="02010600030101010101" pitchFamily="2" charset="-122"/>
                <a:ea typeface="等线" panose="02010600030101010101" pitchFamily="2" charset="-122"/>
              </a:rPr>
              <a:t>这里填写总结性的一句话</a:t>
            </a:r>
          </a:p>
        </p:txBody>
      </p:sp>
      <p:cxnSp>
        <p:nvCxnSpPr>
          <p:cNvPr id="24" name="直接连接符 23"/>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圆角 18"/>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矩形: 圆角 2"/>
          <p:cNvSpPr/>
          <p:nvPr/>
        </p:nvSpPr>
        <p:spPr>
          <a:xfrm>
            <a:off x="944857" y="2844804"/>
            <a:ext cx="10302286" cy="2679692"/>
          </a:xfrm>
          <a:prstGeom prst="roundRect">
            <a:avLst>
              <a:gd name="adj" fmla="val 1763"/>
            </a:avLst>
          </a:prstGeom>
          <a:solidFill>
            <a:schemeClr val="bg1"/>
          </a:solidFill>
          <a:ln>
            <a:solidFill>
              <a:srgbClr val="AE0D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255020" y="3167515"/>
            <a:ext cx="2581666" cy="1808380"/>
          </a:xfrm>
          <a:prstGeom prst="rect">
            <a:avLst/>
          </a:prstGeom>
          <a:noFill/>
        </p:spPr>
        <p:txBody>
          <a:bodyPr wrap="square" lIns="0" tIns="0" rIns="0" bIns="0" rtlCol="0">
            <a:spAutoFit/>
          </a:bodyPr>
          <a:lstStyle/>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endParaRPr lang="en-US" altLang="zh-CN" sz="1600" dirty="0">
              <a:solidFill>
                <a:srgbClr val="000000">
                  <a:lumMod val="65000"/>
                  <a:lumOff val="35000"/>
                </a:srgbClr>
              </a:solidFill>
              <a:latin typeface="等线" panose="02010600030101010101" pitchFamily="2" charset="-122"/>
              <a:ea typeface="等线" panose="02010600030101010101" pitchFamily="2" charset="-122"/>
            </a:endParaRP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lvl="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p:txBody>
      </p:sp>
      <p:sp>
        <p:nvSpPr>
          <p:cNvPr id="5" name="文本框 4"/>
          <p:cNvSpPr txBox="1"/>
          <p:nvPr/>
        </p:nvSpPr>
        <p:spPr>
          <a:xfrm>
            <a:off x="4751487" y="3207813"/>
            <a:ext cx="2581666" cy="1808380"/>
          </a:xfrm>
          <a:prstGeom prst="rect">
            <a:avLst/>
          </a:prstGeom>
          <a:noFill/>
        </p:spPr>
        <p:txBody>
          <a:bodyPr wrap="square" lIns="0" tIns="0" rIns="0" bIns="0" rtlCol="0">
            <a:spAutoFit/>
          </a:bodyPr>
          <a:lstStyle/>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endParaRPr lang="en-US" altLang="zh-CN" sz="1600" dirty="0">
              <a:solidFill>
                <a:srgbClr val="000000">
                  <a:lumMod val="65000"/>
                  <a:lumOff val="35000"/>
                </a:srgbClr>
              </a:solidFill>
              <a:latin typeface="等线" panose="02010600030101010101" pitchFamily="2" charset="-122"/>
              <a:ea typeface="等线" panose="02010600030101010101" pitchFamily="2" charset="-122"/>
            </a:endParaRP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p:txBody>
      </p:sp>
      <p:sp>
        <p:nvSpPr>
          <p:cNvPr id="6" name="文本框 5"/>
          <p:cNvSpPr txBox="1"/>
          <p:nvPr/>
        </p:nvSpPr>
        <p:spPr>
          <a:xfrm>
            <a:off x="8355314" y="3167515"/>
            <a:ext cx="2581666" cy="1808380"/>
          </a:xfrm>
          <a:prstGeom prst="rect">
            <a:avLst/>
          </a:prstGeom>
          <a:noFill/>
        </p:spPr>
        <p:txBody>
          <a:bodyPr wrap="square" lIns="0" tIns="0" rIns="0" bIns="0" rtlCol="0">
            <a:spAutoFit/>
          </a:bodyPr>
          <a:lstStyle/>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endParaRPr lang="en-US" altLang="zh-CN" sz="1600" dirty="0">
              <a:solidFill>
                <a:srgbClr val="000000">
                  <a:lumMod val="65000"/>
                  <a:lumOff val="35000"/>
                </a:srgbClr>
              </a:solidFill>
              <a:latin typeface="等线" panose="02010600030101010101" pitchFamily="2" charset="-122"/>
              <a:ea typeface="等线" panose="02010600030101010101" pitchFamily="2" charset="-122"/>
            </a:endParaRP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a:p>
            <a:pPr marL="285750" indent="-179705" algn="ctr">
              <a:lnSpc>
                <a:spcPct val="150000"/>
              </a:lnSpc>
              <a:buFont typeface="Arial" panose="020B0604020202020204" pitchFamily="34" charset="0"/>
              <a:buChar char="•"/>
              <a:defRPr/>
            </a:pPr>
            <a:r>
              <a:rPr lang="zh-CN" altLang="en-US" sz="1600" dirty="0">
                <a:solidFill>
                  <a:srgbClr val="000000">
                    <a:lumMod val="65000"/>
                    <a:lumOff val="35000"/>
                  </a:srgbClr>
                </a:solidFill>
                <a:latin typeface="等线" panose="02010600030101010101" pitchFamily="2" charset="-122"/>
                <a:ea typeface="等线" panose="02010600030101010101" pitchFamily="2" charset="-122"/>
              </a:rPr>
              <a:t>请输入您的文本内容</a:t>
            </a:r>
          </a:p>
        </p:txBody>
      </p:sp>
      <p:sp>
        <p:nvSpPr>
          <p:cNvPr id="7" name="矩形 6"/>
          <p:cNvSpPr/>
          <p:nvPr/>
        </p:nvSpPr>
        <p:spPr>
          <a:xfrm>
            <a:off x="4999878" y="2242401"/>
            <a:ext cx="2135574" cy="1898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8" name="矩形 7"/>
          <p:cNvSpPr/>
          <p:nvPr/>
        </p:nvSpPr>
        <p:spPr>
          <a:xfrm>
            <a:off x="1481206" y="2242401"/>
            <a:ext cx="2135574" cy="1898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9" name="矩形 8"/>
          <p:cNvSpPr/>
          <p:nvPr/>
        </p:nvSpPr>
        <p:spPr>
          <a:xfrm>
            <a:off x="8614818" y="2242401"/>
            <a:ext cx="2135574" cy="1898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0" name="文本框 9"/>
          <p:cNvSpPr txBox="1"/>
          <p:nvPr/>
        </p:nvSpPr>
        <p:spPr>
          <a:xfrm>
            <a:off x="1466216" y="1722725"/>
            <a:ext cx="641201" cy="738664"/>
          </a:xfrm>
          <a:prstGeom prst="rect">
            <a:avLst/>
          </a:prstGeom>
          <a:noFill/>
        </p:spPr>
        <p:txBody>
          <a:bodyPr wrap="none" lIns="0" tIns="0" rIns="0" bIns="0" rtlCol="0">
            <a:spAutoFit/>
          </a:bodyPr>
          <a:lstStyle/>
          <a:p>
            <a:pPr algn="l"/>
            <a:r>
              <a:rPr lang="en-US" altLang="zh-CN" sz="4800" b="1" spc="300" dirty="0">
                <a:solidFill>
                  <a:srgbClr val="AE0D1D"/>
                </a:solidFill>
                <a:latin typeface="Impact" panose="020B0806030902050204" pitchFamily="34" charset="0"/>
                <a:ea typeface="+mj-ea"/>
              </a:rPr>
              <a:t>01</a:t>
            </a:r>
            <a:endParaRPr lang="zh-CN" altLang="en-US" sz="4800" b="1" spc="300" dirty="0">
              <a:solidFill>
                <a:srgbClr val="0070C0"/>
              </a:solidFill>
              <a:latin typeface="Impact" panose="020B0806030902050204" pitchFamily="34" charset="0"/>
              <a:ea typeface="+mj-ea"/>
            </a:endParaRPr>
          </a:p>
        </p:txBody>
      </p:sp>
      <p:sp>
        <p:nvSpPr>
          <p:cNvPr id="11" name="文本框 10"/>
          <p:cNvSpPr txBox="1"/>
          <p:nvPr/>
        </p:nvSpPr>
        <p:spPr>
          <a:xfrm>
            <a:off x="2231785" y="1983841"/>
            <a:ext cx="1384995" cy="369332"/>
          </a:xfrm>
          <a:prstGeom prst="rect">
            <a:avLst/>
          </a:prstGeom>
          <a:noFill/>
        </p:spPr>
        <p:txBody>
          <a:bodyPr wrap="none" lIns="0" tIns="0" rIns="0" bIns="0" rtlCol="0">
            <a:spAutoFit/>
          </a:bodyPr>
          <a:lstStyle/>
          <a:p>
            <a:pPr algn="l"/>
            <a:r>
              <a:rPr lang="zh-CN" altLang="en-US" sz="2400" b="1" spc="300" dirty="0">
                <a:solidFill>
                  <a:srgbClr val="AE0D1D"/>
                </a:solidFill>
                <a:latin typeface="等线" panose="02010600030101010101" pitchFamily="2" charset="-122"/>
                <a:ea typeface="等线" panose="02010600030101010101" pitchFamily="2" charset="-122"/>
              </a:rPr>
              <a:t>添加标题</a:t>
            </a:r>
          </a:p>
        </p:txBody>
      </p:sp>
      <p:sp>
        <p:nvSpPr>
          <p:cNvPr id="12" name="文本框 11"/>
          <p:cNvSpPr txBox="1"/>
          <p:nvPr/>
        </p:nvSpPr>
        <p:spPr>
          <a:xfrm>
            <a:off x="4999879" y="1722725"/>
            <a:ext cx="716543" cy="738664"/>
          </a:xfrm>
          <a:prstGeom prst="rect">
            <a:avLst/>
          </a:prstGeom>
          <a:noFill/>
        </p:spPr>
        <p:txBody>
          <a:bodyPr wrap="none" lIns="0" tIns="0" rIns="0" bIns="0" rtlCol="0">
            <a:spAutoFit/>
          </a:bodyPr>
          <a:lstStyle/>
          <a:p>
            <a:pPr algn="l"/>
            <a:r>
              <a:rPr lang="en-US" altLang="zh-CN" sz="4800" b="1" spc="300" dirty="0">
                <a:solidFill>
                  <a:srgbClr val="AE0D1D"/>
                </a:solidFill>
                <a:latin typeface="Impact" panose="020B0806030902050204" pitchFamily="34" charset="0"/>
                <a:ea typeface="+mj-ea"/>
              </a:rPr>
              <a:t>02</a:t>
            </a:r>
            <a:endParaRPr lang="zh-CN" altLang="en-US" sz="4800" b="1" spc="300" dirty="0">
              <a:solidFill>
                <a:srgbClr val="0070C0"/>
              </a:solidFill>
              <a:latin typeface="Impact" panose="020B0806030902050204" pitchFamily="34" charset="0"/>
              <a:ea typeface="+mj-ea"/>
            </a:endParaRPr>
          </a:p>
        </p:txBody>
      </p:sp>
      <p:sp>
        <p:nvSpPr>
          <p:cNvPr id="13" name="文本框 12"/>
          <p:cNvSpPr txBox="1"/>
          <p:nvPr/>
        </p:nvSpPr>
        <p:spPr>
          <a:xfrm>
            <a:off x="5765448" y="1983841"/>
            <a:ext cx="1384995" cy="369332"/>
          </a:xfrm>
          <a:prstGeom prst="rect">
            <a:avLst/>
          </a:prstGeom>
          <a:noFill/>
        </p:spPr>
        <p:txBody>
          <a:bodyPr wrap="none" lIns="0" tIns="0" rIns="0" bIns="0" rtlCol="0">
            <a:spAutoFit/>
          </a:bodyPr>
          <a:lstStyle/>
          <a:p>
            <a:pPr algn="l"/>
            <a:r>
              <a:rPr lang="zh-CN" altLang="en-US" sz="2400" b="1" spc="300" dirty="0">
                <a:solidFill>
                  <a:srgbClr val="AE0D1D"/>
                </a:solidFill>
                <a:latin typeface="等线" panose="02010600030101010101" pitchFamily="2" charset="-122"/>
                <a:ea typeface="等线" panose="02010600030101010101" pitchFamily="2" charset="-122"/>
              </a:rPr>
              <a:t>添加标题</a:t>
            </a:r>
          </a:p>
        </p:txBody>
      </p:sp>
      <p:sp>
        <p:nvSpPr>
          <p:cNvPr id="14" name="文本框 13"/>
          <p:cNvSpPr txBox="1"/>
          <p:nvPr/>
        </p:nvSpPr>
        <p:spPr>
          <a:xfrm>
            <a:off x="8608884" y="1722725"/>
            <a:ext cx="734175" cy="738664"/>
          </a:xfrm>
          <a:prstGeom prst="rect">
            <a:avLst/>
          </a:prstGeom>
          <a:noFill/>
        </p:spPr>
        <p:txBody>
          <a:bodyPr wrap="none" lIns="0" tIns="0" rIns="0" bIns="0" rtlCol="0">
            <a:spAutoFit/>
          </a:bodyPr>
          <a:lstStyle/>
          <a:p>
            <a:pPr algn="l"/>
            <a:r>
              <a:rPr lang="en-US" altLang="zh-CN" sz="4800" b="1" spc="300" dirty="0">
                <a:solidFill>
                  <a:srgbClr val="AE0D1D"/>
                </a:solidFill>
                <a:latin typeface="Impact" panose="020B0806030902050204" pitchFamily="34" charset="0"/>
                <a:ea typeface="+mj-ea"/>
              </a:rPr>
              <a:t>03</a:t>
            </a:r>
            <a:endParaRPr lang="zh-CN" altLang="en-US" sz="4800" b="1" spc="300" dirty="0">
              <a:solidFill>
                <a:srgbClr val="0070C0"/>
              </a:solidFill>
              <a:latin typeface="Impact" panose="020B0806030902050204" pitchFamily="34" charset="0"/>
              <a:ea typeface="+mj-ea"/>
            </a:endParaRPr>
          </a:p>
        </p:txBody>
      </p:sp>
      <p:sp>
        <p:nvSpPr>
          <p:cNvPr id="15" name="文本框 14"/>
          <p:cNvSpPr txBox="1"/>
          <p:nvPr/>
        </p:nvSpPr>
        <p:spPr>
          <a:xfrm>
            <a:off x="9374453" y="1983841"/>
            <a:ext cx="1384995" cy="369332"/>
          </a:xfrm>
          <a:prstGeom prst="rect">
            <a:avLst/>
          </a:prstGeom>
          <a:noFill/>
        </p:spPr>
        <p:txBody>
          <a:bodyPr wrap="none" lIns="0" tIns="0" rIns="0" bIns="0" rtlCol="0">
            <a:spAutoFit/>
          </a:bodyPr>
          <a:lstStyle/>
          <a:p>
            <a:pPr algn="l"/>
            <a:r>
              <a:rPr lang="zh-CN" altLang="en-US" sz="2400" b="1" spc="300" dirty="0">
                <a:solidFill>
                  <a:srgbClr val="AE0D1D"/>
                </a:solidFill>
                <a:latin typeface="等线" panose="02010600030101010101" pitchFamily="2" charset="-122"/>
                <a:ea typeface="等线" panose="02010600030101010101" pitchFamily="2" charset="-122"/>
              </a:rPr>
              <a:t>添加标题</a:t>
            </a:r>
          </a:p>
        </p:txBody>
      </p:sp>
      <p:cxnSp>
        <p:nvCxnSpPr>
          <p:cNvPr id="16" name="直接连接符 15"/>
          <p:cNvCxnSpPr/>
          <p:nvPr/>
        </p:nvCxnSpPr>
        <p:spPr>
          <a:xfrm>
            <a:off x="4176603" y="3060998"/>
            <a:ext cx="0" cy="2263515"/>
          </a:xfrm>
          <a:prstGeom prst="line">
            <a:avLst/>
          </a:prstGeom>
          <a:ln>
            <a:gradFill>
              <a:gsLst>
                <a:gs pos="0">
                  <a:srgbClr val="0070C0">
                    <a:alpha val="0"/>
                  </a:srgbClr>
                </a:gs>
                <a:gs pos="50000">
                  <a:srgbClr val="0070C0"/>
                </a:gs>
                <a:gs pos="100000">
                  <a:srgbClr val="0070C0">
                    <a:alpha val="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67671" y="3060998"/>
            <a:ext cx="0" cy="2263515"/>
          </a:xfrm>
          <a:prstGeom prst="line">
            <a:avLst/>
          </a:prstGeom>
          <a:ln>
            <a:gradFill>
              <a:gsLst>
                <a:gs pos="0">
                  <a:srgbClr val="0070C0">
                    <a:alpha val="0"/>
                  </a:srgbClr>
                </a:gs>
                <a:gs pos="50000">
                  <a:srgbClr val="0070C0"/>
                </a:gs>
                <a:gs pos="100000">
                  <a:srgbClr val="0070C0">
                    <a:alpha val="0"/>
                  </a:srgb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797412" y="77178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第一章</a:t>
            </a:r>
          </a:p>
        </p:txBody>
      </p:sp>
      <p:sp>
        <p:nvSpPr>
          <p:cNvPr id="21" name="文本框 20"/>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研究背景</a:t>
            </a:r>
          </a:p>
        </p:txBody>
      </p:sp>
      <p:sp>
        <p:nvSpPr>
          <p:cNvPr id="22" name="文本框 21"/>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BACKGROUND</a:t>
            </a:r>
            <a:endParaRPr kumimoji="0" lang="zh-CN" altLang="en-US" b="0" i="0" u="none" strike="noStrike" kern="1200" cap="none" spc="0" normalizeH="0" baseline="0" noProof="0" dirty="0">
              <a:ln>
                <a:noFill/>
              </a:ln>
              <a:effectLst/>
              <a:uLnTx/>
              <a:uFillTx/>
              <a:latin typeface="等线" panose="02010600030101010101" pitchFamily="2" charset="-122"/>
              <a:ea typeface="等线" panose="02010600030101010101" pitchFamily="2" charset="-122"/>
            </a:endParaRPr>
          </a:p>
        </p:txBody>
      </p:sp>
      <p:cxnSp>
        <p:nvCxnSpPr>
          <p:cNvPr id="23" name="直接连接符 22"/>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圆角 4"/>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4000" dirty="0">
                <a:solidFill>
                  <a:schemeClr val="tx1">
                    <a:lumMod val="75000"/>
                    <a:lumOff val="25000"/>
                  </a:schemeClr>
                </a:solidFill>
                <a:latin typeface="等线" panose="02010600030101010101" pitchFamily="2" charset="-122"/>
                <a:ea typeface="等线" panose="02010600030101010101" pitchFamily="2" charset="-122"/>
              </a:rPr>
              <a:t>二</a:t>
            </a: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 name="文本框 2"/>
          <p:cNvSpPr txBox="1"/>
          <p:nvPr/>
        </p:nvSpPr>
        <p:spPr>
          <a:xfrm>
            <a:off x="6096000" y="3110451"/>
            <a:ext cx="3324656" cy="830997"/>
          </a:xfrm>
          <a:prstGeom prst="rect">
            <a:avLst/>
          </a:prstGeom>
          <a:noFill/>
        </p:spPr>
        <p:txBody>
          <a:bodyPr wrap="square" rtlCol="0">
            <a:spAutoFit/>
          </a:bodyPr>
          <a:lstStyle/>
          <a:p>
            <a:pPr lvl="0" algn="dist">
              <a:defRPr/>
            </a:pPr>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研究内容</a:t>
            </a:r>
          </a:p>
        </p:txBody>
      </p:sp>
      <p:sp>
        <p:nvSpPr>
          <p:cNvPr id="6" name="文本框 5"/>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CONTENTS</a:t>
            </a:r>
          </a:p>
        </p:txBody>
      </p:sp>
      <p:pic>
        <p:nvPicPr>
          <p:cNvPr id="9" name="Picture 8" descr="118-苏州大学-logo.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文本框 18"/>
          <p:cNvSpPr txBox="1"/>
          <p:nvPr/>
        </p:nvSpPr>
        <p:spPr>
          <a:xfrm>
            <a:off x="797412" y="760357"/>
            <a:ext cx="95571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二</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20" name="文本框 19"/>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研究内容</a:t>
            </a:r>
          </a:p>
        </p:txBody>
      </p:sp>
      <p:sp>
        <p:nvSpPr>
          <p:cNvPr id="21" name="文本框 20"/>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CONTENTS</a:t>
            </a:r>
          </a:p>
        </p:txBody>
      </p:sp>
      <p:cxnSp>
        <p:nvCxnSpPr>
          <p:cNvPr id="22" name="直接连接符 21"/>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矩形: 圆角 22"/>
          <p:cNvSpPr/>
          <p:nvPr/>
        </p:nvSpPr>
        <p:spPr>
          <a:xfrm>
            <a:off x="4611963" y="1592947"/>
            <a:ext cx="2968074" cy="523220"/>
          </a:xfrm>
          <a:prstGeom prst="roundRect">
            <a:avLst>
              <a:gd name="adj" fmla="val 50000"/>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rPr>
              <a:t>请输入您的小标题</a:t>
            </a:r>
          </a:p>
        </p:txBody>
      </p:sp>
      <p:sp>
        <p:nvSpPr>
          <p:cNvPr id="24" name="文本框 23"/>
          <p:cNvSpPr txBox="1"/>
          <p:nvPr/>
        </p:nvSpPr>
        <p:spPr>
          <a:xfrm>
            <a:off x="2200434" y="3457580"/>
            <a:ext cx="146706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lumMod val="50000"/>
                  </a:srgbClr>
                </a:solidFill>
                <a:effectLst/>
                <a:uLnTx/>
                <a:uFillTx/>
                <a:latin typeface="等线" panose="02010600030101010101" pitchFamily="2" charset="-122"/>
                <a:ea typeface="等线" panose="02010600030101010101" pitchFamily="2" charset="-122"/>
              </a:rPr>
              <a:t>输入小标题</a:t>
            </a:r>
          </a:p>
        </p:txBody>
      </p:sp>
      <p:sp>
        <p:nvSpPr>
          <p:cNvPr id="25" name="文本框 24"/>
          <p:cNvSpPr txBox="1"/>
          <p:nvPr/>
        </p:nvSpPr>
        <p:spPr>
          <a:xfrm>
            <a:off x="5365112" y="3457580"/>
            <a:ext cx="146706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lumMod val="50000"/>
                  </a:srgbClr>
                </a:solidFill>
                <a:effectLst/>
                <a:uLnTx/>
                <a:uFillTx/>
                <a:latin typeface="等线" panose="02010600030101010101" pitchFamily="2" charset="-122"/>
                <a:ea typeface="等线" panose="02010600030101010101" pitchFamily="2" charset="-122"/>
              </a:rPr>
              <a:t>输入小标题</a:t>
            </a:r>
          </a:p>
        </p:txBody>
      </p:sp>
      <p:sp>
        <p:nvSpPr>
          <p:cNvPr id="26" name="文本框 25"/>
          <p:cNvSpPr txBox="1"/>
          <p:nvPr/>
        </p:nvSpPr>
        <p:spPr>
          <a:xfrm>
            <a:off x="8558229" y="3457580"/>
            <a:ext cx="146706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lumMod val="50000"/>
                  </a:srgbClr>
                </a:solidFill>
                <a:effectLst/>
                <a:uLnTx/>
                <a:uFillTx/>
                <a:latin typeface="等线" panose="02010600030101010101" pitchFamily="2" charset="-122"/>
                <a:ea typeface="等线" panose="02010600030101010101" pitchFamily="2" charset="-122"/>
              </a:rPr>
              <a:t>输入小标题</a:t>
            </a:r>
          </a:p>
        </p:txBody>
      </p:sp>
      <p:cxnSp>
        <p:nvCxnSpPr>
          <p:cNvPr id="27" name="直接连接符 26"/>
          <p:cNvCxnSpPr/>
          <p:nvPr/>
        </p:nvCxnSpPr>
        <p:spPr>
          <a:xfrm>
            <a:off x="6099657" y="2244437"/>
            <a:ext cx="0" cy="37719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933968" y="2427317"/>
            <a:ext cx="0" cy="22860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9288052" y="2427317"/>
            <a:ext cx="0" cy="22860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2924022" y="2427317"/>
            <a:ext cx="637165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矩形: 圆角 30"/>
          <p:cNvSpPr/>
          <p:nvPr/>
        </p:nvSpPr>
        <p:spPr>
          <a:xfrm rot="2653500">
            <a:off x="2689951" y="2825822"/>
            <a:ext cx="492112" cy="492112"/>
          </a:xfrm>
          <a:prstGeom prst="round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prstClr val="white"/>
              </a:solidFill>
              <a:latin typeface="Arial" panose="020B0604020202020204"/>
              <a:ea typeface="微软雅黑" panose="020B0503020204020204" pitchFamily="34" charset="-122"/>
            </a:endParaRPr>
          </a:p>
        </p:txBody>
      </p:sp>
      <p:sp>
        <p:nvSpPr>
          <p:cNvPr id="32" name="矩形: 圆角 31"/>
          <p:cNvSpPr/>
          <p:nvPr/>
        </p:nvSpPr>
        <p:spPr>
          <a:xfrm rot="2653500">
            <a:off x="5852590" y="2825822"/>
            <a:ext cx="492112" cy="492112"/>
          </a:xfrm>
          <a:prstGeom prst="round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prstClr val="white"/>
              </a:solidFill>
              <a:latin typeface="Arial" panose="020B0604020202020204"/>
              <a:ea typeface="微软雅黑" panose="020B0503020204020204" pitchFamily="34" charset="-122"/>
            </a:endParaRPr>
          </a:p>
        </p:txBody>
      </p:sp>
      <p:sp>
        <p:nvSpPr>
          <p:cNvPr id="33" name="矩形: 圆角 32"/>
          <p:cNvSpPr/>
          <p:nvPr/>
        </p:nvSpPr>
        <p:spPr>
          <a:xfrm rot="2653500">
            <a:off x="9045707" y="2825822"/>
            <a:ext cx="492112" cy="492112"/>
          </a:xfrm>
          <a:prstGeom prst="round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prstClr val="white"/>
              </a:solidFill>
              <a:latin typeface="Arial" panose="020B0604020202020204"/>
              <a:ea typeface="微软雅黑" panose="020B0503020204020204" pitchFamily="34" charset="-122"/>
            </a:endParaRPr>
          </a:p>
        </p:txBody>
      </p:sp>
      <p:sp>
        <p:nvSpPr>
          <p:cNvPr id="34" name="文本框 33"/>
          <p:cNvSpPr txBox="1"/>
          <p:nvPr/>
        </p:nvSpPr>
        <p:spPr>
          <a:xfrm>
            <a:off x="1391737"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grpSp>
        <p:nvGrpSpPr>
          <p:cNvPr id="35" name="组合 34"/>
          <p:cNvGrpSpPr/>
          <p:nvPr/>
        </p:nvGrpSpPr>
        <p:grpSpPr>
          <a:xfrm>
            <a:off x="2159768" y="3956992"/>
            <a:ext cx="1530676" cy="430095"/>
            <a:chOff x="4788535" y="3944669"/>
            <a:chExt cx="2797355" cy="430095"/>
          </a:xfrm>
        </p:grpSpPr>
        <p:cxnSp>
          <p:nvCxnSpPr>
            <p:cNvPr id="36" name="直接连接符 35"/>
            <p:cNvCxnSpPr/>
            <p:nvPr/>
          </p:nvCxnSpPr>
          <p:spPr>
            <a:xfrm>
              <a:off x="6182451" y="3944669"/>
              <a:ext cx="0" cy="2082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4790736" y="4152900"/>
              <a:ext cx="279515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788535"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7566718"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0" name="矩形: 圆角 39"/>
          <p:cNvSpPr/>
          <p:nvPr/>
        </p:nvSpPr>
        <p:spPr>
          <a:xfrm rot="2716128">
            <a:off x="2012491"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41" name="矩形: 圆角 40"/>
          <p:cNvSpPr/>
          <p:nvPr/>
        </p:nvSpPr>
        <p:spPr>
          <a:xfrm rot="2716128">
            <a:off x="3529840"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42" name="文本框 41"/>
          <p:cNvSpPr txBox="1"/>
          <p:nvPr/>
        </p:nvSpPr>
        <p:spPr>
          <a:xfrm>
            <a:off x="2988532"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43" name="文本框 42"/>
          <p:cNvSpPr txBox="1"/>
          <p:nvPr/>
        </p:nvSpPr>
        <p:spPr>
          <a:xfrm>
            <a:off x="4638587"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grpSp>
        <p:nvGrpSpPr>
          <p:cNvPr id="44" name="组合 43"/>
          <p:cNvGrpSpPr/>
          <p:nvPr/>
        </p:nvGrpSpPr>
        <p:grpSpPr>
          <a:xfrm>
            <a:off x="5341304" y="3956992"/>
            <a:ext cx="1530676" cy="430095"/>
            <a:chOff x="4788535" y="3944669"/>
            <a:chExt cx="2797355" cy="430095"/>
          </a:xfrm>
        </p:grpSpPr>
        <p:cxnSp>
          <p:nvCxnSpPr>
            <p:cNvPr id="45" name="直接连接符 44"/>
            <p:cNvCxnSpPr/>
            <p:nvPr/>
          </p:nvCxnSpPr>
          <p:spPr>
            <a:xfrm>
              <a:off x="6182451" y="3944669"/>
              <a:ext cx="0" cy="2082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4790736" y="4152900"/>
              <a:ext cx="279515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4788535"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7566718"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9" name="矩形: 圆角 48"/>
          <p:cNvSpPr/>
          <p:nvPr/>
        </p:nvSpPr>
        <p:spPr>
          <a:xfrm rot="2716128">
            <a:off x="5194027"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0" name="矩形: 圆角 49"/>
          <p:cNvSpPr/>
          <p:nvPr/>
        </p:nvSpPr>
        <p:spPr>
          <a:xfrm rot="2716128">
            <a:off x="6711376"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1" name="文本框 50"/>
          <p:cNvSpPr txBox="1"/>
          <p:nvPr/>
        </p:nvSpPr>
        <p:spPr>
          <a:xfrm>
            <a:off x="6170068"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52" name="文本框 51"/>
          <p:cNvSpPr txBox="1"/>
          <p:nvPr/>
        </p:nvSpPr>
        <p:spPr>
          <a:xfrm>
            <a:off x="7835615"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grpSp>
        <p:nvGrpSpPr>
          <p:cNvPr id="53" name="组合 52"/>
          <p:cNvGrpSpPr/>
          <p:nvPr/>
        </p:nvGrpSpPr>
        <p:grpSpPr>
          <a:xfrm>
            <a:off x="8538330" y="3956992"/>
            <a:ext cx="1530676" cy="430095"/>
            <a:chOff x="4788535" y="3944669"/>
            <a:chExt cx="2797355" cy="430095"/>
          </a:xfrm>
        </p:grpSpPr>
        <p:cxnSp>
          <p:nvCxnSpPr>
            <p:cNvPr id="54" name="直接连接符 53"/>
            <p:cNvCxnSpPr/>
            <p:nvPr/>
          </p:nvCxnSpPr>
          <p:spPr>
            <a:xfrm>
              <a:off x="6182451" y="3944669"/>
              <a:ext cx="0" cy="20823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4790736" y="4152900"/>
              <a:ext cx="279515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4788535"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566718" y="4143238"/>
              <a:ext cx="0" cy="23152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8" name="矩形: 圆角 57"/>
          <p:cNvSpPr/>
          <p:nvPr/>
        </p:nvSpPr>
        <p:spPr>
          <a:xfrm rot="2716128">
            <a:off x="8391053"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9" name="矩形: 圆角 58"/>
          <p:cNvSpPr/>
          <p:nvPr/>
        </p:nvSpPr>
        <p:spPr>
          <a:xfrm rot="2716128">
            <a:off x="9908402" y="4526644"/>
            <a:ext cx="279260" cy="279260"/>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0" name="文本框 59"/>
          <p:cNvSpPr txBox="1"/>
          <p:nvPr/>
        </p:nvSpPr>
        <p:spPr>
          <a:xfrm>
            <a:off x="9367094" y="4978117"/>
            <a:ext cx="1377108" cy="720350"/>
          </a:xfrm>
          <a:prstGeom prst="rect">
            <a:avLst/>
          </a:prstGeom>
          <a:noFill/>
        </p:spPr>
        <p:txBody>
          <a:bodyPr wrap="square" lIns="0" tIns="0" rIns="0" bIns="0" rtlCol="0">
            <a:no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请在这里输入您的正文内容</a:t>
            </a:r>
            <a:endParaRPr kumimoji="0" lang="en-US" altLang="zh-CN" sz="1600" b="0" i="0" u="none" strike="noStrike" kern="1200" cap="none" spc="10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61" name="man-shape_56745"/>
          <p:cNvSpPr>
            <a:spLocks noChangeAspect="1"/>
          </p:cNvSpPr>
          <p:nvPr/>
        </p:nvSpPr>
        <p:spPr bwMode="auto">
          <a:xfrm>
            <a:off x="2808774" y="2915920"/>
            <a:ext cx="250388" cy="276488"/>
          </a:xfrm>
          <a:custGeom>
            <a:avLst/>
            <a:gdLst>
              <a:gd name="T0" fmla="*/ 4679 w 5850"/>
              <a:gd name="T1" fmla="*/ 4350 h 6469"/>
              <a:gd name="T2" fmla="*/ 3615 w 5850"/>
              <a:gd name="T3" fmla="*/ 3289 h 6469"/>
              <a:gd name="T4" fmla="*/ 3638 w 5850"/>
              <a:gd name="T5" fmla="*/ 3151 h 6469"/>
              <a:gd name="T6" fmla="*/ 3969 w 5850"/>
              <a:gd name="T7" fmla="*/ 2500 h 6469"/>
              <a:gd name="T8" fmla="*/ 4273 w 5850"/>
              <a:gd name="T9" fmla="*/ 1950 h 6469"/>
              <a:gd name="T10" fmla="*/ 4154 w 5850"/>
              <a:gd name="T11" fmla="*/ 1678 h 6469"/>
              <a:gd name="T12" fmla="*/ 4238 w 5850"/>
              <a:gd name="T13" fmla="*/ 1107 h 6469"/>
              <a:gd name="T14" fmla="*/ 2940 w 5850"/>
              <a:gd name="T15" fmla="*/ 0 h 6469"/>
              <a:gd name="T16" fmla="*/ 2925 w 5850"/>
              <a:gd name="T17" fmla="*/ 0 h 6469"/>
              <a:gd name="T18" fmla="*/ 2911 w 5850"/>
              <a:gd name="T19" fmla="*/ 0 h 6469"/>
              <a:gd name="T20" fmla="*/ 1612 w 5850"/>
              <a:gd name="T21" fmla="*/ 1107 h 6469"/>
              <a:gd name="T22" fmla="*/ 1696 w 5850"/>
              <a:gd name="T23" fmla="*/ 1678 h 6469"/>
              <a:gd name="T24" fmla="*/ 1578 w 5850"/>
              <a:gd name="T25" fmla="*/ 1950 h 6469"/>
              <a:gd name="T26" fmla="*/ 1881 w 5850"/>
              <a:gd name="T27" fmla="*/ 2500 h 6469"/>
              <a:gd name="T28" fmla="*/ 2213 w 5850"/>
              <a:gd name="T29" fmla="*/ 3151 h 6469"/>
              <a:gd name="T30" fmla="*/ 2235 w 5850"/>
              <a:gd name="T31" fmla="*/ 3289 h 6469"/>
              <a:gd name="T32" fmla="*/ 1172 w 5850"/>
              <a:gd name="T33" fmla="*/ 4350 h 6469"/>
              <a:gd name="T34" fmla="*/ 0 w 5850"/>
              <a:gd name="T35" fmla="*/ 5141 h 6469"/>
              <a:gd name="T36" fmla="*/ 0 w 5850"/>
              <a:gd name="T37" fmla="*/ 6469 h 6469"/>
              <a:gd name="T38" fmla="*/ 2923 w 5850"/>
              <a:gd name="T39" fmla="*/ 6469 h 6469"/>
              <a:gd name="T40" fmla="*/ 2927 w 5850"/>
              <a:gd name="T41" fmla="*/ 6469 h 6469"/>
              <a:gd name="T42" fmla="*/ 5850 w 5850"/>
              <a:gd name="T43" fmla="*/ 6469 h 6469"/>
              <a:gd name="T44" fmla="*/ 5850 w 5850"/>
              <a:gd name="T45" fmla="*/ 5141 h 6469"/>
              <a:gd name="T46" fmla="*/ 4679 w 5850"/>
              <a:gd name="T47" fmla="*/ 4350 h 6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50" h="6469">
                <a:moveTo>
                  <a:pt x="4679" y="4350"/>
                </a:moveTo>
                <a:cubicBezTo>
                  <a:pt x="3873" y="4059"/>
                  <a:pt x="3615" y="3814"/>
                  <a:pt x="3615" y="3289"/>
                </a:cubicBezTo>
                <a:cubicBezTo>
                  <a:pt x="3615" y="3231"/>
                  <a:pt x="3624" y="3187"/>
                  <a:pt x="3638" y="3151"/>
                </a:cubicBezTo>
                <a:cubicBezTo>
                  <a:pt x="3701" y="2989"/>
                  <a:pt x="3881" y="2971"/>
                  <a:pt x="3969" y="2500"/>
                </a:cubicBezTo>
                <a:cubicBezTo>
                  <a:pt x="4014" y="2260"/>
                  <a:pt x="4231" y="2496"/>
                  <a:pt x="4273" y="1950"/>
                </a:cubicBezTo>
                <a:cubicBezTo>
                  <a:pt x="4273" y="1732"/>
                  <a:pt x="4154" y="1678"/>
                  <a:pt x="4154" y="1678"/>
                </a:cubicBezTo>
                <a:cubicBezTo>
                  <a:pt x="4154" y="1678"/>
                  <a:pt x="4215" y="1355"/>
                  <a:pt x="4238" y="1107"/>
                </a:cubicBezTo>
                <a:cubicBezTo>
                  <a:pt x="4268" y="798"/>
                  <a:pt x="4058" y="0"/>
                  <a:pt x="2940" y="0"/>
                </a:cubicBezTo>
                <a:cubicBezTo>
                  <a:pt x="2935" y="0"/>
                  <a:pt x="2930" y="0"/>
                  <a:pt x="2925" y="0"/>
                </a:cubicBezTo>
                <a:cubicBezTo>
                  <a:pt x="2921" y="0"/>
                  <a:pt x="2916" y="0"/>
                  <a:pt x="2911" y="0"/>
                </a:cubicBezTo>
                <a:cubicBezTo>
                  <a:pt x="1793" y="0"/>
                  <a:pt x="1583" y="798"/>
                  <a:pt x="1612" y="1107"/>
                </a:cubicBezTo>
                <a:cubicBezTo>
                  <a:pt x="1636" y="1355"/>
                  <a:pt x="1696" y="1678"/>
                  <a:pt x="1696" y="1678"/>
                </a:cubicBezTo>
                <a:cubicBezTo>
                  <a:pt x="1696" y="1678"/>
                  <a:pt x="1578" y="1732"/>
                  <a:pt x="1578" y="1950"/>
                </a:cubicBezTo>
                <a:cubicBezTo>
                  <a:pt x="1619" y="2496"/>
                  <a:pt x="1837" y="2260"/>
                  <a:pt x="1881" y="2500"/>
                </a:cubicBezTo>
                <a:cubicBezTo>
                  <a:pt x="1970" y="2971"/>
                  <a:pt x="2150" y="2989"/>
                  <a:pt x="2213" y="3151"/>
                </a:cubicBezTo>
                <a:cubicBezTo>
                  <a:pt x="2227" y="3187"/>
                  <a:pt x="2235" y="3231"/>
                  <a:pt x="2235" y="3289"/>
                </a:cubicBezTo>
                <a:cubicBezTo>
                  <a:pt x="2235" y="3814"/>
                  <a:pt x="1978" y="4059"/>
                  <a:pt x="1172" y="4350"/>
                </a:cubicBezTo>
                <a:cubicBezTo>
                  <a:pt x="364" y="4641"/>
                  <a:pt x="0" y="4938"/>
                  <a:pt x="0" y="5141"/>
                </a:cubicBezTo>
                <a:lnTo>
                  <a:pt x="0" y="6469"/>
                </a:lnTo>
                <a:lnTo>
                  <a:pt x="2923" y="6469"/>
                </a:lnTo>
                <a:lnTo>
                  <a:pt x="2927" y="6469"/>
                </a:lnTo>
                <a:lnTo>
                  <a:pt x="5850" y="6469"/>
                </a:lnTo>
                <a:lnTo>
                  <a:pt x="5850" y="5141"/>
                </a:lnTo>
                <a:cubicBezTo>
                  <a:pt x="5850" y="4938"/>
                  <a:pt x="5487" y="4641"/>
                  <a:pt x="4679" y="4350"/>
                </a:cubicBezTo>
                <a:close/>
              </a:path>
            </a:pathLst>
          </a:custGeom>
          <a:solidFill>
            <a:schemeClr val="bg1"/>
          </a:solidFill>
          <a:ln>
            <a:noFill/>
          </a:ln>
        </p:spPr>
        <p:txBody>
          <a:bodyPr/>
          <a:p/>
        </p:txBody>
      </p:sp>
      <p:sp>
        <p:nvSpPr>
          <p:cNvPr id="62" name="man-shape_56745"/>
          <p:cNvSpPr>
            <a:spLocks noChangeAspect="1"/>
          </p:cNvSpPr>
          <p:nvPr/>
        </p:nvSpPr>
        <p:spPr bwMode="auto">
          <a:xfrm>
            <a:off x="5970806" y="2915920"/>
            <a:ext cx="250388" cy="276488"/>
          </a:xfrm>
          <a:custGeom>
            <a:avLst/>
            <a:gdLst>
              <a:gd name="T0" fmla="*/ 4679 w 5850"/>
              <a:gd name="T1" fmla="*/ 4350 h 6469"/>
              <a:gd name="T2" fmla="*/ 3615 w 5850"/>
              <a:gd name="T3" fmla="*/ 3289 h 6469"/>
              <a:gd name="T4" fmla="*/ 3638 w 5850"/>
              <a:gd name="T5" fmla="*/ 3151 h 6469"/>
              <a:gd name="T6" fmla="*/ 3969 w 5850"/>
              <a:gd name="T7" fmla="*/ 2500 h 6469"/>
              <a:gd name="T8" fmla="*/ 4273 w 5850"/>
              <a:gd name="T9" fmla="*/ 1950 h 6469"/>
              <a:gd name="T10" fmla="*/ 4154 w 5850"/>
              <a:gd name="T11" fmla="*/ 1678 h 6469"/>
              <a:gd name="T12" fmla="*/ 4238 w 5850"/>
              <a:gd name="T13" fmla="*/ 1107 h 6469"/>
              <a:gd name="T14" fmla="*/ 2940 w 5850"/>
              <a:gd name="T15" fmla="*/ 0 h 6469"/>
              <a:gd name="T16" fmla="*/ 2925 w 5850"/>
              <a:gd name="T17" fmla="*/ 0 h 6469"/>
              <a:gd name="T18" fmla="*/ 2911 w 5850"/>
              <a:gd name="T19" fmla="*/ 0 h 6469"/>
              <a:gd name="T20" fmla="*/ 1612 w 5850"/>
              <a:gd name="T21" fmla="*/ 1107 h 6469"/>
              <a:gd name="T22" fmla="*/ 1696 w 5850"/>
              <a:gd name="T23" fmla="*/ 1678 h 6469"/>
              <a:gd name="T24" fmla="*/ 1578 w 5850"/>
              <a:gd name="T25" fmla="*/ 1950 h 6469"/>
              <a:gd name="T26" fmla="*/ 1881 w 5850"/>
              <a:gd name="T27" fmla="*/ 2500 h 6469"/>
              <a:gd name="T28" fmla="*/ 2213 w 5850"/>
              <a:gd name="T29" fmla="*/ 3151 h 6469"/>
              <a:gd name="T30" fmla="*/ 2235 w 5850"/>
              <a:gd name="T31" fmla="*/ 3289 h 6469"/>
              <a:gd name="T32" fmla="*/ 1172 w 5850"/>
              <a:gd name="T33" fmla="*/ 4350 h 6469"/>
              <a:gd name="T34" fmla="*/ 0 w 5850"/>
              <a:gd name="T35" fmla="*/ 5141 h 6469"/>
              <a:gd name="T36" fmla="*/ 0 w 5850"/>
              <a:gd name="T37" fmla="*/ 6469 h 6469"/>
              <a:gd name="T38" fmla="*/ 2923 w 5850"/>
              <a:gd name="T39" fmla="*/ 6469 h 6469"/>
              <a:gd name="T40" fmla="*/ 2927 w 5850"/>
              <a:gd name="T41" fmla="*/ 6469 h 6469"/>
              <a:gd name="T42" fmla="*/ 5850 w 5850"/>
              <a:gd name="T43" fmla="*/ 6469 h 6469"/>
              <a:gd name="T44" fmla="*/ 5850 w 5850"/>
              <a:gd name="T45" fmla="*/ 5141 h 6469"/>
              <a:gd name="T46" fmla="*/ 4679 w 5850"/>
              <a:gd name="T47" fmla="*/ 4350 h 6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50" h="6469">
                <a:moveTo>
                  <a:pt x="4679" y="4350"/>
                </a:moveTo>
                <a:cubicBezTo>
                  <a:pt x="3873" y="4059"/>
                  <a:pt x="3615" y="3814"/>
                  <a:pt x="3615" y="3289"/>
                </a:cubicBezTo>
                <a:cubicBezTo>
                  <a:pt x="3615" y="3231"/>
                  <a:pt x="3624" y="3187"/>
                  <a:pt x="3638" y="3151"/>
                </a:cubicBezTo>
                <a:cubicBezTo>
                  <a:pt x="3701" y="2989"/>
                  <a:pt x="3881" y="2971"/>
                  <a:pt x="3969" y="2500"/>
                </a:cubicBezTo>
                <a:cubicBezTo>
                  <a:pt x="4014" y="2260"/>
                  <a:pt x="4231" y="2496"/>
                  <a:pt x="4273" y="1950"/>
                </a:cubicBezTo>
                <a:cubicBezTo>
                  <a:pt x="4273" y="1732"/>
                  <a:pt x="4154" y="1678"/>
                  <a:pt x="4154" y="1678"/>
                </a:cubicBezTo>
                <a:cubicBezTo>
                  <a:pt x="4154" y="1678"/>
                  <a:pt x="4215" y="1355"/>
                  <a:pt x="4238" y="1107"/>
                </a:cubicBezTo>
                <a:cubicBezTo>
                  <a:pt x="4268" y="798"/>
                  <a:pt x="4058" y="0"/>
                  <a:pt x="2940" y="0"/>
                </a:cubicBezTo>
                <a:cubicBezTo>
                  <a:pt x="2935" y="0"/>
                  <a:pt x="2930" y="0"/>
                  <a:pt x="2925" y="0"/>
                </a:cubicBezTo>
                <a:cubicBezTo>
                  <a:pt x="2921" y="0"/>
                  <a:pt x="2916" y="0"/>
                  <a:pt x="2911" y="0"/>
                </a:cubicBezTo>
                <a:cubicBezTo>
                  <a:pt x="1793" y="0"/>
                  <a:pt x="1583" y="798"/>
                  <a:pt x="1612" y="1107"/>
                </a:cubicBezTo>
                <a:cubicBezTo>
                  <a:pt x="1636" y="1355"/>
                  <a:pt x="1696" y="1678"/>
                  <a:pt x="1696" y="1678"/>
                </a:cubicBezTo>
                <a:cubicBezTo>
                  <a:pt x="1696" y="1678"/>
                  <a:pt x="1578" y="1732"/>
                  <a:pt x="1578" y="1950"/>
                </a:cubicBezTo>
                <a:cubicBezTo>
                  <a:pt x="1619" y="2496"/>
                  <a:pt x="1837" y="2260"/>
                  <a:pt x="1881" y="2500"/>
                </a:cubicBezTo>
                <a:cubicBezTo>
                  <a:pt x="1970" y="2971"/>
                  <a:pt x="2150" y="2989"/>
                  <a:pt x="2213" y="3151"/>
                </a:cubicBezTo>
                <a:cubicBezTo>
                  <a:pt x="2227" y="3187"/>
                  <a:pt x="2235" y="3231"/>
                  <a:pt x="2235" y="3289"/>
                </a:cubicBezTo>
                <a:cubicBezTo>
                  <a:pt x="2235" y="3814"/>
                  <a:pt x="1978" y="4059"/>
                  <a:pt x="1172" y="4350"/>
                </a:cubicBezTo>
                <a:cubicBezTo>
                  <a:pt x="364" y="4641"/>
                  <a:pt x="0" y="4938"/>
                  <a:pt x="0" y="5141"/>
                </a:cubicBezTo>
                <a:lnTo>
                  <a:pt x="0" y="6469"/>
                </a:lnTo>
                <a:lnTo>
                  <a:pt x="2923" y="6469"/>
                </a:lnTo>
                <a:lnTo>
                  <a:pt x="2927" y="6469"/>
                </a:lnTo>
                <a:lnTo>
                  <a:pt x="5850" y="6469"/>
                </a:lnTo>
                <a:lnTo>
                  <a:pt x="5850" y="5141"/>
                </a:lnTo>
                <a:cubicBezTo>
                  <a:pt x="5850" y="4938"/>
                  <a:pt x="5487" y="4641"/>
                  <a:pt x="4679" y="4350"/>
                </a:cubicBezTo>
                <a:close/>
              </a:path>
            </a:pathLst>
          </a:custGeom>
          <a:solidFill>
            <a:schemeClr val="bg1"/>
          </a:solidFill>
          <a:ln>
            <a:noFill/>
          </a:ln>
        </p:spPr>
        <p:txBody>
          <a:bodyPr/>
          <a:p/>
        </p:txBody>
      </p:sp>
      <p:sp>
        <p:nvSpPr>
          <p:cNvPr id="63" name="man-shape_56745"/>
          <p:cNvSpPr>
            <a:spLocks noChangeAspect="1"/>
          </p:cNvSpPr>
          <p:nvPr/>
        </p:nvSpPr>
        <p:spPr bwMode="auto">
          <a:xfrm>
            <a:off x="9162858" y="2915920"/>
            <a:ext cx="250388" cy="276488"/>
          </a:xfrm>
          <a:custGeom>
            <a:avLst/>
            <a:gdLst>
              <a:gd name="T0" fmla="*/ 4679 w 5850"/>
              <a:gd name="T1" fmla="*/ 4350 h 6469"/>
              <a:gd name="T2" fmla="*/ 3615 w 5850"/>
              <a:gd name="T3" fmla="*/ 3289 h 6469"/>
              <a:gd name="T4" fmla="*/ 3638 w 5850"/>
              <a:gd name="T5" fmla="*/ 3151 h 6469"/>
              <a:gd name="T6" fmla="*/ 3969 w 5850"/>
              <a:gd name="T7" fmla="*/ 2500 h 6469"/>
              <a:gd name="T8" fmla="*/ 4273 w 5850"/>
              <a:gd name="T9" fmla="*/ 1950 h 6469"/>
              <a:gd name="T10" fmla="*/ 4154 w 5850"/>
              <a:gd name="T11" fmla="*/ 1678 h 6469"/>
              <a:gd name="T12" fmla="*/ 4238 w 5850"/>
              <a:gd name="T13" fmla="*/ 1107 h 6469"/>
              <a:gd name="T14" fmla="*/ 2940 w 5850"/>
              <a:gd name="T15" fmla="*/ 0 h 6469"/>
              <a:gd name="T16" fmla="*/ 2925 w 5850"/>
              <a:gd name="T17" fmla="*/ 0 h 6469"/>
              <a:gd name="T18" fmla="*/ 2911 w 5850"/>
              <a:gd name="T19" fmla="*/ 0 h 6469"/>
              <a:gd name="T20" fmla="*/ 1612 w 5850"/>
              <a:gd name="T21" fmla="*/ 1107 h 6469"/>
              <a:gd name="T22" fmla="*/ 1696 w 5850"/>
              <a:gd name="T23" fmla="*/ 1678 h 6469"/>
              <a:gd name="T24" fmla="*/ 1578 w 5850"/>
              <a:gd name="T25" fmla="*/ 1950 h 6469"/>
              <a:gd name="T26" fmla="*/ 1881 w 5850"/>
              <a:gd name="T27" fmla="*/ 2500 h 6469"/>
              <a:gd name="T28" fmla="*/ 2213 w 5850"/>
              <a:gd name="T29" fmla="*/ 3151 h 6469"/>
              <a:gd name="T30" fmla="*/ 2235 w 5850"/>
              <a:gd name="T31" fmla="*/ 3289 h 6469"/>
              <a:gd name="T32" fmla="*/ 1172 w 5850"/>
              <a:gd name="T33" fmla="*/ 4350 h 6469"/>
              <a:gd name="T34" fmla="*/ 0 w 5850"/>
              <a:gd name="T35" fmla="*/ 5141 h 6469"/>
              <a:gd name="T36" fmla="*/ 0 w 5850"/>
              <a:gd name="T37" fmla="*/ 6469 h 6469"/>
              <a:gd name="T38" fmla="*/ 2923 w 5850"/>
              <a:gd name="T39" fmla="*/ 6469 h 6469"/>
              <a:gd name="T40" fmla="*/ 2927 w 5850"/>
              <a:gd name="T41" fmla="*/ 6469 h 6469"/>
              <a:gd name="T42" fmla="*/ 5850 w 5850"/>
              <a:gd name="T43" fmla="*/ 6469 h 6469"/>
              <a:gd name="T44" fmla="*/ 5850 w 5850"/>
              <a:gd name="T45" fmla="*/ 5141 h 6469"/>
              <a:gd name="T46" fmla="*/ 4679 w 5850"/>
              <a:gd name="T47" fmla="*/ 4350 h 6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50" h="6469">
                <a:moveTo>
                  <a:pt x="4679" y="4350"/>
                </a:moveTo>
                <a:cubicBezTo>
                  <a:pt x="3873" y="4059"/>
                  <a:pt x="3615" y="3814"/>
                  <a:pt x="3615" y="3289"/>
                </a:cubicBezTo>
                <a:cubicBezTo>
                  <a:pt x="3615" y="3231"/>
                  <a:pt x="3624" y="3187"/>
                  <a:pt x="3638" y="3151"/>
                </a:cubicBezTo>
                <a:cubicBezTo>
                  <a:pt x="3701" y="2989"/>
                  <a:pt x="3881" y="2971"/>
                  <a:pt x="3969" y="2500"/>
                </a:cubicBezTo>
                <a:cubicBezTo>
                  <a:pt x="4014" y="2260"/>
                  <a:pt x="4231" y="2496"/>
                  <a:pt x="4273" y="1950"/>
                </a:cubicBezTo>
                <a:cubicBezTo>
                  <a:pt x="4273" y="1732"/>
                  <a:pt x="4154" y="1678"/>
                  <a:pt x="4154" y="1678"/>
                </a:cubicBezTo>
                <a:cubicBezTo>
                  <a:pt x="4154" y="1678"/>
                  <a:pt x="4215" y="1355"/>
                  <a:pt x="4238" y="1107"/>
                </a:cubicBezTo>
                <a:cubicBezTo>
                  <a:pt x="4268" y="798"/>
                  <a:pt x="4058" y="0"/>
                  <a:pt x="2940" y="0"/>
                </a:cubicBezTo>
                <a:cubicBezTo>
                  <a:pt x="2935" y="0"/>
                  <a:pt x="2930" y="0"/>
                  <a:pt x="2925" y="0"/>
                </a:cubicBezTo>
                <a:cubicBezTo>
                  <a:pt x="2921" y="0"/>
                  <a:pt x="2916" y="0"/>
                  <a:pt x="2911" y="0"/>
                </a:cubicBezTo>
                <a:cubicBezTo>
                  <a:pt x="1793" y="0"/>
                  <a:pt x="1583" y="798"/>
                  <a:pt x="1612" y="1107"/>
                </a:cubicBezTo>
                <a:cubicBezTo>
                  <a:pt x="1636" y="1355"/>
                  <a:pt x="1696" y="1678"/>
                  <a:pt x="1696" y="1678"/>
                </a:cubicBezTo>
                <a:cubicBezTo>
                  <a:pt x="1696" y="1678"/>
                  <a:pt x="1578" y="1732"/>
                  <a:pt x="1578" y="1950"/>
                </a:cubicBezTo>
                <a:cubicBezTo>
                  <a:pt x="1619" y="2496"/>
                  <a:pt x="1837" y="2260"/>
                  <a:pt x="1881" y="2500"/>
                </a:cubicBezTo>
                <a:cubicBezTo>
                  <a:pt x="1970" y="2971"/>
                  <a:pt x="2150" y="2989"/>
                  <a:pt x="2213" y="3151"/>
                </a:cubicBezTo>
                <a:cubicBezTo>
                  <a:pt x="2227" y="3187"/>
                  <a:pt x="2235" y="3231"/>
                  <a:pt x="2235" y="3289"/>
                </a:cubicBezTo>
                <a:cubicBezTo>
                  <a:pt x="2235" y="3814"/>
                  <a:pt x="1978" y="4059"/>
                  <a:pt x="1172" y="4350"/>
                </a:cubicBezTo>
                <a:cubicBezTo>
                  <a:pt x="364" y="4641"/>
                  <a:pt x="0" y="4938"/>
                  <a:pt x="0" y="5141"/>
                </a:cubicBezTo>
                <a:lnTo>
                  <a:pt x="0" y="6469"/>
                </a:lnTo>
                <a:lnTo>
                  <a:pt x="2923" y="6469"/>
                </a:lnTo>
                <a:lnTo>
                  <a:pt x="2927" y="6469"/>
                </a:lnTo>
                <a:lnTo>
                  <a:pt x="5850" y="6469"/>
                </a:lnTo>
                <a:lnTo>
                  <a:pt x="5850" y="5141"/>
                </a:lnTo>
                <a:cubicBezTo>
                  <a:pt x="5850" y="4938"/>
                  <a:pt x="5487" y="4641"/>
                  <a:pt x="4679" y="4350"/>
                </a:cubicBezTo>
                <a:close/>
              </a:path>
            </a:pathLst>
          </a:custGeom>
          <a:solidFill>
            <a:schemeClr val="bg1"/>
          </a:solidFill>
          <a:ln>
            <a:noFill/>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矩形: 圆角 37"/>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文本框 33"/>
          <p:cNvSpPr txBox="1"/>
          <p:nvPr/>
        </p:nvSpPr>
        <p:spPr>
          <a:xfrm>
            <a:off x="797412" y="760357"/>
            <a:ext cx="95571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二</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5" name="文本框 34"/>
          <p:cNvSpPr txBox="1"/>
          <p:nvPr/>
        </p:nvSpPr>
        <p:spPr>
          <a:xfrm>
            <a:off x="1929635" y="760357"/>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研究内容</a:t>
            </a:r>
          </a:p>
        </p:txBody>
      </p:sp>
      <p:sp>
        <p:nvSpPr>
          <p:cNvPr id="36" name="文本框 35"/>
          <p:cNvSpPr txBox="1"/>
          <p:nvPr/>
        </p:nvSpPr>
        <p:spPr>
          <a:xfrm>
            <a:off x="3318339" y="791135"/>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CONTENTS</a:t>
            </a:r>
          </a:p>
        </p:txBody>
      </p:sp>
      <p:cxnSp>
        <p:nvCxnSpPr>
          <p:cNvPr id="37" name="直接连接符 36"/>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平行四边形 1"/>
          <p:cNvSpPr/>
          <p:nvPr/>
        </p:nvSpPr>
        <p:spPr>
          <a:xfrm>
            <a:off x="1099700" y="3209551"/>
            <a:ext cx="2730128" cy="245096"/>
          </a:xfrm>
          <a:prstGeom prst="parallelogram">
            <a:avLst/>
          </a:prstGeom>
          <a:solidFill>
            <a:srgbClr val="AE0D1D"/>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3" name="平行四边形 2"/>
          <p:cNvSpPr/>
          <p:nvPr/>
        </p:nvSpPr>
        <p:spPr>
          <a:xfrm>
            <a:off x="3853041" y="3209551"/>
            <a:ext cx="2437281" cy="245096"/>
          </a:xfrm>
          <a:prstGeom prst="parallelogram">
            <a:avLst/>
          </a:prstGeom>
          <a:solidFill>
            <a:schemeClr val="bg1">
              <a:lumMod val="85000"/>
            </a:schemeClr>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4" name="平行四边形 3"/>
          <p:cNvSpPr/>
          <p:nvPr/>
        </p:nvSpPr>
        <p:spPr>
          <a:xfrm>
            <a:off x="6313535" y="3209551"/>
            <a:ext cx="2437281" cy="245096"/>
          </a:xfrm>
          <a:prstGeom prst="parallelogram">
            <a:avLst/>
          </a:prstGeom>
          <a:solidFill>
            <a:srgbClr val="AE0D1D"/>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5" name="平行四边形 4"/>
          <p:cNvSpPr/>
          <p:nvPr/>
        </p:nvSpPr>
        <p:spPr>
          <a:xfrm>
            <a:off x="8805385" y="3209551"/>
            <a:ext cx="2286916" cy="245096"/>
          </a:xfrm>
          <a:prstGeom prst="parallelogram">
            <a:avLst/>
          </a:prstGeom>
          <a:solidFill>
            <a:schemeClr val="bg1">
              <a:lumMod val="85000"/>
            </a:schemeClr>
          </a:solid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defTabSz="457200" eaLnBrk="1" fontAlgn="auto" latinLnBrk="0" hangingPunct="1">
              <a:lnSpc>
                <a:spcPct val="13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6" name="文本框 5"/>
          <p:cNvSpPr txBox="1"/>
          <p:nvPr/>
        </p:nvSpPr>
        <p:spPr>
          <a:xfrm>
            <a:off x="1528900" y="2747886"/>
            <a:ext cx="1871728"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ONE</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7" name="文本框 6"/>
          <p:cNvSpPr txBox="1"/>
          <p:nvPr/>
        </p:nvSpPr>
        <p:spPr>
          <a:xfrm>
            <a:off x="4135817" y="2747886"/>
            <a:ext cx="1871728"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TWO</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8" name="文本框 7"/>
          <p:cNvSpPr txBox="1"/>
          <p:nvPr/>
        </p:nvSpPr>
        <p:spPr>
          <a:xfrm>
            <a:off x="6551516" y="2747886"/>
            <a:ext cx="2167081"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THREE</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9" name="文本框 8"/>
          <p:cNvSpPr txBox="1"/>
          <p:nvPr/>
        </p:nvSpPr>
        <p:spPr>
          <a:xfrm>
            <a:off x="8865303" y="2747886"/>
            <a:ext cx="2167080" cy="400110"/>
          </a:xfrm>
          <a:prstGeom prst="rect">
            <a:avLst/>
          </a:prstGeom>
          <a:noFill/>
        </p:spPr>
        <p:txBody>
          <a:bodyPr wrap="square" rtlCol="0">
            <a:spAutoFit/>
          </a:bodyPr>
          <a:lstStyle/>
          <a:p>
            <a:pPr algn="ctr" defTabSz="457200">
              <a:defRPr/>
            </a:pPr>
            <a:r>
              <a:rPr lang="en-US" altLang="zh-CN" sz="2000" b="1" dirty="0">
                <a:solidFill>
                  <a:prstClr val="black">
                    <a:lumMod val="50000"/>
                    <a:lumOff val="50000"/>
                    <a:alpha val="25000"/>
                  </a:prstClr>
                </a:solidFill>
                <a:latin typeface="等线" panose="02010600030101010101" pitchFamily="2" charset="-122"/>
                <a:ea typeface="等线" panose="02010600030101010101" pitchFamily="2" charset="-122"/>
              </a:rPr>
              <a:t>STEP FOUR</a:t>
            </a:r>
            <a:endParaRPr lang="zh-CN" altLang="en-US" sz="2000" b="1" dirty="0">
              <a:solidFill>
                <a:prstClr val="black">
                  <a:lumMod val="50000"/>
                  <a:lumOff val="50000"/>
                  <a:alpha val="25000"/>
                </a:prstClr>
              </a:solidFill>
              <a:latin typeface="等线" panose="02010600030101010101" pitchFamily="2" charset="-122"/>
              <a:ea typeface="等线" panose="02010600030101010101" pitchFamily="2" charset="-122"/>
            </a:endParaRPr>
          </a:p>
        </p:txBody>
      </p:sp>
      <p:sp>
        <p:nvSpPr>
          <p:cNvPr id="10" name="文本框 9"/>
          <p:cNvSpPr txBox="1"/>
          <p:nvPr/>
        </p:nvSpPr>
        <p:spPr>
          <a:xfrm>
            <a:off x="1209087"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1" name="矩形 10"/>
          <p:cNvSpPr/>
          <p:nvPr/>
        </p:nvSpPr>
        <p:spPr>
          <a:xfrm>
            <a:off x="1209087"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sp>
        <p:nvSpPr>
          <p:cNvPr id="12" name="文本框 11"/>
          <p:cNvSpPr txBox="1"/>
          <p:nvPr/>
        </p:nvSpPr>
        <p:spPr>
          <a:xfrm>
            <a:off x="3793646"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3" name="矩形 12"/>
          <p:cNvSpPr/>
          <p:nvPr/>
        </p:nvSpPr>
        <p:spPr>
          <a:xfrm>
            <a:off x="3793646"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sp>
        <p:nvSpPr>
          <p:cNvPr id="14" name="文本框 13"/>
          <p:cNvSpPr txBox="1"/>
          <p:nvPr/>
        </p:nvSpPr>
        <p:spPr>
          <a:xfrm>
            <a:off x="6313535"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5" name="矩形 14"/>
          <p:cNvSpPr/>
          <p:nvPr/>
        </p:nvSpPr>
        <p:spPr>
          <a:xfrm>
            <a:off x="6313535"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sp>
        <p:nvSpPr>
          <p:cNvPr id="16" name="文本框 15"/>
          <p:cNvSpPr txBox="1"/>
          <p:nvPr/>
        </p:nvSpPr>
        <p:spPr>
          <a:xfrm>
            <a:off x="8956578" y="3889695"/>
            <a:ext cx="1765604" cy="400110"/>
          </a:xfrm>
          <a:prstGeom prst="rect">
            <a:avLst/>
          </a:prstGeom>
          <a:noFill/>
        </p:spPr>
        <p:txBody>
          <a:bodyPr wrap="square" rtlCol="0">
            <a:spAutoFit/>
          </a:bodyPr>
          <a:lstStyle/>
          <a:p>
            <a:pPr defTabSz="457200">
              <a:defRPr/>
            </a:pPr>
            <a:r>
              <a:rPr lang="zh-CN" altLang="en-US" sz="2000" b="1" dirty="0">
                <a:solidFill>
                  <a:prstClr val="black"/>
                </a:solidFill>
                <a:latin typeface="等线" panose="02010600030101010101" pitchFamily="2" charset="-122"/>
                <a:ea typeface="等线" panose="02010600030101010101" pitchFamily="2" charset="-122"/>
              </a:rPr>
              <a:t>阶段名称</a:t>
            </a:r>
          </a:p>
        </p:txBody>
      </p:sp>
      <p:sp>
        <p:nvSpPr>
          <p:cNvPr id="17" name="矩形 16"/>
          <p:cNvSpPr/>
          <p:nvPr/>
        </p:nvSpPr>
        <p:spPr>
          <a:xfrm>
            <a:off x="8956578" y="4289805"/>
            <a:ext cx="2109457" cy="1346331"/>
          </a:xfrm>
          <a:prstGeom prst="rect">
            <a:avLst/>
          </a:prstGeom>
        </p:spPr>
        <p:txBody>
          <a:bodyPr wrap="square">
            <a:spAutoFit/>
          </a:bodyPr>
          <a:lstStyle/>
          <a:p>
            <a:pPr defTabSz="457200">
              <a:lnSpc>
                <a:spcPct val="130000"/>
              </a:lnSpc>
              <a:defRPr/>
            </a:pPr>
            <a:r>
              <a:rPr lang="zh-CN" altLang="en-US" sz="1600" dirty="0">
                <a:solidFill>
                  <a:prstClr val="black"/>
                </a:solidFill>
                <a:latin typeface="等线" panose="02010600030101010101" pitchFamily="2" charset="-122"/>
                <a:ea typeface="等线" panose="02010600030101010101" pitchFamily="2" charset="-122"/>
              </a:rPr>
              <a:t>将该阶段所做的具体事情，在此位置进行展示，根据内容可适当简写</a:t>
            </a:r>
          </a:p>
        </p:txBody>
      </p:sp>
      <p:cxnSp>
        <p:nvCxnSpPr>
          <p:cNvPr id="18" name="直接箭头连接符 17"/>
          <p:cNvCxnSpPr/>
          <p:nvPr/>
        </p:nvCxnSpPr>
        <p:spPr>
          <a:xfrm>
            <a:off x="1290309" y="3589956"/>
            <a:ext cx="9588500" cy="0"/>
          </a:xfrm>
          <a:prstGeom prst="straightConnector1">
            <a:avLst/>
          </a:prstGeom>
          <a:noFill/>
          <a:ln w="6350" cap="flat" cmpd="sng" algn="ctr">
            <a:solidFill>
              <a:srgbClr val="AE0D1D"/>
            </a:solidFill>
            <a:prstDash val="solid"/>
            <a:miter lim="800000"/>
            <a:tailEnd type="triangle" w="med" len="lg"/>
          </a:ln>
          <a:effectLst/>
        </p:spPr>
      </p:cxnSp>
      <p:sp>
        <p:nvSpPr>
          <p:cNvPr id="19" name="Freeform 5"/>
          <p:cNvSpPr>
            <a:spLocks noEditPoints="1"/>
          </p:cNvSpPr>
          <p:nvPr/>
        </p:nvSpPr>
        <p:spPr bwMode="auto">
          <a:xfrm>
            <a:off x="4805121" y="1955029"/>
            <a:ext cx="533120" cy="577107"/>
          </a:xfrm>
          <a:custGeom>
            <a:avLst/>
            <a:gdLst>
              <a:gd name="T0" fmla="*/ 2162 w 2553"/>
              <a:gd name="T1" fmla="*/ 1067 h 2764"/>
              <a:gd name="T2" fmla="*/ 2139 w 2553"/>
              <a:gd name="T3" fmla="*/ 345 h 2764"/>
              <a:gd name="T4" fmla="*/ 1664 w 2553"/>
              <a:gd name="T5" fmla="*/ 880 h 2764"/>
              <a:gd name="T6" fmla="*/ 1245 w 2553"/>
              <a:gd name="T7" fmla="*/ 1063 h 2764"/>
              <a:gd name="T8" fmla="*/ 743 w 2553"/>
              <a:gd name="T9" fmla="*/ 969 h 2764"/>
              <a:gd name="T10" fmla="*/ 1043 w 2553"/>
              <a:gd name="T11" fmla="*/ 483 h 2764"/>
              <a:gd name="T12" fmla="*/ 1529 w 2553"/>
              <a:gd name="T13" fmla="*/ 285 h 2764"/>
              <a:gd name="T14" fmla="*/ 977 w 2553"/>
              <a:gd name="T15" fmla="*/ 376 h 2764"/>
              <a:gd name="T16" fmla="*/ 387 w 2553"/>
              <a:gd name="T17" fmla="*/ 428 h 2764"/>
              <a:gd name="T18" fmla="*/ 656 w 2553"/>
              <a:gd name="T19" fmla="*/ 1092 h 2764"/>
              <a:gd name="T20" fmla="*/ 964 w 2553"/>
              <a:gd name="T21" fmla="*/ 1247 h 2764"/>
              <a:gd name="T22" fmla="*/ 1239 w 2553"/>
              <a:gd name="T23" fmla="*/ 1640 h 2764"/>
              <a:gd name="T24" fmla="*/ 1328 w 2553"/>
              <a:gd name="T25" fmla="*/ 1979 h 2764"/>
              <a:gd name="T26" fmla="*/ 773 w 2553"/>
              <a:gd name="T27" fmla="*/ 2111 h 2764"/>
              <a:gd name="T28" fmla="*/ 288 w 2553"/>
              <a:gd name="T29" fmla="*/ 1907 h 2764"/>
              <a:gd name="T30" fmla="*/ 744 w 2553"/>
              <a:gd name="T31" fmla="*/ 2233 h 2764"/>
              <a:gd name="T32" fmla="*/ 1198 w 2553"/>
              <a:gd name="T33" fmla="*/ 2613 h 2764"/>
              <a:gd name="T34" fmla="*/ 1477 w 2553"/>
              <a:gd name="T35" fmla="*/ 1953 h 2764"/>
              <a:gd name="T36" fmla="*/ 1365 w 2553"/>
              <a:gd name="T37" fmla="*/ 1612 h 2764"/>
              <a:gd name="T38" fmla="*/ 1529 w 2553"/>
              <a:gd name="T39" fmla="*/ 1347 h 2764"/>
              <a:gd name="T40" fmla="*/ 1886 w 2553"/>
              <a:gd name="T41" fmla="*/ 1077 h 2764"/>
              <a:gd name="T42" fmla="*/ 2111 w 2553"/>
              <a:gd name="T43" fmla="*/ 1440 h 2764"/>
              <a:gd name="T44" fmla="*/ 2503 w 2553"/>
              <a:gd name="T45" fmla="*/ 1788 h 2764"/>
              <a:gd name="T46" fmla="*/ 1404 w 2553"/>
              <a:gd name="T47" fmla="*/ 285 h 2764"/>
              <a:gd name="T48" fmla="*/ 1130 w 2553"/>
              <a:gd name="T49" fmla="*/ 394 h 2764"/>
              <a:gd name="T50" fmla="*/ 1087 w 2553"/>
              <a:gd name="T51" fmla="*/ 285 h 2764"/>
              <a:gd name="T52" fmla="*/ 569 w 2553"/>
              <a:gd name="T53" fmla="*/ 1003 h 2764"/>
              <a:gd name="T54" fmla="*/ 387 w 2553"/>
              <a:gd name="T55" fmla="*/ 554 h 2764"/>
              <a:gd name="T56" fmla="*/ 572 w 2553"/>
              <a:gd name="T57" fmla="*/ 1000 h 2764"/>
              <a:gd name="T58" fmla="*/ 601 w 2553"/>
              <a:gd name="T59" fmla="*/ 2220 h 2764"/>
              <a:gd name="T60" fmla="*/ 601 w 2553"/>
              <a:gd name="T61" fmla="*/ 1997 h 2764"/>
              <a:gd name="T62" fmla="*/ 644 w 2553"/>
              <a:gd name="T63" fmla="*/ 2143 h 2764"/>
              <a:gd name="T64" fmla="*/ 1104 w 2553"/>
              <a:gd name="T65" fmla="*/ 1276 h 2764"/>
              <a:gd name="T66" fmla="*/ 1372 w 2553"/>
              <a:gd name="T67" fmla="*/ 1280 h 2764"/>
              <a:gd name="T68" fmla="*/ 1259 w 2553"/>
              <a:gd name="T69" fmla="*/ 1505 h 2764"/>
              <a:gd name="T70" fmla="*/ 1476 w 2553"/>
              <a:gd name="T71" fmla="*/ 2078 h 2764"/>
              <a:gd name="T72" fmla="*/ 1287 w 2553"/>
              <a:gd name="T73" fmla="*/ 2525 h 2764"/>
              <a:gd name="T74" fmla="*/ 1471 w 2553"/>
              <a:gd name="T75" fmla="*/ 2078 h 2764"/>
              <a:gd name="T76" fmla="*/ 1775 w 2553"/>
              <a:gd name="T77" fmla="*/ 822 h 2764"/>
              <a:gd name="T78" fmla="*/ 2259 w 2553"/>
              <a:gd name="T79" fmla="*/ 796 h 2764"/>
              <a:gd name="T80" fmla="*/ 2385 w 2553"/>
              <a:gd name="T81" fmla="*/ 1747 h 2764"/>
              <a:gd name="T82" fmla="*/ 2165 w 2553"/>
              <a:gd name="T83" fmla="*/ 1553 h 2764"/>
              <a:gd name="T84" fmla="*/ 2201 w 2553"/>
              <a:gd name="T85" fmla="*/ 1541 h 2764"/>
              <a:gd name="T86" fmla="*/ 2385 w 2553"/>
              <a:gd name="T87" fmla="*/ 1747 h 2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53" h="2764">
                <a:moveTo>
                  <a:pt x="2326" y="1427"/>
                </a:moveTo>
                <a:cubicBezTo>
                  <a:pt x="2296" y="1416"/>
                  <a:pt x="2265" y="1411"/>
                  <a:pt x="2235" y="1411"/>
                </a:cubicBezTo>
                <a:cubicBezTo>
                  <a:pt x="2162" y="1067"/>
                  <a:pt x="2162" y="1067"/>
                  <a:pt x="2162" y="1067"/>
                </a:cubicBezTo>
                <a:cubicBezTo>
                  <a:pt x="2168" y="1064"/>
                  <a:pt x="2175" y="1061"/>
                  <a:pt x="2181" y="1058"/>
                </a:cubicBezTo>
                <a:cubicBezTo>
                  <a:pt x="2270" y="1015"/>
                  <a:pt x="2343" y="938"/>
                  <a:pt x="2378" y="836"/>
                </a:cubicBezTo>
                <a:cubicBezTo>
                  <a:pt x="2447" y="636"/>
                  <a:pt x="2339" y="414"/>
                  <a:pt x="2139" y="345"/>
                </a:cubicBezTo>
                <a:cubicBezTo>
                  <a:pt x="1937" y="275"/>
                  <a:pt x="1715" y="383"/>
                  <a:pt x="1645" y="584"/>
                </a:cubicBezTo>
                <a:cubicBezTo>
                  <a:pt x="1611" y="683"/>
                  <a:pt x="1620" y="787"/>
                  <a:pt x="1662" y="875"/>
                </a:cubicBezTo>
                <a:cubicBezTo>
                  <a:pt x="1664" y="880"/>
                  <a:pt x="1664" y="880"/>
                  <a:pt x="1664" y="880"/>
                </a:cubicBezTo>
                <a:cubicBezTo>
                  <a:pt x="1666" y="886"/>
                  <a:pt x="1671" y="893"/>
                  <a:pt x="1673" y="899"/>
                </a:cubicBezTo>
                <a:cubicBezTo>
                  <a:pt x="1413" y="1118"/>
                  <a:pt x="1413" y="1118"/>
                  <a:pt x="1413" y="1118"/>
                </a:cubicBezTo>
                <a:cubicBezTo>
                  <a:pt x="1366" y="1084"/>
                  <a:pt x="1308" y="1063"/>
                  <a:pt x="1245" y="1063"/>
                </a:cubicBezTo>
                <a:cubicBezTo>
                  <a:pt x="1232" y="1063"/>
                  <a:pt x="1219" y="1064"/>
                  <a:pt x="1206" y="1066"/>
                </a:cubicBezTo>
                <a:cubicBezTo>
                  <a:pt x="1142" y="1072"/>
                  <a:pt x="1081" y="1099"/>
                  <a:pt x="1034" y="1143"/>
                </a:cubicBezTo>
                <a:cubicBezTo>
                  <a:pt x="743" y="969"/>
                  <a:pt x="743" y="969"/>
                  <a:pt x="743" y="969"/>
                </a:cubicBezTo>
                <a:cubicBezTo>
                  <a:pt x="763" y="921"/>
                  <a:pt x="774" y="869"/>
                  <a:pt x="774" y="815"/>
                </a:cubicBezTo>
                <a:cubicBezTo>
                  <a:pt x="774" y="761"/>
                  <a:pt x="763" y="709"/>
                  <a:pt x="743" y="662"/>
                </a:cubicBezTo>
                <a:cubicBezTo>
                  <a:pt x="1043" y="483"/>
                  <a:pt x="1043" y="483"/>
                  <a:pt x="1043" y="483"/>
                </a:cubicBezTo>
                <a:cubicBezTo>
                  <a:pt x="1044" y="484"/>
                  <a:pt x="1044" y="484"/>
                  <a:pt x="1044" y="484"/>
                </a:cubicBezTo>
                <a:cubicBezTo>
                  <a:pt x="1096" y="536"/>
                  <a:pt x="1167" y="568"/>
                  <a:pt x="1245" y="568"/>
                </a:cubicBezTo>
                <a:cubicBezTo>
                  <a:pt x="1401" y="568"/>
                  <a:pt x="1529" y="440"/>
                  <a:pt x="1529" y="285"/>
                </a:cubicBezTo>
                <a:cubicBezTo>
                  <a:pt x="1529" y="127"/>
                  <a:pt x="1401" y="0"/>
                  <a:pt x="1245" y="0"/>
                </a:cubicBezTo>
                <a:cubicBezTo>
                  <a:pt x="1090" y="0"/>
                  <a:pt x="962" y="127"/>
                  <a:pt x="962" y="285"/>
                </a:cubicBezTo>
                <a:cubicBezTo>
                  <a:pt x="962" y="317"/>
                  <a:pt x="967" y="348"/>
                  <a:pt x="977" y="376"/>
                </a:cubicBezTo>
                <a:cubicBezTo>
                  <a:pt x="675" y="557"/>
                  <a:pt x="675" y="557"/>
                  <a:pt x="675" y="557"/>
                </a:cubicBezTo>
                <a:cubicBezTo>
                  <a:pt x="670" y="553"/>
                  <a:pt x="665" y="547"/>
                  <a:pt x="660" y="542"/>
                </a:cubicBezTo>
                <a:cubicBezTo>
                  <a:pt x="591" y="472"/>
                  <a:pt x="493" y="428"/>
                  <a:pt x="387" y="428"/>
                </a:cubicBezTo>
                <a:cubicBezTo>
                  <a:pt x="174" y="428"/>
                  <a:pt x="0" y="602"/>
                  <a:pt x="0" y="815"/>
                </a:cubicBezTo>
                <a:cubicBezTo>
                  <a:pt x="0" y="1028"/>
                  <a:pt x="174" y="1203"/>
                  <a:pt x="387" y="1203"/>
                </a:cubicBezTo>
                <a:cubicBezTo>
                  <a:pt x="492" y="1203"/>
                  <a:pt x="587" y="1161"/>
                  <a:pt x="656" y="1092"/>
                </a:cubicBezTo>
                <a:cubicBezTo>
                  <a:pt x="660" y="1089"/>
                  <a:pt x="660" y="1089"/>
                  <a:pt x="660" y="1089"/>
                </a:cubicBezTo>
                <a:cubicBezTo>
                  <a:pt x="665" y="1085"/>
                  <a:pt x="670" y="1079"/>
                  <a:pt x="675" y="1074"/>
                </a:cubicBezTo>
                <a:cubicBezTo>
                  <a:pt x="964" y="1247"/>
                  <a:pt x="964" y="1247"/>
                  <a:pt x="964" y="1247"/>
                </a:cubicBezTo>
                <a:cubicBezTo>
                  <a:pt x="963" y="1250"/>
                  <a:pt x="962" y="1253"/>
                  <a:pt x="961" y="1256"/>
                </a:cubicBezTo>
                <a:cubicBezTo>
                  <a:pt x="917" y="1384"/>
                  <a:pt x="970" y="1524"/>
                  <a:pt x="1082" y="1592"/>
                </a:cubicBezTo>
                <a:cubicBezTo>
                  <a:pt x="1129" y="1624"/>
                  <a:pt x="1184" y="1640"/>
                  <a:pt x="1239" y="1640"/>
                </a:cubicBezTo>
                <a:cubicBezTo>
                  <a:pt x="1240" y="1641"/>
                  <a:pt x="1240" y="1641"/>
                  <a:pt x="1240" y="1641"/>
                </a:cubicBezTo>
                <a:cubicBezTo>
                  <a:pt x="1243" y="1641"/>
                  <a:pt x="1243" y="1641"/>
                  <a:pt x="1243" y="1641"/>
                </a:cubicBezTo>
                <a:cubicBezTo>
                  <a:pt x="1328" y="1979"/>
                  <a:pt x="1328" y="1979"/>
                  <a:pt x="1328" y="1979"/>
                </a:cubicBezTo>
                <a:cubicBezTo>
                  <a:pt x="1280" y="1998"/>
                  <a:pt x="1236" y="2028"/>
                  <a:pt x="1197" y="2066"/>
                </a:cubicBezTo>
                <a:cubicBezTo>
                  <a:pt x="1159" y="2104"/>
                  <a:pt x="1130" y="2149"/>
                  <a:pt x="1112" y="2196"/>
                </a:cubicBezTo>
                <a:cubicBezTo>
                  <a:pt x="773" y="2111"/>
                  <a:pt x="773" y="2111"/>
                  <a:pt x="773" y="2111"/>
                </a:cubicBezTo>
                <a:cubicBezTo>
                  <a:pt x="772" y="2109"/>
                  <a:pt x="772" y="2109"/>
                  <a:pt x="772" y="2109"/>
                </a:cubicBezTo>
                <a:cubicBezTo>
                  <a:pt x="772" y="2036"/>
                  <a:pt x="745" y="1963"/>
                  <a:pt x="690" y="1907"/>
                </a:cubicBezTo>
                <a:cubicBezTo>
                  <a:pt x="579" y="1797"/>
                  <a:pt x="398" y="1797"/>
                  <a:pt x="288" y="1907"/>
                </a:cubicBezTo>
                <a:cubicBezTo>
                  <a:pt x="177" y="2018"/>
                  <a:pt x="178" y="2199"/>
                  <a:pt x="288" y="2309"/>
                </a:cubicBezTo>
                <a:cubicBezTo>
                  <a:pt x="398" y="2419"/>
                  <a:pt x="579" y="2420"/>
                  <a:pt x="690" y="2308"/>
                </a:cubicBezTo>
                <a:cubicBezTo>
                  <a:pt x="712" y="2286"/>
                  <a:pt x="731" y="2260"/>
                  <a:pt x="744" y="2233"/>
                </a:cubicBezTo>
                <a:cubicBezTo>
                  <a:pt x="1085" y="2318"/>
                  <a:pt x="1085" y="2318"/>
                  <a:pt x="1085" y="2318"/>
                </a:cubicBezTo>
                <a:cubicBezTo>
                  <a:pt x="1085" y="2325"/>
                  <a:pt x="1085" y="2332"/>
                  <a:pt x="1085" y="2340"/>
                </a:cubicBezTo>
                <a:cubicBezTo>
                  <a:pt x="1085" y="2438"/>
                  <a:pt x="1122" y="2538"/>
                  <a:pt x="1198" y="2613"/>
                </a:cubicBezTo>
                <a:cubicBezTo>
                  <a:pt x="1348" y="2764"/>
                  <a:pt x="1595" y="2764"/>
                  <a:pt x="1745" y="2614"/>
                </a:cubicBezTo>
                <a:cubicBezTo>
                  <a:pt x="1896" y="2463"/>
                  <a:pt x="1896" y="2216"/>
                  <a:pt x="1746" y="2066"/>
                </a:cubicBezTo>
                <a:cubicBezTo>
                  <a:pt x="1671" y="1991"/>
                  <a:pt x="1575" y="1953"/>
                  <a:pt x="1477" y="1953"/>
                </a:cubicBezTo>
                <a:cubicBezTo>
                  <a:pt x="1472" y="1953"/>
                  <a:pt x="1472" y="1953"/>
                  <a:pt x="1472" y="1953"/>
                </a:cubicBezTo>
                <a:cubicBezTo>
                  <a:pt x="1465" y="1952"/>
                  <a:pt x="1457" y="1953"/>
                  <a:pt x="1451" y="1953"/>
                </a:cubicBezTo>
                <a:cubicBezTo>
                  <a:pt x="1365" y="1612"/>
                  <a:pt x="1365" y="1612"/>
                  <a:pt x="1365" y="1612"/>
                </a:cubicBezTo>
                <a:cubicBezTo>
                  <a:pt x="1392" y="1598"/>
                  <a:pt x="1418" y="1580"/>
                  <a:pt x="1441" y="1557"/>
                </a:cubicBezTo>
                <a:cubicBezTo>
                  <a:pt x="1462" y="1536"/>
                  <a:pt x="1480" y="1512"/>
                  <a:pt x="1493" y="1486"/>
                </a:cubicBezTo>
                <a:cubicBezTo>
                  <a:pt x="1517" y="1443"/>
                  <a:pt x="1529" y="1396"/>
                  <a:pt x="1529" y="1347"/>
                </a:cubicBezTo>
                <a:cubicBezTo>
                  <a:pt x="1529" y="1298"/>
                  <a:pt x="1517" y="1253"/>
                  <a:pt x="1495" y="1213"/>
                </a:cubicBezTo>
                <a:cubicBezTo>
                  <a:pt x="1751" y="997"/>
                  <a:pt x="1751" y="997"/>
                  <a:pt x="1751" y="997"/>
                </a:cubicBezTo>
                <a:cubicBezTo>
                  <a:pt x="1789" y="1032"/>
                  <a:pt x="1835" y="1059"/>
                  <a:pt x="1886" y="1077"/>
                </a:cubicBezTo>
                <a:cubicBezTo>
                  <a:pt x="1937" y="1094"/>
                  <a:pt x="1990" y="1101"/>
                  <a:pt x="2040" y="1097"/>
                </a:cubicBezTo>
                <a:cubicBezTo>
                  <a:pt x="2113" y="1439"/>
                  <a:pt x="2113" y="1439"/>
                  <a:pt x="2113" y="1439"/>
                </a:cubicBezTo>
                <a:cubicBezTo>
                  <a:pt x="2111" y="1440"/>
                  <a:pt x="2111" y="1440"/>
                  <a:pt x="2111" y="1440"/>
                </a:cubicBezTo>
                <a:cubicBezTo>
                  <a:pt x="2045" y="1472"/>
                  <a:pt x="1991" y="1529"/>
                  <a:pt x="1966" y="1603"/>
                </a:cubicBezTo>
                <a:cubicBezTo>
                  <a:pt x="1915" y="1750"/>
                  <a:pt x="1995" y="1913"/>
                  <a:pt x="2141" y="1964"/>
                </a:cubicBezTo>
                <a:cubicBezTo>
                  <a:pt x="2290" y="2015"/>
                  <a:pt x="2452" y="1935"/>
                  <a:pt x="2503" y="1788"/>
                </a:cubicBezTo>
                <a:cubicBezTo>
                  <a:pt x="2553" y="1641"/>
                  <a:pt x="2475" y="1478"/>
                  <a:pt x="2326" y="1427"/>
                </a:cubicBezTo>
                <a:close/>
                <a:moveTo>
                  <a:pt x="1245" y="125"/>
                </a:moveTo>
                <a:cubicBezTo>
                  <a:pt x="1333" y="125"/>
                  <a:pt x="1404" y="196"/>
                  <a:pt x="1404" y="285"/>
                </a:cubicBezTo>
                <a:cubicBezTo>
                  <a:pt x="1404" y="372"/>
                  <a:pt x="1332" y="442"/>
                  <a:pt x="1245" y="442"/>
                </a:cubicBezTo>
                <a:cubicBezTo>
                  <a:pt x="1202" y="442"/>
                  <a:pt x="1162" y="425"/>
                  <a:pt x="1133" y="396"/>
                </a:cubicBezTo>
                <a:cubicBezTo>
                  <a:pt x="1130" y="394"/>
                  <a:pt x="1130" y="394"/>
                  <a:pt x="1130" y="394"/>
                </a:cubicBezTo>
                <a:cubicBezTo>
                  <a:pt x="1124" y="386"/>
                  <a:pt x="1117" y="377"/>
                  <a:pt x="1111" y="369"/>
                </a:cubicBezTo>
                <a:cubicBezTo>
                  <a:pt x="1110" y="366"/>
                  <a:pt x="1110" y="366"/>
                  <a:pt x="1110" y="366"/>
                </a:cubicBezTo>
                <a:cubicBezTo>
                  <a:pt x="1095" y="343"/>
                  <a:pt x="1087" y="314"/>
                  <a:pt x="1087" y="285"/>
                </a:cubicBezTo>
                <a:cubicBezTo>
                  <a:pt x="1087" y="196"/>
                  <a:pt x="1158" y="125"/>
                  <a:pt x="1245" y="125"/>
                </a:cubicBezTo>
                <a:close/>
                <a:moveTo>
                  <a:pt x="572" y="1000"/>
                </a:moveTo>
                <a:cubicBezTo>
                  <a:pt x="569" y="1003"/>
                  <a:pt x="569" y="1003"/>
                  <a:pt x="569" y="1003"/>
                </a:cubicBezTo>
                <a:cubicBezTo>
                  <a:pt x="522" y="1049"/>
                  <a:pt x="457" y="1077"/>
                  <a:pt x="387" y="1077"/>
                </a:cubicBezTo>
                <a:cubicBezTo>
                  <a:pt x="242" y="1077"/>
                  <a:pt x="126" y="960"/>
                  <a:pt x="126" y="815"/>
                </a:cubicBezTo>
                <a:cubicBezTo>
                  <a:pt x="126" y="671"/>
                  <a:pt x="242" y="554"/>
                  <a:pt x="387" y="554"/>
                </a:cubicBezTo>
                <a:cubicBezTo>
                  <a:pt x="460" y="554"/>
                  <a:pt x="525" y="584"/>
                  <a:pt x="572" y="630"/>
                </a:cubicBezTo>
                <a:cubicBezTo>
                  <a:pt x="619" y="677"/>
                  <a:pt x="648" y="744"/>
                  <a:pt x="648" y="815"/>
                </a:cubicBezTo>
                <a:cubicBezTo>
                  <a:pt x="648" y="887"/>
                  <a:pt x="619" y="953"/>
                  <a:pt x="572" y="1000"/>
                </a:cubicBezTo>
                <a:close/>
                <a:moveTo>
                  <a:pt x="644" y="2143"/>
                </a:moveTo>
                <a:cubicBezTo>
                  <a:pt x="643" y="2146"/>
                  <a:pt x="643" y="2146"/>
                  <a:pt x="643" y="2146"/>
                </a:cubicBezTo>
                <a:cubicBezTo>
                  <a:pt x="636" y="2173"/>
                  <a:pt x="622" y="2199"/>
                  <a:pt x="601" y="2220"/>
                </a:cubicBezTo>
                <a:cubicBezTo>
                  <a:pt x="538" y="2283"/>
                  <a:pt x="438" y="2282"/>
                  <a:pt x="377" y="2221"/>
                </a:cubicBezTo>
                <a:cubicBezTo>
                  <a:pt x="315" y="2159"/>
                  <a:pt x="314" y="2059"/>
                  <a:pt x="377" y="1996"/>
                </a:cubicBezTo>
                <a:cubicBezTo>
                  <a:pt x="439" y="1934"/>
                  <a:pt x="539" y="1935"/>
                  <a:pt x="601" y="1997"/>
                </a:cubicBezTo>
                <a:cubicBezTo>
                  <a:pt x="631" y="2027"/>
                  <a:pt x="648" y="2067"/>
                  <a:pt x="647" y="2108"/>
                </a:cubicBezTo>
                <a:cubicBezTo>
                  <a:pt x="648" y="2112"/>
                  <a:pt x="648" y="2112"/>
                  <a:pt x="648" y="2112"/>
                </a:cubicBezTo>
                <a:cubicBezTo>
                  <a:pt x="647" y="2122"/>
                  <a:pt x="645" y="2133"/>
                  <a:pt x="644" y="2143"/>
                </a:cubicBezTo>
                <a:close/>
                <a:moveTo>
                  <a:pt x="1245" y="1505"/>
                </a:moveTo>
                <a:cubicBezTo>
                  <a:pt x="1158" y="1505"/>
                  <a:pt x="1087" y="1434"/>
                  <a:pt x="1087" y="1347"/>
                </a:cubicBezTo>
                <a:cubicBezTo>
                  <a:pt x="1087" y="1321"/>
                  <a:pt x="1093" y="1297"/>
                  <a:pt x="1104" y="1276"/>
                </a:cubicBezTo>
                <a:cubicBezTo>
                  <a:pt x="1111" y="1264"/>
                  <a:pt x="1119" y="1254"/>
                  <a:pt x="1128" y="1244"/>
                </a:cubicBezTo>
                <a:cubicBezTo>
                  <a:pt x="1182" y="1191"/>
                  <a:pt x="1265" y="1184"/>
                  <a:pt x="1326" y="1223"/>
                </a:cubicBezTo>
                <a:cubicBezTo>
                  <a:pt x="1345" y="1238"/>
                  <a:pt x="1361" y="1258"/>
                  <a:pt x="1372" y="1280"/>
                </a:cubicBezTo>
                <a:cubicBezTo>
                  <a:pt x="1390" y="1316"/>
                  <a:pt x="1394" y="1360"/>
                  <a:pt x="1380" y="1401"/>
                </a:cubicBezTo>
                <a:cubicBezTo>
                  <a:pt x="1366" y="1441"/>
                  <a:pt x="1337" y="1473"/>
                  <a:pt x="1299" y="1492"/>
                </a:cubicBezTo>
                <a:cubicBezTo>
                  <a:pt x="1286" y="1498"/>
                  <a:pt x="1273" y="1502"/>
                  <a:pt x="1259" y="1505"/>
                </a:cubicBezTo>
                <a:cubicBezTo>
                  <a:pt x="1254" y="1505"/>
                  <a:pt x="1250" y="1505"/>
                  <a:pt x="1245" y="1505"/>
                </a:cubicBezTo>
                <a:close/>
                <a:moveTo>
                  <a:pt x="1471" y="2078"/>
                </a:moveTo>
                <a:cubicBezTo>
                  <a:pt x="1476" y="2078"/>
                  <a:pt x="1476" y="2078"/>
                  <a:pt x="1476" y="2078"/>
                </a:cubicBezTo>
                <a:cubicBezTo>
                  <a:pt x="1541" y="2079"/>
                  <a:pt x="1607" y="2105"/>
                  <a:pt x="1657" y="2155"/>
                </a:cubicBezTo>
                <a:cubicBezTo>
                  <a:pt x="1759" y="2257"/>
                  <a:pt x="1758" y="2422"/>
                  <a:pt x="1656" y="2525"/>
                </a:cubicBezTo>
                <a:cubicBezTo>
                  <a:pt x="1554" y="2626"/>
                  <a:pt x="1389" y="2627"/>
                  <a:pt x="1287" y="2525"/>
                </a:cubicBezTo>
                <a:cubicBezTo>
                  <a:pt x="1235" y="2473"/>
                  <a:pt x="1210" y="2406"/>
                  <a:pt x="1210" y="2340"/>
                </a:cubicBezTo>
                <a:cubicBezTo>
                  <a:pt x="1209" y="2273"/>
                  <a:pt x="1236" y="2205"/>
                  <a:pt x="1286" y="2155"/>
                </a:cubicBezTo>
                <a:cubicBezTo>
                  <a:pt x="1338" y="2104"/>
                  <a:pt x="1404" y="2078"/>
                  <a:pt x="1471" y="2078"/>
                </a:cubicBezTo>
                <a:close/>
                <a:moveTo>
                  <a:pt x="1927" y="958"/>
                </a:moveTo>
                <a:cubicBezTo>
                  <a:pt x="1859" y="934"/>
                  <a:pt x="1806" y="885"/>
                  <a:pt x="1777" y="825"/>
                </a:cubicBezTo>
                <a:cubicBezTo>
                  <a:pt x="1775" y="822"/>
                  <a:pt x="1775" y="822"/>
                  <a:pt x="1775" y="822"/>
                </a:cubicBezTo>
                <a:cubicBezTo>
                  <a:pt x="1747" y="762"/>
                  <a:pt x="1741" y="692"/>
                  <a:pt x="1764" y="625"/>
                </a:cubicBezTo>
                <a:cubicBezTo>
                  <a:pt x="1811" y="489"/>
                  <a:pt x="1961" y="417"/>
                  <a:pt x="2097" y="464"/>
                </a:cubicBezTo>
                <a:cubicBezTo>
                  <a:pt x="2233" y="510"/>
                  <a:pt x="2306" y="659"/>
                  <a:pt x="2259" y="796"/>
                </a:cubicBezTo>
                <a:cubicBezTo>
                  <a:pt x="2235" y="865"/>
                  <a:pt x="2186" y="916"/>
                  <a:pt x="2127" y="946"/>
                </a:cubicBezTo>
                <a:cubicBezTo>
                  <a:pt x="2067" y="975"/>
                  <a:pt x="1994" y="981"/>
                  <a:pt x="1927" y="958"/>
                </a:cubicBezTo>
                <a:close/>
                <a:moveTo>
                  <a:pt x="2385" y="1747"/>
                </a:moveTo>
                <a:cubicBezTo>
                  <a:pt x="2356" y="1830"/>
                  <a:pt x="2266" y="1874"/>
                  <a:pt x="2182" y="1845"/>
                </a:cubicBezTo>
                <a:cubicBezTo>
                  <a:pt x="2100" y="1817"/>
                  <a:pt x="2057" y="1726"/>
                  <a:pt x="2085" y="1644"/>
                </a:cubicBezTo>
                <a:cubicBezTo>
                  <a:pt x="2099" y="1603"/>
                  <a:pt x="2128" y="1570"/>
                  <a:pt x="2165" y="1553"/>
                </a:cubicBezTo>
                <a:cubicBezTo>
                  <a:pt x="2168" y="1551"/>
                  <a:pt x="2168" y="1551"/>
                  <a:pt x="2168" y="1551"/>
                </a:cubicBezTo>
                <a:cubicBezTo>
                  <a:pt x="2178" y="1547"/>
                  <a:pt x="2188" y="1544"/>
                  <a:pt x="2198" y="1541"/>
                </a:cubicBezTo>
                <a:cubicBezTo>
                  <a:pt x="2201" y="1541"/>
                  <a:pt x="2201" y="1541"/>
                  <a:pt x="2201" y="1541"/>
                </a:cubicBezTo>
                <a:cubicBezTo>
                  <a:pt x="2228" y="1535"/>
                  <a:pt x="2258" y="1536"/>
                  <a:pt x="2286" y="1545"/>
                </a:cubicBezTo>
                <a:cubicBezTo>
                  <a:pt x="2370" y="1574"/>
                  <a:pt x="2413" y="1665"/>
                  <a:pt x="2385" y="1747"/>
                </a:cubicBezTo>
                <a:close/>
                <a:moveTo>
                  <a:pt x="2385" y="1747"/>
                </a:moveTo>
                <a:cubicBezTo>
                  <a:pt x="2385" y="1747"/>
                  <a:pt x="2385" y="1747"/>
                  <a:pt x="2385" y="1747"/>
                </a:cubicBezTo>
              </a:path>
            </a:pathLst>
          </a:custGeom>
          <a:solidFill>
            <a:srgbClr val="AE0D1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1" name="Freeform 25"/>
          <p:cNvSpPr>
            <a:spLocks noEditPoints="1"/>
          </p:cNvSpPr>
          <p:nvPr/>
        </p:nvSpPr>
        <p:spPr bwMode="auto">
          <a:xfrm>
            <a:off x="2191547" y="1970491"/>
            <a:ext cx="547324" cy="547450"/>
          </a:xfrm>
          <a:custGeom>
            <a:avLst/>
            <a:gdLst>
              <a:gd name="T0" fmla="*/ 1625 w 3251"/>
              <a:gd name="T1" fmla="*/ 3252 h 3252"/>
              <a:gd name="T2" fmla="*/ 0 w 3251"/>
              <a:gd name="T3" fmla="*/ 1626 h 3252"/>
              <a:gd name="T4" fmla="*/ 1625 w 3251"/>
              <a:gd name="T5" fmla="*/ 0 h 3252"/>
              <a:gd name="T6" fmla="*/ 3251 w 3251"/>
              <a:gd name="T7" fmla="*/ 1626 h 3252"/>
              <a:gd name="T8" fmla="*/ 1625 w 3251"/>
              <a:gd name="T9" fmla="*/ 3252 h 3252"/>
              <a:gd name="T10" fmla="*/ 1625 w 3251"/>
              <a:gd name="T11" fmla="*/ 103 h 3252"/>
              <a:gd name="T12" fmla="*/ 102 w 3251"/>
              <a:gd name="T13" fmla="*/ 1626 h 3252"/>
              <a:gd name="T14" fmla="*/ 1625 w 3251"/>
              <a:gd name="T15" fmla="*/ 3149 h 3252"/>
              <a:gd name="T16" fmla="*/ 3149 w 3251"/>
              <a:gd name="T17" fmla="*/ 1626 h 3252"/>
              <a:gd name="T18" fmla="*/ 1625 w 3251"/>
              <a:gd name="T19" fmla="*/ 103 h 3252"/>
              <a:gd name="T20" fmla="*/ 1625 w 3251"/>
              <a:gd name="T21" fmla="*/ 103 h 3252"/>
              <a:gd name="T22" fmla="*/ 1625 w 3251"/>
              <a:gd name="T23" fmla="*/ 103 h 3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51" h="3252">
                <a:moveTo>
                  <a:pt x="1625" y="3252"/>
                </a:moveTo>
                <a:cubicBezTo>
                  <a:pt x="729" y="3252"/>
                  <a:pt x="0" y="2522"/>
                  <a:pt x="0" y="1626"/>
                </a:cubicBezTo>
                <a:cubicBezTo>
                  <a:pt x="0" y="730"/>
                  <a:pt x="729" y="0"/>
                  <a:pt x="1625" y="0"/>
                </a:cubicBezTo>
                <a:cubicBezTo>
                  <a:pt x="2521" y="0"/>
                  <a:pt x="3251" y="730"/>
                  <a:pt x="3251" y="1626"/>
                </a:cubicBezTo>
                <a:cubicBezTo>
                  <a:pt x="3251" y="2522"/>
                  <a:pt x="2521" y="3252"/>
                  <a:pt x="1625" y="3252"/>
                </a:cubicBezTo>
                <a:close/>
                <a:moveTo>
                  <a:pt x="1625" y="103"/>
                </a:moveTo>
                <a:cubicBezTo>
                  <a:pt x="786" y="103"/>
                  <a:pt x="102" y="786"/>
                  <a:pt x="102" y="1626"/>
                </a:cubicBezTo>
                <a:cubicBezTo>
                  <a:pt x="102" y="2466"/>
                  <a:pt x="786" y="3149"/>
                  <a:pt x="1625" y="3149"/>
                </a:cubicBezTo>
                <a:cubicBezTo>
                  <a:pt x="2465" y="3149"/>
                  <a:pt x="3149" y="2466"/>
                  <a:pt x="3149" y="1626"/>
                </a:cubicBezTo>
                <a:cubicBezTo>
                  <a:pt x="3149" y="786"/>
                  <a:pt x="2465" y="103"/>
                  <a:pt x="1625" y="103"/>
                </a:cubicBezTo>
                <a:close/>
                <a:moveTo>
                  <a:pt x="1625" y="103"/>
                </a:moveTo>
                <a:cubicBezTo>
                  <a:pt x="1625" y="103"/>
                  <a:pt x="1625" y="103"/>
                  <a:pt x="1625" y="103"/>
                </a:cubicBezTo>
              </a:path>
            </a:pathLst>
          </a:custGeom>
          <a:solidFill>
            <a:srgbClr val="AE0D1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2" name="Freeform 26"/>
          <p:cNvSpPr>
            <a:spLocks noEditPoints="1"/>
          </p:cNvSpPr>
          <p:nvPr/>
        </p:nvSpPr>
        <p:spPr bwMode="auto">
          <a:xfrm>
            <a:off x="2181653" y="1961105"/>
            <a:ext cx="566223" cy="564954"/>
          </a:xfrm>
          <a:custGeom>
            <a:avLst/>
            <a:gdLst>
              <a:gd name="T0" fmla="*/ 363 w 3364"/>
              <a:gd name="T1" fmla="*/ 3308 h 3356"/>
              <a:gd name="T2" fmla="*/ 138 w 3364"/>
              <a:gd name="T3" fmla="*/ 3228 h 3356"/>
              <a:gd name="T4" fmla="*/ 253 w 3364"/>
              <a:gd name="T5" fmla="*/ 2409 h 3356"/>
              <a:gd name="T6" fmla="*/ 322 w 3364"/>
              <a:gd name="T7" fmla="*/ 2388 h 3356"/>
              <a:gd name="T8" fmla="*/ 343 w 3364"/>
              <a:gd name="T9" fmla="*/ 2458 h 3356"/>
              <a:gd name="T10" fmla="*/ 210 w 3364"/>
              <a:gd name="T11" fmla="*/ 3156 h 3356"/>
              <a:gd name="T12" fmla="*/ 2094 w 3364"/>
              <a:gd name="T13" fmla="*/ 2097 h 3356"/>
              <a:gd name="T14" fmla="*/ 3021 w 3364"/>
              <a:gd name="T15" fmla="*/ 911 h 3356"/>
              <a:gd name="T16" fmla="*/ 3154 w 3364"/>
              <a:gd name="T17" fmla="*/ 212 h 3356"/>
              <a:gd name="T18" fmla="*/ 2455 w 3364"/>
              <a:gd name="T19" fmla="*/ 346 h 3356"/>
              <a:gd name="T20" fmla="*/ 2386 w 3364"/>
              <a:gd name="T21" fmla="*/ 325 h 3356"/>
              <a:gd name="T22" fmla="*/ 2406 w 3364"/>
              <a:gd name="T23" fmla="*/ 256 h 3356"/>
              <a:gd name="T24" fmla="*/ 3226 w 3364"/>
              <a:gd name="T25" fmla="*/ 141 h 3356"/>
              <a:gd name="T26" fmla="*/ 3110 w 3364"/>
              <a:gd name="T27" fmla="*/ 960 h 3356"/>
              <a:gd name="T28" fmla="*/ 2166 w 3364"/>
              <a:gd name="T29" fmla="*/ 2171 h 3356"/>
              <a:gd name="T30" fmla="*/ 363 w 3364"/>
              <a:gd name="T31" fmla="*/ 3308 h 3356"/>
              <a:gd name="T32" fmla="*/ 363 w 3364"/>
              <a:gd name="T33" fmla="*/ 3308 h 3356"/>
              <a:gd name="T34" fmla="*/ 363 w 3364"/>
              <a:gd name="T35" fmla="*/ 3308 h 3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64" h="3356">
                <a:moveTo>
                  <a:pt x="363" y="3308"/>
                </a:moveTo>
                <a:cubicBezTo>
                  <a:pt x="271" y="3308"/>
                  <a:pt x="194" y="3282"/>
                  <a:pt x="138" y="3228"/>
                </a:cubicBezTo>
                <a:cubicBezTo>
                  <a:pt x="0" y="3090"/>
                  <a:pt x="38" y="2806"/>
                  <a:pt x="253" y="2409"/>
                </a:cubicBezTo>
                <a:cubicBezTo>
                  <a:pt x="266" y="2383"/>
                  <a:pt x="297" y="2376"/>
                  <a:pt x="322" y="2388"/>
                </a:cubicBezTo>
                <a:cubicBezTo>
                  <a:pt x="348" y="2401"/>
                  <a:pt x="356" y="2432"/>
                  <a:pt x="343" y="2458"/>
                </a:cubicBezTo>
                <a:cubicBezTo>
                  <a:pt x="161" y="2796"/>
                  <a:pt x="110" y="3057"/>
                  <a:pt x="210" y="3156"/>
                </a:cubicBezTo>
                <a:cubicBezTo>
                  <a:pt x="410" y="3356"/>
                  <a:pt x="1213" y="2977"/>
                  <a:pt x="2094" y="2097"/>
                </a:cubicBezTo>
                <a:cubicBezTo>
                  <a:pt x="2493" y="1697"/>
                  <a:pt x="2824" y="1275"/>
                  <a:pt x="3021" y="911"/>
                </a:cubicBezTo>
                <a:cubicBezTo>
                  <a:pt x="3202" y="573"/>
                  <a:pt x="3254" y="312"/>
                  <a:pt x="3154" y="212"/>
                </a:cubicBezTo>
                <a:cubicBezTo>
                  <a:pt x="3054" y="113"/>
                  <a:pt x="2793" y="164"/>
                  <a:pt x="2455" y="346"/>
                </a:cubicBezTo>
                <a:cubicBezTo>
                  <a:pt x="2429" y="358"/>
                  <a:pt x="2399" y="351"/>
                  <a:pt x="2386" y="325"/>
                </a:cubicBezTo>
                <a:cubicBezTo>
                  <a:pt x="2373" y="300"/>
                  <a:pt x="2381" y="269"/>
                  <a:pt x="2406" y="256"/>
                </a:cubicBezTo>
                <a:cubicBezTo>
                  <a:pt x="2803" y="41"/>
                  <a:pt x="3087" y="0"/>
                  <a:pt x="3226" y="141"/>
                </a:cubicBezTo>
                <a:cubicBezTo>
                  <a:pt x="3364" y="279"/>
                  <a:pt x="3325" y="563"/>
                  <a:pt x="3110" y="960"/>
                </a:cubicBezTo>
                <a:cubicBezTo>
                  <a:pt x="2908" y="1334"/>
                  <a:pt x="2573" y="1764"/>
                  <a:pt x="2166" y="2171"/>
                </a:cubicBezTo>
                <a:cubicBezTo>
                  <a:pt x="1546" y="2790"/>
                  <a:pt x="786" y="3308"/>
                  <a:pt x="363" y="3308"/>
                </a:cubicBezTo>
                <a:close/>
                <a:moveTo>
                  <a:pt x="363" y="3308"/>
                </a:moveTo>
                <a:cubicBezTo>
                  <a:pt x="363" y="3308"/>
                  <a:pt x="363" y="3308"/>
                  <a:pt x="363" y="3308"/>
                </a:cubicBezTo>
              </a:path>
            </a:pathLst>
          </a:custGeom>
          <a:solidFill>
            <a:srgbClr val="AE0D1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3" name="Freeform 27"/>
          <p:cNvSpPr>
            <a:spLocks noEditPoints="1"/>
          </p:cNvSpPr>
          <p:nvPr/>
        </p:nvSpPr>
        <p:spPr bwMode="auto">
          <a:xfrm>
            <a:off x="2219452" y="2001187"/>
            <a:ext cx="498616" cy="437351"/>
          </a:xfrm>
          <a:custGeom>
            <a:avLst/>
            <a:gdLst>
              <a:gd name="T0" fmla="*/ 1388 w 2962"/>
              <a:gd name="T1" fmla="*/ 1846 h 2598"/>
              <a:gd name="T2" fmla="*/ 1232 w 2962"/>
              <a:gd name="T3" fmla="*/ 1621 h 2598"/>
              <a:gd name="T4" fmla="*/ 1078 w 2962"/>
              <a:gd name="T5" fmla="*/ 1242 h 2598"/>
              <a:gd name="T6" fmla="*/ 1142 w 2962"/>
              <a:gd name="T7" fmla="*/ 873 h 2598"/>
              <a:gd name="T8" fmla="*/ 1377 w 2962"/>
              <a:gd name="T9" fmla="*/ 699 h 2598"/>
              <a:gd name="T10" fmla="*/ 1738 w 2962"/>
              <a:gd name="T11" fmla="*/ 602 h 2598"/>
              <a:gd name="T12" fmla="*/ 2215 w 2962"/>
              <a:gd name="T13" fmla="*/ 292 h 2598"/>
              <a:gd name="T14" fmla="*/ 2332 w 2962"/>
              <a:gd name="T15" fmla="*/ 105 h 2598"/>
              <a:gd name="T16" fmla="*/ 2289 w 2962"/>
              <a:gd name="T17" fmla="*/ 277 h 2598"/>
              <a:gd name="T18" fmla="*/ 2138 w 2962"/>
              <a:gd name="T19" fmla="*/ 809 h 2598"/>
              <a:gd name="T20" fmla="*/ 1628 w 2962"/>
              <a:gd name="T21" fmla="*/ 755 h 2598"/>
              <a:gd name="T22" fmla="*/ 1088 w 2962"/>
              <a:gd name="T23" fmla="*/ 1011 h 2598"/>
              <a:gd name="T24" fmla="*/ 1032 w 2962"/>
              <a:gd name="T25" fmla="*/ 1347 h 2598"/>
              <a:gd name="T26" fmla="*/ 1421 w 2962"/>
              <a:gd name="T27" fmla="*/ 1702 h 2598"/>
              <a:gd name="T28" fmla="*/ 1733 w 2962"/>
              <a:gd name="T29" fmla="*/ 1948 h 2598"/>
              <a:gd name="T30" fmla="*/ 1987 w 2962"/>
              <a:gd name="T31" fmla="*/ 1951 h 2598"/>
              <a:gd name="T32" fmla="*/ 2148 w 2962"/>
              <a:gd name="T33" fmla="*/ 1859 h 2598"/>
              <a:gd name="T34" fmla="*/ 2284 w 2962"/>
              <a:gd name="T35" fmla="*/ 1859 h 2598"/>
              <a:gd name="T36" fmla="*/ 2094 w 2962"/>
              <a:gd name="T37" fmla="*/ 1592 h 2598"/>
              <a:gd name="T38" fmla="*/ 2105 w 2962"/>
              <a:gd name="T39" fmla="*/ 1382 h 2598"/>
              <a:gd name="T40" fmla="*/ 2337 w 2962"/>
              <a:gd name="T41" fmla="*/ 1301 h 2598"/>
              <a:gd name="T42" fmla="*/ 2448 w 2962"/>
              <a:gd name="T43" fmla="*/ 1434 h 2598"/>
              <a:gd name="T44" fmla="*/ 2501 w 2962"/>
              <a:gd name="T45" fmla="*/ 1411 h 2598"/>
              <a:gd name="T46" fmla="*/ 2704 w 2962"/>
              <a:gd name="T47" fmla="*/ 1334 h 2598"/>
              <a:gd name="T48" fmla="*/ 2581 w 2962"/>
              <a:gd name="T49" fmla="*/ 1167 h 2598"/>
              <a:gd name="T50" fmla="*/ 2391 w 2962"/>
              <a:gd name="T51" fmla="*/ 1114 h 2598"/>
              <a:gd name="T52" fmla="*/ 2302 w 2962"/>
              <a:gd name="T53" fmla="*/ 952 h 2598"/>
              <a:gd name="T54" fmla="*/ 2919 w 2962"/>
              <a:gd name="T55" fmla="*/ 850 h 2598"/>
              <a:gd name="T56" fmla="*/ 2363 w 2962"/>
              <a:gd name="T57" fmla="*/ 940 h 2598"/>
              <a:gd name="T58" fmla="*/ 2501 w 2962"/>
              <a:gd name="T59" fmla="*/ 1027 h 2598"/>
              <a:gd name="T60" fmla="*/ 2724 w 2962"/>
              <a:gd name="T61" fmla="*/ 1249 h 2598"/>
              <a:gd name="T62" fmla="*/ 2721 w 2962"/>
              <a:gd name="T63" fmla="*/ 1475 h 2598"/>
              <a:gd name="T64" fmla="*/ 2432 w 2962"/>
              <a:gd name="T65" fmla="*/ 1500 h 2598"/>
              <a:gd name="T66" fmla="*/ 2361 w 2962"/>
              <a:gd name="T67" fmla="*/ 1400 h 2598"/>
              <a:gd name="T68" fmla="*/ 2071 w 2962"/>
              <a:gd name="T69" fmla="*/ 1416 h 2598"/>
              <a:gd name="T70" fmla="*/ 2181 w 2962"/>
              <a:gd name="T71" fmla="*/ 1569 h 2598"/>
              <a:gd name="T72" fmla="*/ 2386 w 2962"/>
              <a:gd name="T73" fmla="*/ 1894 h 2598"/>
              <a:gd name="T74" fmla="*/ 2151 w 2962"/>
              <a:gd name="T75" fmla="*/ 1912 h 2598"/>
              <a:gd name="T76" fmla="*/ 2010 w 2962"/>
              <a:gd name="T77" fmla="*/ 2022 h 2598"/>
              <a:gd name="T78" fmla="*/ 512 w 2962"/>
              <a:gd name="T79" fmla="*/ 2591 h 2598"/>
              <a:gd name="T80" fmla="*/ 225 w 2962"/>
              <a:gd name="T81" fmla="*/ 2179 h 2598"/>
              <a:gd name="T82" fmla="*/ 448 w 2962"/>
              <a:gd name="T83" fmla="*/ 2337 h 2598"/>
              <a:gd name="T84" fmla="*/ 433 w 2962"/>
              <a:gd name="T85" fmla="*/ 1736 h 2598"/>
              <a:gd name="T86" fmla="*/ 566 w 2962"/>
              <a:gd name="T87" fmla="*/ 1362 h 2598"/>
              <a:gd name="T88" fmla="*/ 359 w 2962"/>
              <a:gd name="T89" fmla="*/ 996 h 2598"/>
              <a:gd name="T90" fmla="*/ 394 w 2962"/>
              <a:gd name="T91" fmla="*/ 730 h 2598"/>
              <a:gd name="T92" fmla="*/ 845 w 2962"/>
              <a:gd name="T93" fmla="*/ 522 h 2598"/>
              <a:gd name="T94" fmla="*/ 827 w 2962"/>
              <a:gd name="T95" fmla="*/ 146 h 2598"/>
              <a:gd name="T96" fmla="*/ 740 w 2962"/>
              <a:gd name="T97" fmla="*/ 21 h 2598"/>
              <a:gd name="T98" fmla="*/ 822 w 2962"/>
              <a:gd name="T99" fmla="*/ 305 h 2598"/>
              <a:gd name="T100" fmla="*/ 753 w 2962"/>
              <a:gd name="T101" fmla="*/ 574 h 2598"/>
              <a:gd name="T102" fmla="*/ 387 w 2962"/>
              <a:gd name="T103" fmla="*/ 842 h 2598"/>
              <a:gd name="T104" fmla="*/ 397 w 2962"/>
              <a:gd name="T105" fmla="*/ 1134 h 2598"/>
              <a:gd name="T106" fmla="*/ 487 w 2962"/>
              <a:gd name="T107" fmla="*/ 1592 h 2598"/>
              <a:gd name="T108" fmla="*/ 435 w 2962"/>
              <a:gd name="T109" fmla="*/ 2161 h 2598"/>
              <a:gd name="T110" fmla="*/ 517 w 2962"/>
              <a:gd name="T111" fmla="*/ 2442 h 2598"/>
              <a:gd name="T112" fmla="*/ 530 w 2962"/>
              <a:gd name="T113" fmla="*/ 2598 h 25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62" h="2598">
                <a:moveTo>
                  <a:pt x="1959" y="2414"/>
                </a:moveTo>
                <a:cubicBezTo>
                  <a:pt x="1953" y="2414"/>
                  <a:pt x="1953" y="2414"/>
                  <a:pt x="1953" y="2414"/>
                </a:cubicBezTo>
                <a:cubicBezTo>
                  <a:pt x="1869" y="2394"/>
                  <a:pt x="1797" y="2327"/>
                  <a:pt x="1754" y="2232"/>
                </a:cubicBezTo>
                <a:cubicBezTo>
                  <a:pt x="1721" y="2161"/>
                  <a:pt x="1708" y="2081"/>
                  <a:pt x="1697" y="2005"/>
                </a:cubicBezTo>
                <a:cubicBezTo>
                  <a:pt x="1577" y="2025"/>
                  <a:pt x="1431" y="1971"/>
                  <a:pt x="1388" y="1846"/>
                </a:cubicBezTo>
                <a:cubicBezTo>
                  <a:pt x="1380" y="1825"/>
                  <a:pt x="1375" y="1802"/>
                  <a:pt x="1375" y="1779"/>
                </a:cubicBezTo>
                <a:cubicBezTo>
                  <a:pt x="1375" y="1756"/>
                  <a:pt x="1375" y="1756"/>
                  <a:pt x="1375" y="1756"/>
                </a:cubicBezTo>
                <a:cubicBezTo>
                  <a:pt x="1375" y="1741"/>
                  <a:pt x="1375" y="1728"/>
                  <a:pt x="1372" y="1718"/>
                </a:cubicBezTo>
                <a:cubicBezTo>
                  <a:pt x="1362" y="1669"/>
                  <a:pt x="1303" y="1646"/>
                  <a:pt x="1278" y="1636"/>
                </a:cubicBezTo>
                <a:cubicBezTo>
                  <a:pt x="1232" y="1621"/>
                  <a:pt x="1232" y="1621"/>
                  <a:pt x="1232" y="1621"/>
                </a:cubicBezTo>
                <a:cubicBezTo>
                  <a:pt x="1196" y="1610"/>
                  <a:pt x="1160" y="1600"/>
                  <a:pt x="1129" y="1580"/>
                </a:cubicBezTo>
                <a:cubicBezTo>
                  <a:pt x="1063" y="1539"/>
                  <a:pt x="1024" y="1464"/>
                  <a:pt x="996" y="1406"/>
                </a:cubicBezTo>
                <a:cubicBezTo>
                  <a:pt x="988" y="1390"/>
                  <a:pt x="976" y="1365"/>
                  <a:pt x="981" y="1339"/>
                </a:cubicBezTo>
                <a:cubicBezTo>
                  <a:pt x="988" y="1306"/>
                  <a:pt x="1017" y="1288"/>
                  <a:pt x="1042" y="1272"/>
                </a:cubicBezTo>
                <a:cubicBezTo>
                  <a:pt x="1063" y="1260"/>
                  <a:pt x="1075" y="1252"/>
                  <a:pt x="1078" y="1242"/>
                </a:cubicBezTo>
                <a:cubicBezTo>
                  <a:pt x="1078" y="1237"/>
                  <a:pt x="1073" y="1226"/>
                  <a:pt x="1068" y="1216"/>
                </a:cubicBezTo>
                <a:cubicBezTo>
                  <a:pt x="1065" y="1211"/>
                  <a:pt x="1065" y="1211"/>
                  <a:pt x="1065" y="1211"/>
                </a:cubicBezTo>
                <a:cubicBezTo>
                  <a:pt x="1029" y="1142"/>
                  <a:pt x="1022" y="1062"/>
                  <a:pt x="1042" y="988"/>
                </a:cubicBezTo>
                <a:cubicBezTo>
                  <a:pt x="1045" y="981"/>
                  <a:pt x="1050" y="975"/>
                  <a:pt x="1055" y="973"/>
                </a:cubicBezTo>
                <a:cubicBezTo>
                  <a:pt x="1096" y="952"/>
                  <a:pt x="1127" y="917"/>
                  <a:pt x="1142" y="873"/>
                </a:cubicBezTo>
                <a:cubicBezTo>
                  <a:pt x="1147" y="860"/>
                  <a:pt x="1157" y="855"/>
                  <a:pt x="1170" y="858"/>
                </a:cubicBezTo>
                <a:cubicBezTo>
                  <a:pt x="1221" y="865"/>
                  <a:pt x="1275" y="847"/>
                  <a:pt x="1308" y="809"/>
                </a:cubicBezTo>
                <a:cubicBezTo>
                  <a:pt x="1311" y="806"/>
                  <a:pt x="1316" y="804"/>
                  <a:pt x="1319" y="801"/>
                </a:cubicBezTo>
                <a:cubicBezTo>
                  <a:pt x="1352" y="791"/>
                  <a:pt x="1372" y="753"/>
                  <a:pt x="1370" y="719"/>
                </a:cubicBezTo>
                <a:cubicBezTo>
                  <a:pt x="1370" y="712"/>
                  <a:pt x="1372" y="704"/>
                  <a:pt x="1377" y="699"/>
                </a:cubicBezTo>
                <a:cubicBezTo>
                  <a:pt x="1418" y="658"/>
                  <a:pt x="1472" y="686"/>
                  <a:pt x="1516" y="709"/>
                </a:cubicBezTo>
                <a:cubicBezTo>
                  <a:pt x="1554" y="730"/>
                  <a:pt x="1572" y="737"/>
                  <a:pt x="1585" y="730"/>
                </a:cubicBezTo>
                <a:cubicBezTo>
                  <a:pt x="1590" y="627"/>
                  <a:pt x="1590" y="627"/>
                  <a:pt x="1590" y="627"/>
                </a:cubicBezTo>
                <a:cubicBezTo>
                  <a:pt x="1590" y="614"/>
                  <a:pt x="1603" y="602"/>
                  <a:pt x="1616" y="602"/>
                </a:cubicBezTo>
                <a:cubicBezTo>
                  <a:pt x="1738" y="602"/>
                  <a:pt x="1738" y="602"/>
                  <a:pt x="1738" y="602"/>
                </a:cubicBezTo>
                <a:cubicBezTo>
                  <a:pt x="1749" y="602"/>
                  <a:pt x="1759" y="609"/>
                  <a:pt x="1761" y="620"/>
                </a:cubicBezTo>
                <a:cubicBezTo>
                  <a:pt x="1787" y="686"/>
                  <a:pt x="1874" y="712"/>
                  <a:pt x="1956" y="727"/>
                </a:cubicBezTo>
                <a:cubicBezTo>
                  <a:pt x="2125" y="758"/>
                  <a:pt x="2125" y="758"/>
                  <a:pt x="2125" y="758"/>
                </a:cubicBezTo>
                <a:cubicBezTo>
                  <a:pt x="2153" y="643"/>
                  <a:pt x="2171" y="525"/>
                  <a:pt x="2184" y="407"/>
                </a:cubicBezTo>
                <a:cubicBezTo>
                  <a:pt x="2186" y="369"/>
                  <a:pt x="2192" y="328"/>
                  <a:pt x="2215" y="292"/>
                </a:cubicBezTo>
                <a:cubicBezTo>
                  <a:pt x="2220" y="287"/>
                  <a:pt x="2225" y="279"/>
                  <a:pt x="2230" y="274"/>
                </a:cubicBezTo>
                <a:cubicBezTo>
                  <a:pt x="2235" y="266"/>
                  <a:pt x="2240" y="261"/>
                  <a:pt x="2245" y="254"/>
                </a:cubicBezTo>
                <a:cubicBezTo>
                  <a:pt x="2250" y="241"/>
                  <a:pt x="2253" y="225"/>
                  <a:pt x="2253" y="210"/>
                </a:cubicBezTo>
                <a:cubicBezTo>
                  <a:pt x="2253" y="200"/>
                  <a:pt x="2256" y="192"/>
                  <a:pt x="2256" y="182"/>
                </a:cubicBezTo>
                <a:cubicBezTo>
                  <a:pt x="2263" y="143"/>
                  <a:pt x="2291" y="102"/>
                  <a:pt x="2332" y="105"/>
                </a:cubicBezTo>
                <a:cubicBezTo>
                  <a:pt x="2348" y="105"/>
                  <a:pt x="2358" y="118"/>
                  <a:pt x="2355" y="133"/>
                </a:cubicBezTo>
                <a:cubicBezTo>
                  <a:pt x="2355" y="149"/>
                  <a:pt x="2343" y="159"/>
                  <a:pt x="2327" y="156"/>
                </a:cubicBezTo>
                <a:cubicBezTo>
                  <a:pt x="2317" y="156"/>
                  <a:pt x="2307" y="172"/>
                  <a:pt x="2304" y="190"/>
                </a:cubicBezTo>
                <a:cubicBezTo>
                  <a:pt x="2304" y="197"/>
                  <a:pt x="2302" y="205"/>
                  <a:pt x="2302" y="213"/>
                </a:cubicBezTo>
                <a:cubicBezTo>
                  <a:pt x="2299" y="233"/>
                  <a:pt x="2299" y="254"/>
                  <a:pt x="2289" y="277"/>
                </a:cubicBezTo>
                <a:cubicBezTo>
                  <a:pt x="2284" y="289"/>
                  <a:pt x="2273" y="297"/>
                  <a:pt x="2268" y="305"/>
                </a:cubicBezTo>
                <a:cubicBezTo>
                  <a:pt x="2263" y="310"/>
                  <a:pt x="2261" y="315"/>
                  <a:pt x="2258" y="318"/>
                </a:cubicBezTo>
                <a:cubicBezTo>
                  <a:pt x="2243" y="341"/>
                  <a:pt x="2238" y="374"/>
                  <a:pt x="2235" y="407"/>
                </a:cubicBezTo>
                <a:cubicBezTo>
                  <a:pt x="2222" y="538"/>
                  <a:pt x="2202" y="666"/>
                  <a:pt x="2169" y="791"/>
                </a:cubicBezTo>
                <a:cubicBezTo>
                  <a:pt x="2166" y="804"/>
                  <a:pt x="2153" y="812"/>
                  <a:pt x="2138" y="809"/>
                </a:cubicBezTo>
                <a:cubicBezTo>
                  <a:pt x="1946" y="773"/>
                  <a:pt x="1946" y="773"/>
                  <a:pt x="1946" y="773"/>
                </a:cubicBezTo>
                <a:cubicBezTo>
                  <a:pt x="1856" y="755"/>
                  <a:pt x="1761" y="727"/>
                  <a:pt x="1721" y="650"/>
                </a:cubicBezTo>
                <a:cubicBezTo>
                  <a:pt x="1639" y="650"/>
                  <a:pt x="1639" y="650"/>
                  <a:pt x="1639" y="650"/>
                </a:cubicBezTo>
                <a:cubicBezTo>
                  <a:pt x="1633" y="740"/>
                  <a:pt x="1633" y="740"/>
                  <a:pt x="1633" y="740"/>
                </a:cubicBezTo>
                <a:cubicBezTo>
                  <a:pt x="1633" y="745"/>
                  <a:pt x="1631" y="750"/>
                  <a:pt x="1628" y="755"/>
                </a:cubicBezTo>
                <a:cubicBezTo>
                  <a:pt x="1590" y="801"/>
                  <a:pt x="1534" y="773"/>
                  <a:pt x="1490" y="750"/>
                </a:cubicBezTo>
                <a:cubicBezTo>
                  <a:pt x="1459" y="735"/>
                  <a:pt x="1434" y="722"/>
                  <a:pt x="1421" y="727"/>
                </a:cubicBezTo>
                <a:cubicBezTo>
                  <a:pt x="1421" y="776"/>
                  <a:pt x="1388" y="824"/>
                  <a:pt x="1342" y="845"/>
                </a:cubicBezTo>
                <a:cubicBezTo>
                  <a:pt x="1301" y="888"/>
                  <a:pt x="1242" y="911"/>
                  <a:pt x="1183" y="909"/>
                </a:cubicBezTo>
                <a:cubicBezTo>
                  <a:pt x="1162" y="952"/>
                  <a:pt x="1129" y="988"/>
                  <a:pt x="1088" y="1011"/>
                </a:cubicBezTo>
                <a:cubicBezTo>
                  <a:pt x="1075" y="1070"/>
                  <a:pt x="1083" y="1134"/>
                  <a:pt x="1109" y="1185"/>
                </a:cubicBezTo>
                <a:cubicBezTo>
                  <a:pt x="1111" y="1188"/>
                  <a:pt x="1111" y="1188"/>
                  <a:pt x="1111" y="1188"/>
                </a:cubicBezTo>
                <a:cubicBezTo>
                  <a:pt x="1119" y="1201"/>
                  <a:pt x="1127" y="1219"/>
                  <a:pt x="1127" y="1239"/>
                </a:cubicBezTo>
                <a:cubicBezTo>
                  <a:pt x="1124" y="1278"/>
                  <a:pt x="1093" y="1298"/>
                  <a:pt x="1068" y="1313"/>
                </a:cubicBezTo>
                <a:cubicBezTo>
                  <a:pt x="1050" y="1324"/>
                  <a:pt x="1034" y="1334"/>
                  <a:pt x="1032" y="1347"/>
                </a:cubicBezTo>
                <a:cubicBezTo>
                  <a:pt x="1029" y="1354"/>
                  <a:pt x="1037" y="1367"/>
                  <a:pt x="1042" y="1380"/>
                </a:cubicBezTo>
                <a:cubicBezTo>
                  <a:pt x="1075" y="1449"/>
                  <a:pt x="1106" y="1503"/>
                  <a:pt x="1157" y="1534"/>
                </a:cubicBezTo>
                <a:cubicBezTo>
                  <a:pt x="1183" y="1549"/>
                  <a:pt x="1216" y="1559"/>
                  <a:pt x="1247" y="1569"/>
                </a:cubicBezTo>
                <a:cubicBezTo>
                  <a:pt x="1265" y="1574"/>
                  <a:pt x="1280" y="1580"/>
                  <a:pt x="1296" y="1585"/>
                </a:cubicBezTo>
                <a:cubicBezTo>
                  <a:pt x="1337" y="1600"/>
                  <a:pt x="1406" y="1633"/>
                  <a:pt x="1421" y="1702"/>
                </a:cubicBezTo>
                <a:cubicBezTo>
                  <a:pt x="1426" y="1720"/>
                  <a:pt x="1426" y="1738"/>
                  <a:pt x="1426" y="1754"/>
                </a:cubicBezTo>
                <a:cubicBezTo>
                  <a:pt x="1426" y="1774"/>
                  <a:pt x="1426" y="1774"/>
                  <a:pt x="1426" y="1774"/>
                </a:cubicBezTo>
                <a:cubicBezTo>
                  <a:pt x="1426" y="1792"/>
                  <a:pt x="1431" y="1810"/>
                  <a:pt x="1436" y="1825"/>
                </a:cubicBezTo>
                <a:cubicBezTo>
                  <a:pt x="1475" y="1933"/>
                  <a:pt x="1613" y="1974"/>
                  <a:pt x="1713" y="1946"/>
                </a:cubicBezTo>
                <a:cubicBezTo>
                  <a:pt x="1721" y="1943"/>
                  <a:pt x="1728" y="1946"/>
                  <a:pt x="1733" y="1948"/>
                </a:cubicBezTo>
                <a:cubicBezTo>
                  <a:pt x="1738" y="1953"/>
                  <a:pt x="1744" y="1958"/>
                  <a:pt x="1744" y="1966"/>
                </a:cubicBezTo>
                <a:cubicBezTo>
                  <a:pt x="1754" y="2048"/>
                  <a:pt x="1767" y="2133"/>
                  <a:pt x="1800" y="2207"/>
                </a:cubicBezTo>
                <a:cubicBezTo>
                  <a:pt x="1831" y="2271"/>
                  <a:pt x="1877" y="2322"/>
                  <a:pt x="1928" y="2348"/>
                </a:cubicBezTo>
                <a:cubicBezTo>
                  <a:pt x="1915" y="2220"/>
                  <a:pt x="1928" y="2089"/>
                  <a:pt x="1969" y="1966"/>
                </a:cubicBezTo>
                <a:cubicBezTo>
                  <a:pt x="1971" y="1958"/>
                  <a:pt x="1979" y="1951"/>
                  <a:pt x="1987" y="1951"/>
                </a:cubicBezTo>
                <a:cubicBezTo>
                  <a:pt x="1994" y="1948"/>
                  <a:pt x="2005" y="1951"/>
                  <a:pt x="2010" y="1956"/>
                </a:cubicBezTo>
                <a:cubicBezTo>
                  <a:pt x="2061" y="1997"/>
                  <a:pt x="2061" y="1997"/>
                  <a:pt x="2061" y="1997"/>
                </a:cubicBezTo>
                <a:cubicBezTo>
                  <a:pt x="2089" y="1892"/>
                  <a:pt x="2089" y="1892"/>
                  <a:pt x="2089" y="1892"/>
                </a:cubicBezTo>
                <a:cubicBezTo>
                  <a:pt x="2089" y="1889"/>
                  <a:pt x="2092" y="1887"/>
                  <a:pt x="2094" y="1884"/>
                </a:cubicBezTo>
                <a:cubicBezTo>
                  <a:pt x="2107" y="1866"/>
                  <a:pt x="2125" y="1859"/>
                  <a:pt x="2148" y="1859"/>
                </a:cubicBezTo>
                <a:cubicBezTo>
                  <a:pt x="2189" y="1859"/>
                  <a:pt x="2230" y="1892"/>
                  <a:pt x="2256" y="1923"/>
                </a:cubicBezTo>
                <a:cubicBezTo>
                  <a:pt x="2279" y="1953"/>
                  <a:pt x="2304" y="1974"/>
                  <a:pt x="2322" y="1976"/>
                </a:cubicBezTo>
                <a:cubicBezTo>
                  <a:pt x="2327" y="1976"/>
                  <a:pt x="2330" y="1976"/>
                  <a:pt x="2332" y="1974"/>
                </a:cubicBezTo>
                <a:cubicBezTo>
                  <a:pt x="2340" y="1956"/>
                  <a:pt x="2343" y="1930"/>
                  <a:pt x="2332" y="1910"/>
                </a:cubicBezTo>
                <a:cubicBezTo>
                  <a:pt x="2325" y="1887"/>
                  <a:pt x="2307" y="1866"/>
                  <a:pt x="2284" y="1859"/>
                </a:cubicBezTo>
                <a:cubicBezTo>
                  <a:pt x="2279" y="1856"/>
                  <a:pt x="2273" y="1856"/>
                  <a:pt x="2268" y="1854"/>
                </a:cubicBezTo>
                <a:cubicBezTo>
                  <a:pt x="2248" y="1848"/>
                  <a:pt x="2225" y="1841"/>
                  <a:pt x="2209" y="1820"/>
                </a:cubicBezTo>
                <a:cubicBezTo>
                  <a:pt x="2194" y="1800"/>
                  <a:pt x="2197" y="1774"/>
                  <a:pt x="2197" y="1756"/>
                </a:cubicBezTo>
                <a:cubicBezTo>
                  <a:pt x="2199" y="1713"/>
                  <a:pt x="2194" y="1638"/>
                  <a:pt x="2148" y="1610"/>
                </a:cubicBezTo>
                <a:cubicBezTo>
                  <a:pt x="2133" y="1603"/>
                  <a:pt x="2115" y="1598"/>
                  <a:pt x="2094" y="1592"/>
                </a:cubicBezTo>
                <a:cubicBezTo>
                  <a:pt x="2058" y="1585"/>
                  <a:pt x="2020" y="1574"/>
                  <a:pt x="1997" y="1539"/>
                </a:cubicBezTo>
                <a:cubicBezTo>
                  <a:pt x="1979" y="1508"/>
                  <a:pt x="1979" y="1472"/>
                  <a:pt x="1982" y="1446"/>
                </a:cubicBezTo>
                <a:cubicBezTo>
                  <a:pt x="1984" y="1418"/>
                  <a:pt x="1994" y="1380"/>
                  <a:pt x="2020" y="1362"/>
                </a:cubicBezTo>
                <a:cubicBezTo>
                  <a:pt x="2033" y="1352"/>
                  <a:pt x="2051" y="1349"/>
                  <a:pt x="2066" y="1354"/>
                </a:cubicBezTo>
                <a:cubicBezTo>
                  <a:pt x="2084" y="1359"/>
                  <a:pt x="2097" y="1372"/>
                  <a:pt x="2105" y="1382"/>
                </a:cubicBezTo>
                <a:cubicBezTo>
                  <a:pt x="2169" y="1459"/>
                  <a:pt x="2220" y="1490"/>
                  <a:pt x="2263" y="1485"/>
                </a:cubicBezTo>
                <a:cubicBezTo>
                  <a:pt x="2263" y="1436"/>
                  <a:pt x="2245" y="1385"/>
                  <a:pt x="2215" y="1347"/>
                </a:cubicBezTo>
                <a:cubicBezTo>
                  <a:pt x="2209" y="1342"/>
                  <a:pt x="2209" y="1334"/>
                  <a:pt x="2209" y="1326"/>
                </a:cubicBezTo>
                <a:cubicBezTo>
                  <a:pt x="2209" y="1318"/>
                  <a:pt x="2215" y="1313"/>
                  <a:pt x="2220" y="1308"/>
                </a:cubicBezTo>
                <a:cubicBezTo>
                  <a:pt x="2253" y="1285"/>
                  <a:pt x="2297" y="1283"/>
                  <a:pt x="2337" y="1301"/>
                </a:cubicBezTo>
                <a:cubicBezTo>
                  <a:pt x="2378" y="1318"/>
                  <a:pt x="2404" y="1357"/>
                  <a:pt x="2407" y="1395"/>
                </a:cubicBezTo>
                <a:cubicBezTo>
                  <a:pt x="2407" y="1406"/>
                  <a:pt x="2407" y="1406"/>
                  <a:pt x="2407" y="1406"/>
                </a:cubicBezTo>
                <a:cubicBezTo>
                  <a:pt x="2407" y="1411"/>
                  <a:pt x="2407" y="1421"/>
                  <a:pt x="2409" y="1423"/>
                </a:cubicBezTo>
                <a:cubicBezTo>
                  <a:pt x="2409" y="1423"/>
                  <a:pt x="2414" y="1423"/>
                  <a:pt x="2419" y="1426"/>
                </a:cubicBezTo>
                <a:cubicBezTo>
                  <a:pt x="2427" y="1426"/>
                  <a:pt x="2437" y="1429"/>
                  <a:pt x="2448" y="1434"/>
                </a:cubicBezTo>
                <a:cubicBezTo>
                  <a:pt x="2471" y="1446"/>
                  <a:pt x="2478" y="1472"/>
                  <a:pt x="2481" y="1490"/>
                </a:cubicBezTo>
                <a:cubicBezTo>
                  <a:pt x="2483" y="1500"/>
                  <a:pt x="2486" y="1510"/>
                  <a:pt x="2489" y="1516"/>
                </a:cubicBezTo>
                <a:cubicBezTo>
                  <a:pt x="2489" y="1516"/>
                  <a:pt x="2491" y="1521"/>
                  <a:pt x="2501" y="1518"/>
                </a:cubicBezTo>
                <a:cubicBezTo>
                  <a:pt x="2514" y="1516"/>
                  <a:pt x="2524" y="1505"/>
                  <a:pt x="2527" y="1495"/>
                </a:cubicBezTo>
                <a:cubicBezTo>
                  <a:pt x="2532" y="1470"/>
                  <a:pt x="2519" y="1441"/>
                  <a:pt x="2501" y="1411"/>
                </a:cubicBezTo>
                <a:cubicBezTo>
                  <a:pt x="2496" y="1403"/>
                  <a:pt x="2496" y="1393"/>
                  <a:pt x="2501" y="1385"/>
                </a:cubicBezTo>
                <a:cubicBezTo>
                  <a:pt x="2506" y="1377"/>
                  <a:pt x="2514" y="1372"/>
                  <a:pt x="2522" y="1372"/>
                </a:cubicBezTo>
                <a:cubicBezTo>
                  <a:pt x="2593" y="1367"/>
                  <a:pt x="2665" y="1385"/>
                  <a:pt x="2727" y="1421"/>
                </a:cubicBezTo>
                <a:cubicBezTo>
                  <a:pt x="2732" y="1408"/>
                  <a:pt x="2729" y="1390"/>
                  <a:pt x="2724" y="1375"/>
                </a:cubicBezTo>
                <a:cubicBezTo>
                  <a:pt x="2719" y="1362"/>
                  <a:pt x="2711" y="1349"/>
                  <a:pt x="2704" y="1334"/>
                </a:cubicBezTo>
                <a:cubicBezTo>
                  <a:pt x="2696" y="1318"/>
                  <a:pt x="2686" y="1306"/>
                  <a:pt x="2681" y="1288"/>
                </a:cubicBezTo>
                <a:cubicBezTo>
                  <a:pt x="2673" y="1265"/>
                  <a:pt x="2673" y="1265"/>
                  <a:pt x="2673" y="1265"/>
                </a:cubicBezTo>
                <a:cubicBezTo>
                  <a:pt x="2670" y="1252"/>
                  <a:pt x="2665" y="1242"/>
                  <a:pt x="2660" y="1231"/>
                </a:cubicBezTo>
                <a:cubicBezTo>
                  <a:pt x="2650" y="1216"/>
                  <a:pt x="2632" y="1203"/>
                  <a:pt x="2611" y="1190"/>
                </a:cubicBezTo>
                <a:cubicBezTo>
                  <a:pt x="2601" y="1183"/>
                  <a:pt x="2591" y="1178"/>
                  <a:pt x="2581" y="1167"/>
                </a:cubicBezTo>
                <a:cubicBezTo>
                  <a:pt x="2563" y="1152"/>
                  <a:pt x="2547" y="1137"/>
                  <a:pt x="2532" y="1119"/>
                </a:cubicBezTo>
                <a:cubicBezTo>
                  <a:pt x="2514" y="1098"/>
                  <a:pt x="2496" y="1078"/>
                  <a:pt x="2473" y="1068"/>
                </a:cubicBezTo>
                <a:cubicBezTo>
                  <a:pt x="2455" y="1057"/>
                  <a:pt x="2427" y="1060"/>
                  <a:pt x="2409" y="1073"/>
                </a:cubicBezTo>
                <a:cubicBezTo>
                  <a:pt x="2396" y="1080"/>
                  <a:pt x="2399" y="1091"/>
                  <a:pt x="2399" y="1093"/>
                </a:cubicBezTo>
                <a:cubicBezTo>
                  <a:pt x="2399" y="1101"/>
                  <a:pt x="2396" y="1109"/>
                  <a:pt x="2391" y="1114"/>
                </a:cubicBezTo>
                <a:cubicBezTo>
                  <a:pt x="2386" y="1119"/>
                  <a:pt x="2378" y="1121"/>
                  <a:pt x="2371" y="1121"/>
                </a:cubicBezTo>
                <a:cubicBezTo>
                  <a:pt x="2312" y="1114"/>
                  <a:pt x="2261" y="1065"/>
                  <a:pt x="2248" y="1009"/>
                </a:cubicBezTo>
                <a:cubicBezTo>
                  <a:pt x="2245" y="1001"/>
                  <a:pt x="2248" y="996"/>
                  <a:pt x="2250" y="988"/>
                </a:cubicBezTo>
                <a:cubicBezTo>
                  <a:pt x="2253" y="981"/>
                  <a:pt x="2261" y="978"/>
                  <a:pt x="2266" y="978"/>
                </a:cubicBezTo>
                <a:cubicBezTo>
                  <a:pt x="2279" y="975"/>
                  <a:pt x="2291" y="965"/>
                  <a:pt x="2302" y="952"/>
                </a:cubicBezTo>
                <a:cubicBezTo>
                  <a:pt x="2312" y="940"/>
                  <a:pt x="2312" y="922"/>
                  <a:pt x="2309" y="909"/>
                </a:cubicBezTo>
                <a:cubicBezTo>
                  <a:pt x="2307" y="899"/>
                  <a:pt x="2309" y="888"/>
                  <a:pt x="2317" y="883"/>
                </a:cubicBezTo>
                <a:cubicBezTo>
                  <a:pt x="2325" y="876"/>
                  <a:pt x="2335" y="876"/>
                  <a:pt x="2343" y="878"/>
                </a:cubicBezTo>
                <a:cubicBezTo>
                  <a:pt x="2430" y="911"/>
                  <a:pt x="2524" y="929"/>
                  <a:pt x="2617" y="929"/>
                </a:cubicBezTo>
                <a:cubicBezTo>
                  <a:pt x="2732" y="929"/>
                  <a:pt x="2834" y="901"/>
                  <a:pt x="2919" y="850"/>
                </a:cubicBezTo>
                <a:cubicBezTo>
                  <a:pt x="2931" y="842"/>
                  <a:pt x="2947" y="847"/>
                  <a:pt x="2954" y="858"/>
                </a:cubicBezTo>
                <a:cubicBezTo>
                  <a:pt x="2962" y="868"/>
                  <a:pt x="2957" y="886"/>
                  <a:pt x="2947" y="894"/>
                </a:cubicBezTo>
                <a:cubicBezTo>
                  <a:pt x="2855" y="950"/>
                  <a:pt x="2742" y="981"/>
                  <a:pt x="2619" y="981"/>
                </a:cubicBezTo>
                <a:cubicBezTo>
                  <a:pt x="2617" y="981"/>
                  <a:pt x="2617" y="981"/>
                  <a:pt x="2617" y="981"/>
                </a:cubicBezTo>
                <a:cubicBezTo>
                  <a:pt x="2529" y="981"/>
                  <a:pt x="2445" y="968"/>
                  <a:pt x="2363" y="940"/>
                </a:cubicBezTo>
                <a:cubicBezTo>
                  <a:pt x="2361" y="952"/>
                  <a:pt x="2355" y="968"/>
                  <a:pt x="2348" y="981"/>
                </a:cubicBezTo>
                <a:cubicBezTo>
                  <a:pt x="2337" y="998"/>
                  <a:pt x="2322" y="1011"/>
                  <a:pt x="2307" y="1022"/>
                </a:cubicBezTo>
                <a:cubicBezTo>
                  <a:pt x="2317" y="1042"/>
                  <a:pt x="2335" y="1057"/>
                  <a:pt x="2355" y="1068"/>
                </a:cubicBezTo>
                <a:cubicBezTo>
                  <a:pt x="2361" y="1055"/>
                  <a:pt x="2371" y="1045"/>
                  <a:pt x="2384" y="1034"/>
                </a:cubicBezTo>
                <a:cubicBezTo>
                  <a:pt x="2417" y="1011"/>
                  <a:pt x="2465" y="1009"/>
                  <a:pt x="2501" y="1027"/>
                </a:cubicBezTo>
                <a:cubicBezTo>
                  <a:pt x="2532" y="1042"/>
                  <a:pt x="2553" y="1068"/>
                  <a:pt x="2573" y="1091"/>
                </a:cubicBezTo>
                <a:cubicBezTo>
                  <a:pt x="2586" y="1106"/>
                  <a:pt x="2599" y="1121"/>
                  <a:pt x="2614" y="1132"/>
                </a:cubicBezTo>
                <a:cubicBezTo>
                  <a:pt x="2622" y="1139"/>
                  <a:pt x="2632" y="1144"/>
                  <a:pt x="2642" y="1150"/>
                </a:cubicBezTo>
                <a:cubicBezTo>
                  <a:pt x="2665" y="1165"/>
                  <a:pt x="2691" y="1180"/>
                  <a:pt x="2706" y="1206"/>
                </a:cubicBezTo>
                <a:cubicBezTo>
                  <a:pt x="2714" y="1221"/>
                  <a:pt x="2719" y="1234"/>
                  <a:pt x="2724" y="1249"/>
                </a:cubicBezTo>
                <a:cubicBezTo>
                  <a:pt x="2727" y="1257"/>
                  <a:pt x="2729" y="1262"/>
                  <a:pt x="2732" y="1270"/>
                </a:cubicBezTo>
                <a:cubicBezTo>
                  <a:pt x="2737" y="1283"/>
                  <a:pt x="2745" y="1295"/>
                  <a:pt x="2752" y="1308"/>
                </a:cubicBezTo>
                <a:cubicBezTo>
                  <a:pt x="2760" y="1324"/>
                  <a:pt x="2770" y="1339"/>
                  <a:pt x="2778" y="1357"/>
                </a:cubicBezTo>
                <a:cubicBezTo>
                  <a:pt x="2793" y="1395"/>
                  <a:pt x="2791" y="1449"/>
                  <a:pt x="2750" y="1475"/>
                </a:cubicBezTo>
                <a:cubicBezTo>
                  <a:pt x="2742" y="1480"/>
                  <a:pt x="2729" y="1480"/>
                  <a:pt x="2721" y="1475"/>
                </a:cubicBezTo>
                <a:cubicBezTo>
                  <a:pt x="2678" y="1444"/>
                  <a:pt x="2624" y="1426"/>
                  <a:pt x="2570" y="1421"/>
                </a:cubicBezTo>
                <a:cubicBezTo>
                  <a:pt x="2581" y="1446"/>
                  <a:pt x="2588" y="1475"/>
                  <a:pt x="2581" y="1503"/>
                </a:cubicBezTo>
                <a:cubicBezTo>
                  <a:pt x="2573" y="1531"/>
                  <a:pt x="2547" y="1557"/>
                  <a:pt x="2517" y="1564"/>
                </a:cubicBezTo>
                <a:cubicBezTo>
                  <a:pt x="2491" y="1569"/>
                  <a:pt x="2468" y="1564"/>
                  <a:pt x="2453" y="1546"/>
                </a:cubicBezTo>
                <a:cubicBezTo>
                  <a:pt x="2440" y="1531"/>
                  <a:pt x="2437" y="1516"/>
                  <a:pt x="2432" y="1500"/>
                </a:cubicBezTo>
                <a:cubicBezTo>
                  <a:pt x="2430" y="1490"/>
                  <a:pt x="2427" y="1480"/>
                  <a:pt x="2425" y="1477"/>
                </a:cubicBezTo>
                <a:cubicBezTo>
                  <a:pt x="2422" y="1477"/>
                  <a:pt x="2417" y="1475"/>
                  <a:pt x="2414" y="1475"/>
                </a:cubicBezTo>
                <a:cubicBezTo>
                  <a:pt x="2404" y="1472"/>
                  <a:pt x="2391" y="1472"/>
                  <a:pt x="2378" y="1462"/>
                </a:cubicBezTo>
                <a:cubicBezTo>
                  <a:pt x="2361" y="1446"/>
                  <a:pt x="2361" y="1423"/>
                  <a:pt x="2361" y="1408"/>
                </a:cubicBezTo>
                <a:cubicBezTo>
                  <a:pt x="2361" y="1400"/>
                  <a:pt x="2361" y="1400"/>
                  <a:pt x="2361" y="1400"/>
                </a:cubicBezTo>
                <a:cubicBezTo>
                  <a:pt x="2358" y="1375"/>
                  <a:pt x="2340" y="1357"/>
                  <a:pt x="2320" y="1349"/>
                </a:cubicBezTo>
                <a:cubicBezTo>
                  <a:pt x="2307" y="1344"/>
                  <a:pt x="2291" y="1339"/>
                  <a:pt x="2279" y="1342"/>
                </a:cubicBezTo>
                <a:cubicBezTo>
                  <a:pt x="2307" y="1390"/>
                  <a:pt x="2322" y="1446"/>
                  <a:pt x="2320" y="1505"/>
                </a:cubicBezTo>
                <a:cubicBezTo>
                  <a:pt x="2320" y="1516"/>
                  <a:pt x="2312" y="1523"/>
                  <a:pt x="2304" y="1528"/>
                </a:cubicBezTo>
                <a:cubicBezTo>
                  <a:pt x="2212" y="1564"/>
                  <a:pt x="2128" y="1482"/>
                  <a:pt x="2071" y="1416"/>
                </a:cubicBezTo>
                <a:cubicBezTo>
                  <a:pt x="2058" y="1403"/>
                  <a:pt x="2058" y="1403"/>
                  <a:pt x="2058" y="1403"/>
                </a:cubicBezTo>
                <a:cubicBezTo>
                  <a:pt x="2053" y="1403"/>
                  <a:pt x="2043" y="1423"/>
                  <a:pt x="2041" y="1449"/>
                </a:cubicBezTo>
                <a:cubicBezTo>
                  <a:pt x="2038" y="1475"/>
                  <a:pt x="2038" y="1495"/>
                  <a:pt x="2048" y="1510"/>
                </a:cubicBezTo>
                <a:cubicBezTo>
                  <a:pt x="2061" y="1528"/>
                  <a:pt x="2084" y="1536"/>
                  <a:pt x="2115" y="1544"/>
                </a:cubicBezTo>
                <a:cubicBezTo>
                  <a:pt x="2138" y="1549"/>
                  <a:pt x="2161" y="1557"/>
                  <a:pt x="2181" y="1569"/>
                </a:cubicBezTo>
                <a:cubicBezTo>
                  <a:pt x="2248" y="1610"/>
                  <a:pt x="2258" y="1695"/>
                  <a:pt x="2256" y="1761"/>
                </a:cubicBezTo>
                <a:cubicBezTo>
                  <a:pt x="2256" y="1774"/>
                  <a:pt x="2256" y="1790"/>
                  <a:pt x="2258" y="1795"/>
                </a:cubicBezTo>
                <a:cubicBezTo>
                  <a:pt x="2263" y="1802"/>
                  <a:pt x="2276" y="1805"/>
                  <a:pt x="2289" y="1807"/>
                </a:cubicBezTo>
                <a:cubicBezTo>
                  <a:pt x="2294" y="1810"/>
                  <a:pt x="2302" y="1810"/>
                  <a:pt x="2307" y="1813"/>
                </a:cubicBezTo>
                <a:cubicBezTo>
                  <a:pt x="2343" y="1825"/>
                  <a:pt x="2371" y="1856"/>
                  <a:pt x="2386" y="1894"/>
                </a:cubicBezTo>
                <a:cubicBezTo>
                  <a:pt x="2401" y="1933"/>
                  <a:pt x="2399" y="1974"/>
                  <a:pt x="2378" y="2007"/>
                </a:cubicBezTo>
                <a:cubicBezTo>
                  <a:pt x="2371" y="2015"/>
                  <a:pt x="2371" y="2015"/>
                  <a:pt x="2371" y="2015"/>
                </a:cubicBezTo>
                <a:cubicBezTo>
                  <a:pt x="2355" y="2028"/>
                  <a:pt x="2337" y="2033"/>
                  <a:pt x="2317" y="2030"/>
                </a:cubicBezTo>
                <a:cubicBezTo>
                  <a:pt x="2273" y="2025"/>
                  <a:pt x="2235" y="1982"/>
                  <a:pt x="2217" y="1956"/>
                </a:cubicBezTo>
                <a:cubicBezTo>
                  <a:pt x="2199" y="1933"/>
                  <a:pt x="2169" y="1912"/>
                  <a:pt x="2151" y="1912"/>
                </a:cubicBezTo>
                <a:cubicBezTo>
                  <a:pt x="2145" y="1912"/>
                  <a:pt x="2143" y="1912"/>
                  <a:pt x="2140" y="1915"/>
                </a:cubicBezTo>
                <a:cubicBezTo>
                  <a:pt x="2102" y="2051"/>
                  <a:pt x="2102" y="2051"/>
                  <a:pt x="2102" y="2051"/>
                </a:cubicBezTo>
                <a:cubicBezTo>
                  <a:pt x="2099" y="2058"/>
                  <a:pt x="2094" y="2066"/>
                  <a:pt x="2084" y="2069"/>
                </a:cubicBezTo>
                <a:cubicBezTo>
                  <a:pt x="2076" y="2071"/>
                  <a:pt x="2066" y="2069"/>
                  <a:pt x="2061" y="2063"/>
                </a:cubicBezTo>
                <a:cubicBezTo>
                  <a:pt x="2010" y="2022"/>
                  <a:pt x="2010" y="2022"/>
                  <a:pt x="2010" y="2022"/>
                </a:cubicBezTo>
                <a:cubicBezTo>
                  <a:pt x="1977" y="2140"/>
                  <a:pt x="1969" y="2266"/>
                  <a:pt x="1987" y="2386"/>
                </a:cubicBezTo>
                <a:cubicBezTo>
                  <a:pt x="1987" y="2394"/>
                  <a:pt x="1984" y="2404"/>
                  <a:pt x="1979" y="2409"/>
                </a:cubicBezTo>
                <a:cubicBezTo>
                  <a:pt x="1969" y="2412"/>
                  <a:pt x="1964" y="2414"/>
                  <a:pt x="1959" y="2414"/>
                </a:cubicBezTo>
                <a:close/>
                <a:moveTo>
                  <a:pt x="530" y="2598"/>
                </a:moveTo>
                <a:cubicBezTo>
                  <a:pt x="522" y="2598"/>
                  <a:pt x="517" y="2596"/>
                  <a:pt x="512" y="2591"/>
                </a:cubicBezTo>
                <a:cubicBezTo>
                  <a:pt x="392" y="2473"/>
                  <a:pt x="282" y="2345"/>
                  <a:pt x="182" y="2207"/>
                </a:cubicBezTo>
                <a:cubicBezTo>
                  <a:pt x="136" y="2145"/>
                  <a:pt x="90" y="2084"/>
                  <a:pt x="26" y="2086"/>
                </a:cubicBezTo>
                <a:cubicBezTo>
                  <a:pt x="10" y="2086"/>
                  <a:pt x="0" y="2076"/>
                  <a:pt x="0" y="2061"/>
                </a:cubicBezTo>
                <a:cubicBezTo>
                  <a:pt x="0" y="2046"/>
                  <a:pt x="10" y="2035"/>
                  <a:pt x="26" y="2035"/>
                </a:cubicBezTo>
                <a:cubicBezTo>
                  <a:pt x="120" y="2033"/>
                  <a:pt x="187" y="2125"/>
                  <a:pt x="225" y="2179"/>
                </a:cubicBezTo>
                <a:cubicBezTo>
                  <a:pt x="312" y="2299"/>
                  <a:pt x="407" y="2414"/>
                  <a:pt x="512" y="2519"/>
                </a:cubicBezTo>
                <a:cubicBezTo>
                  <a:pt x="510" y="2509"/>
                  <a:pt x="502" y="2499"/>
                  <a:pt x="497" y="2488"/>
                </a:cubicBezTo>
                <a:cubicBezTo>
                  <a:pt x="494" y="2483"/>
                  <a:pt x="489" y="2478"/>
                  <a:pt x="487" y="2473"/>
                </a:cubicBezTo>
                <a:cubicBezTo>
                  <a:pt x="466" y="2447"/>
                  <a:pt x="446" y="2417"/>
                  <a:pt x="443" y="2381"/>
                </a:cubicBezTo>
                <a:cubicBezTo>
                  <a:pt x="443" y="2366"/>
                  <a:pt x="446" y="2350"/>
                  <a:pt x="448" y="2337"/>
                </a:cubicBezTo>
                <a:cubicBezTo>
                  <a:pt x="451" y="2327"/>
                  <a:pt x="453" y="2319"/>
                  <a:pt x="453" y="2312"/>
                </a:cubicBezTo>
                <a:cubicBezTo>
                  <a:pt x="453" y="2286"/>
                  <a:pt x="440" y="2258"/>
                  <a:pt x="423" y="2232"/>
                </a:cubicBezTo>
                <a:cubicBezTo>
                  <a:pt x="412" y="2217"/>
                  <a:pt x="405" y="2202"/>
                  <a:pt x="397" y="2184"/>
                </a:cubicBezTo>
                <a:cubicBezTo>
                  <a:pt x="364" y="2102"/>
                  <a:pt x="387" y="2017"/>
                  <a:pt x="410" y="1935"/>
                </a:cubicBezTo>
                <a:cubicBezTo>
                  <a:pt x="430" y="1866"/>
                  <a:pt x="448" y="1800"/>
                  <a:pt x="433" y="1736"/>
                </a:cubicBezTo>
                <a:cubicBezTo>
                  <a:pt x="430" y="1731"/>
                  <a:pt x="430" y="1723"/>
                  <a:pt x="428" y="1718"/>
                </a:cubicBezTo>
                <a:cubicBezTo>
                  <a:pt x="423" y="1700"/>
                  <a:pt x="417" y="1679"/>
                  <a:pt x="417" y="1659"/>
                </a:cubicBezTo>
                <a:cubicBezTo>
                  <a:pt x="417" y="1623"/>
                  <a:pt x="435" y="1595"/>
                  <a:pt x="451" y="1572"/>
                </a:cubicBezTo>
                <a:cubicBezTo>
                  <a:pt x="545" y="1411"/>
                  <a:pt x="545" y="1411"/>
                  <a:pt x="545" y="1411"/>
                </a:cubicBezTo>
                <a:cubicBezTo>
                  <a:pt x="556" y="1395"/>
                  <a:pt x="563" y="1380"/>
                  <a:pt x="566" y="1362"/>
                </a:cubicBezTo>
                <a:cubicBezTo>
                  <a:pt x="574" y="1321"/>
                  <a:pt x="538" y="1283"/>
                  <a:pt x="505" y="1260"/>
                </a:cubicBezTo>
                <a:cubicBezTo>
                  <a:pt x="489" y="1249"/>
                  <a:pt x="471" y="1239"/>
                  <a:pt x="453" y="1231"/>
                </a:cubicBezTo>
                <a:cubicBezTo>
                  <a:pt x="425" y="1216"/>
                  <a:pt x="394" y="1201"/>
                  <a:pt x="369" y="1178"/>
                </a:cubicBezTo>
                <a:cubicBezTo>
                  <a:pt x="323" y="1137"/>
                  <a:pt x="292" y="1062"/>
                  <a:pt x="330" y="1006"/>
                </a:cubicBezTo>
                <a:cubicBezTo>
                  <a:pt x="336" y="996"/>
                  <a:pt x="348" y="993"/>
                  <a:pt x="359" y="996"/>
                </a:cubicBezTo>
                <a:cubicBezTo>
                  <a:pt x="387" y="1004"/>
                  <a:pt x="423" y="998"/>
                  <a:pt x="448" y="981"/>
                </a:cubicBezTo>
                <a:cubicBezTo>
                  <a:pt x="369" y="901"/>
                  <a:pt x="369" y="901"/>
                  <a:pt x="369" y="901"/>
                </a:cubicBezTo>
                <a:cubicBezTo>
                  <a:pt x="359" y="891"/>
                  <a:pt x="343" y="876"/>
                  <a:pt x="338" y="853"/>
                </a:cubicBezTo>
                <a:cubicBezTo>
                  <a:pt x="330" y="817"/>
                  <a:pt x="353" y="791"/>
                  <a:pt x="371" y="768"/>
                </a:cubicBezTo>
                <a:cubicBezTo>
                  <a:pt x="387" y="750"/>
                  <a:pt x="397" y="737"/>
                  <a:pt x="394" y="730"/>
                </a:cubicBezTo>
                <a:cubicBezTo>
                  <a:pt x="389" y="717"/>
                  <a:pt x="397" y="702"/>
                  <a:pt x="412" y="699"/>
                </a:cubicBezTo>
                <a:cubicBezTo>
                  <a:pt x="697" y="609"/>
                  <a:pt x="697" y="609"/>
                  <a:pt x="697" y="609"/>
                </a:cubicBezTo>
                <a:cubicBezTo>
                  <a:pt x="704" y="543"/>
                  <a:pt x="704" y="543"/>
                  <a:pt x="704" y="543"/>
                </a:cubicBezTo>
                <a:cubicBezTo>
                  <a:pt x="707" y="530"/>
                  <a:pt x="717" y="520"/>
                  <a:pt x="730" y="520"/>
                </a:cubicBezTo>
                <a:cubicBezTo>
                  <a:pt x="845" y="522"/>
                  <a:pt x="845" y="522"/>
                  <a:pt x="845" y="522"/>
                </a:cubicBezTo>
                <a:cubicBezTo>
                  <a:pt x="825" y="474"/>
                  <a:pt x="807" y="422"/>
                  <a:pt x="786" y="374"/>
                </a:cubicBezTo>
                <a:cubicBezTo>
                  <a:pt x="776" y="346"/>
                  <a:pt x="766" y="312"/>
                  <a:pt x="781" y="282"/>
                </a:cubicBezTo>
                <a:cubicBezTo>
                  <a:pt x="791" y="261"/>
                  <a:pt x="807" y="248"/>
                  <a:pt x="822" y="238"/>
                </a:cubicBezTo>
                <a:cubicBezTo>
                  <a:pt x="830" y="233"/>
                  <a:pt x="840" y="225"/>
                  <a:pt x="845" y="220"/>
                </a:cubicBezTo>
                <a:cubicBezTo>
                  <a:pt x="860" y="200"/>
                  <a:pt x="850" y="164"/>
                  <a:pt x="827" y="146"/>
                </a:cubicBezTo>
                <a:cubicBezTo>
                  <a:pt x="801" y="123"/>
                  <a:pt x="760" y="115"/>
                  <a:pt x="727" y="108"/>
                </a:cubicBezTo>
                <a:cubicBezTo>
                  <a:pt x="717" y="105"/>
                  <a:pt x="709" y="97"/>
                  <a:pt x="707" y="90"/>
                </a:cubicBezTo>
                <a:cubicBezTo>
                  <a:pt x="691" y="33"/>
                  <a:pt x="691" y="33"/>
                  <a:pt x="691" y="33"/>
                </a:cubicBezTo>
                <a:cubicBezTo>
                  <a:pt x="689" y="21"/>
                  <a:pt x="697" y="5"/>
                  <a:pt x="709" y="3"/>
                </a:cubicBezTo>
                <a:cubicBezTo>
                  <a:pt x="722" y="0"/>
                  <a:pt x="737" y="8"/>
                  <a:pt x="740" y="21"/>
                </a:cubicBezTo>
                <a:cubicBezTo>
                  <a:pt x="750" y="64"/>
                  <a:pt x="750" y="64"/>
                  <a:pt x="750" y="64"/>
                </a:cubicBezTo>
                <a:cubicBezTo>
                  <a:pt x="786" y="72"/>
                  <a:pt x="827" y="82"/>
                  <a:pt x="858" y="110"/>
                </a:cubicBezTo>
                <a:cubicBezTo>
                  <a:pt x="896" y="143"/>
                  <a:pt x="917" y="210"/>
                  <a:pt x="881" y="254"/>
                </a:cubicBezTo>
                <a:cubicBezTo>
                  <a:pt x="871" y="266"/>
                  <a:pt x="858" y="274"/>
                  <a:pt x="848" y="282"/>
                </a:cubicBezTo>
                <a:cubicBezTo>
                  <a:pt x="837" y="289"/>
                  <a:pt x="827" y="297"/>
                  <a:pt x="822" y="305"/>
                </a:cubicBezTo>
                <a:cubicBezTo>
                  <a:pt x="817" y="318"/>
                  <a:pt x="822" y="338"/>
                  <a:pt x="830" y="356"/>
                </a:cubicBezTo>
                <a:cubicBezTo>
                  <a:pt x="853" y="417"/>
                  <a:pt x="876" y="479"/>
                  <a:pt x="901" y="540"/>
                </a:cubicBezTo>
                <a:cubicBezTo>
                  <a:pt x="904" y="548"/>
                  <a:pt x="904" y="558"/>
                  <a:pt x="899" y="563"/>
                </a:cubicBezTo>
                <a:cubicBezTo>
                  <a:pt x="894" y="571"/>
                  <a:pt x="886" y="574"/>
                  <a:pt x="878" y="574"/>
                </a:cubicBezTo>
                <a:cubicBezTo>
                  <a:pt x="753" y="574"/>
                  <a:pt x="753" y="574"/>
                  <a:pt x="753" y="574"/>
                </a:cubicBezTo>
                <a:cubicBezTo>
                  <a:pt x="745" y="635"/>
                  <a:pt x="745" y="635"/>
                  <a:pt x="745" y="635"/>
                </a:cubicBezTo>
                <a:cubicBezTo>
                  <a:pt x="745" y="645"/>
                  <a:pt x="737" y="653"/>
                  <a:pt x="727" y="655"/>
                </a:cubicBezTo>
                <a:cubicBezTo>
                  <a:pt x="446" y="742"/>
                  <a:pt x="446" y="742"/>
                  <a:pt x="446" y="742"/>
                </a:cubicBezTo>
                <a:cubicBezTo>
                  <a:pt x="443" y="766"/>
                  <a:pt x="425" y="786"/>
                  <a:pt x="410" y="804"/>
                </a:cubicBezTo>
                <a:cubicBezTo>
                  <a:pt x="397" y="819"/>
                  <a:pt x="384" y="832"/>
                  <a:pt x="387" y="842"/>
                </a:cubicBezTo>
                <a:cubicBezTo>
                  <a:pt x="389" y="850"/>
                  <a:pt x="397" y="858"/>
                  <a:pt x="402" y="863"/>
                </a:cubicBezTo>
                <a:cubicBezTo>
                  <a:pt x="499" y="960"/>
                  <a:pt x="499" y="960"/>
                  <a:pt x="499" y="960"/>
                </a:cubicBezTo>
                <a:cubicBezTo>
                  <a:pt x="510" y="970"/>
                  <a:pt x="510" y="986"/>
                  <a:pt x="499" y="996"/>
                </a:cubicBezTo>
                <a:cubicBezTo>
                  <a:pt x="466" y="1034"/>
                  <a:pt x="412" y="1052"/>
                  <a:pt x="361" y="1045"/>
                </a:cubicBezTo>
                <a:cubicBezTo>
                  <a:pt x="353" y="1075"/>
                  <a:pt x="371" y="1111"/>
                  <a:pt x="397" y="1134"/>
                </a:cubicBezTo>
                <a:cubicBezTo>
                  <a:pt x="417" y="1152"/>
                  <a:pt x="443" y="1167"/>
                  <a:pt x="471" y="1180"/>
                </a:cubicBezTo>
                <a:cubicBezTo>
                  <a:pt x="489" y="1190"/>
                  <a:pt x="510" y="1201"/>
                  <a:pt x="528" y="1214"/>
                </a:cubicBezTo>
                <a:cubicBezTo>
                  <a:pt x="576" y="1244"/>
                  <a:pt x="622" y="1303"/>
                  <a:pt x="609" y="1367"/>
                </a:cubicBezTo>
                <a:cubicBezTo>
                  <a:pt x="604" y="1393"/>
                  <a:pt x="592" y="1413"/>
                  <a:pt x="581" y="1431"/>
                </a:cubicBezTo>
                <a:cubicBezTo>
                  <a:pt x="487" y="1592"/>
                  <a:pt x="487" y="1592"/>
                  <a:pt x="487" y="1592"/>
                </a:cubicBezTo>
                <a:cubicBezTo>
                  <a:pt x="474" y="1613"/>
                  <a:pt x="461" y="1633"/>
                  <a:pt x="461" y="1656"/>
                </a:cubicBezTo>
                <a:cubicBezTo>
                  <a:pt x="461" y="1669"/>
                  <a:pt x="466" y="1685"/>
                  <a:pt x="469" y="1700"/>
                </a:cubicBezTo>
                <a:cubicBezTo>
                  <a:pt x="471" y="1708"/>
                  <a:pt x="474" y="1713"/>
                  <a:pt x="474" y="1720"/>
                </a:cubicBezTo>
                <a:cubicBezTo>
                  <a:pt x="492" y="1797"/>
                  <a:pt x="471" y="1871"/>
                  <a:pt x="451" y="1946"/>
                </a:cubicBezTo>
                <a:cubicBezTo>
                  <a:pt x="430" y="2022"/>
                  <a:pt x="410" y="2094"/>
                  <a:pt x="435" y="2161"/>
                </a:cubicBezTo>
                <a:cubicBezTo>
                  <a:pt x="440" y="2176"/>
                  <a:pt x="448" y="2189"/>
                  <a:pt x="458" y="2204"/>
                </a:cubicBezTo>
                <a:cubicBezTo>
                  <a:pt x="476" y="2238"/>
                  <a:pt x="497" y="2271"/>
                  <a:pt x="494" y="2312"/>
                </a:cubicBezTo>
                <a:cubicBezTo>
                  <a:pt x="494" y="2325"/>
                  <a:pt x="492" y="2335"/>
                  <a:pt x="489" y="2348"/>
                </a:cubicBezTo>
                <a:cubicBezTo>
                  <a:pt x="487" y="2358"/>
                  <a:pt x="484" y="2368"/>
                  <a:pt x="484" y="2378"/>
                </a:cubicBezTo>
                <a:cubicBezTo>
                  <a:pt x="484" y="2401"/>
                  <a:pt x="499" y="2422"/>
                  <a:pt x="517" y="2442"/>
                </a:cubicBezTo>
                <a:cubicBezTo>
                  <a:pt x="522" y="2447"/>
                  <a:pt x="525" y="2453"/>
                  <a:pt x="530" y="2458"/>
                </a:cubicBezTo>
                <a:cubicBezTo>
                  <a:pt x="563" y="2506"/>
                  <a:pt x="569" y="2555"/>
                  <a:pt x="543" y="2588"/>
                </a:cubicBezTo>
                <a:cubicBezTo>
                  <a:pt x="545" y="2593"/>
                  <a:pt x="538" y="2598"/>
                  <a:pt x="530" y="2598"/>
                </a:cubicBezTo>
                <a:close/>
                <a:moveTo>
                  <a:pt x="530" y="2598"/>
                </a:moveTo>
                <a:cubicBezTo>
                  <a:pt x="530" y="2598"/>
                  <a:pt x="530" y="2598"/>
                  <a:pt x="530" y="2598"/>
                </a:cubicBezTo>
              </a:path>
            </a:pathLst>
          </a:custGeom>
          <a:solidFill>
            <a:srgbClr val="AE0D1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4" name="Freeform 28"/>
          <p:cNvSpPr>
            <a:spLocks noEditPoints="1"/>
          </p:cNvSpPr>
          <p:nvPr/>
        </p:nvSpPr>
        <p:spPr bwMode="auto">
          <a:xfrm>
            <a:off x="2197635" y="2122194"/>
            <a:ext cx="54669" cy="78515"/>
          </a:xfrm>
          <a:custGeom>
            <a:avLst/>
            <a:gdLst>
              <a:gd name="T0" fmla="*/ 48 w 325"/>
              <a:gd name="T1" fmla="*/ 466 h 466"/>
              <a:gd name="T2" fmla="*/ 23 w 325"/>
              <a:gd name="T3" fmla="*/ 464 h 466"/>
              <a:gd name="T4" fmla="*/ 5 w 325"/>
              <a:gd name="T5" fmla="*/ 433 h 466"/>
              <a:gd name="T6" fmla="*/ 35 w 325"/>
              <a:gd name="T7" fmla="*/ 415 h 466"/>
              <a:gd name="T8" fmla="*/ 120 w 325"/>
              <a:gd name="T9" fmla="*/ 367 h 466"/>
              <a:gd name="T10" fmla="*/ 123 w 325"/>
              <a:gd name="T11" fmla="*/ 349 h 466"/>
              <a:gd name="T12" fmla="*/ 125 w 325"/>
              <a:gd name="T13" fmla="*/ 331 h 466"/>
              <a:gd name="T14" fmla="*/ 181 w 325"/>
              <a:gd name="T15" fmla="*/ 246 h 466"/>
              <a:gd name="T16" fmla="*/ 230 w 325"/>
              <a:gd name="T17" fmla="*/ 221 h 466"/>
              <a:gd name="T18" fmla="*/ 266 w 325"/>
              <a:gd name="T19" fmla="*/ 203 h 466"/>
              <a:gd name="T20" fmla="*/ 169 w 325"/>
              <a:gd name="T21" fmla="*/ 39 h 466"/>
              <a:gd name="T22" fmla="*/ 184 w 325"/>
              <a:gd name="T23" fmla="*/ 6 h 466"/>
              <a:gd name="T24" fmla="*/ 217 w 325"/>
              <a:gd name="T25" fmla="*/ 21 h 466"/>
              <a:gd name="T26" fmla="*/ 294 w 325"/>
              <a:gd name="T27" fmla="*/ 157 h 466"/>
              <a:gd name="T28" fmla="*/ 322 w 325"/>
              <a:gd name="T29" fmla="*/ 203 h 466"/>
              <a:gd name="T30" fmla="*/ 299 w 325"/>
              <a:gd name="T31" fmla="*/ 239 h 466"/>
              <a:gd name="T32" fmla="*/ 245 w 325"/>
              <a:gd name="T33" fmla="*/ 267 h 466"/>
              <a:gd name="T34" fmla="*/ 204 w 325"/>
              <a:gd name="T35" fmla="*/ 287 h 466"/>
              <a:gd name="T36" fmla="*/ 176 w 325"/>
              <a:gd name="T37" fmla="*/ 341 h 466"/>
              <a:gd name="T38" fmla="*/ 174 w 325"/>
              <a:gd name="T39" fmla="*/ 356 h 466"/>
              <a:gd name="T40" fmla="*/ 169 w 325"/>
              <a:gd name="T41" fmla="*/ 379 h 466"/>
              <a:gd name="T42" fmla="*/ 48 w 325"/>
              <a:gd name="T43" fmla="*/ 466 h 466"/>
              <a:gd name="T44" fmla="*/ 48 w 325"/>
              <a:gd name="T45" fmla="*/ 466 h 466"/>
              <a:gd name="T46" fmla="*/ 48 w 325"/>
              <a:gd name="T47" fmla="*/ 466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5" h="466">
                <a:moveTo>
                  <a:pt x="48" y="466"/>
                </a:moveTo>
                <a:cubicBezTo>
                  <a:pt x="41" y="466"/>
                  <a:pt x="30" y="466"/>
                  <a:pt x="23" y="464"/>
                </a:cubicBezTo>
                <a:cubicBezTo>
                  <a:pt x="10" y="461"/>
                  <a:pt x="0" y="446"/>
                  <a:pt x="5" y="433"/>
                </a:cubicBezTo>
                <a:cubicBezTo>
                  <a:pt x="7" y="420"/>
                  <a:pt x="23" y="410"/>
                  <a:pt x="35" y="415"/>
                </a:cubicBezTo>
                <a:cubicBezTo>
                  <a:pt x="69" y="423"/>
                  <a:pt x="110" y="400"/>
                  <a:pt x="120" y="367"/>
                </a:cubicBezTo>
                <a:cubicBezTo>
                  <a:pt x="123" y="361"/>
                  <a:pt x="123" y="354"/>
                  <a:pt x="123" y="349"/>
                </a:cubicBezTo>
                <a:cubicBezTo>
                  <a:pt x="123" y="343"/>
                  <a:pt x="125" y="336"/>
                  <a:pt x="125" y="331"/>
                </a:cubicBezTo>
                <a:cubicBezTo>
                  <a:pt x="133" y="295"/>
                  <a:pt x="153" y="264"/>
                  <a:pt x="181" y="246"/>
                </a:cubicBezTo>
                <a:cubicBezTo>
                  <a:pt x="197" y="236"/>
                  <a:pt x="215" y="228"/>
                  <a:pt x="230" y="221"/>
                </a:cubicBezTo>
                <a:cubicBezTo>
                  <a:pt x="243" y="215"/>
                  <a:pt x="256" y="210"/>
                  <a:pt x="266" y="203"/>
                </a:cubicBezTo>
                <a:cubicBezTo>
                  <a:pt x="207" y="164"/>
                  <a:pt x="184" y="93"/>
                  <a:pt x="169" y="39"/>
                </a:cubicBezTo>
                <a:cubicBezTo>
                  <a:pt x="163" y="26"/>
                  <a:pt x="171" y="11"/>
                  <a:pt x="184" y="6"/>
                </a:cubicBezTo>
                <a:cubicBezTo>
                  <a:pt x="197" y="0"/>
                  <a:pt x="212" y="8"/>
                  <a:pt x="217" y="21"/>
                </a:cubicBezTo>
                <a:cubicBezTo>
                  <a:pt x="235" y="80"/>
                  <a:pt x="256" y="128"/>
                  <a:pt x="294" y="157"/>
                </a:cubicBezTo>
                <a:cubicBezTo>
                  <a:pt x="304" y="164"/>
                  <a:pt x="325" y="177"/>
                  <a:pt x="322" y="203"/>
                </a:cubicBezTo>
                <a:cubicBezTo>
                  <a:pt x="322" y="215"/>
                  <a:pt x="315" y="228"/>
                  <a:pt x="299" y="239"/>
                </a:cubicBezTo>
                <a:cubicBezTo>
                  <a:pt x="281" y="251"/>
                  <a:pt x="263" y="259"/>
                  <a:pt x="245" y="267"/>
                </a:cubicBezTo>
                <a:cubicBezTo>
                  <a:pt x="230" y="272"/>
                  <a:pt x="217" y="279"/>
                  <a:pt x="204" y="287"/>
                </a:cubicBezTo>
                <a:cubicBezTo>
                  <a:pt x="194" y="300"/>
                  <a:pt x="181" y="320"/>
                  <a:pt x="176" y="341"/>
                </a:cubicBezTo>
                <a:cubicBezTo>
                  <a:pt x="176" y="346"/>
                  <a:pt x="174" y="351"/>
                  <a:pt x="174" y="356"/>
                </a:cubicBezTo>
                <a:cubicBezTo>
                  <a:pt x="174" y="364"/>
                  <a:pt x="171" y="372"/>
                  <a:pt x="169" y="379"/>
                </a:cubicBezTo>
                <a:cubicBezTo>
                  <a:pt x="153" y="431"/>
                  <a:pt x="102" y="466"/>
                  <a:pt x="48" y="466"/>
                </a:cubicBezTo>
                <a:close/>
                <a:moveTo>
                  <a:pt x="48" y="466"/>
                </a:moveTo>
                <a:cubicBezTo>
                  <a:pt x="48" y="466"/>
                  <a:pt x="48" y="466"/>
                  <a:pt x="48" y="466"/>
                </a:cubicBezTo>
              </a:path>
            </a:pathLst>
          </a:custGeom>
          <a:solidFill>
            <a:srgbClr val="AE0D1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6" name="Freeform 39"/>
          <p:cNvSpPr>
            <a:spLocks noEditPoints="1"/>
          </p:cNvSpPr>
          <p:nvPr/>
        </p:nvSpPr>
        <p:spPr bwMode="auto">
          <a:xfrm>
            <a:off x="9658857" y="2127967"/>
            <a:ext cx="579972" cy="371485"/>
          </a:xfrm>
          <a:custGeom>
            <a:avLst/>
            <a:gdLst>
              <a:gd name="T0" fmla="*/ 3200 w 3251"/>
              <a:gd name="T1" fmla="*/ 2081 h 2081"/>
              <a:gd name="T2" fmla="*/ 51 w 3251"/>
              <a:gd name="T3" fmla="*/ 2081 h 2081"/>
              <a:gd name="T4" fmla="*/ 0 w 3251"/>
              <a:gd name="T5" fmla="*/ 2030 h 2081"/>
              <a:gd name="T6" fmla="*/ 0 w 3251"/>
              <a:gd name="T7" fmla="*/ 51 h 2081"/>
              <a:gd name="T8" fmla="*/ 51 w 3251"/>
              <a:gd name="T9" fmla="*/ 0 h 2081"/>
              <a:gd name="T10" fmla="*/ 1175 w 3251"/>
              <a:gd name="T11" fmla="*/ 0 h 2081"/>
              <a:gd name="T12" fmla="*/ 1226 w 3251"/>
              <a:gd name="T13" fmla="*/ 51 h 2081"/>
              <a:gd name="T14" fmla="*/ 1175 w 3251"/>
              <a:gd name="T15" fmla="*/ 102 h 2081"/>
              <a:gd name="T16" fmla="*/ 102 w 3251"/>
              <a:gd name="T17" fmla="*/ 102 h 2081"/>
              <a:gd name="T18" fmla="*/ 102 w 3251"/>
              <a:gd name="T19" fmla="*/ 1979 h 2081"/>
              <a:gd name="T20" fmla="*/ 3148 w 3251"/>
              <a:gd name="T21" fmla="*/ 1979 h 2081"/>
              <a:gd name="T22" fmla="*/ 3148 w 3251"/>
              <a:gd name="T23" fmla="*/ 102 h 2081"/>
              <a:gd name="T24" fmla="*/ 2076 w 3251"/>
              <a:gd name="T25" fmla="*/ 102 h 2081"/>
              <a:gd name="T26" fmla="*/ 2024 w 3251"/>
              <a:gd name="T27" fmla="*/ 51 h 2081"/>
              <a:gd name="T28" fmla="*/ 2076 w 3251"/>
              <a:gd name="T29" fmla="*/ 0 h 2081"/>
              <a:gd name="T30" fmla="*/ 3200 w 3251"/>
              <a:gd name="T31" fmla="*/ 0 h 2081"/>
              <a:gd name="T32" fmla="*/ 3251 w 3251"/>
              <a:gd name="T33" fmla="*/ 51 h 2081"/>
              <a:gd name="T34" fmla="*/ 3251 w 3251"/>
              <a:gd name="T35" fmla="*/ 2030 h 2081"/>
              <a:gd name="T36" fmla="*/ 3200 w 3251"/>
              <a:gd name="T37" fmla="*/ 2081 h 2081"/>
              <a:gd name="T38" fmla="*/ 3200 w 3251"/>
              <a:gd name="T39" fmla="*/ 2081 h 2081"/>
              <a:gd name="T40" fmla="*/ 3200 w 3251"/>
              <a:gd name="T41" fmla="*/ 2081 h 20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51" h="2081">
                <a:moveTo>
                  <a:pt x="3200" y="2081"/>
                </a:moveTo>
                <a:cubicBezTo>
                  <a:pt x="51" y="2081"/>
                  <a:pt x="51" y="2081"/>
                  <a:pt x="51" y="2081"/>
                </a:cubicBezTo>
                <a:cubicBezTo>
                  <a:pt x="23" y="2081"/>
                  <a:pt x="0" y="2058"/>
                  <a:pt x="0" y="2030"/>
                </a:cubicBezTo>
                <a:cubicBezTo>
                  <a:pt x="0" y="51"/>
                  <a:pt x="0" y="51"/>
                  <a:pt x="0" y="51"/>
                </a:cubicBezTo>
                <a:cubicBezTo>
                  <a:pt x="0" y="23"/>
                  <a:pt x="23" y="0"/>
                  <a:pt x="51" y="0"/>
                </a:cubicBezTo>
                <a:cubicBezTo>
                  <a:pt x="1175" y="0"/>
                  <a:pt x="1175" y="0"/>
                  <a:pt x="1175" y="0"/>
                </a:cubicBezTo>
                <a:cubicBezTo>
                  <a:pt x="1203" y="0"/>
                  <a:pt x="1226" y="23"/>
                  <a:pt x="1226" y="51"/>
                </a:cubicBezTo>
                <a:cubicBezTo>
                  <a:pt x="1226" y="79"/>
                  <a:pt x="1203" y="102"/>
                  <a:pt x="1175" y="102"/>
                </a:cubicBezTo>
                <a:cubicBezTo>
                  <a:pt x="102" y="102"/>
                  <a:pt x="102" y="102"/>
                  <a:pt x="102" y="102"/>
                </a:cubicBezTo>
                <a:cubicBezTo>
                  <a:pt x="102" y="1979"/>
                  <a:pt x="102" y="1979"/>
                  <a:pt x="102" y="1979"/>
                </a:cubicBezTo>
                <a:cubicBezTo>
                  <a:pt x="3148" y="1979"/>
                  <a:pt x="3148" y="1979"/>
                  <a:pt x="3148" y="1979"/>
                </a:cubicBezTo>
                <a:cubicBezTo>
                  <a:pt x="3148" y="102"/>
                  <a:pt x="3148" y="102"/>
                  <a:pt x="3148" y="102"/>
                </a:cubicBezTo>
                <a:cubicBezTo>
                  <a:pt x="2076" y="102"/>
                  <a:pt x="2076" y="102"/>
                  <a:pt x="2076" y="102"/>
                </a:cubicBezTo>
                <a:cubicBezTo>
                  <a:pt x="2048" y="102"/>
                  <a:pt x="2024" y="79"/>
                  <a:pt x="2024" y="51"/>
                </a:cubicBezTo>
                <a:cubicBezTo>
                  <a:pt x="2024" y="23"/>
                  <a:pt x="2048" y="0"/>
                  <a:pt x="2076" y="0"/>
                </a:cubicBezTo>
                <a:cubicBezTo>
                  <a:pt x="3200" y="0"/>
                  <a:pt x="3200" y="0"/>
                  <a:pt x="3200" y="0"/>
                </a:cubicBezTo>
                <a:cubicBezTo>
                  <a:pt x="3228" y="0"/>
                  <a:pt x="3251" y="23"/>
                  <a:pt x="3251" y="51"/>
                </a:cubicBezTo>
                <a:cubicBezTo>
                  <a:pt x="3251" y="2030"/>
                  <a:pt x="3251" y="2030"/>
                  <a:pt x="3251" y="2030"/>
                </a:cubicBezTo>
                <a:cubicBezTo>
                  <a:pt x="3251" y="2058"/>
                  <a:pt x="3228" y="2081"/>
                  <a:pt x="3200" y="2081"/>
                </a:cubicBezTo>
                <a:close/>
                <a:moveTo>
                  <a:pt x="3200" y="2081"/>
                </a:moveTo>
                <a:cubicBezTo>
                  <a:pt x="3200" y="2081"/>
                  <a:pt x="3200" y="2081"/>
                  <a:pt x="3200" y="2081"/>
                </a:cubicBezTo>
              </a:path>
            </a:pathLst>
          </a:custGeom>
          <a:solidFill>
            <a:srgbClr val="AE0D1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7" name="Freeform 40"/>
          <p:cNvSpPr>
            <a:spLocks noEditPoints="1"/>
          </p:cNvSpPr>
          <p:nvPr/>
        </p:nvSpPr>
        <p:spPr bwMode="auto">
          <a:xfrm>
            <a:off x="9845547" y="1987712"/>
            <a:ext cx="205644" cy="204696"/>
          </a:xfrm>
          <a:custGeom>
            <a:avLst/>
            <a:gdLst>
              <a:gd name="T0" fmla="*/ 576 w 1152"/>
              <a:gd name="T1" fmla="*/ 1152 h 1152"/>
              <a:gd name="T2" fmla="*/ 0 w 1152"/>
              <a:gd name="T3" fmla="*/ 576 h 1152"/>
              <a:gd name="T4" fmla="*/ 576 w 1152"/>
              <a:gd name="T5" fmla="*/ 0 h 1152"/>
              <a:gd name="T6" fmla="*/ 1152 w 1152"/>
              <a:gd name="T7" fmla="*/ 576 h 1152"/>
              <a:gd name="T8" fmla="*/ 576 w 1152"/>
              <a:gd name="T9" fmla="*/ 1152 h 1152"/>
              <a:gd name="T10" fmla="*/ 576 w 1152"/>
              <a:gd name="T11" fmla="*/ 102 h 1152"/>
              <a:gd name="T12" fmla="*/ 103 w 1152"/>
              <a:gd name="T13" fmla="*/ 576 h 1152"/>
              <a:gd name="T14" fmla="*/ 576 w 1152"/>
              <a:gd name="T15" fmla="*/ 1049 h 1152"/>
              <a:gd name="T16" fmla="*/ 1050 w 1152"/>
              <a:gd name="T17" fmla="*/ 576 h 1152"/>
              <a:gd name="T18" fmla="*/ 576 w 1152"/>
              <a:gd name="T19" fmla="*/ 102 h 1152"/>
              <a:gd name="T20" fmla="*/ 576 w 1152"/>
              <a:gd name="T21" fmla="*/ 102 h 1152"/>
              <a:gd name="T22" fmla="*/ 576 w 1152"/>
              <a:gd name="T23" fmla="*/ 102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52" h="1152">
                <a:moveTo>
                  <a:pt x="576" y="1152"/>
                </a:moveTo>
                <a:cubicBezTo>
                  <a:pt x="259" y="1152"/>
                  <a:pt x="0" y="893"/>
                  <a:pt x="0" y="576"/>
                </a:cubicBezTo>
                <a:cubicBezTo>
                  <a:pt x="0" y="258"/>
                  <a:pt x="259" y="0"/>
                  <a:pt x="576" y="0"/>
                </a:cubicBezTo>
                <a:cubicBezTo>
                  <a:pt x="894" y="0"/>
                  <a:pt x="1152" y="258"/>
                  <a:pt x="1152" y="576"/>
                </a:cubicBezTo>
                <a:cubicBezTo>
                  <a:pt x="1152" y="893"/>
                  <a:pt x="894" y="1152"/>
                  <a:pt x="576" y="1152"/>
                </a:cubicBezTo>
                <a:close/>
                <a:moveTo>
                  <a:pt x="576" y="102"/>
                </a:moveTo>
                <a:cubicBezTo>
                  <a:pt x="315" y="102"/>
                  <a:pt x="103" y="315"/>
                  <a:pt x="103" y="576"/>
                </a:cubicBezTo>
                <a:cubicBezTo>
                  <a:pt x="103" y="837"/>
                  <a:pt x="315" y="1049"/>
                  <a:pt x="576" y="1049"/>
                </a:cubicBezTo>
                <a:cubicBezTo>
                  <a:pt x="837" y="1049"/>
                  <a:pt x="1050" y="837"/>
                  <a:pt x="1050" y="576"/>
                </a:cubicBezTo>
                <a:cubicBezTo>
                  <a:pt x="1050" y="315"/>
                  <a:pt x="837" y="102"/>
                  <a:pt x="576" y="102"/>
                </a:cubicBezTo>
                <a:close/>
                <a:moveTo>
                  <a:pt x="576" y="102"/>
                </a:moveTo>
                <a:cubicBezTo>
                  <a:pt x="576" y="102"/>
                  <a:pt x="576" y="102"/>
                  <a:pt x="576" y="102"/>
                </a:cubicBezTo>
              </a:path>
            </a:pathLst>
          </a:custGeom>
          <a:solidFill>
            <a:srgbClr val="AE0D1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28" name="Freeform 41"/>
          <p:cNvSpPr>
            <a:spLocks noEditPoints="1"/>
          </p:cNvSpPr>
          <p:nvPr/>
        </p:nvSpPr>
        <p:spPr bwMode="auto">
          <a:xfrm>
            <a:off x="9721403" y="2034147"/>
            <a:ext cx="454880" cy="407497"/>
          </a:xfrm>
          <a:custGeom>
            <a:avLst/>
            <a:gdLst>
              <a:gd name="T0" fmla="*/ 963 w 2550"/>
              <a:gd name="T1" fmla="*/ 312 h 2281"/>
              <a:gd name="T2" fmla="*/ 1587 w 2550"/>
              <a:gd name="T3" fmla="*/ 312 h 2281"/>
              <a:gd name="T4" fmla="*/ 1275 w 2550"/>
              <a:gd name="T5" fmla="*/ 51 h 2281"/>
              <a:gd name="T6" fmla="*/ 1275 w 2550"/>
              <a:gd name="T7" fmla="*/ 573 h 2281"/>
              <a:gd name="T8" fmla="*/ 1275 w 2550"/>
              <a:gd name="T9" fmla="*/ 51 h 2281"/>
              <a:gd name="T10" fmla="*/ 912 w 2550"/>
              <a:gd name="T11" fmla="*/ 1379 h 2281"/>
              <a:gd name="T12" fmla="*/ 627 w 2550"/>
              <a:gd name="T13" fmla="*/ 1198 h 2281"/>
              <a:gd name="T14" fmla="*/ 604 w 2550"/>
              <a:gd name="T15" fmla="*/ 1159 h 2281"/>
              <a:gd name="T16" fmla="*/ 922 w 2550"/>
              <a:gd name="T17" fmla="*/ 678 h 2281"/>
              <a:gd name="T18" fmla="*/ 1273 w 2550"/>
              <a:gd name="T19" fmla="*/ 809 h 2281"/>
              <a:gd name="T20" fmla="*/ 1623 w 2550"/>
              <a:gd name="T21" fmla="*/ 678 h 2281"/>
              <a:gd name="T22" fmla="*/ 1941 w 2550"/>
              <a:gd name="T23" fmla="*/ 1159 h 2281"/>
              <a:gd name="T24" fmla="*/ 1923 w 2550"/>
              <a:gd name="T25" fmla="*/ 1198 h 2281"/>
              <a:gd name="T26" fmla="*/ 1636 w 2550"/>
              <a:gd name="T27" fmla="*/ 1379 h 2281"/>
              <a:gd name="T28" fmla="*/ 1593 w 2550"/>
              <a:gd name="T29" fmla="*/ 1382 h 2281"/>
              <a:gd name="T30" fmla="*/ 958 w 2550"/>
              <a:gd name="T31" fmla="*/ 1385 h 2281"/>
              <a:gd name="T32" fmla="*/ 1319 w 2550"/>
              <a:gd name="T33" fmla="*/ 860 h 2281"/>
              <a:gd name="T34" fmla="*/ 1685 w 2550"/>
              <a:gd name="T35" fmla="*/ 1167 h 2281"/>
              <a:gd name="T36" fmla="*/ 1877 w 2550"/>
              <a:gd name="T37" fmla="*/ 1149 h 2281"/>
              <a:gd name="T38" fmla="*/ 1319 w 2550"/>
              <a:gd name="T39" fmla="*/ 860 h 2281"/>
              <a:gd name="T40" fmla="*/ 842 w 2550"/>
              <a:gd name="T41" fmla="*/ 1152 h 2281"/>
              <a:gd name="T42" fmla="*/ 940 w 2550"/>
              <a:gd name="T43" fmla="*/ 1318 h 2281"/>
              <a:gd name="T44" fmla="*/ 935 w 2550"/>
              <a:gd name="T45" fmla="*/ 742 h 2281"/>
              <a:gd name="T46" fmla="*/ 2524 w 2550"/>
              <a:gd name="T47" fmla="*/ 1784 h 2281"/>
              <a:gd name="T48" fmla="*/ 0 w 2550"/>
              <a:gd name="T49" fmla="*/ 1758 h 2281"/>
              <a:gd name="T50" fmla="*/ 2524 w 2550"/>
              <a:gd name="T51" fmla="*/ 1733 h 2281"/>
              <a:gd name="T52" fmla="*/ 2524 w 2550"/>
              <a:gd name="T53" fmla="*/ 1784 h 2281"/>
              <a:gd name="T54" fmla="*/ 26 w 2550"/>
              <a:gd name="T55" fmla="*/ 2281 h 2281"/>
              <a:gd name="T56" fmla="*/ 26 w 2550"/>
              <a:gd name="T57" fmla="*/ 2229 h 2281"/>
              <a:gd name="T58" fmla="*/ 581 w 2550"/>
              <a:gd name="T59" fmla="*/ 2255 h 2281"/>
              <a:gd name="T60" fmla="*/ 2524 w 2550"/>
              <a:gd name="T61" fmla="*/ 2281 h 2281"/>
              <a:gd name="T62" fmla="*/ 1969 w 2550"/>
              <a:gd name="T63" fmla="*/ 2255 h 2281"/>
              <a:gd name="T64" fmla="*/ 2524 w 2550"/>
              <a:gd name="T65" fmla="*/ 2229 h 2281"/>
              <a:gd name="T66" fmla="*/ 2524 w 2550"/>
              <a:gd name="T67" fmla="*/ 2281 h 2281"/>
              <a:gd name="T68" fmla="*/ 2524 w 2550"/>
              <a:gd name="T69" fmla="*/ 2281 h 2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50" h="2281">
                <a:moveTo>
                  <a:pt x="1275" y="624"/>
                </a:moveTo>
                <a:cubicBezTo>
                  <a:pt x="1104" y="624"/>
                  <a:pt x="963" y="483"/>
                  <a:pt x="963" y="312"/>
                </a:cubicBezTo>
                <a:cubicBezTo>
                  <a:pt x="963" y="140"/>
                  <a:pt x="1104" y="0"/>
                  <a:pt x="1275" y="0"/>
                </a:cubicBezTo>
                <a:cubicBezTo>
                  <a:pt x="1447" y="0"/>
                  <a:pt x="1587" y="140"/>
                  <a:pt x="1587" y="312"/>
                </a:cubicBezTo>
                <a:cubicBezTo>
                  <a:pt x="1587" y="483"/>
                  <a:pt x="1447" y="624"/>
                  <a:pt x="1275" y="624"/>
                </a:cubicBezTo>
                <a:close/>
                <a:moveTo>
                  <a:pt x="1275" y="51"/>
                </a:moveTo>
                <a:cubicBezTo>
                  <a:pt x="1132" y="51"/>
                  <a:pt x="1014" y="169"/>
                  <a:pt x="1014" y="312"/>
                </a:cubicBezTo>
                <a:cubicBezTo>
                  <a:pt x="1014" y="455"/>
                  <a:pt x="1132" y="573"/>
                  <a:pt x="1275" y="573"/>
                </a:cubicBezTo>
                <a:cubicBezTo>
                  <a:pt x="1418" y="573"/>
                  <a:pt x="1536" y="455"/>
                  <a:pt x="1536" y="312"/>
                </a:cubicBezTo>
                <a:cubicBezTo>
                  <a:pt x="1536" y="169"/>
                  <a:pt x="1418" y="51"/>
                  <a:pt x="1275" y="51"/>
                </a:cubicBezTo>
                <a:close/>
                <a:moveTo>
                  <a:pt x="935" y="1395"/>
                </a:moveTo>
                <a:cubicBezTo>
                  <a:pt x="924" y="1395"/>
                  <a:pt x="917" y="1390"/>
                  <a:pt x="912" y="1379"/>
                </a:cubicBezTo>
                <a:cubicBezTo>
                  <a:pt x="825" y="1200"/>
                  <a:pt x="825" y="1200"/>
                  <a:pt x="825" y="1200"/>
                </a:cubicBezTo>
                <a:cubicBezTo>
                  <a:pt x="627" y="1198"/>
                  <a:pt x="627" y="1198"/>
                  <a:pt x="627" y="1198"/>
                </a:cubicBezTo>
                <a:cubicBezTo>
                  <a:pt x="617" y="1198"/>
                  <a:pt x="610" y="1193"/>
                  <a:pt x="604" y="1185"/>
                </a:cubicBezTo>
                <a:cubicBezTo>
                  <a:pt x="599" y="1177"/>
                  <a:pt x="599" y="1167"/>
                  <a:pt x="604" y="1159"/>
                </a:cubicBezTo>
                <a:cubicBezTo>
                  <a:pt x="904" y="691"/>
                  <a:pt x="904" y="691"/>
                  <a:pt x="904" y="691"/>
                </a:cubicBezTo>
                <a:cubicBezTo>
                  <a:pt x="909" y="686"/>
                  <a:pt x="914" y="681"/>
                  <a:pt x="922" y="678"/>
                </a:cubicBezTo>
                <a:cubicBezTo>
                  <a:pt x="930" y="678"/>
                  <a:pt x="937" y="678"/>
                  <a:pt x="942" y="683"/>
                </a:cubicBezTo>
                <a:cubicBezTo>
                  <a:pt x="1034" y="765"/>
                  <a:pt x="1152" y="809"/>
                  <a:pt x="1273" y="809"/>
                </a:cubicBezTo>
                <a:cubicBezTo>
                  <a:pt x="1393" y="809"/>
                  <a:pt x="1511" y="765"/>
                  <a:pt x="1603" y="683"/>
                </a:cubicBezTo>
                <a:cubicBezTo>
                  <a:pt x="1608" y="678"/>
                  <a:pt x="1616" y="675"/>
                  <a:pt x="1623" y="678"/>
                </a:cubicBezTo>
                <a:cubicBezTo>
                  <a:pt x="1631" y="678"/>
                  <a:pt x="1636" y="683"/>
                  <a:pt x="1641" y="691"/>
                </a:cubicBezTo>
                <a:cubicBezTo>
                  <a:pt x="1941" y="1159"/>
                  <a:pt x="1941" y="1159"/>
                  <a:pt x="1941" y="1159"/>
                </a:cubicBezTo>
                <a:cubicBezTo>
                  <a:pt x="1946" y="1167"/>
                  <a:pt x="1946" y="1177"/>
                  <a:pt x="1941" y="1185"/>
                </a:cubicBezTo>
                <a:cubicBezTo>
                  <a:pt x="1941" y="1193"/>
                  <a:pt x="1933" y="1198"/>
                  <a:pt x="1923" y="1198"/>
                </a:cubicBezTo>
                <a:cubicBezTo>
                  <a:pt x="1723" y="1200"/>
                  <a:pt x="1723" y="1200"/>
                  <a:pt x="1723" y="1200"/>
                </a:cubicBezTo>
                <a:cubicBezTo>
                  <a:pt x="1636" y="1379"/>
                  <a:pt x="1636" y="1379"/>
                  <a:pt x="1636" y="1379"/>
                </a:cubicBezTo>
                <a:cubicBezTo>
                  <a:pt x="1631" y="1387"/>
                  <a:pt x="1623" y="1392"/>
                  <a:pt x="1616" y="1395"/>
                </a:cubicBezTo>
                <a:cubicBezTo>
                  <a:pt x="1605" y="1395"/>
                  <a:pt x="1598" y="1390"/>
                  <a:pt x="1593" y="1382"/>
                </a:cubicBezTo>
                <a:cubicBezTo>
                  <a:pt x="1275" y="885"/>
                  <a:pt x="1275" y="885"/>
                  <a:pt x="1275" y="885"/>
                </a:cubicBezTo>
                <a:cubicBezTo>
                  <a:pt x="958" y="1385"/>
                  <a:pt x="958" y="1385"/>
                  <a:pt x="958" y="1385"/>
                </a:cubicBezTo>
                <a:cubicBezTo>
                  <a:pt x="953" y="1390"/>
                  <a:pt x="945" y="1395"/>
                  <a:pt x="935" y="1395"/>
                </a:cubicBezTo>
                <a:close/>
                <a:moveTo>
                  <a:pt x="1319" y="860"/>
                </a:moveTo>
                <a:cubicBezTo>
                  <a:pt x="1610" y="1318"/>
                  <a:pt x="1610" y="1318"/>
                  <a:pt x="1610" y="1318"/>
                </a:cubicBezTo>
                <a:cubicBezTo>
                  <a:pt x="1685" y="1167"/>
                  <a:pt x="1685" y="1167"/>
                  <a:pt x="1685" y="1167"/>
                </a:cubicBezTo>
                <a:cubicBezTo>
                  <a:pt x="1690" y="1159"/>
                  <a:pt x="1698" y="1152"/>
                  <a:pt x="1708" y="1152"/>
                </a:cubicBezTo>
                <a:cubicBezTo>
                  <a:pt x="1877" y="1149"/>
                  <a:pt x="1877" y="1149"/>
                  <a:pt x="1877" y="1149"/>
                </a:cubicBezTo>
                <a:cubicBezTo>
                  <a:pt x="1616" y="742"/>
                  <a:pt x="1616" y="742"/>
                  <a:pt x="1616" y="742"/>
                </a:cubicBezTo>
                <a:cubicBezTo>
                  <a:pt x="1531" y="811"/>
                  <a:pt x="1426" y="852"/>
                  <a:pt x="1319" y="860"/>
                </a:cubicBezTo>
                <a:close/>
                <a:moveTo>
                  <a:pt x="674" y="1149"/>
                </a:moveTo>
                <a:cubicBezTo>
                  <a:pt x="842" y="1152"/>
                  <a:pt x="842" y="1152"/>
                  <a:pt x="842" y="1152"/>
                </a:cubicBezTo>
                <a:cubicBezTo>
                  <a:pt x="853" y="1152"/>
                  <a:pt x="860" y="1157"/>
                  <a:pt x="866" y="1167"/>
                </a:cubicBezTo>
                <a:cubicBezTo>
                  <a:pt x="940" y="1318"/>
                  <a:pt x="940" y="1318"/>
                  <a:pt x="940" y="1318"/>
                </a:cubicBezTo>
                <a:cubicBezTo>
                  <a:pt x="1232" y="860"/>
                  <a:pt x="1232" y="860"/>
                  <a:pt x="1232" y="860"/>
                </a:cubicBezTo>
                <a:cubicBezTo>
                  <a:pt x="1124" y="852"/>
                  <a:pt x="1019" y="811"/>
                  <a:pt x="935" y="742"/>
                </a:cubicBezTo>
                <a:lnTo>
                  <a:pt x="674" y="1149"/>
                </a:lnTo>
                <a:close/>
                <a:moveTo>
                  <a:pt x="2524" y="1784"/>
                </a:moveTo>
                <a:cubicBezTo>
                  <a:pt x="26" y="1784"/>
                  <a:pt x="26" y="1784"/>
                  <a:pt x="26" y="1784"/>
                </a:cubicBezTo>
                <a:cubicBezTo>
                  <a:pt x="10" y="1784"/>
                  <a:pt x="0" y="1774"/>
                  <a:pt x="0" y="1758"/>
                </a:cubicBezTo>
                <a:cubicBezTo>
                  <a:pt x="0" y="1743"/>
                  <a:pt x="10" y="1733"/>
                  <a:pt x="26" y="1733"/>
                </a:cubicBezTo>
                <a:cubicBezTo>
                  <a:pt x="2524" y="1733"/>
                  <a:pt x="2524" y="1733"/>
                  <a:pt x="2524" y="1733"/>
                </a:cubicBezTo>
                <a:cubicBezTo>
                  <a:pt x="2540" y="1733"/>
                  <a:pt x="2550" y="1743"/>
                  <a:pt x="2550" y="1758"/>
                </a:cubicBezTo>
                <a:cubicBezTo>
                  <a:pt x="2550" y="1774"/>
                  <a:pt x="2540" y="1784"/>
                  <a:pt x="2524" y="1784"/>
                </a:cubicBezTo>
                <a:close/>
                <a:moveTo>
                  <a:pt x="556" y="2281"/>
                </a:moveTo>
                <a:cubicBezTo>
                  <a:pt x="26" y="2281"/>
                  <a:pt x="26" y="2281"/>
                  <a:pt x="26" y="2281"/>
                </a:cubicBezTo>
                <a:cubicBezTo>
                  <a:pt x="10" y="2281"/>
                  <a:pt x="0" y="2270"/>
                  <a:pt x="0" y="2255"/>
                </a:cubicBezTo>
                <a:cubicBezTo>
                  <a:pt x="0" y="2240"/>
                  <a:pt x="10" y="2229"/>
                  <a:pt x="26" y="2229"/>
                </a:cubicBezTo>
                <a:cubicBezTo>
                  <a:pt x="556" y="2229"/>
                  <a:pt x="556" y="2229"/>
                  <a:pt x="556" y="2229"/>
                </a:cubicBezTo>
                <a:cubicBezTo>
                  <a:pt x="571" y="2229"/>
                  <a:pt x="581" y="2240"/>
                  <a:pt x="581" y="2255"/>
                </a:cubicBezTo>
                <a:cubicBezTo>
                  <a:pt x="581" y="2270"/>
                  <a:pt x="569" y="2281"/>
                  <a:pt x="556" y="2281"/>
                </a:cubicBezTo>
                <a:close/>
                <a:moveTo>
                  <a:pt x="2524" y="2281"/>
                </a:moveTo>
                <a:cubicBezTo>
                  <a:pt x="1994" y="2281"/>
                  <a:pt x="1994" y="2281"/>
                  <a:pt x="1994" y="2281"/>
                </a:cubicBezTo>
                <a:cubicBezTo>
                  <a:pt x="1979" y="2281"/>
                  <a:pt x="1969" y="2270"/>
                  <a:pt x="1969" y="2255"/>
                </a:cubicBezTo>
                <a:cubicBezTo>
                  <a:pt x="1969" y="2240"/>
                  <a:pt x="1979" y="2229"/>
                  <a:pt x="1994" y="2229"/>
                </a:cubicBezTo>
                <a:cubicBezTo>
                  <a:pt x="2524" y="2229"/>
                  <a:pt x="2524" y="2229"/>
                  <a:pt x="2524" y="2229"/>
                </a:cubicBezTo>
                <a:cubicBezTo>
                  <a:pt x="2540" y="2229"/>
                  <a:pt x="2550" y="2240"/>
                  <a:pt x="2550" y="2255"/>
                </a:cubicBezTo>
                <a:cubicBezTo>
                  <a:pt x="2550" y="2270"/>
                  <a:pt x="2540" y="2281"/>
                  <a:pt x="2524" y="2281"/>
                </a:cubicBezTo>
                <a:close/>
                <a:moveTo>
                  <a:pt x="2524" y="2281"/>
                </a:moveTo>
                <a:cubicBezTo>
                  <a:pt x="2524" y="2281"/>
                  <a:pt x="2524" y="2281"/>
                  <a:pt x="2524" y="2281"/>
                </a:cubicBezTo>
              </a:path>
            </a:pathLst>
          </a:custGeom>
          <a:solidFill>
            <a:srgbClr val="AE0D1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30" name="Freeform 45"/>
          <p:cNvSpPr>
            <a:spLocks noEditPoints="1"/>
          </p:cNvSpPr>
          <p:nvPr/>
        </p:nvSpPr>
        <p:spPr bwMode="auto">
          <a:xfrm>
            <a:off x="7248683" y="1967357"/>
            <a:ext cx="428625" cy="552450"/>
          </a:xfrm>
          <a:custGeom>
            <a:avLst/>
            <a:gdLst>
              <a:gd name="T0" fmla="*/ 2230 w 2524"/>
              <a:gd name="T1" fmla="*/ 2821 h 3252"/>
              <a:gd name="T2" fmla="*/ 1505 w 2524"/>
              <a:gd name="T3" fmla="*/ 706 h 3252"/>
              <a:gd name="T4" fmla="*/ 1600 w 2524"/>
              <a:gd name="T5" fmla="*/ 328 h 3252"/>
              <a:gd name="T6" fmla="*/ 1597 w 2524"/>
              <a:gd name="T7" fmla="*/ 182 h 3252"/>
              <a:gd name="T8" fmla="*/ 1285 w 2524"/>
              <a:gd name="T9" fmla="*/ 5 h 3252"/>
              <a:gd name="T10" fmla="*/ 1218 w 2524"/>
              <a:gd name="T11" fmla="*/ 34 h 3252"/>
              <a:gd name="T12" fmla="*/ 1116 w 2524"/>
              <a:gd name="T13" fmla="*/ 139 h 3252"/>
              <a:gd name="T14" fmla="*/ 594 w 2524"/>
              <a:gd name="T15" fmla="*/ 1328 h 3252"/>
              <a:gd name="T16" fmla="*/ 483 w 2524"/>
              <a:gd name="T17" fmla="*/ 1460 h 3252"/>
              <a:gd name="T18" fmla="*/ 637 w 2524"/>
              <a:gd name="T19" fmla="*/ 1631 h 3252"/>
              <a:gd name="T20" fmla="*/ 711 w 2524"/>
              <a:gd name="T21" fmla="*/ 1628 h 3252"/>
              <a:gd name="T22" fmla="*/ 873 w 2524"/>
              <a:gd name="T23" fmla="*/ 1503 h 3252"/>
              <a:gd name="T24" fmla="*/ 929 w 2524"/>
              <a:gd name="T25" fmla="*/ 1746 h 3252"/>
              <a:gd name="T26" fmla="*/ 1177 w 2524"/>
              <a:gd name="T27" fmla="*/ 1690 h 3252"/>
              <a:gd name="T28" fmla="*/ 1330 w 2524"/>
              <a:gd name="T29" fmla="*/ 1153 h 3252"/>
              <a:gd name="T30" fmla="*/ 1686 w 2524"/>
              <a:gd name="T31" fmla="*/ 2567 h 3252"/>
              <a:gd name="T32" fmla="*/ 1459 w 2524"/>
              <a:gd name="T33" fmla="*/ 2404 h 3252"/>
              <a:gd name="T34" fmla="*/ 1507 w 2524"/>
              <a:gd name="T35" fmla="*/ 2110 h 3252"/>
              <a:gd name="T36" fmla="*/ 240 w 2524"/>
              <a:gd name="T37" fmla="*/ 2059 h 3252"/>
              <a:gd name="T38" fmla="*/ 189 w 2524"/>
              <a:gd name="T39" fmla="*/ 2353 h 3252"/>
              <a:gd name="T40" fmla="*/ 926 w 2524"/>
              <a:gd name="T41" fmla="*/ 2404 h 3252"/>
              <a:gd name="T42" fmla="*/ 1185 w 2524"/>
              <a:gd name="T43" fmla="*/ 2821 h 3252"/>
              <a:gd name="T44" fmla="*/ 0 w 2524"/>
              <a:gd name="T45" fmla="*/ 2873 h 3252"/>
              <a:gd name="T46" fmla="*/ 51 w 2524"/>
              <a:gd name="T47" fmla="*/ 3252 h 3252"/>
              <a:gd name="T48" fmla="*/ 2368 w 2524"/>
              <a:gd name="T49" fmla="*/ 3200 h 3252"/>
              <a:gd name="T50" fmla="*/ 2316 w 2524"/>
              <a:gd name="T51" fmla="*/ 2821 h 3252"/>
              <a:gd name="T52" fmla="*/ 1405 w 2524"/>
              <a:gd name="T53" fmla="*/ 2161 h 3252"/>
              <a:gd name="T54" fmla="*/ 944 w 2524"/>
              <a:gd name="T55" fmla="*/ 2302 h 3252"/>
              <a:gd name="T56" fmla="*/ 291 w 2524"/>
              <a:gd name="T57" fmla="*/ 2302 h 3252"/>
              <a:gd name="T58" fmla="*/ 1292 w 2524"/>
              <a:gd name="T59" fmla="*/ 118 h 3252"/>
              <a:gd name="T60" fmla="*/ 1452 w 2524"/>
              <a:gd name="T61" fmla="*/ 270 h 3252"/>
              <a:gd name="T62" fmla="*/ 1292 w 2524"/>
              <a:gd name="T63" fmla="*/ 118 h 3252"/>
              <a:gd name="T64" fmla="*/ 609 w 2524"/>
              <a:gd name="T65" fmla="*/ 1457 h 3252"/>
              <a:gd name="T66" fmla="*/ 741 w 2524"/>
              <a:gd name="T67" fmla="*/ 1451 h 3252"/>
              <a:gd name="T68" fmla="*/ 980 w 2524"/>
              <a:gd name="T69" fmla="*/ 1644 h 3252"/>
              <a:gd name="T70" fmla="*/ 1067 w 2524"/>
              <a:gd name="T71" fmla="*/ 1580 h 3252"/>
              <a:gd name="T72" fmla="*/ 980 w 2524"/>
              <a:gd name="T73" fmla="*/ 1644 h 3252"/>
              <a:gd name="T74" fmla="*/ 1320 w 2524"/>
              <a:gd name="T75" fmla="*/ 1047 h 3252"/>
              <a:gd name="T76" fmla="*/ 1249 w 2524"/>
              <a:gd name="T77" fmla="*/ 1081 h 3252"/>
              <a:gd name="T78" fmla="*/ 944 w 2524"/>
              <a:gd name="T79" fmla="*/ 1421 h 3252"/>
              <a:gd name="T80" fmla="*/ 704 w 2524"/>
              <a:gd name="T81" fmla="*/ 1326 h 3252"/>
              <a:gd name="T82" fmla="*/ 1159 w 2524"/>
              <a:gd name="T83" fmla="*/ 262 h 3252"/>
              <a:gd name="T84" fmla="*/ 1464 w 2524"/>
              <a:gd name="T85" fmla="*/ 387 h 3252"/>
              <a:gd name="T86" fmla="*/ 1483 w 2524"/>
              <a:gd name="T87" fmla="*/ 389 h 3252"/>
              <a:gd name="T88" fmla="*/ 1395 w 2524"/>
              <a:gd name="T89" fmla="*/ 707 h 3252"/>
              <a:gd name="T90" fmla="*/ 1443 w 2524"/>
              <a:gd name="T91" fmla="*/ 796 h 3252"/>
              <a:gd name="T92" fmla="*/ 2096 w 2524"/>
              <a:gd name="T93" fmla="*/ 2821 h 3252"/>
              <a:gd name="T94" fmla="*/ 2101 w 2524"/>
              <a:gd name="T95" fmla="*/ 1989 h 3252"/>
              <a:gd name="T96" fmla="*/ 102 w 2524"/>
              <a:gd name="T97" fmla="*/ 3149 h 3252"/>
              <a:gd name="T98" fmla="*/ 1195 w 2524"/>
              <a:gd name="T99" fmla="*/ 2924 h 3252"/>
              <a:gd name="T100" fmla="*/ 2265 w 2524"/>
              <a:gd name="T101" fmla="*/ 2924 h 3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24" h="3252">
                <a:moveTo>
                  <a:pt x="2316" y="2821"/>
                </a:moveTo>
                <a:cubicBezTo>
                  <a:pt x="2230" y="2821"/>
                  <a:pt x="2230" y="2821"/>
                  <a:pt x="2230" y="2821"/>
                </a:cubicBezTo>
                <a:cubicBezTo>
                  <a:pt x="2419" y="2588"/>
                  <a:pt x="2524" y="2296"/>
                  <a:pt x="2524" y="1989"/>
                </a:cubicBezTo>
                <a:cubicBezTo>
                  <a:pt x="2524" y="1370"/>
                  <a:pt x="2099" y="838"/>
                  <a:pt x="1505" y="706"/>
                </a:cubicBezTo>
                <a:cubicBezTo>
                  <a:pt x="1628" y="395"/>
                  <a:pt x="1628" y="395"/>
                  <a:pt x="1628" y="395"/>
                </a:cubicBezTo>
                <a:cubicBezTo>
                  <a:pt x="1638" y="369"/>
                  <a:pt x="1625" y="338"/>
                  <a:pt x="1600" y="328"/>
                </a:cubicBezTo>
                <a:cubicBezTo>
                  <a:pt x="1547" y="308"/>
                  <a:pt x="1547" y="308"/>
                  <a:pt x="1547" y="308"/>
                </a:cubicBezTo>
                <a:cubicBezTo>
                  <a:pt x="1597" y="182"/>
                  <a:pt x="1597" y="182"/>
                  <a:pt x="1597" y="182"/>
                </a:cubicBezTo>
                <a:cubicBezTo>
                  <a:pt x="1607" y="156"/>
                  <a:pt x="1594" y="126"/>
                  <a:pt x="1569" y="116"/>
                </a:cubicBezTo>
                <a:cubicBezTo>
                  <a:pt x="1285" y="5"/>
                  <a:pt x="1285" y="5"/>
                  <a:pt x="1285" y="5"/>
                </a:cubicBezTo>
                <a:cubicBezTo>
                  <a:pt x="1272" y="0"/>
                  <a:pt x="1259" y="0"/>
                  <a:pt x="1246" y="5"/>
                </a:cubicBezTo>
                <a:cubicBezTo>
                  <a:pt x="1233" y="11"/>
                  <a:pt x="1223" y="21"/>
                  <a:pt x="1218" y="34"/>
                </a:cubicBezTo>
                <a:cubicBezTo>
                  <a:pt x="1168" y="159"/>
                  <a:pt x="1168" y="159"/>
                  <a:pt x="1168" y="159"/>
                </a:cubicBezTo>
                <a:cubicBezTo>
                  <a:pt x="1116" y="139"/>
                  <a:pt x="1116" y="139"/>
                  <a:pt x="1116" y="139"/>
                </a:cubicBezTo>
                <a:cubicBezTo>
                  <a:pt x="1090" y="128"/>
                  <a:pt x="1059" y="141"/>
                  <a:pt x="1049" y="167"/>
                </a:cubicBezTo>
                <a:cubicBezTo>
                  <a:pt x="594" y="1328"/>
                  <a:pt x="594" y="1328"/>
                  <a:pt x="594" y="1328"/>
                </a:cubicBezTo>
                <a:cubicBezTo>
                  <a:pt x="499" y="1424"/>
                  <a:pt x="499" y="1424"/>
                  <a:pt x="499" y="1424"/>
                </a:cubicBezTo>
                <a:cubicBezTo>
                  <a:pt x="488" y="1434"/>
                  <a:pt x="483" y="1447"/>
                  <a:pt x="483" y="1460"/>
                </a:cubicBezTo>
                <a:cubicBezTo>
                  <a:pt x="483" y="1472"/>
                  <a:pt x="488" y="1485"/>
                  <a:pt x="499" y="1495"/>
                </a:cubicBezTo>
                <a:cubicBezTo>
                  <a:pt x="637" y="1631"/>
                  <a:pt x="637" y="1631"/>
                  <a:pt x="637" y="1631"/>
                </a:cubicBezTo>
                <a:cubicBezTo>
                  <a:pt x="647" y="1641"/>
                  <a:pt x="660" y="1646"/>
                  <a:pt x="673" y="1646"/>
                </a:cubicBezTo>
                <a:cubicBezTo>
                  <a:pt x="686" y="1646"/>
                  <a:pt x="698" y="1641"/>
                  <a:pt x="711" y="1628"/>
                </a:cubicBezTo>
                <a:cubicBezTo>
                  <a:pt x="846" y="1492"/>
                  <a:pt x="846" y="1492"/>
                  <a:pt x="846" y="1492"/>
                </a:cubicBezTo>
                <a:cubicBezTo>
                  <a:pt x="873" y="1503"/>
                  <a:pt x="873" y="1503"/>
                  <a:pt x="873" y="1503"/>
                </a:cubicBezTo>
                <a:cubicBezTo>
                  <a:pt x="878" y="1698"/>
                  <a:pt x="878" y="1698"/>
                  <a:pt x="878" y="1698"/>
                </a:cubicBezTo>
                <a:cubicBezTo>
                  <a:pt x="878" y="1723"/>
                  <a:pt x="901" y="1746"/>
                  <a:pt x="929" y="1746"/>
                </a:cubicBezTo>
                <a:cubicBezTo>
                  <a:pt x="1128" y="1744"/>
                  <a:pt x="1128" y="1744"/>
                  <a:pt x="1128" y="1744"/>
                </a:cubicBezTo>
                <a:cubicBezTo>
                  <a:pt x="1157" y="1741"/>
                  <a:pt x="1177" y="1718"/>
                  <a:pt x="1177" y="1690"/>
                </a:cubicBezTo>
                <a:cubicBezTo>
                  <a:pt x="1172" y="1551"/>
                  <a:pt x="1172" y="1551"/>
                  <a:pt x="1172" y="1551"/>
                </a:cubicBezTo>
                <a:cubicBezTo>
                  <a:pt x="1330" y="1153"/>
                  <a:pt x="1330" y="1153"/>
                  <a:pt x="1330" y="1153"/>
                </a:cubicBezTo>
                <a:cubicBezTo>
                  <a:pt x="1720" y="1235"/>
                  <a:pt x="1999" y="1582"/>
                  <a:pt x="1999" y="1987"/>
                </a:cubicBezTo>
                <a:cubicBezTo>
                  <a:pt x="1999" y="2205"/>
                  <a:pt x="1869" y="2411"/>
                  <a:pt x="1686" y="2567"/>
                </a:cubicBezTo>
                <a:cubicBezTo>
                  <a:pt x="1233" y="2404"/>
                  <a:pt x="1233" y="2404"/>
                  <a:pt x="1233" y="2404"/>
                </a:cubicBezTo>
                <a:cubicBezTo>
                  <a:pt x="1459" y="2404"/>
                  <a:pt x="1459" y="2404"/>
                  <a:pt x="1459" y="2404"/>
                </a:cubicBezTo>
                <a:cubicBezTo>
                  <a:pt x="1487" y="2404"/>
                  <a:pt x="1510" y="2381"/>
                  <a:pt x="1507" y="2353"/>
                </a:cubicBezTo>
                <a:cubicBezTo>
                  <a:pt x="1507" y="2110"/>
                  <a:pt x="1507" y="2110"/>
                  <a:pt x="1507" y="2110"/>
                </a:cubicBezTo>
                <a:cubicBezTo>
                  <a:pt x="1507" y="2082"/>
                  <a:pt x="1484" y="2059"/>
                  <a:pt x="1456" y="2059"/>
                </a:cubicBezTo>
                <a:cubicBezTo>
                  <a:pt x="240" y="2059"/>
                  <a:pt x="240" y="2059"/>
                  <a:pt x="240" y="2059"/>
                </a:cubicBezTo>
                <a:cubicBezTo>
                  <a:pt x="212" y="2059"/>
                  <a:pt x="189" y="2082"/>
                  <a:pt x="189" y="2110"/>
                </a:cubicBezTo>
                <a:cubicBezTo>
                  <a:pt x="189" y="2353"/>
                  <a:pt x="189" y="2353"/>
                  <a:pt x="189" y="2353"/>
                </a:cubicBezTo>
                <a:cubicBezTo>
                  <a:pt x="189" y="2381"/>
                  <a:pt x="212" y="2404"/>
                  <a:pt x="240" y="2404"/>
                </a:cubicBezTo>
                <a:cubicBezTo>
                  <a:pt x="926" y="2404"/>
                  <a:pt x="926" y="2404"/>
                  <a:pt x="926" y="2404"/>
                </a:cubicBezTo>
                <a:cubicBezTo>
                  <a:pt x="1589" y="2641"/>
                  <a:pt x="1589" y="2641"/>
                  <a:pt x="1589" y="2641"/>
                </a:cubicBezTo>
                <a:cubicBezTo>
                  <a:pt x="1464" y="2727"/>
                  <a:pt x="1323" y="2791"/>
                  <a:pt x="1185" y="2821"/>
                </a:cubicBezTo>
                <a:cubicBezTo>
                  <a:pt x="51" y="2821"/>
                  <a:pt x="51" y="2821"/>
                  <a:pt x="51" y="2821"/>
                </a:cubicBezTo>
                <a:cubicBezTo>
                  <a:pt x="23" y="2821"/>
                  <a:pt x="0" y="2844"/>
                  <a:pt x="0" y="2873"/>
                </a:cubicBezTo>
                <a:cubicBezTo>
                  <a:pt x="0" y="3200"/>
                  <a:pt x="0" y="3200"/>
                  <a:pt x="0" y="3200"/>
                </a:cubicBezTo>
                <a:cubicBezTo>
                  <a:pt x="0" y="3228"/>
                  <a:pt x="23" y="3252"/>
                  <a:pt x="51" y="3252"/>
                </a:cubicBezTo>
                <a:cubicBezTo>
                  <a:pt x="2316" y="3252"/>
                  <a:pt x="2316" y="3252"/>
                  <a:pt x="2316" y="3252"/>
                </a:cubicBezTo>
                <a:cubicBezTo>
                  <a:pt x="2344" y="3252"/>
                  <a:pt x="2368" y="3228"/>
                  <a:pt x="2368" y="3200"/>
                </a:cubicBezTo>
                <a:cubicBezTo>
                  <a:pt x="2368" y="2873"/>
                  <a:pt x="2368" y="2873"/>
                  <a:pt x="2368" y="2873"/>
                </a:cubicBezTo>
                <a:cubicBezTo>
                  <a:pt x="2368" y="2844"/>
                  <a:pt x="2344" y="2821"/>
                  <a:pt x="2316" y="2821"/>
                </a:cubicBezTo>
                <a:close/>
                <a:moveTo>
                  <a:pt x="291" y="2161"/>
                </a:moveTo>
                <a:cubicBezTo>
                  <a:pt x="1405" y="2161"/>
                  <a:pt x="1405" y="2161"/>
                  <a:pt x="1405" y="2161"/>
                </a:cubicBezTo>
                <a:cubicBezTo>
                  <a:pt x="1405" y="2302"/>
                  <a:pt x="1405" y="2302"/>
                  <a:pt x="1405" y="2302"/>
                </a:cubicBezTo>
                <a:cubicBezTo>
                  <a:pt x="944" y="2302"/>
                  <a:pt x="944" y="2302"/>
                  <a:pt x="944" y="2302"/>
                </a:cubicBezTo>
                <a:cubicBezTo>
                  <a:pt x="939" y="2301"/>
                  <a:pt x="934" y="2301"/>
                  <a:pt x="929" y="2302"/>
                </a:cubicBezTo>
                <a:cubicBezTo>
                  <a:pt x="291" y="2302"/>
                  <a:pt x="291" y="2302"/>
                  <a:pt x="291" y="2302"/>
                </a:cubicBezTo>
                <a:lnTo>
                  <a:pt x="291" y="2161"/>
                </a:lnTo>
                <a:close/>
                <a:moveTo>
                  <a:pt x="1292" y="118"/>
                </a:moveTo>
                <a:cubicBezTo>
                  <a:pt x="1482" y="192"/>
                  <a:pt x="1482" y="192"/>
                  <a:pt x="1482" y="192"/>
                </a:cubicBezTo>
                <a:cubicBezTo>
                  <a:pt x="1452" y="270"/>
                  <a:pt x="1452" y="270"/>
                  <a:pt x="1452" y="270"/>
                </a:cubicBezTo>
                <a:cubicBezTo>
                  <a:pt x="1262" y="196"/>
                  <a:pt x="1262" y="196"/>
                  <a:pt x="1262" y="196"/>
                </a:cubicBezTo>
                <a:lnTo>
                  <a:pt x="1292" y="118"/>
                </a:lnTo>
                <a:close/>
                <a:moveTo>
                  <a:pt x="673" y="1521"/>
                </a:moveTo>
                <a:cubicBezTo>
                  <a:pt x="609" y="1457"/>
                  <a:pt x="609" y="1457"/>
                  <a:pt x="609" y="1457"/>
                </a:cubicBezTo>
                <a:cubicBezTo>
                  <a:pt x="649" y="1415"/>
                  <a:pt x="649" y="1415"/>
                  <a:pt x="649" y="1415"/>
                </a:cubicBezTo>
                <a:cubicBezTo>
                  <a:pt x="741" y="1451"/>
                  <a:pt x="741" y="1451"/>
                  <a:pt x="741" y="1451"/>
                </a:cubicBezTo>
                <a:lnTo>
                  <a:pt x="673" y="1521"/>
                </a:lnTo>
                <a:close/>
                <a:moveTo>
                  <a:pt x="980" y="1644"/>
                </a:moveTo>
                <a:cubicBezTo>
                  <a:pt x="977" y="1544"/>
                  <a:pt x="977" y="1544"/>
                  <a:pt x="977" y="1544"/>
                </a:cubicBezTo>
                <a:cubicBezTo>
                  <a:pt x="1067" y="1580"/>
                  <a:pt x="1067" y="1580"/>
                  <a:pt x="1067" y="1580"/>
                </a:cubicBezTo>
                <a:cubicBezTo>
                  <a:pt x="1070" y="1641"/>
                  <a:pt x="1070" y="1641"/>
                  <a:pt x="1070" y="1641"/>
                </a:cubicBezTo>
                <a:lnTo>
                  <a:pt x="980" y="1644"/>
                </a:lnTo>
                <a:close/>
                <a:moveTo>
                  <a:pt x="2101" y="1989"/>
                </a:moveTo>
                <a:cubicBezTo>
                  <a:pt x="2101" y="1524"/>
                  <a:pt x="1774" y="1129"/>
                  <a:pt x="1320" y="1047"/>
                </a:cubicBezTo>
                <a:cubicBezTo>
                  <a:pt x="1312" y="1046"/>
                  <a:pt x="1303" y="1046"/>
                  <a:pt x="1295" y="1049"/>
                </a:cubicBezTo>
                <a:cubicBezTo>
                  <a:pt x="1275" y="1050"/>
                  <a:pt x="1256" y="1062"/>
                  <a:pt x="1249" y="1081"/>
                </a:cubicBezTo>
                <a:cubicBezTo>
                  <a:pt x="1093" y="1480"/>
                  <a:pt x="1093" y="1480"/>
                  <a:pt x="1093" y="1480"/>
                </a:cubicBezTo>
                <a:cubicBezTo>
                  <a:pt x="944" y="1421"/>
                  <a:pt x="944" y="1421"/>
                  <a:pt x="944" y="1421"/>
                </a:cubicBezTo>
                <a:cubicBezTo>
                  <a:pt x="941" y="1420"/>
                  <a:pt x="939" y="1419"/>
                  <a:pt x="936" y="1418"/>
                </a:cubicBezTo>
                <a:cubicBezTo>
                  <a:pt x="704" y="1326"/>
                  <a:pt x="704" y="1326"/>
                  <a:pt x="704" y="1326"/>
                </a:cubicBezTo>
                <a:cubicBezTo>
                  <a:pt x="1126" y="249"/>
                  <a:pt x="1126" y="249"/>
                  <a:pt x="1126" y="249"/>
                </a:cubicBezTo>
                <a:cubicBezTo>
                  <a:pt x="1159" y="262"/>
                  <a:pt x="1159" y="262"/>
                  <a:pt x="1159" y="262"/>
                </a:cubicBezTo>
                <a:cubicBezTo>
                  <a:pt x="1164" y="267"/>
                  <a:pt x="1170" y="271"/>
                  <a:pt x="1177" y="274"/>
                </a:cubicBezTo>
                <a:cubicBezTo>
                  <a:pt x="1464" y="387"/>
                  <a:pt x="1464" y="387"/>
                  <a:pt x="1464" y="387"/>
                </a:cubicBezTo>
                <a:cubicBezTo>
                  <a:pt x="1469" y="389"/>
                  <a:pt x="1477" y="389"/>
                  <a:pt x="1482" y="389"/>
                </a:cubicBezTo>
                <a:cubicBezTo>
                  <a:pt x="1482" y="389"/>
                  <a:pt x="1482" y="389"/>
                  <a:pt x="1483" y="389"/>
                </a:cubicBezTo>
                <a:cubicBezTo>
                  <a:pt x="1515" y="402"/>
                  <a:pt x="1515" y="402"/>
                  <a:pt x="1515" y="402"/>
                </a:cubicBezTo>
                <a:cubicBezTo>
                  <a:pt x="1395" y="707"/>
                  <a:pt x="1395" y="707"/>
                  <a:pt x="1395" y="707"/>
                </a:cubicBezTo>
                <a:cubicBezTo>
                  <a:pt x="1388" y="724"/>
                  <a:pt x="1392" y="744"/>
                  <a:pt x="1403" y="758"/>
                </a:cubicBezTo>
                <a:cubicBezTo>
                  <a:pt x="1407" y="778"/>
                  <a:pt x="1422" y="793"/>
                  <a:pt x="1443" y="796"/>
                </a:cubicBezTo>
                <a:cubicBezTo>
                  <a:pt x="2012" y="904"/>
                  <a:pt x="2424" y="1403"/>
                  <a:pt x="2424" y="1989"/>
                </a:cubicBezTo>
                <a:cubicBezTo>
                  <a:pt x="2424" y="2299"/>
                  <a:pt x="2309" y="2596"/>
                  <a:pt x="2096" y="2821"/>
                </a:cubicBezTo>
                <a:cubicBezTo>
                  <a:pt x="1487" y="2821"/>
                  <a:pt x="1487" y="2821"/>
                  <a:pt x="1487" y="2821"/>
                </a:cubicBezTo>
                <a:cubicBezTo>
                  <a:pt x="1817" y="2658"/>
                  <a:pt x="2101" y="2345"/>
                  <a:pt x="2101" y="1989"/>
                </a:cubicBezTo>
                <a:close/>
                <a:moveTo>
                  <a:pt x="2265" y="3149"/>
                </a:moveTo>
                <a:cubicBezTo>
                  <a:pt x="102" y="3149"/>
                  <a:pt x="102" y="3149"/>
                  <a:pt x="102" y="3149"/>
                </a:cubicBezTo>
                <a:cubicBezTo>
                  <a:pt x="102" y="2924"/>
                  <a:pt x="102" y="2924"/>
                  <a:pt x="102" y="2924"/>
                </a:cubicBezTo>
                <a:cubicBezTo>
                  <a:pt x="1195" y="2924"/>
                  <a:pt x="1195" y="2924"/>
                  <a:pt x="1195" y="2924"/>
                </a:cubicBezTo>
                <a:cubicBezTo>
                  <a:pt x="2117" y="2924"/>
                  <a:pt x="2117" y="2924"/>
                  <a:pt x="2117" y="2924"/>
                </a:cubicBezTo>
                <a:cubicBezTo>
                  <a:pt x="2265" y="2924"/>
                  <a:pt x="2265" y="2924"/>
                  <a:pt x="2265" y="2924"/>
                </a:cubicBezTo>
                <a:lnTo>
                  <a:pt x="2265" y="3149"/>
                </a:lnTo>
                <a:close/>
              </a:path>
            </a:pathLst>
          </a:custGeom>
          <a:solidFill>
            <a:srgbClr val="AE0D1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
        <p:nvSpPr>
          <p:cNvPr id="31" name="Freeform 46"/>
          <p:cNvSpPr>
            <a:spLocks noEditPoints="1"/>
          </p:cNvSpPr>
          <p:nvPr/>
        </p:nvSpPr>
        <p:spPr bwMode="auto">
          <a:xfrm>
            <a:off x="7437596" y="2089595"/>
            <a:ext cx="52388" cy="50800"/>
          </a:xfrm>
          <a:custGeom>
            <a:avLst/>
            <a:gdLst>
              <a:gd name="T0" fmla="*/ 151 w 302"/>
              <a:gd name="T1" fmla="*/ 0 h 302"/>
              <a:gd name="T2" fmla="*/ 0 w 302"/>
              <a:gd name="T3" fmla="*/ 151 h 302"/>
              <a:gd name="T4" fmla="*/ 151 w 302"/>
              <a:gd name="T5" fmla="*/ 302 h 302"/>
              <a:gd name="T6" fmla="*/ 302 w 302"/>
              <a:gd name="T7" fmla="*/ 151 h 302"/>
              <a:gd name="T8" fmla="*/ 151 w 302"/>
              <a:gd name="T9" fmla="*/ 0 h 302"/>
              <a:gd name="T10" fmla="*/ 151 w 302"/>
              <a:gd name="T11" fmla="*/ 253 h 302"/>
              <a:gd name="T12" fmla="*/ 51 w 302"/>
              <a:gd name="T13" fmla="*/ 153 h 302"/>
              <a:gd name="T14" fmla="*/ 151 w 302"/>
              <a:gd name="T15" fmla="*/ 53 h 302"/>
              <a:gd name="T16" fmla="*/ 251 w 302"/>
              <a:gd name="T17" fmla="*/ 153 h 302"/>
              <a:gd name="T18" fmla="*/ 151 w 302"/>
              <a:gd name="T19" fmla="*/ 25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2" h="302">
                <a:moveTo>
                  <a:pt x="151" y="0"/>
                </a:moveTo>
                <a:cubicBezTo>
                  <a:pt x="66" y="0"/>
                  <a:pt x="0" y="66"/>
                  <a:pt x="0" y="151"/>
                </a:cubicBezTo>
                <a:cubicBezTo>
                  <a:pt x="0" y="235"/>
                  <a:pt x="69" y="302"/>
                  <a:pt x="151" y="302"/>
                </a:cubicBezTo>
                <a:cubicBezTo>
                  <a:pt x="235" y="302"/>
                  <a:pt x="302" y="235"/>
                  <a:pt x="302" y="151"/>
                </a:cubicBezTo>
                <a:cubicBezTo>
                  <a:pt x="302" y="66"/>
                  <a:pt x="233" y="0"/>
                  <a:pt x="151" y="0"/>
                </a:cubicBezTo>
                <a:close/>
                <a:moveTo>
                  <a:pt x="151" y="253"/>
                </a:moveTo>
                <a:cubicBezTo>
                  <a:pt x="94" y="253"/>
                  <a:pt x="51" y="210"/>
                  <a:pt x="51" y="153"/>
                </a:cubicBezTo>
                <a:cubicBezTo>
                  <a:pt x="51" y="97"/>
                  <a:pt x="97" y="53"/>
                  <a:pt x="151" y="53"/>
                </a:cubicBezTo>
                <a:cubicBezTo>
                  <a:pt x="207" y="53"/>
                  <a:pt x="251" y="97"/>
                  <a:pt x="251" y="153"/>
                </a:cubicBezTo>
                <a:cubicBezTo>
                  <a:pt x="251" y="210"/>
                  <a:pt x="207" y="253"/>
                  <a:pt x="151" y="253"/>
                </a:cubicBezTo>
                <a:close/>
              </a:path>
            </a:pathLst>
          </a:custGeom>
          <a:solidFill>
            <a:srgbClr val="AE0D1D"/>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圆角 4"/>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4000" dirty="0">
                <a:solidFill>
                  <a:schemeClr val="tx1">
                    <a:lumMod val="75000"/>
                    <a:lumOff val="25000"/>
                  </a:schemeClr>
                </a:solidFill>
                <a:latin typeface="等线" panose="02010600030101010101" pitchFamily="2" charset="-122"/>
                <a:ea typeface="等线" panose="02010600030101010101" pitchFamily="2" charset="-122"/>
              </a:rPr>
              <a:t>三</a:t>
            </a: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 name="文本框 2"/>
          <p:cNvSpPr txBox="1"/>
          <p:nvPr/>
        </p:nvSpPr>
        <p:spPr>
          <a:xfrm>
            <a:off x="6096000" y="3110451"/>
            <a:ext cx="3324656" cy="830997"/>
          </a:xfrm>
          <a:prstGeom prst="rect">
            <a:avLst/>
          </a:prstGeom>
          <a:noFill/>
        </p:spPr>
        <p:txBody>
          <a:bodyPr wrap="square" rtlCol="0">
            <a:spAutoFit/>
          </a:bodyPr>
          <a:lstStyle/>
          <a:p>
            <a:pPr lvl="0" algn="dist">
              <a:defRPr/>
            </a:pPr>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研究讨论</a:t>
            </a:r>
          </a:p>
        </p:txBody>
      </p:sp>
      <p:sp>
        <p:nvSpPr>
          <p:cNvPr id="6" name="文本框 5"/>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STUDY AND DISCUSS</a:t>
            </a:r>
          </a:p>
        </p:txBody>
      </p:sp>
      <p:pic>
        <p:nvPicPr>
          <p:cNvPr id="9" name="Picture 8" descr="118-苏州大学-logo.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文本框 3"/>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三</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5" name="文本框 4"/>
          <p:cNvSpPr txBox="1"/>
          <p:nvPr/>
        </p:nvSpPr>
        <p:spPr>
          <a:xfrm>
            <a:off x="1929635" y="760357"/>
            <a:ext cx="1210588" cy="400110"/>
          </a:xfrm>
          <a:prstGeom prst="rect">
            <a:avLst/>
          </a:prstGeom>
          <a:noFill/>
        </p:spPr>
        <p:txBody>
          <a:bodyPr wrap="none" rtlCol="0">
            <a:spAutoFit/>
          </a:bodyPr>
          <a:lstStyle/>
          <a:p>
            <a:pPr lvl="0">
              <a:defRPr/>
            </a:pP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研究讨论</a:t>
            </a:r>
          </a:p>
        </p:txBody>
      </p:sp>
      <p:sp>
        <p:nvSpPr>
          <p:cNvPr id="6" name="文本框 5"/>
          <p:cNvSpPr txBox="1"/>
          <p:nvPr/>
        </p:nvSpPr>
        <p:spPr>
          <a:xfrm>
            <a:off x="3318339" y="791135"/>
            <a:ext cx="2777661"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STUDY AND DISCUSS</a:t>
            </a:r>
          </a:p>
        </p:txBody>
      </p:sp>
      <p:cxnSp>
        <p:nvCxnSpPr>
          <p:cNvPr id="7" name="直接连接符 6"/>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6" name="图表 35"/>
          <p:cNvGraphicFramePr/>
          <p:nvPr/>
        </p:nvGraphicFramePr>
        <p:xfrm>
          <a:off x="4610585" y="1565491"/>
          <a:ext cx="7308434" cy="4122058"/>
        </p:xfrm>
        <a:graphic>
          <a:graphicData uri="http://schemas.openxmlformats.org/drawingml/2006/chart">
            <c:chart xmlns:c="http://schemas.openxmlformats.org/drawingml/2006/chart" xmlns:r="http://schemas.openxmlformats.org/officeDocument/2006/relationships" r:id="rId2"/>
          </a:graphicData>
        </a:graphic>
      </p:graphicFrame>
      <p:sp>
        <p:nvSpPr>
          <p:cNvPr id="37" name="矩形 36"/>
          <p:cNvSpPr/>
          <p:nvPr/>
        </p:nvSpPr>
        <p:spPr>
          <a:xfrm>
            <a:off x="897826" y="2508749"/>
            <a:ext cx="3087914" cy="367986"/>
          </a:xfrm>
          <a:prstGeom prst="rect">
            <a:avLst/>
          </a:prstGeom>
        </p:spPr>
        <p:txBody>
          <a:bodyPr wrap="square">
            <a:spAutoFit/>
          </a:bodyPr>
          <a:lstStyle/>
          <a:p>
            <a:pPr marL="0" marR="0" lvl="0" indent="0" algn="l" defTabSz="914400" rtl="0" eaLnBrk="1" fontAlgn="auto" latinLnBrk="0" hangingPunct="1">
              <a:lnSpc>
                <a:spcPct val="120000"/>
              </a:lnSpc>
              <a:spcBef>
                <a:spcPts val="300"/>
              </a:spcBef>
              <a:spcAft>
                <a:spcPts val="300"/>
              </a:spcAft>
              <a:buClrTx/>
              <a:buSzTx/>
              <a:buFontTx/>
              <a:buNone/>
              <a:defRPr/>
            </a:pPr>
            <a:r>
              <a:rPr kumimoji="0" lang="zh-CN" altLang="en-US" sz="1600" b="0" i="0" u="none" strike="noStrike" kern="1200" cap="none" spc="0" normalizeH="0" baseline="0" noProof="0" dirty="0">
                <a:ln>
                  <a:noFill/>
                </a:ln>
                <a:solidFill>
                  <a:srgbClr val="000000">
                    <a:lumMod val="75000"/>
                    <a:lumOff val="25000"/>
                  </a:srgbClr>
                </a:solidFill>
                <a:effectLst/>
                <a:uLnTx/>
                <a:uFillTx/>
                <a:latin typeface="等线" panose="02010600030101010101" pitchFamily="2" charset="-122"/>
                <a:ea typeface="等线" panose="02010600030101010101" pitchFamily="2" charset="-122"/>
              </a:rPr>
              <a:t>这里是数据描述这里是数据描述</a:t>
            </a:r>
          </a:p>
        </p:txBody>
      </p:sp>
      <p:sp>
        <p:nvSpPr>
          <p:cNvPr id="38" name="矩形 37"/>
          <p:cNvSpPr/>
          <p:nvPr/>
        </p:nvSpPr>
        <p:spPr>
          <a:xfrm>
            <a:off x="897826" y="2005696"/>
            <a:ext cx="1573992" cy="570797"/>
          </a:xfrm>
          <a:prstGeom prst="rect">
            <a:avLst/>
          </a:prstGeom>
        </p:spPr>
        <p:txBody>
          <a:bodyPr wrap="square">
            <a:spAutoFit/>
          </a:bodyPr>
          <a:lstStyle/>
          <a:p>
            <a:pPr marL="0" marR="0" lvl="0" indent="0" algn="just" defTabSz="914400" rtl="0" eaLnBrk="1" fontAlgn="auto" latinLnBrk="0" hangingPunct="1">
              <a:lnSpc>
                <a:spcPct val="125000"/>
              </a:lnSpc>
              <a:spcBef>
                <a:spcPts val="300"/>
              </a:spcBef>
              <a:spcAft>
                <a:spcPts val="300"/>
              </a:spcAft>
              <a:buClrTx/>
              <a:buSzTx/>
              <a:buFontTx/>
              <a:buNone/>
              <a:defRPr/>
            </a:pPr>
            <a:r>
              <a:rPr kumimoji="0" lang="en-US" altLang="zh-CN" sz="2800" b="0" i="0" u="none" strike="noStrike" kern="1200" cap="none" spc="0" normalizeH="0" baseline="0" noProof="0" dirty="0">
                <a:ln>
                  <a:noFill/>
                </a:ln>
                <a:solidFill>
                  <a:srgbClr val="AE0D1D"/>
                </a:solidFill>
                <a:effectLst/>
                <a:uLnTx/>
                <a:uFillTx/>
                <a:latin typeface="Impact" panose="020B0806030902050204"/>
                <a:ea typeface="微软雅黑" panose="020B0503020204020204" pitchFamily="34" charset="-122"/>
                <a:cs typeface="+mn-cs"/>
              </a:rPr>
              <a:t>80%</a:t>
            </a:r>
            <a:endParaRPr kumimoji="0" lang="zh-CN" altLang="en-US" sz="2800" b="0" i="0" u="none" strike="noStrike" kern="1200" cap="none" spc="0" normalizeH="0" baseline="0" noProof="0" dirty="0">
              <a:ln>
                <a:noFill/>
              </a:ln>
              <a:solidFill>
                <a:srgbClr val="0070C0"/>
              </a:solidFill>
              <a:effectLst/>
              <a:uLnTx/>
              <a:uFillTx/>
              <a:latin typeface="Impact" panose="020B0806030902050204"/>
              <a:ea typeface="微软雅黑" panose="020B0503020204020204" pitchFamily="34" charset="-122"/>
              <a:cs typeface="+mn-cs"/>
            </a:endParaRPr>
          </a:p>
        </p:txBody>
      </p:sp>
      <p:cxnSp>
        <p:nvCxnSpPr>
          <p:cNvPr id="39" name="直接连接符 38"/>
          <p:cNvCxnSpPr/>
          <p:nvPr/>
        </p:nvCxnSpPr>
        <p:spPr>
          <a:xfrm>
            <a:off x="1012353" y="3146633"/>
            <a:ext cx="2833461"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897826" y="3841160"/>
            <a:ext cx="3087914" cy="367986"/>
          </a:xfrm>
          <a:prstGeom prst="rect">
            <a:avLst/>
          </a:prstGeom>
        </p:spPr>
        <p:txBody>
          <a:bodyPr wrap="square">
            <a:spAutoFit/>
          </a:bodyPr>
          <a:lstStyle/>
          <a:p>
            <a:pPr marL="0" marR="0" lvl="0" indent="0" algn="l" defTabSz="914400" rtl="0" eaLnBrk="1" fontAlgn="auto" latinLnBrk="0" hangingPunct="1">
              <a:lnSpc>
                <a:spcPct val="120000"/>
              </a:lnSpc>
              <a:spcBef>
                <a:spcPts val="300"/>
              </a:spcBef>
              <a:spcAft>
                <a:spcPts val="300"/>
              </a:spcAft>
              <a:buClrTx/>
              <a:buSzTx/>
              <a:buFontTx/>
              <a:buNone/>
              <a:defRPr/>
            </a:pPr>
            <a:r>
              <a:rPr kumimoji="0" lang="zh-CN" altLang="en-US" sz="1600" b="0" i="0" u="none" strike="noStrike" kern="1200" cap="none" spc="0" normalizeH="0" baseline="0" noProof="0" dirty="0">
                <a:ln>
                  <a:noFill/>
                </a:ln>
                <a:solidFill>
                  <a:srgbClr val="000000">
                    <a:lumMod val="75000"/>
                    <a:lumOff val="25000"/>
                  </a:srgbClr>
                </a:solidFill>
                <a:effectLst/>
                <a:uLnTx/>
                <a:uFillTx/>
                <a:latin typeface="等线" panose="02010600030101010101" pitchFamily="2" charset="-122"/>
                <a:ea typeface="等线" panose="02010600030101010101" pitchFamily="2" charset="-122"/>
              </a:rPr>
              <a:t>这里是数据描述这里是数据描述</a:t>
            </a:r>
          </a:p>
        </p:txBody>
      </p:sp>
      <p:sp>
        <p:nvSpPr>
          <p:cNvPr id="41" name="矩形 40"/>
          <p:cNvSpPr/>
          <p:nvPr/>
        </p:nvSpPr>
        <p:spPr>
          <a:xfrm>
            <a:off x="897826" y="3338107"/>
            <a:ext cx="1573992" cy="570797"/>
          </a:xfrm>
          <a:prstGeom prst="rect">
            <a:avLst/>
          </a:prstGeom>
        </p:spPr>
        <p:txBody>
          <a:bodyPr wrap="square">
            <a:spAutoFit/>
          </a:bodyPr>
          <a:lstStyle/>
          <a:p>
            <a:pPr marL="0" marR="0" lvl="0" indent="0" algn="just" defTabSz="914400" rtl="0" eaLnBrk="1" fontAlgn="auto" latinLnBrk="0" hangingPunct="1">
              <a:lnSpc>
                <a:spcPct val="125000"/>
              </a:lnSpc>
              <a:spcBef>
                <a:spcPts val="300"/>
              </a:spcBef>
              <a:spcAft>
                <a:spcPts val="300"/>
              </a:spcAft>
              <a:buClrTx/>
              <a:buSzTx/>
              <a:buFontTx/>
              <a:buNone/>
              <a:defRPr/>
            </a:pPr>
            <a:r>
              <a:rPr kumimoji="0" lang="en-US" altLang="zh-CN" sz="2800" b="0" i="0" u="none" strike="noStrike" kern="1200" cap="none" spc="0" normalizeH="0" baseline="0" noProof="0" dirty="0">
                <a:ln>
                  <a:noFill/>
                </a:ln>
                <a:solidFill>
                  <a:srgbClr val="AE0D1D"/>
                </a:solidFill>
                <a:effectLst/>
                <a:uLnTx/>
                <a:uFillTx/>
                <a:latin typeface="Impact" panose="020B0806030902050204"/>
                <a:ea typeface="微软雅黑" panose="020B0503020204020204" pitchFamily="34" charset="-122"/>
                <a:cs typeface="+mn-cs"/>
              </a:rPr>
              <a:t>25%</a:t>
            </a:r>
            <a:endParaRPr kumimoji="0" lang="zh-CN" altLang="en-US" sz="2800" b="0" i="0" u="none" strike="noStrike" kern="1200" cap="none" spc="0" normalizeH="0" baseline="0" noProof="0" dirty="0">
              <a:ln>
                <a:noFill/>
              </a:ln>
              <a:solidFill>
                <a:srgbClr val="0070C0"/>
              </a:solidFill>
              <a:effectLst/>
              <a:uLnTx/>
              <a:uFillTx/>
              <a:latin typeface="Impact" panose="020B0806030902050204"/>
              <a:ea typeface="微软雅黑" panose="020B0503020204020204" pitchFamily="34" charset="-122"/>
              <a:cs typeface="+mn-cs"/>
            </a:endParaRPr>
          </a:p>
        </p:txBody>
      </p:sp>
      <p:cxnSp>
        <p:nvCxnSpPr>
          <p:cNvPr id="42" name="直接连接符 41"/>
          <p:cNvCxnSpPr/>
          <p:nvPr/>
        </p:nvCxnSpPr>
        <p:spPr>
          <a:xfrm>
            <a:off x="1012353" y="4500815"/>
            <a:ext cx="2833461"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897826" y="5173571"/>
            <a:ext cx="3087914" cy="367986"/>
          </a:xfrm>
          <a:prstGeom prst="rect">
            <a:avLst/>
          </a:prstGeom>
        </p:spPr>
        <p:txBody>
          <a:bodyPr wrap="square">
            <a:spAutoFit/>
          </a:bodyPr>
          <a:lstStyle/>
          <a:p>
            <a:pPr marL="0" marR="0" lvl="0" indent="0" algn="l" defTabSz="914400" rtl="0" eaLnBrk="1" fontAlgn="auto" latinLnBrk="0" hangingPunct="1">
              <a:lnSpc>
                <a:spcPct val="120000"/>
              </a:lnSpc>
              <a:spcBef>
                <a:spcPts val="300"/>
              </a:spcBef>
              <a:spcAft>
                <a:spcPts val="300"/>
              </a:spcAft>
              <a:buClrTx/>
              <a:buSzTx/>
              <a:buFontTx/>
              <a:buNone/>
              <a:defRPr/>
            </a:pPr>
            <a:r>
              <a:rPr kumimoji="0" lang="zh-CN" altLang="en-US" sz="1600" b="0" i="0" u="none" strike="noStrike" kern="1200" cap="none" spc="0" normalizeH="0" baseline="0" noProof="0" dirty="0">
                <a:ln>
                  <a:noFill/>
                </a:ln>
                <a:solidFill>
                  <a:srgbClr val="000000">
                    <a:lumMod val="75000"/>
                    <a:lumOff val="25000"/>
                  </a:srgbClr>
                </a:solidFill>
                <a:effectLst/>
                <a:uLnTx/>
                <a:uFillTx/>
                <a:latin typeface="等线" panose="02010600030101010101" pitchFamily="2" charset="-122"/>
                <a:ea typeface="等线" panose="02010600030101010101" pitchFamily="2" charset="-122"/>
              </a:rPr>
              <a:t>这里是数据描述这里是数据描述</a:t>
            </a:r>
          </a:p>
        </p:txBody>
      </p:sp>
      <p:sp>
        <p:nvSpPr>
          <p:cNvPr id="44" name="矩形 43"/>
          <p:cNvSpPr/>
          <p:nvPr/>
        </p:nvSpPr>
        <p:spPr>
          <a:xfrm>
            <a:off x="897826" y="4670518"/>
            <a:ext cx="1573992" cy="570797"/>
          </a:xfrm>
          <a:prstGeom prst="rect">
            <a:avLst/>
          </a:prstGeom>
        </p:spPr>
        <p:txBody>
          <a:bodyPr wrap="square">
            <a:spAutoFit/>
          </a:bodyPr>
          <a:lstStyle/>
          <a:p>
            <a:pPr marL="0" marR="0" lvl="0" indent="0" algn="just" defTabSz="914400" rtl="0" eaLnBrk="1" fontAlgn="auto" latinLnBrk="0" hangingPunct="1">
              <a:lnSpc>
                <a:spcPct val="125000"/>
              </a:lnSpc>
              <a:spcBef>
                <a:spcPts val="300"/>
              </a:spcBef>
              <a:spcAft>
                <a:spcPts val="300"/>
              </a:spcAft>
              <a:buClrTx/>
              <a:buSzTx/>
              <a:buFontTx/>
              <a:buNone/>
              <a:defRPr/>
            </a:pPr>
            <a:r>
              <a:rPr kumimoji="0" lang="en-US" altLang="zh-CN" sz="2800" b="0" i="0" u="none" strike="noStrike" kern="1200" cap="none" spc="0" normalizeH="0" baseline="0" noProof="0" dirty="0">
                <a:ln>
                  <a:noFill/>
                </a:ln>
                <a:solidFill>
                  <a:srgbClr val="AE0D1D"/>
                </a:solidFill>
                <a:effectLst/>
                <a:uLnTx/>
                <a:uFillTx/>
                <a:latin typeface="Impact" panose="020B0806030902050204"/>
                <a:ea typeface="微软雅黑" panose="020B0503020204020204" pitchFamily="34" charset="-122"/>
                <a:cs typeface="+mn-cs"/>
              </a:rPr>
              <a:t>48%</a:t>
            </a:r>
            <a:endParaRPr kumimoji="0" lang="zh-CN" altLang="en-US" sz="2800" b="0" i="0" u="none" strike="noStrike" kern="1200" cap="none" spc="0" normalizeH="0" baseline="0" noProof="0" dirty="0">
              <a:ln>
                <a:noFill/>
              </a:ln>
              <a:solidFill>
                <a:srgbClr val="0070C0"/>
              </a:solidFill>
              <a:effectLst/>
              <a:uLnTx/>
              <a:uFillTx/>
              <a:latin typeface="Impact" panose="020B0806030902050204"/>
              <a:ea typeface="微软雅黑" panose="020B0503020204020204" pitchFamily="34"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文本框 3"/>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三</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5" name="文本框 4"/>
          <p:cNvSpPr txBox="1"/>
          <p:nvPr/>
        </p:nvSpPr>
        <p:spPr>
          <a:xfrm>
            <a:off x="1929635" y="760357"/>
            <a:ext cx="1210588" cy="400110"/>
          </a:xfrm>
          <a:prstGeom prst="rect">
            <a:avLst/>
          </a:prstGeom>
          <a:noFill/>
        </p:spPr>
        <p:txBody>
          <a:bodyPr wrap="none" rtlCol="0">
            <a:spAutoFit/>
          </a:bodyPr>
          <a:lstStyle/>
          <a:p>
            <a:pPr lvl="0">
              <a:defRPr/>
            </a:pP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研究讨论</a:t>
            </a:r>
          </a:p>
        </p:txBody>
      </p:sp>
      <p:sp>
        <p:nvSpPr>
          <p:cNvPr id="6" name="文本框 5"/>
          <p:cNvSpPr txBox="1"/>
          <p:nvPr/>
        </p:nvSpPr>
        <p:spPr>
          <a:xfrm>
            <a:off x="3318339" y="791135"/>
            <a:ext cx="2777661"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STUDY AND DISCUSS</a:t>
            </a:r>
          </a:p>
        </p:txBody>
      </p:sp>
      <p:cxnSp>
        <p:nvCxnSpPr>
          <p:cNvPr id="7" name="直接连接符 6"/>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等腰三角形 16"/>
          <p:cNvSpPr/>
          <p:nvPr/>
        </p:nvSpPr>
        <p:spPr>
          <a:xfrm>
            <a:off x="2189252" y="2809462"/>
            <a:ext cx="401815" cy="314033"/>
          </a:xfrm>
          <a:prstGeom prst="triangl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pitchFamily="2" charset="-122"/>
              <a:ea typeface="等线" panose="02010600030101010101" pitchFamily="2" charset="-122"/>
            </a:endParaRPr>
          </a:p>
        </p:txBody>
      </p:sp>
      <p:sp>
        <p:nvSpPr>
          <p:cNvPr id="18" name="不完整圆 17"/>
          <p:cNvSpPr/>
          <p:nvPr/>
        </p:nvSpPr>
        <p:spPr>
          <a:xfrm>
            <a:off x="1563211" y="2808175"/>
            <a:ext cx="1653898" cy="1653896"/>
          </a:xfrm>
          <a:prstGeom prst="pie">
            <a:avLst>
              <a:gd name="adj1" fmla="val 18846303"/>
              <a:gd name="adj2" fmla="val 13519900"/>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9" name="椭圆 18"/>
          <p:cNvSpPr/>
          <p:nvPr/>
        </p:nvSpPr>
        <p:spPr>
          <a:xfrm>
            <a:off x="1805593" y="3041126"/>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0" name="等腰三角形 19"/>
          <p:cNvSpPr/>
          <p:nvPr/>
        </p:nvSpPr>
        <p:spPr>
          <a:xfrm>
            <a:off x="5892026" y="2809462"/>
            <a:ext cx="401815" cy="314033"/>
          </a:xfrm>
          <a:prstGeom prst="triangl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latin typeface="等线" panose="02010600030101010101" pitchFamily="2" charset="-122"/>
              <a:ea typeface="等线" panose="02010600030101010101" pitchFamily="2" charset="-122"/>
            </a:endParaRPr>
          </a:p>
        </p:txBody>
      </p:sp>
      <p:sp>
        <p:nvSpPr>
          <p:cNvPr id="21" name="不完整圆 20"/>
          <p:cNvSpPr/>
          <p:nvPr/>
        </p:nvSpPr>
        <p:spPr>
          <a:xfrm>
            <a:off x="5265985" y="2808175"/>
            <a:ext cx="1653898" cy="1653896"/>
          </a:xfrm>
          <a:prstGeom prst="pie">
            <a:avLst>
              <a:gd name="adj1" fmla="val 18846303"/>
              <a:gd name="adj2" fmla="val 13519900"/>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2" name="椭圆 21"/>
          <p:cNvSpPr/>
          <p:nvPr/>
        </p:nvSpPr>
        <p:spPr>
          <a:xfrm>
            <a:off x="5508367" y="3041126"/>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3" name="等腰三角形 22"/>
          <p:cNvSpPr/>
          <p:nvPr/>
        </p:nvSpPr>
        <p:spPr>
          <a:xfrm>
            <a:off x="9594800" y="2809462"/>
            <a:ext cx="401815" cy="314033"/>
          </a:xfrm>
          <a:prstGeom prst="triangl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latin typeface="等线" panose="02010600030101010101" pitchFamily="2" charset="-122"/>
              <a:ea typeface="等线" panose="02010600030101010101" pitchFamily="2" charset="-122"/>
            </a:endParaRPr>
          </a:p>
        </p:txBody>
      </p:sp>
      <p:sp>
        <p:nvSpPr>
          <p:cNvPr id="24" name="不完整圆 23"/>
          <p:cNvSpPr/>
          <p:nvPr/>
        </p:nvSpPr>
        <p:spPr>
          <a:xfrm>
            <a:off x="8968759" y="2808175"/>
            <a:ext cx="1653898" cy="1653896"/>
          </a:xfrm>
          <a:prstGeom prst="pie">
            <a:avLst>
              <a:gd name="adj1" fmla="val 18846303"/>
              <a:gd name="adj2" fmla="val 13519900"/>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5" name="椭圆 24"/>
          <p:cNvSpPr/>
          <p:nvPr/>
        </p:nvSpPr>
        <p:spPr>
          <a:xfrm>
            <a:off x="9211141" y="3041126"/>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6" name="等腰三角形 25"/>
          <p:cNvSpPr/>
          <p:nvPr/>
        </p:nvSpPr>
        <p:spPr>
          <a:xfrm flipV="1">
            <a:off x="7743413" y="4833279"/>
            <a:ext cx="401815" cy="314033"/>
          </a:xfrm>
          <a:prstGeom prst="triangl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7" name="不完整圆 26"/>
          <p:cNvSpPr/>
          <p:nvPr/>
        </p:nvSpPr>
        <p:spPr>
          <a:xfrm flipV="1">
            <a:off x="7117372" y="3494703"/>
            <a:ext cx="1653898" cy="1653896"/>
          </a:xfrm>
          <a:prstGeom prst="pie">
            <a:avLst>
              <a:gd name="adj1" fmla="val 18846303"/>
              <a:gd name="adj2" fmla="val 13519900"/>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28" name="椭圆 27"/>
          <p:cNvSpPr/>
          <p:nvPr/>
        </p:nvSpPr>
        <p:spPr>
          <a:xfrm flipV="1">
            <a:off x="7359754" y="3729105"/>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9" name="等腰三角形 28"/>
          <p:cNvSpPr/>
          <p:nvPr/>
        </p:nvSpPr>
        <p:spPr>
          <a:xfrm flipV="1">
            <a:off x="4040639" y="4833279"/>
            <a:ext cx="401815" cy="314033"/>
          </a:xfrm>
          <a:prstGeom prst="triangl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30" name="不完整圆 29"/>
          <p:cNvSpPr/>
          <p:nvPr/>
        </p:nvSpPr>
        <p:spPr>
          <a:xfrm flipV="1">
            <a:off x="3414598" y="3494703"/>
            <a:ext cx="1653898" cy="1653896"/>
          </a:xfrm>
          <a:prstGeom prst="pie">
            <a:avLst>
              <a:gd name="adj1" fmla="val 18846303"/>
              <a:gd name="adj2" fmla="val 13519900"/>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B0604020202020204"/>
              <a:ea typeface="微软雅黑" panose="020B0503020204020204" pitchFamily="34" charset="-122"/>
            </a:endParaRPr>
          </a:p>
        </p:txBody>
      </p:sp>
      <p:sp>
        <p:nvSpPr>
          <p:cNvPr id="31" name="椭圆 30"/>
          <p:cNvSpPr/>
          <p:nvPr/>
        </p:nvSpPr>
        <p:spPr>
          <a:xfrm flipV="1">
            <a:off x="3656980" y="3729105"/>
            <a:ext cx="1186543" cy="1186543"/>
          </a:xfrm>
          <a:prstGeom prst="ellipse">
            <a:avLst/>
          </a:prstGeom>
          <a:solidFill>
            <a:schemeClr val="bg1"/>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2" name="文本框 31"/>
          <p:cNvSpPr txBox="1"/>
          <p:nvPr/>
        </p:nvSpPr>
        <p:spPr>
          <a:xfrm>
            <a:off x="1145896" y="164613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solidFill>
                <a:effectLst/>
                <a:uLnTx/>
                <a:uFillTx/>
                <a:latin typeface="等线" panose="02010600030101010101" pitchFamily="2" charset="-122"/>
                <a:ea typeface="等线" panose="02010600030101010101" pitchFamily="2" charset="-122"/>
              </a:rPr>
              <a:t>请输入您的小标题</a:t>
            </a:r>
          </a:p>
        </p:txBody>
      </p:sp>
      <p:sp>
        <p:nvSpPr>
          <p:cNvPr id="33" name="矩形 32"/>
          <p:cNvSpPr/>
          <p:nvPr/>
        </p:nvSpPr>
        <p:spPr>
          <a:xfrm>
            <a:off x="1145896" y="200810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34" name="文本框 33"/>
          <p:cNvSpPr txBox="1"/>
          <p:nvPr/>
        </p:nvSpPr>
        <p:spPr>
          <a:xfrm>
            <a:off x="3001563" y="532148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rgbClr val="AE0D1D"/>
                </a:solidFill>
                <a:latin typeface="等线" panose="02010600030101010101" pitchFamily="2" charset="-122"/>
                <a:ea typeface="等线" panose="02010600030101010101" pitchFamily="2" charset="-122"/>
              </a:rPr>
              <a:t>请输入您的小标题</a:t>
            </a:r>
          </a:p>
        </p:txBody>
      </p:sp>
      <p:sp>
        <p:nvSpPr>
          <p:cNvPr id="35" name="矩形 34"/>
          <p:cNvSpPr/>
          <p:nvPr/>
        </p:nvSpPr>
        <p:spPr>
          <a:xfrm>
            <a:off x="3001563" y="568345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600" dirty="0">
                <a:solidFill>
                  <a:prstClr val="black">
                    <a:lumMod val="65000"/>
                    <a:lumOff val="35000"/>
                  </a:prstClr>
                </a:solidFill>
                <a:latin typeface="等线" panose="02010600030101010101" pitchFamily="2" charset="-122"/>
                <a:ea typeface="等线" panose="02010600030101010101" pitchFamily="2" charset="-122"/>
              </a:rPr>
              <a:t>请输入您的正文内容请输入您的正文内容</a:t>
            </a:r>
            <a:endParaRPr lang="en-US" altLang="zh-CN" sz="1600" dirty="0">
              <a:solidFill>
                <a:prstClr val="black">
                  <a:lumMod val="65000"/>
                  <a:lumOff val="35000"/>
                </a:prstClr>
              </a:solidFill>
              <a:latin typeface="等线" panose="02010600030101010101" pitchFamily="2" charset="-122"/>
              <a:ea typeface="等线" panose="02010600030101010101" pitchFamily="2" charset="-122"/>
            </a:endParaRPr>
          </a:p>
        </p:txBody>
      </p:sp>
      <p:sp>
        <p:nvSpPr>
          <p:cNvPr id="45" name="文本框 44"/>
          <p:cNvSpPr txBox="1"/>
          <p:nvPr/>
        </p:nvSpPr>
        <p:spPr>
          <a:xfrm>
            <a:off x="6715074" y="532148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rgbClr val="AE0D1D"/>
                </a:solidFill>
                <a:latin typeface="等线" panose="02010600030101010101" pitchFamily="2" charset="-122"/>
                <a:ea typeface="等线" panose="02010600030101010101" pitchFamily="2" charset="-122"/>
              </a:rPr>
              <a:t>请输入您的小标题</a:t>
            </a:r>
          </a:p>
        </p:txBody>
      </p:sp>
      <p:sp>
        <p:nvSpPr>
          <p:cNvPr id="46" name="矩形 45"/>
          <p:cNvSpPr/>
          <p:nvPr/>
        </p:nvSpPr>
        <p:spPr>
          <a:xfrm>
            <a:off x="6715074" y="568345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600" dirty="0">
                <a:solidFill>
                  <a:prstClr val="black">
                    <a:lumMod val="65000"/>
                    <a:lumOff val="35000"/>
                  </a:prstClr>
                </a:solidFill>
                <a:latin typeface="等线" panose="02010600030101010101" pitchFamily="2" charset="-122"/>
                <a:ea typeface="等线" panose="02010600030101010101" pitchFamily="2" charset="-122"/>
              </a:rPr>
              <a:t>请输入您的正文内容请输入您的正文内容</a:t>
            </a:r>
            <a:endParaRPr lang="en-US" altLang="zh-CN" sz="1600" dirty="0">
              <a:solidFill>
                <a:prstClr val="black">
                  <a:lumMod val="65000"/>
                  <a:lumOff val="35000"/>
                </a:prstClr>
              </a:solidFill>
              <a:latin typeface="等线" panose="02010600030101010101" pitchFamily="2" charset="-122"/>
              <a:ea typeface="等线" panose="02010600030101010101" pitchFamily="2" charset="-122"/>
            </a:endParaRPr>
          </a:p>
        </p:txBody>
      </p:sp>
      <p:sp>
        <p:nvSpPr>
          <p:cNvPr id="47" name="文本框 46"/>
          <p:cNvSpPr txBox="1"/>
          <p:nvPr/>
        </p:nvSpPr>
        <p:spPr>
          <a:xfrm>
            <a:off x="4854984" y="164613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solidFill>
                <a:effectLst/>
                <a:uLnTx/>
                <a:uFillTx/>
                <a:latin typeface="等线" panose="02010600030101010101" pitchFamily="2" charset="-122"/>
                <a:ea typeface="等线" panose="02010600030101010101" pitchFamily="2" charset="-122"/>
              </a:rPr>
              <a:t>请输入您的小标题</a:t>
            </a:r>
          </a:p>
        </p:txBody>
      </p:sp>
      <p:sp>
        <p:nvSpPr>
          <p:cNvPr id="48" name="矩形 47"/>
          <p:cNvSpPr/>
          <p:nvPr/>
        </p:nvSpPr>
        <p:spPr>
          <a:xfrm>
            <a:off x="4854984" y="200810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49" name="文本框 48"/>
          <p:cNvSpPr txBox="1"/>
          <p:nvPr/>
        </p:nvSpPr>
        <p:spPr>
          <a:xfrm>
            <a:off x="8570202" y="164613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solidFill>
                <a:effectLst/>
                <a:uLnTx/>
                <a:uFillTx/>
                <a:latin typeface="等线" panose="02010600030101010101" pitchFamily="2" charset="-122"/>
                <a:ea typeface="等线" panose="02010600030101010101" pitchFamily="2" charset="-122"/>
              </a:rPr>
              <a:t>请输入您的小标题</a:t>
            </a:r>
          </a:p>
        </p:txBody>
      </p:sp>
      <p:sp>
        <p:nvSpPr>
          <p:cNvPr id="50" name="矩形 49"/>
          <p:cNvSpPr/>
          <p:nvPr/>
        </p:nvSpPr>
        <p:spPr>
          <a:xfrm>
            <a:off x="8570202" y="200810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51" name="任意多边形: 形状 50"/>
          <p:cNvSpPr/>
          <p:nvPr/>
        </p:nvSpPr>
        <p:spPr bwMode="auto">
          <a:xfrm>
            <a:off x="9531435" y="3406576"/>
            <a:ext cx="508227" cy="457095"/>
          </a:xfrm>
          <a:custGeom>
            <a:avLst/>
            <a:gdLst>
              <a:gd name="connsiteX0" fmla="*/ 381198 w 466055"/>
              <a:gd name="connsiteY0" fmla="*/ 337740 h 419165"/>
              <a:gd name="connsiteX1" fmla="*/ 387210 w 466055"/>
              <a:gd name="connsiteY1" fmla="*/ 338163 h 419165"/>
              <a:gd name="connsiteX2" fmla="*/ 392905 w 466055"/>
              <a:gd name="connsiteY2" fmla="*/ 339430 h 419165"/>
              <a:gd name="connsiteX3" fmla="*/ 398284 w 466055"/>
              <a:gd name="connsiteY3" fmla="*/ 341542 h 419165"/>
              <a:gd name="connsiteX4" fmla="*/ 403347 w 466055"/>
              <a:gd name="connsiteY4" fmla="*/ 344288 h 419165"/>
              <a:gd name="connsiteX5" fmla="*/ 407882 w 466055"/>
              <a:gd name="connsiteY5" fmla="*/ 347773 h 419165"/>
              <a:gd name="connsiteX6" fmla="*/ 411890 w 466055"/>
              <a:gd name="connsiteY6" fmla="*/ 351786 h 419165"/>
              <a:gd name="connsiteX7" fmla="*/ 415265 w 466055"/>
              <a:gd name="connsiteY7" fmla="*/ 356327 h 419165"/>
              <a:gd name="connsiteX8" fmla="*/ 418007 w 466055"/>
              <a:gd name="connsiteY8" fmla="*/ 361291 h 419165"/>
              <a:gd name="connsiteX9" fmla="*/ 420011 w 466055"/>
              <a:gd name="connsiteY9" fmla="*/ 366572 h 419165"/>
              <a:gd name="connsiteX10" fmla="*/ 421277 w 466055"/>
              <a:gd name="connsiteY10" fmla="*/ 372380 h 419165"/>
              <a:gd name="connsiteX11" fmla="*/ 421699 w 466055"/>
              <a:gd name="connsiteY11" fmla="*/ 378294 h 419165"/>
              <a:gd name="connsiteX12" fmla="*/ 421277 w 466055"/>
              <a:gd name="connsiteY12" fmla="*/ 384314 h 419165"/>
              <a:gd name="connsiteX13" fmla="*/ 420011 w 466055"/>
              <a:gd name="connsiteY13" fmla="*/ 390228 h 419165"/>
              <a:gd name="connsiteX14" fmla="*/ 418007 w 466055"/>
              <a:gd name="connsiteY14" fmla="*/ 395509 h 419165"/>
              <a:gd name="connsiteX15" fmla="*/ 415265 w 466055"/>
              <a:gd name="connsiteY15" fmla="*/ 400472 h 419165"/>
              <a:gd name="connsiteX16" fmla="*/ 411890 w 466055"/>
              <a:gd name="connsiteY16" fmla="*/ 405119 h 419165"/>
              <a:gd name="connsiteX17" fmla="*/ 407882 w 466055"/>
              <a:gd name="connsiteY17" fmla="*/ 409132 h 419165"/>
              <a:gd name="connsiteX18" fmla="*/ 403347 w 466055"/>
              <a:gd name="connsiteY18" fmla="*/ 412512 h 419165"/>
              <a:gd name="connsiteX19" fmla="*/ 398284 w 466055"/>
              <a:gd name="connsiteY19" fmla="*/ 415258 h 419165"/>
              <a:gd name="connsiteX20" fmla="*/ 392905 w 466055"/>
              <a:gd name="connsiteY20" fmla="*/ 417370 h 419165"/>
              <a:gd name="connsiteX21" fmla="*/ 387210 w 466055"/>
              <a:gd name="connsiteY21" fmla="*/ 418743 h 419165"/>
              <a:gd name="connsiteX22" fmla="*/ 381198 w 466055"/>
              <a:gd name="connsiteY22" fmla="*/ 419165 h 419165"/>
              <a:gd name="connsiteX23" fmla="*/ 375186 w 466055"/>
              <a:gd name="connsiteY23" fmla="*/ 418743 h 419165"/>
              <a:gd name="connsiteX24" fmla="*/ 369490 w 466055"/>
              <a:gd name="connsiteY24" fmla="*/ 417370 h 419165"/>
              <a:gd name="connsiteX25" fmla="*/ 364006 w 466055"/>
              <a:gd name="connsiteY25" fmla="*/ 415258 h 419165"/>
              <a:gd name="connsiteX26" fmla="*/ 359049 w 466055"/>
              <a:gd name="connsiteY26" fmla="*/ 412512 h 419165"/>
              <a:gd name="connsiteX27" fmla="*/ 354619 w 466055"/>
              <a:gd name="connsiteY27" fmla="*/ 409132 h 419165"/>
              <a:gd name="connsiteX28" fmla="*/ 350611 w 466055"/>
              <a:gd name="connsiteY28" fmla="*/ 405119 h 419165"/>
              <a:gd name="connsiteX29" fmla="*/ 347236 w 466055"/>
              <a:gd name="connsiteY29" fmla="*/ 400472 h 419165"/>
              <a:gd name="connsiteX30" fmla="*/ 344388 w 466055"/>
              <a:gd name="connsiteY30" fmla="*/ 395509 h 419165"/>
              <a:gd name="connsiteX31" fmla="*/ 342384 w 466055"/>
              <a:gd name="connsiteY31" fmla="*/ 390228 h 419165"/>
              <a:gd name="connsiteX32" fmla="*/ 341013 w 466055"/>
              <a:gd name="connsiteY32" fmla="*/ 384314 h 419165"/>
              <a:gd name="connsiteX33" fmla="*/ 340591 w 466055"/>
              <a:gd name="connsiteY33" fmla="*/ 378294 h 419165"/>
              <a:gd name="connsiteX34" fmla="*/ 341013 w 466055"/>
              <a:gd name="connsiteY34" fmla="*/ 372380 h 419165"/>
              <a:gd name="connsiteX35" fmla="*/ 342384 w 466055"/>
              <a:gd name="connsiteY35" fmla="*/ 366572 h 419165"/>
              <a:gd name="connsiteX36" fmla="*/ 344388 w 466055"/>
              <a:gd name="connsiteY36" fmla="*/ 361291 h 419165"/>
              <a:gd name="connsiteX37" fmla="*/ 347236 w 466055"/>
              <a:gd name="connsiteY37" fmla="*/ 356327 h 419165"/>
              <a:gd name="connsiteX38" fmla="*/ 350611 w 466055"/>
              <a:gd name="connsiteY38" fmla="*/ 351786 h 419165"/>
              <a:gd name="connsiteX39" fmla="*/ 354619 w 466055"/>
              <a:gd name="connsiteY39" fmla="*/ 347773 h 419165"/>
              <a:gd name="connsiteX40" fmla="*/ 359049 w 466055"/>
              <a:gd name="connsiteY40" fmla="*/ 344288 h 419165"/>
              <a:gd name="connsiteX41" fmla="*/ 364006 w 466055"/>
              <a:gd name="connsiteY41" fmla="*/ 341542 h 419165"/>
              <a:gd name="connsiteX42" fmla="*/ 369490 w 466055"/>
              <a:gd name="connsiteY42" fmla="*/ 339430 h 419165"/>
              <a:gd name="connsiteX43" fmla="*/ 375186 w 466055"/>
              <a:gd name="connsiteY43" fmla="*/ 338163 h 419165"/>
              <a:gd name="connsiteX44" fmla="*/ 209054 w 466055"/>
              <a:gd name="connsiteY44" fmla="*/ 337423 h 419165"/>
              <a:gd name="connsiteX45" fmla="*/ 215066 w 466055"/>
              <a:gd name="connsiteY45" fmla="*/ 337845 h 419165"/>
              <a:gd name="connsiteX46" fmla="*/ 220762 w 466055"/>
              <a:gd name="connsiteY46" fmla="*/ 339111 h 419165"/>
              <a:gd name="connsiteX47" fmla="*/ 226246 w 466055"/>
              <a:gd name="connsiteY47" fmla="*/ 341115 h 419165"/>
              <a:gd name="connsiteX48" fmla="*/ 231203 w 466055"/>
              <a:gd name="connsiteY48" fmla="*/ 343857 h 419165"/>
              <a:gd name="connsiteX49" fmla="*/ 235633 w 466055"/>
              <a:gd name="connsiteY49" fmla="*/ 347232 h 419165"/>
              <a:gd name="connsiteX50" fmla="*/ 239747 w 466055"/>
              <a:gd name="connsiteY50" fmla="*/ 351240 h 419165"/>
              <a:gd name="connsiteX51" fmla="*/ 243227 w 466055"/>
              <a:gd name="connsiteY51" fmla="*/ 355775 h 419165"/>
              <a:gd name="connsiteX52" fmla="*/ 245969 w 466055"/>
              <a:gd name="connsiteY52" fmla="*/ 360838 h 419165"/>
              <a:gd name="connsiteX53" fmla="*/ 247973 w 466055"/>
              <a:gd name="connsiteY53" fmla="*/ 366217 h 419165"/>
              <a:gd name="connsiteX54" fmla="*/ 249239 w 466055"/>
              <a:gd name="connsiteY54" fmla="*/ 372018 h 419165"/>
              <a:gd name="connsiteX55" fmla="*/ 249661 w 466055"/>
              <a:gd name="connsiteY55" fmla="*/ 377924 h 419165"/>
              <a:gd name="connsiteX56" fmla="*/ 249239 w 466055"/>
              <a:gd name="connsiteY56" fmla="*/ 383936 h 419165"/>
              <a:gd name="connsiteX57" fmla="*/ 247973 w 466055"/>
              <a:gd name="connsiteY57" fmla="*/ 389737 h 419165"/>
              <a:gd name="connsiteX58" fmla="*/ 245969 w 466055"/>
              <a:gd name="connsiteY58" fmla="*/ 395116 h 419165"/>
              <a:gd name="connsiteX59" fmla="*/ 243227 w 466055"/>
              <a:gd name="connsiteY59" fmla="*/ 400074 h 419165"/>
              <a:gd name="connsiteX60" fmla="*/ 239747 w 466055"/>
              <a:gd name="connsiteY60" fmla="*/ 404503 h 419165"/>
              <a:gd name="connsiteX61" fmla="*/ 235633 w 466055"/>
              <a:gd name="connsiteY61" fmla="*/ 408511 h 419165"/>
              <a:gd name="connsiteX62" fmla="*/ 231203 w 466055"/>
              <a:gd name="connsiteY62" fmla="*/ 411992 h 419165"/>
              <a:gd name="connsiteX63" fmla="*/ 226246 w 466055"/>
              <a:gd name="connsiteY63" fmla="*/ 414840 h 419165"/>
              <a:gd name="connsiteX64" fmla="*/ 220762 w 466055"/>
              <a:gd name="connsiteY64" fmla="*/ 416844 h 419165"/>
              <a:gd name="connsiteX65" fmla="*/ 215066 w 466055"/>
              <a:gd name="connsiteY65" fmla="*/ 418109 h 419165"/>
              <a:gd name="connsiteX66" fmla="*/ 209054 w 466055"/>
              <a:gd name="connsiteY66" fmla="*/ 418531 h 419165"/>
              <a:gd name="connsiteX67" fmla="*/ 203148 w 466055"/>
              <a:gd name="connsiteY67" fmla="*/ 418109 h 419165"/>
              <a:gd name="connsiteX68" fmla="*/ 197347 w 466055"/>
              <a:gd name="connsiteY68" fmla="*/ 416844 h 419165"/>
              <a:gd name="connsiteX69" fmla="*/ 191968 w 466055"/>
              <a:gd name="connsiteY69" fmla="*/ 414840 h 419165"/>
              <a:gd name="connsiteX70" fmla="*/ 187011 w 466055"/>
              <a:gd name="connsiteY70" fmla="*/ 411992 h 419165"/>
              <a:gd name="connsiteX71" fmla="*/ 182581 w 466055"/>
              <a:gd name="connsiteY71" fmla="*/ 408511 h 419165"/>
              <a:gd name="connsiteX72" fmla="*/ 178573 w 466055"/>
              <a:gd name="connsiteY72" fmla="*/ 404503 h 419165"/>
              <a:gd name="connsiteX73" fmla="*/ 175092 w 466055"/>
              <a:gd name="connsiteY73" fmla="*/ 400074 h 419165"/>
              <a:gd name="connsiteX74" fmla="*/ 172245 w 466055"/>
              <a:gd name="connsiteY74" fmla="*/ 395116 h 419165"/>
              <a:gd name="connsiteX75" fmla="*/ 170241 w 466055"/>
              <a:gd name="connsiteY75" fmla="*/ 389737 h 419165"/>
              <a:gd name="connsiteX76" fmla="*/ 168975 w 466055"/>
              <a:gd name="connsiteY76" fmla="*/ 383936 h 419165"/>
              <a:gd name="connsiteX77" fmla="*/ 168553 w 466055"/>
              <a:gd name="connsiteY77" fmla="*/ 377924 h 419165"/>
              <a:gd name="connsiteX78" fmla="*/ 168975 w 466055"/>
              <a:gd name="connsiteY78" fmla="*/ 372018 h 419165"/>
              <a:gd name="connsiteX79" fmla="*/ 170241 w 466055"/>
              <a:gd name="connsiteY79" fmla="*/ 366217 h 419165"/>
              <a:gd name="connsiteX80" fmla="*/ 172245 w 466055"/>
              <a:gd name="connsiteY80" fmla="*/ 360838 h 419165"/>
              <a:gd name="connsiteX81" fmla="*/ 175092 w 466055"/>
              <a:gd name="connsiteY81" fmla="*/ 355775 h 419165"/>
              <a:gd name="connsiteX82" fmla="*/ 178573 w 466055"/>
              <a:gd name="connsiteY82" fmla="*/ 351240 h 419165"/>
              <a:gd name="connsiteX83" fmla="*/ 182581 w 466055"/>
              <a:gd name="connsiteY83" fmla="*/ 347232 h 419165"/>
              <a:gd name="connsiteX84" fmla="*/ 187011 w 466055"/>
              <a:gd name="connsiteY84" fmla="*/ 343857 h 419165"/>
              <a:gd name="connsiteX85" fmla="*/ 191968 w 466055"/>
              <a:gd name="connsiteY85" fmla="*/ 341115 h 419165"/>
              <a:gd name="connsiteX86" fmla="*/ 197347 w 466055"/>
              <a:gd name="connsiteY86" fmla="*/ 339111 h 419165"/>
              <a:gd name="connsiteX87" fmla="*/ 203148 w 466055"/>
              <a:gd name="connsiteY87" fmla="*/ 337845 h 419165"/>
              <a:gd name="connsiteX88" fmla="*/ 184610 w 466055"/>
              <a:gd name="connsiteY88" fmla="*/ 79207 h 419165"/>
              <a:gd name="connsiteX89" fmla="*/ 456441 w 466055"/>
              <a:gd name="connsiteY89" fmla="*/ 79207 h 419165"/>
              <a:gd name="connsiteX90" fmla="*/ 459294 w 466055"/>
              <a:gd name="connsiteY90" fmla="*/ 79418 h 419165"/>
              <a:gd name="connsiteX91" fmla="*/ 461723 w 466055"/>
              <a:gd name="connsiteY91" fmla="*/ 80262 h 419165"/>
              <a:gd name="connsiteX92" fmla="*/ 463519 w 466055"/>
              <a:gd name="connsiteY92" fmla="*/ 81846 h 419165"/>
              <a:gd name="connsiteX93" fmla="*/ 464999 w 466055"/>
              <a:gd name="connsiteY93" fmla="*/ 83745 h 419165"/>
              <a:gd name="connsiteX94" fmla="*/ 465844 w 466055"/>
              <a:gd name="connsiteY94" fmla="*/ 86067 h 419165"/>
              <a:gd name="connsiteX95" fmla="*/ 466055 w 466055"/>
              <a:gd name="connsiteY95" fmla="*/ 88600 h 419165"/>
              <a:gd name="connsiteX96" fmla="*/ 465421 w 466055"/>
              <a:gd name="connsiteY96" fmla="*/ 91449 h 419165"/>
              <a:gd name="connsiteX97" fmla="*/ 427916 w 466055"/>
              <a:gd name="connsiteY97" fmla="*/ 220310 h 419165"/>
              <a:gd name="connsiteX98" fmla="*/ 426543 w 466055"/>
              <a:gd name="connsiteY98" fmla="*/ 223582 h 419165"/>
              <a:gd name="connsiteX99" fmla="*/ 424219 w 466055"/>
              <a:gd name="connsiteY99" fmla="*/ 226537 h 419165"/>
              <a:gd name="connsiteX100" fmla="*/ 421577 w 466055"/>
              <a:gd name="connsiteY100" fmla="*/ 228964 h 419165"/>
              <a:gd name="connsiteX101" fmla="*/ 418197 w 466055"/>
              <a:gd name="connsiteY101" fmla="*/ 230969 h 419165"/>
              <a:gd name="connsiteX102" fmla="*/ 414816 w 466055"/>
              <a:gd name="connsiteY102" fmla="*/ 232130 h 419165"/>
              <a:gd name="connsiteX103" fmla="*/ 411224 w 466055"/>
              <a:gd name="connsiteY103" fmla="*/ 232552 h 419165"/>
              <a:gd name="connsiteX104" fmla="*/ 232997 w 466055"/>
              <a:gd name="connsiteY104" fmla="*/ 232552 h 419165"/>
              <a:gd name="connsiteX105" fmla="*/ 229510 w 466055"/>
              <a:gd name="connsiteY105" fmla="*/ 232130 h 419165"/>
              <a:gd name="connsiteX106" fmla="*/ 226024 w 466055"/>
              <a:gd name="connsiteY106" fmla="*/ 230969 h 419165"/>
              <a:gd name="connsiteX107" fmla="*/ 222855 w 466055"/>
              <a:gd name="connsiteY107" fmla="*/ 228964 h 419165"/>
              <a:gd name="connsiteX108" fmla="*/ 220002 w 466055"/>
              <a:gd name="connsiteY108" fmla="*/ 226537 h 419165"/>
              <a:gd name="connsiteX109" fmla="*/ 217889 w 466055"/>
              <a:gd name="connsiteY109" fmla="*/ 223582 h 419165"/>
              <a:gd name="connsiteX110" fmla="*/ 216304 w 466055"/>
              <a:gd name="connsiteY110" fmla="*/ 220310 h 419165"/>
              <a:gd name="connsiteX111" fmla="*/ 173412 w 466055"/>
              <a:gd name="connsiteY111" fmla="*/ 94510 h 419165"/>
              <a:gd name="connsiteX112" fmla="*/ 172672 w 466055"/>
              <a:gd name="connsiteY112" fmla="*/ 91344 h 419165"/>
              <a:gd name="connsiteX113" fmla="*/ 172672 w 466055"/>
              <a:gd name="connsiteY113" fmla="*/ 88494 h 419165"/>
              <a:gd name="connsiteX114" fmla="*/ 173412 w 466055"/>
              <a:gd name="connsiteY114" fmla="*/ 85856 h 419165"/>
              <a:gd name="connsiteX115" fmla="*/ 174679 w 466055"/>
              <a:gd name="connsiteY115" fmla="*/ 83640 h 419165"/>
              <a:gd name="connsiteX116" fmla="*/ 176370 w 466055"/>
              <a:gd name="connsiteY116" fmla="*/ 81740 h 419165"/>
              <a:gd name="connsiteX117" fmla="*/ 178694 w 466055"/>
              <a:gd name="connsiteY117" fmla="*/ 80262 h 419165"/>
              <a:gd name="connsiteX118" fmla="*/ 181441 w 466055"/>
              <a:gd name="connsiteY118" fmla="*/ 79418 h 419165"/>
              <a:gd name="connsiteX119" fmla="*/ 23023 w 466055"/>
              <a:gd name="connsiteY119" fmla="*/ 0 h 419165"/>
              <a:gd name="connsiteX120" fmla="*/ 97055 w 466055"/>
              <a:gd name="connsiteY120" fmla="*/ 0 h 419165"/>
              <a:gd name="connsiteX121" fmla="*/ 192315 w 466055"/>
              <a:gd name="connsiteY121" fmla="*/ 274073 h 419165"/>
              <a:gd name="connsiteX122" fmla="*/ 430042 w 466055"/>
              <a:gd name="connsiteY122" fmla="*/ 274073 h 419165"/>
              <a:gd name="connsiteX123" fmla="*/ 434055 w 466055"/>
              <a:gd name="connsiteY123" fmla="*/ 274390 h 419165"/>
              <a:gd name="connsiteX124" fmla="*/ 438068 w 466055"/>
              <a:gd name="connsiteY124" fmla="*/ 275551 h 419165"/>
              <a:gd name="connsiteX125" fmla="*/ 441554 w 466055"/>
              <a:gd name="connsiteY125" fmla="*/ 277240 h 419165"/>
              <a:gd name="connsiteX126" fmla="*/ 444722 w 466055"/>
              <a:gd name="connsiteY126" fmla="*/ 279352 h 419165"/>
              <a:gd name="connsiteX127" fmla="*/ 447573 w 466055"/>
              <a:gd name="connsiteY127" fmla="*/ 282202 h 419165"/>
              <a:gd name="connsiteX128" fmla="*/ 449897 w 466055"/>
              <a:gd name="connsiteY128" fmla="*/ 285370 h 419165"/>
              <a:gd name="connsiteX129" fmla="*/ 451481 w 466055"/>
              <a:gd name="connsiteY129" fmla="*/ 288959 h 419165"/>
              <a:gd name="connsiteX130" fmla="*/ 452643 w 466055"/>
              <a:gd name="connsiteY130" fmla="*/ 292971 h 419165"/>
              <a:gd name="connsiteX131" fmla="*/ 453065 w 466055"/>
              <a:gd name="connsiteY131" fmla="*/ 296983 h 419165"/>
              <a:gd name="connsiteX132" fmla="*/ 452643 w 466055"/>
              <a:gd name="connsiteY132" fmla="*/ 301100 h 419165"/>
              <a:gd name="connsiteX133" fmla="*/ 451481 w 466055"/>
              <a:gd name="connsiteY133" fmla="*/ 305112 h 419165"/>
              <a:gd name="connsiteX134" fmla="*/ 449897 w 466055"/>
              <a:gd name="connsiteY134" fmla="*/ 308702 h 419165"/>
              <a:gd name="connsiteX135" fmla="*/ 447573 w 466055"/>
              <a:gd name="connsiteY135" fmla="*/ 311869 h 419165"/>
              <a:gd name="connsiteX136" fmla="*/ 444722 w 466055"/>
              <a:gd name="connsiteY136" fmla="*/ 314719 h 419165"/>
              <a:gd name="connsiteX137" fmla="*/ 441554 w 466055"/>
              <a:gd name="connsiteY137" fmla="*/ 317042 h 419165"/>
              <a:gd name="connsiteX138" fmla="*/ 438068 w 466055"/>
              <a:gd name="connsiteY138" fmla="*/ 318626 h 419165"/>
              <a:gd name="connsiteX139" fmla="*/ 434055 w 466055"/>
              <a:gd name="connsiteY139" fmla="*/ 319681 h 419165"/>
              <a:gd name="connsiteX140" fmla="*/ 430042 w 466055"/>
              <a:gd name="connsiteY140" fmla="*/ 319998 h 419165"/>
              <a:gd name="connsiteX141" fmla="*/ 159576 w 466055"/>
              <a:gd name="connsiteY141" fmla="*/ 319998 h 419165"/>
              <a:gd name="connsiteX142" fmla="*/ 64316 w 466055"/>
              <a:gd name="connsiteY142" fmla="*/ 46136 h 419165"/>
              <a:gd name="connsiteX143" fmla="*/ 23023 w 466055"/>
              <a:gd name="connsiteY143" fmla="*/ 46136 h 419165"/>
              <a:gd name="connsiteX144" fmla="*/ 18904 w 466055"/>
              <a:gd name="connsiteY144" fmla="*/ 45819 h 419165"/>
              <a:gd name="connsiteX145" fmla="*/ 14997 w 466055"/>
              <a:gd name="connsiteY145" fmla="*/ 44658 h 419165"/>
              <a:gd name="connsiteX146" fmla="*/ 11406 w 466055"/>
              <a:gd name="connsiteY146" fmla="*/ 42969 h 419165"/>
              <a:gd name="connsiteX147" fmla="*/ 8132 w 466055"/>
              <a:gd name="connsiteY147" fmla="*/ 40857 h 419165"/>
              <a:gd name="connsiteX148" fmla="*/ 5386 w 466055"/>
              <a:gd name="connsiteY148" fmla="*/ 37901 h 419165"/>
              <a:gd name="connsiteX149" fmla="*/ 3168 w 466055"/>
              <a:gd name="connsiteY149" fmla="*/ 34840 h 419165"/>
              <a:gd name="connsiteX150" fmla="*/ 1479 w 466055"/>
              <a:gd name="connsiteY150" fmla="*/ 31250 h 419165"/>
              <a:gd name="connsiteX151" fmla="*/ 422 w 466055"/>
              <a:gd name="connsiteY151" fmla="*/ 27238 h 419165"/>
              <a:gd name="connsiteX152" fmla="*/ 0 w 466055"/>
              <a:gd name="connsiteY152" fmla="*/ 23121 h 419165"/>
              <a:gd name="connsiteX153" fmla="*/ 422 w 466055"/>
              <a:gd name="connsiteY153" fmla="*/ 19109 h 419165"/>
              <a:gd name="connsiteX154" fmla="*/ 1479 w 466055"/>
              <a:gd name="connsiteY154" fmla="*/ 15097 h 419165"/>
              <a:gd name="connsiteX155" fmla="*/ 3168 w 466055"/>
              <a:gd name="connsiteY155" fmla="*/ 11508 h 419165"/>
              <a:gd name="connsiteX156" fmla="*/ 5386 w 466055"/>
              <a:gd name="connsiteY156" fmla="*/ 8340 h 419165"/>
              <a:gd name="connsiteX157" fmla="*/ 8132 w 466055"/>
              <a:gd name="connsiteY157" fmla="*/ 5490 h 419165"/>
              <a:gd name="connsiteX158" fmla="*/ 11406 w 466055"/>
              <a:gd name="connsiteY158" fmla="*/ 3167 h 419165"/>
              <a:gd name="connsiteX159" fmla="*/ 14997 w 466055"/>
              <a:gd name="connsiteY159" fmla="*/ 1584 h 419165"/>
              <a:gd name="connsiteX160" fmla="*/ 18904 w 466055"/>
              <a:gd name="connsiteY160" fmla="*/ 422 h 4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66055" h="419165">
                <a:moveTo>
                  <a:pt x="381198" y="337740"/>
                </a:moveTo>
                <a:lnTo>
                  <a:pt x="387210" y="338163"/>
                </a:lnTo>
                <a:lnTo>
                  <a:pt x="392905" y="339430"/>
                </a:lnTo>
                <a:lnTo>
                  <a:pt x="398284" y="341542"/>
                </a:lnTo>
                <a:lnTo>
                  <a:pt x="403347" y="344288"/>
                </a:lnTo>
                <a:lnTo>
                  <a:pt x="407882" y="347773"/>
                </a:lnTo>
                <a:lnTo>
                  <a:pt x="411890" y="351786"/>
                </a:lnTo>
                <a:lnTo>
                  <a:pt x="415265" y="356327"/>
                </a:lnTo>
                <a:lnTo>
                  <a:pt x="418007" y="361291"/>
                </a:lnTo>
                <a:lnTo>
                  <a:pt x="420011" y="366572"/>
                </a:lnTo>
                <a:lnTo>
                  <a:pt x="421277" y="372380"/>
                </a:lnTo>
                <a:lnTo>
                  <a:pt x="421699" y="378294"/>
                </a:lnTo>
                <a:lnTo>
                  <a:pt x="421277" y="384314"/>
                </a:lnTo>
                <a:lnTo>
                  <a:pt x="420011" y="390228"/>
                </a:lnTo>
                <a:lnTo>
                  <a:pt x="418007" y="395509"/>
                </a:lnTo>
                <a:lnTo>
                  <a:pt x="415265" y="400472"/>
                </a:lnTo>
                <a:lnTo>
                  <a:pt x="411890" y="405119"/>
                </a:lnTo>
                <a:lnTo>
                  <a:pt x="407882" y="409132"/>
                </a:lnTo>
                <a:lnTo>
                  <a:pt x="403347" y="412512"/>
                </a:lnTo>
                <a:lnTo>
                  <a:pt x="398284" y="415258"/>
                </a:lnTo>
                <a:lnTo>
                  <a:pt x="392905" y="417370"/>
                </a:lnTo>
                <a:lnTo>
                  <a:pt x="387210" y="418743"/>
                </a:lnTo>
                <a:lnTo>
                  <a:pt x="381198" y="419165"/>
                </a:lnTo>
                <a:lnTo>
                  <a:pt x="375186" y="418743"/>
                </a:lnTo>
                <a:lnTo>
                  <a:pt x="369490" y="417370"/>
                </a:lnTo>
                <a:lnTo>
                  <a:pt x="364006" y="415258"/>
                </a:lnTo>
                <a:lnTo>
                  <a:pt x="359049" y="412512"/>
                </a:lnTo>
                <a:lnTo>
                  <a:pt x="354619" y="409132"/>
                </a:lnTo>
                <a:lnTo>
                  <a:pt x="350611" y="405119"/>
                </a:lnTo>
                <a:lnTo>
                  <a:pt x="347236" y="400472"/>
                </a:lnTo>
                <a:lnTo>
                  <a:pt x="344388" y="395509"/>
                </a:lnTo>
                <a:lnTo>
                  <a:pt x="342384" y="390228"/>
                </a:lnTo>
                <a:lnTo>
                  <a:pt x="341013" y="384314"/>
                </a:lnTo>
                <a:lnTo>
                  <a:pt x="340591" y="378294"/>
                </a:lnTo>
                <a:lnTo>
                  <a:pt x="341013" y="372380"/>
                </a:lnTo>
                <a:lnTo>
                  <a:pt x="342384" y="366572"/>
                </a:lnTo>
                <a:lnTo>
                  <a:pt x="344388" y="361291"/>
                </a:lnTo>
                <a:lnTo>
                  <a:pt x="347236" y="356327"/>
                </a:lnTo>
                <a:lnTo>
                  <a:pt x="350611" y="351786"/>
                </a:lnTo>
                <a:lnTo>
                  <a:pt x="354619" y="347773"/>
                </a:lnTo>
                <a:lnTo>
                  <a:pt x="359049" y="344288"/>
                </a:lnTo>
                <a:lnTo>
                  <a:pt x="364006" y="341542"/>
                </a:lnTo>
                <a:lnTo>
                  <a:pt x="369490" y="339430"/>
                </a:lnTo>
                <a:lnTo>
                  <a:pt x="375186" y="338163"/>
                </a:lnTo>
                <a:close/>
                <a:moveTo>
                  <a:pt x="209054" y="337423"/>
                </a:moveTo>
                <a:lnTo>
                  <a:pt x="215066" y="337845"/>
                </a:lnTo>
                <a:lnTo>
                  <a:pt x="220762" y="339111"/>
                </a:lnTo>
                <a:lnTo>
                  <a:pt x="226246" y="341115"/>
                </a:lnTo>
                <a:lnTo>
                  <a:pt x="231203" y="343857"/>
                </a:lnTo>
                <a:lnTo>
                  <a:pt x="235633" y="347232"/>
                </a:lnTo>
                <a:lnTo>
                  <a:pt x="239747" y="351240"/>
                </a:lnTo>
                <a:lnTo>
                  <a:pt x="243227" y="355775"/>
                </a:lnTo>
                <a:lnTo>
                  <a:pt x="245969" y="360838"/>
                </a:lnTo>
                <a:lnTo>
                  <a:pt x="247973" y="366217"/>
                </a:lnTo>
                <a:lnTo>
                  <a:pt x="249239" y="372018"/>
                </a:lnTo>
                <a:lnTo>
                  <a:pt x="249661" y="377924"/>
                </a:lnTo>
                <a:lnTo>
                  <a:pt x="249239" y="383936"/>
                </a:lnTo>
                <a:lnTo>
                  <a:pt x="247973" y="389737"/>
                </a:lnTo>
                <a:lnTo>
                  <a:pt x="245969" y="395116"/>
                </a:lnTo>
                <a:lnTo>
                  <a:pt x="243227" y="400074"/>
                </a:lnTo>
                <a:lnTo>
                  <a:pt x="239747" y="404503"/>
                </a:lnTo>
                <a:lnTo>
                  <a:pt x="235633" y="408511"/>
                </a:lnTo>
                <a:lnTo>
                  <a:pt x="231203" y="411992"/>
                </a:lnTo>
                <a:lnTo>
                  <a:pt x="226246" y="414840"/>
                </a:lnTo>
                <a:lnTo>
                  <a:pt x="220762" y="416844"/>
                </a:lnTo>
                <a:lnTo>
                  <a:pt x="215066" y="418109"/>
                </a:lnTo>
                <a:lnTo>
                  <a:pt x="209054" y="418531"/>
                </a:lnTo>
                <a:lnTo>
                  <a:pt x="203148" y="418109"/>
                </a:lnTo>
                <a:lnTo>
                  <a:pt x="197347" y="416844"/>
                </a:lnTo>
                <a:lnTo>
                  <a:pt x="191968" y="414840"/>
                </a:lnTo>
                <a:lnTo>
                  <a:pt x="187011" y="411992"/>
                </a:lnTo>
                <a:lnTo>
                  <a:pt x="182581" y="408511"/>
                </a:lnTo>
                <a:lnTo>
                  <a:pt x="178573" y="404503"/>
                </a:lnTo>
                <a:lnTo>
                  <a:pt x="175092" y="400074"/>
                </a:lnTo>
                <a:lnTo>
                  <a:pt x="172245" y="395116"/>
                </a:lnTo>
                <a:lnTo>
                  <a:pt x="170241" y="389737"/>
                </a:lnTo>
                <a:lnTo>
                  <a:pt x="168975" y="383936"/>
                </a:lnTo>
                <a:lnTo>
                  <a:pt x="168553" y="377924"/>
                </a:lnTo>
                <a:lnTo>
                  <a:pt x="168975" y="372018"/>
                </a:lnTo>
                <a:lnTo>
                  <a:pt x="170241" y="366217"/>
                </a:lnTo>
                <a:lnTo>
                  <a:pt x="172245" y="360838"/>
                </a:lnTo>
                <a:lnTo>
                  <a:pt x="175092" y="355775"/>
                </a:lnTo>
                <a:lnTo>
                  <a:pt x="178573" y="351240"/>
                </a:lnTo>
                <a:lnTo>
                  <a:pt x="182581" y="347232"/>
                </a:lnTo>
                <a:lnTo>
                  <a:pt x="187011" y="343857"/>
                </a:lnTo>
                <a:lnTo>
                  <a:pt x="191968" y="341115"/>
                </a:lnTo>
                <a:lnTo>
                  <a:pt x="197347" y="339111"/>
                </a:lnTo>
                <a:lnTo>
                  <a:pt x="203148" y="337845"/>
                </a:lnTo>
                <a:close/>
                <a:moveTo>
                  <a:pt x="184610" y="79207"/>
                </a:moveTo>
                <a:lnTo>
                  <a:pt x="456441" y="79207"/>
                </a:lnTo>
                <a:lnTo>
                  <a:pt x="459294" y="79418"/>
                </a:lnTo>
                <a:lnTo>
                  <a:pt x="461723" y="80262"/>
                </a:lnTo>
                <a:lnTo>
                  <a:pt x="463519" y="81846"/>
                </a:lnTo>
                <a:lnTo>
                  <a:pt x="464999" y="83745"/>
                </a:lnTo>
                <a:lnTo>
                  <a:pt x="465844" y="86067"/>
                </a:lnTo>
                <a:lnTo>
                  <a:pt x="466055" y="88600"/>
                </a:lnTo>
                <a:lnTo>
                  <a:pt x="465421" y="91449"/>
                </a:lnTo>
                <a:lnTo>
                  <a:pt x="427916" y="220310"/>
                </a:lnTo>
                <a:lnTo>
                  <a:pt x="426543" y="223582"/>
                </a:lnTo>
                <a:lnTo>
                  <a:pt x="424219" y="226537"/>
                </a:lnTo>
                <a:lnTo>
                  <a:pt x="421577" y="228964"/>
                </a:lnTo>
                <a:lnTo>
                  <a:pt x="418197" y="230969"/>
                </a:lnTo>
                <a:lnTo>
                  <a:pt x="414816" y="232130"/>
                </a:lnTo>
                <a:lnTo>
                  <a:pt x="411224" y="232552"/>
                </a:lnTo>
                <a:lnTo>
                  <a:pt x="232997" y="232552"/>
                </a:lnTo>
                <a:lnTo>
                  <a:pt x="229510" y="232130"/>
                </a:lnTo>
                <a:lnTo>
                  <a:pt x="226024" y="230969"/>
                </a:lnTo>
                <a:lnTo>
                  <a:pt x="222855" y="228964"/>
                </a:lnTo>
                <a:lnTo>
                  <a:pt x="220002" y="226537"/>
                </a:lnTo>
                <a:lnTo>
                  <a:pt x="217889" y="223582"/>
                </a:lnTo>
                <a:lnTo>
                  <a:pt x="216304" y="220310"/>
                </a:lnTo>
                <a:lnTo>
                  <a:pt x="173412" y="94510"/>
                </a:lnTo>
                <a:lnTo>
                  <a:pt x="172672" y="91344"/>
                </a:lnTo>
                <a:lnTo>
                  <a:pt x="172672" y="88494"/>
                </a:lnTo>
                <a:lnTo>
                  <a:pt x="173412" y="85856"/>
                </a:lnTo>
                <a:lnTo>
                  <a:pt x="174679" y="83640"/>
                </a:lnTo>
                <a:lnTo>
                  <a:pt x="176370" y="81740"/>
                </a:lnTo>
                <a:lnTo>
                  <a:pt x="178694" y="80262"/>
                </a:lnTo>
                <a:lnTo>
                  <a:pt x="181441" y="79418"/>
                </a:lnTo>
                <a:close/>
                <a:moveTo>
                  <a:pt x="23023" y="0"/>
                </a:moveTo>
                <a:lnTo>
                  <a:pt x="97055" y="0"/>
                </a:lnTo>
                <a:lnTo>
                  <a:pt x="192315" y="274073"/>
                </a:lnTo>
                <a:lnTo>
                  <a:pt x="430042" y="274073"/>
                </a:lnTo>
                <a:lnTo>
                  <a:pt x="434055" y="274390"/>
                </a:lnTo>
                <a:lnTo>
                  <a:pt x="438068" y="275551"/>
                </a:lnTo>
                <a:lnTo>
                  <a:pt x="441554" y="277240"/>
                </a:lnTo>
                <a:lnTo>
                  <a:pt x="444722" y="279352"/>
                </a:lnTo>
                <a:lnTo>
                  <a:pt x="447573" y="282202"/>
                </a:lnTo>
                <a:lnTo>
                  <a:pt x="449897" y="285370"/>
                </a:lnTo>
                <a:lnTo>
                  <a:pt x="451481" y="288959"/>
                </a:lnTo>
                <a:lnTo>
                  <a:pt x="452643" y="292971"/>
                </a:lnTo>
                <a:lnTo>
                  <a:pt x="453065" y="296983"/>
                </a:lnTo>
                <a:lnTo>
                  <a:pt x="452643" y="301100"/>
                </a:lnTo>
                <a:lnTo>
                  <a:pt x="451481" y="305112"/>
                </a:lnTo>
                <a:lnTo>
                  <a:pt x="449897" y="308702"/>
                </a:lnTo>
                <a:lnTo>
                  <a:pt x="447573" y="311869"/>
                </a:lnTo>
                <a:lnTo>
                  <a:pt x="444722" y="314719"/>
                </a:lnTo>
                <a:lnTo>
                  <a:pt x="441554" y="317042"/>
                </a:lnTo>
                <a:lnTo>
                  <a:pt x="438068" y="318626"/>
                </a:lnTo>
                <a:lnTo>
                  <a:pt x="434055" y="319681"/>
                </a:lnTo>
                <a:lnTo>
                  <a:pt x="430042" y="319998"/>
                </a:lnTo>
                <a:lnTo>
                  <a:pt x="159576" y="319998"/>
                </a:lnTo>
                <a:lnTo>
                  <a:pt x="64316" y="46136"/>
                </a:lnTo>
                <a:lnTo>
                  <a:pt x="23023" y="46136"/>
                </a:lnTo>
                <a:lnTo>
                  <a:pt x="18904" y="45819"/>
                </a:lnTo>
                <a:lnTo>
                  <a:pt x="14997" y="44658"/>
                </a:lnTo>
                <a:lnTo>
                  <a:pt x="11406" y="42969"/>
                </a:lnTo>
                <a:lnTo>
                  <a:pt x="8132" y="40857"/>
                </a:lnTo>
                <a:lnTo>
                  <a:pt x="5386" y="37901"/>
                </a:lnTo>
                <a:lnTo>
                  <a:pt x="3168" y="34840"/>
                </a:lnTo>
                <a:lnTo>
                  <a:pt x="1479" y="31250"/>
                </a:lnTo>
                <a:lnTo>
                  <a:pt x="422" y="27238"/>
                </a:lnTo>
                <a:lnTo>
                  <a:pt x="0" y="23121"/>
                </a:lnTo>
                <a:lnTo>
                  <a:pt x="422" y="19109"/>
                </a:lnTo>
                <a:lnTo>
                  <a:pt x="1479" y="15097"/>
                </a:lnTo>
                <a:lnTo>
                  <a:pt x="3168" y="11508"/>
                </a:lnTo>
                <a:lnTo>
                  <a:pt x="5386" y="8340"/>
                </a:lnTo>
                <a:lnTo>
                  <a:pt x="8132" y="5490"/>
                </a:lnTo>
                <a:lnTo>
                  <a:pt x="11406" y="3167"/>
                </a:lnTo>
                <a:lnTo>
                  <a:pt x="14997" y="1584"/>
                </a:lnTo>
                <a:lnTo>
                  <a:pt x="18904" y="422"/>
                </a:lnTo>
                <a:close/>
              </a:path>
            </a:pathLst>
          </a:custGeom>
          <a:solidFill>
            <a:srgbClr val="AE0D1D"/>
          </a:solidFill>
          <a:ln>
            <a:noFill/>
          </a:ln>
        </p:spPr>
        <p:txBody>
          <a:bodyPr lIns="182880" tIns="91440" rIns="182880" bIns="91440"/>
          <a:lstStyle/>
          <a:p>
            <a:pPr defTabSz="1828800"/>
            <a:endParaRPr lang="ru-RU">
              <a:solidFill>
                <a:prstClr val="black"/>
              </a:solidFill>
              <a:latin typeface="Arial" panose="020B0604020202020204"/>
              <a:ea typeface="微软雅黑" panose="020B0503020204020204" pitchFamily="34" charset="-122"/>
            </a:endParaRPr>
          </a:p>
        </p:txBody>
      </p:sp>
      <p:sp>
        <p:nvSpPr>
          <p:cNvPr id="52" name="任意多边形: 形状 51"/>
          <p:cNvSpPr/>
          <p:nvPr/>
        </p:nvSpPr>
        <p:spPr bwMode="auto">
          <a:xfrm>
            <a:off x="4021463" y="4029456"/>
            <a:ext cx="440168" cy="584390"/>
          </a:xfrm>
          <a:custGeom>
            <a:avLst/>
            <a:gdLst>
              <a:gd name="connsiteX0" fmla="*/ 22119 w 324367"/>
              <a:gd name="connsiteY0" fmla="*/ 260298 h 430648"/>
              <a:gd name="connsiteX1" fmla="*/ 302248 w 324367"/>
              <a:gd name="connsiteY1" fmla="*/ 260298 h 430648"/>
              <a:gd name="connsiteX2" fmla="*/ 306144 w 324367"/>
              <a:gd name="connsiteY2" fmla="*/ 260550 h 430648"/>
              <a:gd name="connsiteX3" fmla="*/ 309915 w 324367"/>
              <a:gd name="connsiteY3" fmla="*/ 261555 h 430648"/>
              <a:gd name="connsiteX4" fmla="*/ 313433 w 324367"/>
              <a:gd name="connsiteY4" fmla="*/ 262938 h 430648"/>
              <a:gd name="connsiteX5" fmla="*/ 316450 w 324367"/>
              <a:gd name="connsiteY5" fmla="*/ 264950 h 430648"/>
              <a:gd name="connsiteX6" fmla="*/ 319214 w 324367"/>
              <a:gd name="connsiteY6" fmla="*/ 267338 h 430648"/>
              <a:gd name="connsiteX7" fmla="*/ 321351 w 324367"/>
              <a:gd name="connsiteY7" fmla="*/ 270230 h 430648"/>
              <a:gd name="connsiteX8" fmla="*/ 322985 w 324367"/>
              <a:gd name="connsiteY8" fmla="*/ 273373 h 430648"/>
              <a:gd name="connsiteX9" fmla="*/ 323990 w 324367"/>
              <a:gd name="connsiteY9" fmla="*/ 276767 h 430648"/>
              <a:gd name="connsiteX10" fmla="*/ 324367 w 324367"/>
              <a:gd name="connsiteY10" fmla="*/ 280413 h 430648"/>
              <a:gd name="connsiteX11" fmla="*/ 324367 w 324367"/>
              <a:gd name="connsiteY11" fmla="*/ 311717 h 430648"/>
              <a:gd name="connsiteX12" fmla="*/ 303756 w 324367"/>
              <a:gd name="connsiteY12" fmla="*/ 311717 h 430648"/>
              <a:gd name="connsiteX13" fmla="*/ 300615 w 324367"/>
              <a:gd name="connsiteY13" fmla="*/ 322404 h 430648"/>
              <a:gd name="connsiteX14" fmla="*/ 296844 w 324367"/>
              <a:gd name="connsiteY14" fmla="*/ 332713 h 430648"/>
              <a:gd name="connsiteX15" fmla="*/ 292446 w 324367"/>
              <a:gd name="connsiteY15" fmla="*/ 342770 h 430648"/>
              <a:gd name="connsiteX16" fmla="*/ 287419 w 324367"/>
              <a:gd name="connsiteY16" fmla="*/ 352325 h 430648"/>
              <a:gd name="connsiteX17" fmla="*/ 281889 w 324367"/>
              <a:gd name="connsiteY17" fmla="*/ 361502 h 430648"/>
              <a:gd name="connsiteX18" fmla="*/ 275982 w 324367"/>
              <a:gd name="connsiteY18" fmla="*/ 370177 h 430648"/>
              <a:gd name="connsiteX19" fmla="*/ 269322 w 324367"/>
              <a:gd name="connsiteY19" fmla="*/ 378600 h 430648"/>
              <a:gd name="connsiteX20" fmla="*/ 262284 w 324367"/>
              <a:gd name="connsiteY20" fmla="*/ 386395 h 430648"/>
              <a:gd name="connsiteX21" fmla="*/ 254869 w 324367"/>
              <a:gd name="connsiteY21" fmla="*/ 393561 h 430648"/>
              <a:gd name="connsiteX22" fmla="*/ 246951 w 324367"/>
              <a:gd name="connsiteY22" fmla="*/ 400224 h 430648"/>
              <a:gd name="connsiteX23" fmla="*/ 238657 w 324367"/>
              <a:gd name="connsiteY23" fmla="*/ 406384 h 430648"/>
              <a:gd name="connsiteX24" fmla="*/ 230111 w 324367"/>
              <a:gd name="connsiteY24" fmla="*/ 411790 h 430648"/>
              <a:gd name="connsiteX25" fmla="*/ 221062 w 324367"/>
              <a:gd name="connsiteY25" fmla="*/ 416568 h 430648"/>
              <a:gd name="connsiteX26" fmla="*/ 211762 w 324367"/>
              <a:gd name="connsiteY26" fmla="*/ 420842 h 430648"/>
              <a:gd name="connsiteX27" fmla="*/ 202085 w 324367"/>
              <a:gd name="connsiteY27" fmla="*/ 424236 h 430648"/>
              <a:gd name="connsiteX28" fmla="*/ 192283 w 324367"/>
              <a:gd name="connsiteY28" fmla="*/ 427128 h 430648"/>
              <a:gd name="connsiteX29" fmla="*/ 182103 w 324367"/>
              <a:gd name="connsiteY29" fmla="*/ 429014 h 430648"/>
              <a:gd name="connsiteX30" fmla="*/ 171672 w 324367"/>
              <a:gd name="connsiteY30" fmla="*/ 430271 h 430648"/>
              <a:gd name="connsiteX31" fmla="*/ 161241 w 324367"/>
              <a:gd name="connsiteY31" fmla="*/ 430648 h 430648"/>
              <a:gd name="connsiteX32" fmla="*/ 150559 w 324367"/>
              <a:gd name="connsiteY32" fmla="*/ 430271 h 430648"/>
              <a:gd name="connsiteX33" fmla="*/ 140253 w 324367"/>
              <a:gd name="connsiteY33" fmla="*/ 429014 h 430648"/>
              <a:gd name="connsiteX34" fmla="*/ 130074 w 324367"/>
              <a:gd name="connsiteY34" fmla="*/ 427128 h 430648"/>
              <a:gd name="connsiteX35" fmla="*/ 120145 w 324367"/>
              <a:gd name="connsiteY35" fmla="*/ 424236 h 430648"/>
              <a:gd name="connsiteX36" fmla="*/ 110468 w 324367"/>
              <a:gd name="connsiteY36" fmla="*/ 420842 h 430648"/>
              <a:gd name="connsiteX37" fmla="*/ 101168 w 324367"/>
              <a:gd name="connsiteY37" fmla="*/ 416568 h 430648"/>
              <a:gd name="connsiteX38" fmla="*/ 92246 w 324367"/>
              <a:gd name="connsiteY38" fmla="*/ 411790 h 430648"/>
              <a:gd name="connsiteX39" fmla="*/ 83574 w 324367"/>
              <a:gd name="connsiteY39" fmla="*/ 406384 h 430648"/>
              <a:gd name="connsiteX40" fmla="*/ 75279 w 324367"/>
              <a:gd name="connsiteY40" fmla="*/ 400224 h 430648"/>
              <a:gd name="connsiteX41" fmla="*/ 67362 w 324367"/>
              <a:gd name="connsiteY41" fmla="*/ 393561 h 430648"/>
              <a:gd name="connsiteX42" fmla="*/ 59947 w 324367"/>
              <a:gd name="connsiteY42" fmla="*/ 386395 h 430648"/>
              <a:gd name="connsiteX43" fmla="*/ 52909 w 324367"/>
              <a:gd name="connsiteY43" fmla="*/ 378600 h 430648"/>
              <a:gd name="connsiteX44" fmla="*/ 46374 w 324367"/>
              <a:gd name="connsiteY44" fmla="*/ 370177 h 430648"/>
              <a:gd name="connsiteX45" fmla="*/ 40342 w 324367"/>
              <a:gd name="connsiteY45" fmla="*/ 361502 h 430648"/>
              <a:gd name="connsiteX46" fmla="*/ 34938 w 324367"/>
              <a:gd name="connsiteY46" fmla="*/ 352325 h 430648"/>
              <a:gd name="connsiteX47" fmla="*/ 29911 w 324367"/>
              <a:gd name="connsiteY47" fmla="*/ 342770 h 430648"/>
              <a:gd name="connsiteX48" fmla="*/ 25512 w 324367"/>
              <a:gd name="connsiteY48" fmla="*/ 332713 h 430648"/>
              <a:gd name="connsiteX49" fmla="*/ 21867 w 324367"/>
              <a:gd name="connsiteY49" fmla="*/ 322404 h 430648"/>
              <a:gd name="connsiteX50" fmla="*/ 18600 w 324367"/>
              <a:gd name="connsiteY50" fmla="*/ 311717 h 430648"/>
              <a:gd name="connsiteX51" fmla="*/ 0 w 324367"/>
              <a:gd name="connsiteY51" fmla="*/ 311717 h 430648"/>
              <a:gd name="connsiteX52" fmla="*/ 0 w 324367"/>
              <a:gd name="connsiteY52" fmla="*/ 280413 h 430648"/>
              <a:gd name="connsiteX53" fmla="*/ 377 w 324367"/>
              <a:gd name="connsiteY53" fmla="*/ 276767 h 430648"/>
              <a:gd name="connsiteX54" fmla="*/ 1508 w 324367"/>
              <a:gd name="connsiteY54" fmla="*/ 273373 h 430648"/>
              <a:gd name="connsiteX55" fmla="*/ 3142 w 324367"/>
              <a:gd name="connsiteY55" fmla="*/ 270230 h 430648"/>
              <a:gd name="connsiteX56" fmla="*/ 5278 w 324367"/>
              <a:gd name="connsiteY56" fmla="*/ 267338 h 430648"/>
              <a:gd name="connsiteX57" fmla="*/ 7917 w 324367"/>
              <a:gd name="connsiteY57" fmla="*/ 264950 h 430648"/>
              <a:gd name="connsiteX58" fmla="*/ 11059 w 324367"/>
              <a:gd name="connsiteY58" fmla="*/ 262938 h 430648"/>
              <a:gd name="connsiteX59" fmla="*/ 14452 w 324367"/>
              <a:gd name="connsiteY59" fmla="*/ 261555 h 430648"/>
              <a:gd name="connsiteX60" fmla="*/ 18097 w 324367"/>
              <a:gd name="connsiteY60" fmla="*/ 260550 h 430648"/>
              <a:gd name="connsiteX61" fmla="*/ 186887 w 324367"/>
              <a:gd name="connsiteY61" fmla="*/ 0 h 430648"/>
              <a:gd name="connsiteX62" fmla="*/ 180979 w 324367"/>
              <a:gd name="connsiteY62" fmla="*/ 4646 h 430648"/>
              <a:gd name="connsiteX63" fmla="*/ 175950 w 324367"/>
              <a:gd name="connsiteY63" fmla="*/ 9166 h 430648"/>
              <a:gd name="connsiteX64" fmla="*/ 171676 w 324367"/>
              <a:gd name="connsiteY64" fmla="*/ 13686 h 430648"/>
              <a:gd name="connsiteX65" fmla="*/ 168407 w 324367"/>
              <a:gd name="connsiteY65" fmla="*/ 18081 h 430648"/>
              <a:gd name="connsiteX66" fmla="*/ 166019 w 324367"/>
              <a:gd name="connsiteY66" fmla="*/ 22350 h 430648"/>
              <a:gd name="connsiteX67" fmla="*/ 164007 w 324367"/>
              <a:gd name="connsiteY67" fmla="*/ 26494 h 430648"/>
              <a:gd name="connsiteX68" fmla="*/ 163002 w 324367"/>
              <a:gd name="connsiteY68" fmla="*/ 30763 h 430648"/>
              <a:gd name="connsiteX69" fmla="*/ 162373 w 324367"/>
              <a:gd name="connsiteY69" fmla="*/ 34906 h 430648"/>
              <a:gd name="connsiteX70" fmla="*/ 162624 w 324367"/>
              <a:gd name="connsiteY70" fmla="*/ 38924 h 430648"/>
              <a:gd name="connsiteX71" fmla="*/ 163127 w 324367"/>
              <a:gd name="connsiteY71" fmla="*/ 42942 h 430648"/>
              <a:gd name="connsiteX72" fmla="*/ 164259 w 324367"/>
              <a:gd name="connsiteY72" fmla="*/ 46960 h 430648"/>
              <a:gd name="connsiteX73" fmla="*/ 165516 w 324367"/>
              <a:gd name="connsiteY73" fmla="*/ 50978 h 430648"/>
              <a:gd name="connsiteX74" fmla="*/ 167527 w 324367"/>
              <a:gd name="connsiteY74" fmla="*/ 54745 h 430648"/>
              <a:gd name="connsiteX75" fmla="*/ 169539 w 324367"/>
              <a:gd name="connsiteY75" fmla="*/ 58763 h 430648"/>
              <a:gd name="connsiteX76" fmla="*/ 171927 w 324367"/>
              <a:gd name="connsiteY76" fmla="*/ 62781 h 430648"/>
              <a:gd name="connsiteX77" fmla="*/ 174567 w 324367"/>
              <a:gd name="connsiteY77" fmla="*/ 66548 h 430648"/>
              <a:gd name="connsiteX78" fmla="*/ 177333 w 324367"/>
              <a:gd name="connsiteY78" fmla="*/ 70566 h 430648"/>
              <a:gd name="connsiteX79" fmla="*/ 179973 w 324367"/>
              <a:gd name="connsiteY79" fmla="*/ 74458 h 430648"/>
              <a:gd name="connsiteX80" fmla="*/ 182865 w 324367"/>
              <a:gd name="connsiteY80" fmla="*/ 78351 h 430648"/>
              <a:gd name="connsiteX81" fmla="*/ 185756 w 324367"/>
              <a:gd name="connsiteY81" fmla="*/ 82243 h 430648"/>
              <a:gd name="connsiteX82" fmla="*/ 188647 w 324367"/>
              <a:gd name="connsiteY82" fmla="*/ 86261 h 430648"/>
              <a:gd name="connsiteX83" fmla="*/ 191413 w 324367"/>
              <a:gd name="connsiteY83" fmla="*/ 90279 h 430648"/>
              <a:gd name="connsiteX84" fmla="*/ 193802 w 324367"/>
              <a:gd name="connsiteY84" fmla="*/ 94297 h 430648"/>
              <a:gd name="connsiteX85" fmla="*/ 196190 w 324367"/>
              <a:gd name="connsiteY85" fmla="*/ 98440 h 430648"/>
              <a:gd name="connsiteX86" fmla="*/ 198202 w 324367"/>
              <a:gd name="connsiteY86" fmla="*/ 102584 h 430648"/>
              <a:gd name="connsiteX87" fmla="*/ 199962 w 324367"/>
              <a:gd name="connsiteY87" fmla="*/ 106853 h 430648"/>
              <a:gd name="connsiteX88" fmla="*/ 201345 w 324367"/>
              <a:gd name="connsiteY88" fmla="*/ 111122 h 430648"/>
              <a:gd name="connsiteX89" fmla="*/ 202225 w 324367"/>
              <a:gd name="connsiteY89" fmla="*/ 115391 h 430648"/>
              <a:gd name="connsiteX90" fmla="*/ 202728 w 324367"/>
              <a:gd name="connsiteY90" fmla="*/ 119786 h 430648"/>
              <a:gd name="connsiteX91" fmla="*/ 202602 w 324367"/>
              <a:gd name="connsiteY91" fmla="*/ 124306 h 430648"/>
              <a:gd name="connsiteX92" fmla="*/ 201848 w 324367"/>
              <a:gd name="connsiteY92" fmla="*/ 128952 h 430648"/>
              <a:gd name="connsiteX93" fmla="*/ 200590 w 324367"/>
              <a:gd name="connsiteY93" fmla="*/ 133598 h 430648"/>
              <a:gd name="connsiteX94" fmla="*/ 200968 w 324367"/>
              <a:gd name="connsiteY94" fmla="*/ 133472 h 430648"/>
              <a:gd name="connsiteX95" fmla="*/ 201722 w 324367"/>
              <a:gd name="connsiteY95" fmla="*/ 132970 h 430648"/>
              <a:gd name="connsiteX96" fmla="*/ 203105 w 324367"/>
              <a:gd name="connsiteY96" fmla="*/ 132091 h 430648"/>
              <a:gd name="connsiteX97" fmla="*/ 204990 w 324367"/>
              <a:gd name="connsiteY97" fmla="*/ 131087 h 430648"/>
              <a:gd name="connsiteX98" fmla="*/ 207128 w 324367"/>
              <a:gd name="connsiteY98" fmla="*/ 129580 h 430648"/>
              <a:gd name="connsiteX99" fmla="*/ 209642 w 324367"/>
              <a:gd name="connsiteY99" fmla="*/ 127571 h 430648"/>
              <a:gd name="connsiteX100" fmla="*/ 212408 w 324367"/>
              <a:gd name="connsiteY100" fmla="*/ 125436 h 430648"/>
              <a:gd name="connsiteX101" fmla="*/ 215425 w 324367"/>
              <a:gd name="connsiteY101" fmla="*/ 122925 h 430648"/>
              <a:gd name="connsiteX102" fmla="*/ 218568 w 324367"/>
              <a:gd name="connsiteY102" fmla="*/ 120288 h 430648"/>
              <a:gd name="connsiteX103" fmla="*/ 221836 w 324367"/>
              <a:gd name="connsiteY103" fmla="*/ 117149 h 430648"/>
              <a:gd name="connsiteX104" fmla="*/ 224979 w 324367"/>
              <a:gd name="connsiteY104" fmla="*/ 113633 h 430648"/>
              <a:gd name="connsiteX105" fmla="*/ 228248 w 324367"/>
              <a:gd name="connsiteY105" fmla="*/ 109992 h 430648"/>
              <a:gd name="connsiteX106" fmla="*/ 231139 w 324367"/>
              <a:gd name="connsiteY106" fmla="*/ 105849 h 430648"/>
              <a:gd name="connsiteX107" fmla="*/ 234156 w 324367"/>
              <a:gd name="connsiteY107" fmla="*/ 101580 h 430648"/>
              <a:gd name="connsiteX108" fmla="*/ 236796 w 324367"/>
              <a:gd name="connsiteY108" fmla="*/ 105849 h 430648"/>
              <a:gd name="connsiteX109" fmla="*/ 239059 w 324367"/>
              <a:gd name="connsiteY109" fmla="*/ 110494 h 430648"/>
              <a:gd name="connsiteX110" fmla="*/ 241322 w 324367"/>
              <a:gd name="connsiteY110" fmla="*/ 115391 h 430648"/>
              <a:gd name="connsiteX111" fmla="*/ 243334 w 324367"/>
              <a:gd name="connsiteY111" fmla="*/ 120790 h 430648"/>
              <a:gd name="connsiteX112" fmla="*/ 245094 w 324367"/>
              <a:gd name="connsiteY112" fmla="*/ 126692 h 430648"/>
              <a:gd name="connsiteX113" fmla="*/ 246602 w 324367"/>
              <a:gd name="connsiteY113" fmla="*/ 132844 h 430648"/>
              <a:gd name="connsiteX114" fmla="*/ 247985 w 324367"/>
              <a:gd name="connsiteY114" fmla="*/ 139499 h 430648"/>
              <a:gd name="connsiteX115" fmla="*/ 248991 w 324367"/>
              <a:gd name="connsiteY115" fmla="*/ 146782 h 430648"/>
              <a:gd name="connsiteX116" fmla="*/ 249619 w 324367"/>
              <a:gd name="connsiteY116" fmla="*/ 154567 h 430648"/>
              <a:gd name="connsiteX117" fmla="*/ 249745 w 324367"/>
              <a:gd name="connsiteY117" fmla="*/ 162603 h 430648"/>
              <a:gd name="connsiteX118" fmla="*/ 249117 w 324367"/>
              <a:gd name="connsiteY118" fmla="*/ 170513 h 430648"/>
              <a:gd name="connsiteX119" fmla="*/ 247734 w 324367"/>
              <a:gd name="connsiteY119" fmla="*/ 178172 h 430648"/>
              <a:gd name="connsiteX120" fmla="*/ 245471 w 324367"/>
              <a:gd name="connsiteY120" fmla="*/ 185329 h 430648"/>
              <a:gd name="connsiteX121" fmla="*/ 242705 w 324367"/>
              <a:gd name="connsiteY121" fmla="*/ 192486 h 430648"/>
              <a:gd name="connsiteX122" fmla="*/ 239059 w 324367"/>
              <a:gd name="connsiteY122" fmla="*/ 199141 h 430648"/>
              <a:gd name="connsiteX123" fmla="*/ 235036 w 324367"/>
              <a:gd name="connsiteY123" fmla="*/ 205545 h 430648"/>
              <a:gd name="connsiteX124" fmla="*/ 230259 w 324367"/>
              <a:gd name="connsiteY124" fmla="*/ 211572 h 430648"/>
              <a:gd name="connsiteX125" fmla="*/ 225105 w 324367"/>
              <a:gd name="connsiteY125" fmla="*/ 217222 h 430648"/>
              <a:gd name="connsiteX126" fmla="*/ 219322 w 324367"/>
              <a:gd name="connsiteY126" fmla="*/ 222244 h 430648"/>
              <a:gd name="connsiteX127" fmla="*/ 213162 w 324367"/>
              <a:gd name="connsiteY127" fmla="*/ 226890 h 430648"/>
              <a:gd name="connsiteX128" fmla="*/ 206625 w 324367"/>
              <a:gd name="connsiteY128" fmla="*/ 231034 h 430648"/>
              <a:gd name="connsiteX129" fmla="*/ 199710 w 324367"/>
              <a:gd name="connsiteY129" fmla="*/ 234549 h 430648"/>
              <a:gd name="connsiteX130" fmla="*/ 192419 w 324367"/>
              <a:gd name="connsiteY130" fmla="*/ 237563 h 430648"/>
              <a:gd name="connsiteX131" fmla="*/ 185002 w 324367"/>
              <a:gd name="connsiteY131" fmla="*/ 240074 h 430648"/>
              <a:gd name="connsiteX132" fmla="*/ 177207 w 324367"/>
              <a:gd name="connsiteY132" fmla="*/ 241832 h 430648"/>
              <a:gd name="connsiteX133" fmla="*/ 169287 w 324367"/>
              <a:gd name="connsiteY133" fmla="*/ 242711 h 430648"/>
              <a:gd name="connsiteX134" fmla="*/ 161241 w 324367"/>
              <a:gd name="connsiteY134" fmla="*/ 243213 h 430648"/>
              <a:gd name="connsiteX135" fmla="*/ 152693 w 324367"/>
              <a:gd name="connsiteY135" fmla="*/ 242711 h 430648"/>
              <a:gd name="connsiteX136" fmla="*/ 144396 w 324367"/>
              <a:gd name="connsiteY136" fmla="*/ 241581 h 430648"/>
              <a:gd name="connsiteX137" fmla="*/ 136350 w 324367"/>
              <a:gd name="connsiteY137" fmla="*/ 239572 h 430648"/>
              <a:gd name="connsiteX138" fmla="*/ 128555 w 324367"/>
              <a:gd name="connsiteY138" fmla="*/ 237061 h 430648"/>
              <a:gd name="connsiteX139" fmla="*/ 121264 w 324367"/>
              <a:gd name="connsiteY139" fmla="*/ 233670 h 430648"/>
              <a:gd name="connsiteX140" fmla="*/ 114224 w 324367"/>
              <a:gd name="connsiteY140" fmla="*/ 229652 h 430648"/>
              <a:gd name="connsiteX141" fmla="*/ 107561 w 324367"/>
              <a:gd name="connsiteY141" fmla="*/ 225132 h 430648"/>
              <a:gd name="connsiteX142" fmla="*/ 101401 w 324367"/>
              <a:gd name="connsiteY142" fmla="*/ 219984 h 430648"/>
              <a:gd name="connsiteX143" fmla="*/ 95869 w 324367"/>
              <a:gd name="connsiteY143" fmla="*/ 214334 h 430648"/>
              <a:gd name="connsiteX144" fmla="*/ 90715 w 324367"/>
              <a:gd name="connsiteY144" fmla="*/ 208181 h 430648"/>
              <a:gd name="connsiteX145" fmla="*/ 86189 w 324367"/>
              <a:gd name="connsiteY145" fmla="*/ 201527 h 430648"/>
              <a:gd name="connsiteX146" fmla="*/ 82166 w 324367"/>
              <a:gd name="connsiteY146" fmla="*/ 194495 h 430648"/>
              <a:gd name="connsiteX147" fmla="*/ 78898 w 324367"/>
              <a:gd name="connsiteY147" fmla="*/ 187213 h 430648"/>
              <a:gd name="connsiteX148" fmla="*/ 76258 w 324367"/>
              <a:gd name="connsiteY148" fmla="*/ 179428 h 430648"/>
              <a:gd name="connsiteX149" fmla="*/ 74246 w 324367"/>
              <a:gd name="connsiteY149" fmla="*/ 171517 h 430648"/>
              <a:gd name="connsiteX150" fmla="*/ 73115 w 324367"/>
              <a:gd name="connsiteY150" fmla="*/ 163105 h 430648"/>
              <a:gd name="connsiteX151" fmla="*/ 72612 w 324367"/>
              <a:gd name="connsiteY151" fmla="*/ 154567 h 430648"/>
              <a:gd name="connsiteX152" fmla="*/ 73115 w 324367"/>
              <a:gd name="connsiteY152" fmla="*/ 144773 h 430648"/>
              <a:gd name="connsiteX153" fmla="*/ 74246 w 324367"/>
              <a:gd name="connsiteY153" fmla="*/ 135356 h 430648"/>
              <a:gd name="connsiteX154" fmla="*/ 76384 w 324367"/>
              <a:gd name="connsiteY154" fmla="*/ 126064 h 430648"/>
              <a:gd name="connsiteX155" fmla="*/ 78898 w 324367"/>
              <a:gd name="connsiteY155" fmla="*/ 117275 h 430648"/>
              <a:gd name="connsiteX156" fmla="*/ 82041 w 324367"/>
              <a:gd name="connsiteY156" fmla="*/ 108485 h 430648"/>
              <a:gd name="connsiteX157" fmla="*/ 85938 w 324367"/>
              <a:gd name="connsiteY157" fmla="*/ 100073 h 430648"/>
              <a:gd name="connsiteX158" fmla="*/ 90212 w 324367"/>
              <a:gd name="connsiteY158" fmla="*/ 91911 h 430648"/>
              <a:gd name="connsiteX159" fmla="*/ 92475 w 324367"/>
              <a:gd name="connsiteY159" fmla="*/ 88270 h 430648"/>
              <a:gd name="connsiteX160" fmla="*/ 94864 w 324367"/>
              <a:gd name="connsiteY160" fmla="*/ 84880 h 430648"/>
              <a:gd name="connsiteX161" fmla="*/ 97504 w 324367"/>
              <a:gd name="connsiteY161" fmla="*/ 81992 h 430648"/>
              <a:gd name="connsiteX162" fmla="*/ 99892 w 324367"/>
              <a:gd name="connsiteY162" fmla="*/ 79355 h 430648"/>
              <a:gd name="connsiteX163" fmla="*/ 102532 w 324367"/>
              <a:gd name="connsiteY163" fmla="*/ 77221 h 430648"/>
              <a:gd name="connsiteX164" fmla="*/ 104795 w 324367"/>
              <a:gd name="connsiteY164" fmla="*/ 75337 h 430648"/>
              <a:gd name="connsiteX165" fmla="*/ 106932 w 324367"/>
              <a:gd name="connsiteY165" fmla="*/ 73830 h 430648"/>
              <a:gd name="connsiteX166" fmla="*/ 108692 w 324367"/>
              <a:gd name="connsiteY166" fmla="*/ 72575 h 430648"/>
              <a:gd name="connsiteX167" fmla="*/ 110075 w 324367"/>
              <a:gd name="connsiteY167" fmla="*/ 71696 h 430648"/>
              <a:gd name="connsiteX168" fmla="*/ 110830 w 324367"/>
              <a:gd name="connsiteY168" fmla="*/ 71319 h 430648"/>
              <a:gd name="connsiteX169" fmla="*/ 111081 w 324367"/>
              <a:gd name="connsiteY169" fmla="*/ 71194 h 430648"/>
              <a:gd name="connsiteX170" fmla="*/ 111081 w 324367"/>
              <a:gd name="connsiteY170" fmla="*/ 71570 h 430648"/>
              <a:gd name="connsiteX171" fmla="*/ 110830 w 324367"/>
              <a:gd name="connsiteY171" fmla="*/ 72826 h 430648"/>
              <a:gd name="connsiteX172" fmla="*/ 110704 w 324367"/>
              <a:gd name="connsiteY172" fmla="*/ 74835 h 430648"/>
              <a:gd name="connsiteX173" fmla="*/ 110452 w 324367"/>
              <a:gd name="connsiteY173" fmla="*/ 77597 h 430648"/>
              <a:gd name="connsiteX174" fmla="*/ 110201 w 324367"/>
              <a:gd name="connsiteY174" fmla="*/ 80862 h 430648"/>
              <a:gd name="connsiteX175" fmla="*/ 110075 w 324367"/>
              <a:gd name="connsiteY175" fmla="*/ 84754 h 430648"/>
              <a:gd name="connsiteX176" fmla="*/ 110075 w 324367"/>
              <a:gd name="connsiteY176" fmla="*/ 88898 h 430648"/>
              <a:gd name="connsiteX177" fmla="*/ 110201 w 324367"/>
              <a:gd name="connsiteY177" fmla="*/ 93418 h 430648"/>
              <a:gd name="connsiteX178" fmla="*/ 110578 w 324367"/>
              <a:gd name="connsiteY178" fmla="*/ 98440 h 430648"/>
              <a:gd name="connsiteX179" fmla="*/ 111458 w 324367"/>
              <a:gd name="connsiteY179" fmla="*/ 103463 h 430648"/>
              <a:gd name="connsiteX180" fmla="*/ 112338 w 324367"/>
              <a:gd name="connsiteY180" fmla="*/ 108611 h 430648"/>
              <a:gd name="connsiteX181" fmla="*/ 113595 w 324367"/>
              <a:gd name="connsiteY181" fmla="*/ 112755 h 430648"/>
              <a:gd name="connsiteX182" fmla="*/ 115104 w 324367"/>
              <a:gd name="connsiteY182" fmla="*/ 116647 h 430648"/>
              <a:gd name="connsiteX183" fmla="*/ 116864 w 324367"/>
              <a:gd name="connsiteY183" fmla="*/ 120539 h 430648"/>
              <a:gd name="connsiteX184" fmla="*/ 118875 w 324367"/>
              <a:gd name="connsiteY184" fmla="*/ 124055 h 430648"/>
              <a:gd name="connsiteX185" fmla="*/ 121138 w 324367"/>
              <a:gd name="connsiteY185" fmla="*/ 127445 h 430648"/>
              <a:gd name="connsiteX186" fmla="*/ 123401 w 324367"/>
              <a:gd name="connsiteY186" fmla="*/ 130710 h 430648"/>
              <a:gd name="connsiteX187" fmla="*/ 125790 w 324367"/>
              <a:gd name="connsiteY187" fmla="*/ 133723 h 430648"/>
              <a:gd name="connsiteX188" fmla="*/ 128053 w 324367"/>
              <a:gd name="connsiteY188" fmla="*/ 136486 h 430648"/>
              <a:gd name="connsiteX189" fmla="*/ 130190 w 324367"/>
              <a:gd name="connsiteY189" fmla="*/ 138997 h 430648"/>
              <a:gd name="connsiteX190" fmla="*/ 132327 w 324367"/>
              <a:gd name="connsiteY190" fmla="*/ 141006 h 430648"/>
              <a:gd name="connsiteX191" fmla="*/ 134087 w 324367"/>
              <a:gd name="connsiteY191" fmla="*/ 142764 h 430648"/>
              <a:gd name="connsiteX192" fmla="*/ 135596 w 324367"/>
              <a:gd name="connsiteY192" fmla="*/ 144271 h 430648"/>
              <a:gd name="connsiteX193" fmla="*/ 136727 w 324367"/>
              <a:gd name="connsiteY193" fmla="*/ 145275 h 430648"/>
              <a:gd name="connsiteX194" fmla="*/ 137607 w 324367"/>
              <a:gd name="connsiteY194" fmla="*/ 145903 h 430648"/>
              <a:gd name="connsiteX195" fmla="*/ 137733 w 324367"/>
              <a:gd name="connsiteY195" fmla="*/ 146154 h 430648"/>
              <a:gd name="connsiteX196" fmla="*/ 141378 w 324367"/>
              <a:gd name="connsiteY196" fmla="*/ 140755 h 430648"/>
              <a:gd name="connsiteX197" fmla="*/ 144396 w 324367"/>
              <a:gd name="connsiteY197" fmla="*/ 135356 h 430648"/>
              <a:gd name="connsiteX198" fmla="*/ 146659 w 324367"/>
              <a:gd name="connsiteY198" fmla="*/ 130333 h 430648"/>
              <a:gd name="connsiteX199" fmla="*/ 148041 w 324367"/>
              <a:gd name="connsiteY199" fmla="*/ 125562 h 430648"/>
              <a:gd name="connsiteX200" fmla="*/ 149047 w 324367"/>
              <a:gd name="connsiteY200" fmla="*/ 120916 h 430648"/>
              <a:gd name="connsiteX201" fmla="*/ 149550 w 324367"/>
              <a:gd name="connsiteY201" fmla="*/ 116396 h 430648"/>
              <a:gd name="connsiteX202" fmla="*/ 149550 w 324367"/>
              <a:gd name="connsiteY202" fmla="*/ 112001 h 430648"/>
              <a:gd name="connsiteX203" fmla="*/ 149173 w 324367"/>
              <a:gd name="connsiteY203" fmla="*/ 107858 h 430648"/>
              <a:gd name="connsiteX204" fmla="*/ 148419 w 324367"/>
              <a:gd name="connsiteY204" fmla="*/ 103714 h 430648"/>
              <a:gd name="connsiteX205" fmla="*/ 147287 w 324367"/>
              <a:gd name="connsiteY205" fmla="*/ 99696 h 430648"/>
              <a:gd name="connsiteX206" fmla="*/ 146030 w 324367"/>
              <a:gd name="connsiteY206" fmla="*/ 95929 h 430648"/>
              <a:gd name="connsiteX207" fmla="*/ 144521 w 324367"/>
              <a:gd name="connsiteY207" fmla="*/ 92037 h 430648"/>
              <a:gd name="connsiteX208" fmla="*/ 143013 w 324367"/>
              <a:gd name="connsiteY208" fmla="*/ 88396 h 430648"/>
              <a:gd name="connsiteX209" fmla="*/ 141378 w 324367"/>
              <a:gd name="connsiteY209" fmla="*/ 84754 h 430648"/>
              <a:gd name="connsiteX210" fmla="*/ 139618 w 324367"/>
              <a:gd name="connsiteY210" fmla="*/ 80987 h 430648"/>
              <a:gd name="connsiteX211" fmla="*/ 138110 w 324367"/>
              <a:gd name="connsiteY211" fmla="*/ 77472 h 430648"/>
              <a:gd name="connsiteX212" fmla="*/ 136601 w 324367"/>
              <a:gd name="connsiteY212" fmla="*/ 73830 h 430648"/>
              <a:gd name="connsiteX213" fmla="*/ 135218 w 324367"/>
              <a:gd name="connsiteY213" fmla="*/ 70189 h 430648"/>
              <a:gd name="connsiteX214" fmla="*/ 134213 w 324367"/>
              <a:gd name="connsiteY214" fmla="*/ 66548 h 430648"/>
              <a:gd name="connsiteX215" fmla="*/ 133333 w 324367"/>
              <a:gd name="connsiteY215" fmla="*/ 62907 h 430648"/>
              <a:gd name="connsiteX216" fmla="*/ 132956 w 324367"/>
              <a:gd name="connsiteY216" fmla="*/ 59140 h 430648"/>
              <a:gd name="connsiteX217" fmla="*/ 132956 w 324367"/>
              <a:gd name="connsiteY217" fmla="*/ 55498 h 430648"/>
              <a:gd name="connsiteX218" fmla="*/ 133333 w 324367"/>
              <a:gd name="connsiteY218" fmla="*/ 51606 h 430648"/>
              <a:gd name="connsiteX219" fmla="*/ 134213 w 324367"/>
              <a:gd name="connsiteY219" fmla="*/ 47714 h 430648"/>
              <a:gd name="connsiteX220" fmla="*/ 135721 w 324367"/>
              <a:gd name="connsiteY220" fmla="*/ 43570 h 430648"/>
              <a:gd name="connsiteX221" fmla="*/ 137858 w 324367"/>
              <a:gd name="connsiteY221" fmla="*/ 39552 h 430648"/>
              <a:gd name="connsiteX222" fmla="*/ 140750 w 324367"/>
              <a:gd name="connsiteY222" fmla="*/ 35157 h 430648"/>
              <a:gd name="connsiteX223" fmla="*/ 144270 w 324367"/>
              <a:gd name="connsiteY223" fmla="*/ 30763 h 430648"/>
              <a:gd name="connsiteX224" fmla="*/ 148670 w 324367"/>
              <a:gd name="connsiteY224" fmla="*/ 26117 h 430648"/>
              <a:gd name="connsiteX225" fmla="*/ 153573 w 324367"/>
              <a:gd name="connsiteY225" fmla="*/ 22350 h 430648"/>
              <a:gd name="connsiteX226" fmla="*/ 158350 w 324367"/>
              <a:gd name="connsiteY226" fmla="*/ 18583 h 430648"/>
              <a:gd name="connsiteX227" fmla="*/ 162876 w 324367"/>
              <a:gd name="connsiteY227" fmla="*/ 15319 h 430648"/>
              <a:gd name="connsiteX228" fmla="*/ 167150 w 324367"/>
              <a:gd name="connsiteY228" fmla="*/ 12305 h 430648"/>
              <a:gd name="connsiteX229" fmla="*/ 171173 w 324367"/>
              <a:gd name="connsiteY229" fmla="*/ 9668 h 430648"/>
              <a:gd name="connsiteX230" fmla="*/ 174693 w 324367"/>
              <a:gd name="connsiteY230" fmla="*/ 7283 h 430648"/>
              <a:gd name="connsiteX231" fmla="*/ 177962 w 324367"/>
              <a:gd name="connsiteY231" fmla="*/ 5274 h 430648"/>
              <a:gd name="connsiteX232" fmla="*/ 180853 w 324367"/>
              <a:gd name="connsiteY232" fmla="*/ 3641 h 430648"/>
              <a:gd name="connsiteX233" fmla="*/ 183116 w 324367"/>
              <a:gd name="connsiteY233" fmla="*/ 2135 h 430648"/>
              <a:gd name="connsiteX234" fmla="*/ 185002 w 324367"/>
              <a:gd name="connsiteY234" fmla="*/ 1130 h 430648"/>
              <a:gd name="connsiteX235" fmla="*/ 186133 w 324367"/>
              <a:gd name="connsiteY235" fmla="*/ 251 h 43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324367" h="430648">
                <a:moveTo>
                  <a:pt x="22119" y="260298"/>
                </a:moveTo>
                <a:lnTo>
                  <a:pt x="302248" y="260298"/>
                </a:lnTo>
                <a:lnTo>
                  <a:pt x="306144" y="260550"/>
                </a:lnTo>
                <a:lnTo>
                  <a:pt x="309915" y="261555"/>
                </a:lnTo>
                <a:lnTo>
                  <a:pt x="313433" y="262938"/>
                </a:lnTo>
                <a:lnTo>
                  <a:pt x="316450" y="264950"/>
                </a:lnTo>
                <a:lnTo>
                  <a:pt x="319214" y="267338"/>
                </a:lnTo>
                <a:lnTo>
                  <a:pt x="321351" y="270230"/>
                </a:lnTo>
                <a:lnTo>
                  <a:pt x="322985" y="273373"/>
                </a:lnTo>
                <a:lnTo>
                  <a:pt x="323990" y="276767"/>
                </a:lnTo>
                <a:lnTo>
                  <a:pt x="324367" y="280413"/>
                </a:lnTo>
                <a:lnTo>
                  <a:pt x="324367" y="311717"/>
                </a:lnTo>
                <a:lnTo>
                  <a:pt x="303756" y="311717"/>
                </a:lnTo>
                <a:lnTo>
                  <a:pt x="300615" y="322404"/>
                </a:lnTo>
                <a:lnTo>
                  <a:pt x="296844" y="332713"/>
                </a:lnTo>
                <a:lnTo>
                  <a:pt x="292446" y="342770"/>
                </a:lnTo>
                <a:lnTo>
                  <a:pt x="287419" y="352325"/>
                </a:lnTo>
                <a:lnTo>
                  <a:pt x="281889" y="361502"/>
                </a:lnTo>
                <a:lnTo>
                  <a:pt x="275982" y="370177"/>
                </a:lnTo>
                <a:lnTo>
                  <a:pt x="269322" y="378600"/>
                </a:lnTo>
                <a:lnTo>
                  <a:pt x="262284" y="386395"/>
                </a:lnTo>
                <a:lnTo>
                  <a:pt x="254869" y="393561"/>
                </a:lnTo>
                <a:lnTo>
                  <a:pt x="246951" y="400224"/>
                </a:lnTo>
                <a:lnTo>
                  <a:pt x="238657" y="406384"/>
                </a:lnTo>
                <a:lnTo>
                  <a:pt x="230111" y="411790"/>
                </a:lnTo>
                <a:lnTo>
                  <a:pt x="221062" y="416568"/>
                </a:lnTo>
                <a:lnTo>
                  <a:pt x="211762" y="420842"/>
                </a:lnTo>
                <a:lnTo>
                  <a:pt x="202085" y="424236"/>
                </a:lnTo>
                <a:lnTo>
                  <a:pt x="192283" y="427128"/>
                </a:lnTo>
                <a:lnTo>
                  <a:pt x="182103" y="429014"/>
                </a:lnTo>
                <a:lnTo>
                  <a:pt x="171672" y="430271"/>
                </a:lnTo>
                <a:lnTo>
                  <a:pt x="161241" y="430648"/>
                </a:lnTo>
                <a:lnTo>
                  <a:pt x="150559" y="430271"/>
                </a:lnTo>
                <a:lnTo>
                  <a:pt x="140253" y="429014"/>
                </a:lnTo>
                <a:lnTo>
                  <a:pt x="130074" y="427128"/>
                </a:lnTo>
                <a:lnTo>
                  <a:pt x="120145" y="424236"/>
                </a:lnTo>
                <a:lnTo>
                  <a:pt x="110468" y="420842"/>
                </a:lnTo>
                <a:lnTo>
                  <a:pt x="101168" y="416568"/>
                </a:lnTo>
                <a:lnTo>
                  <a:pt x="92246" y="411790"/>
                </a:lnTo>
                <a:lnTo>
                  <a:pt x="83574" y="406384"/>
                </a:lnTo>
                <a:lnTo>
                  <a:pt x="75279" y="400224"/>
                </a:lnTo>
                <a:lnTo>
                  <a:pt x="67362" y="393561"/>
                </a:lnTo>
                <a:lnTo>
                  <a:pt x="59947" y="386395"/>
                </a:lnTo>
                <a:lnTo>
                  <a:pt x="52909" y="378600"/>
                </a:lnTo>
                <a:lnTo>
                  <a:pt x="46374" y="370177"/>
                </a:lnTo>
                <a:lnTo>
                  <a:pt x="40342" y="361502"/>
                </a:lnTo>
                <a:lnTo>
                  <a:pt x="34938" y="352325"/>
                </a:lnTo>
                <a:lnTo>
                  <a:pt x="29911" y="342770"/>
                </a:lnTo>
                <a:lnTo>
                  <a:pt x="25512" y="332713"/>
                </a:lnTo>
                <a:lnTo>
                  <a:pt x="21867" y="322404"/>
                </a:lnTo>
                <a:lnTo>
                  <a:pt x="18600" y="311717"/>
                </a:lnTo>
                <a:lnTo>
                  <a:pt x="0" y="311717"/>
                </a:lnTo>
                <a:lnTo>
                  <a:pt x="0" y="280413"/>
                </a:lnTo>
                <a:lnTo>
                  <a:pt x="377" y="276767"/>
                </a:lnTo>
                <a:lnTo>
                  <a:pt x="1508" y="273373"/>
                </a:lnTo>
                <a:lnTo>
                  <a:pt x="3142" y="270230"/>
                </a:lnTo>
                <a:lnTo>
                  <a:pt x="5278" y="267338"/>
                </a:lnTo>
                <a:lnTo>
                  <a:pt x="7917" y="264950"/>
                </a:lnTo>
                <a:lnTo>
                  <a:pt x="11059" y="262938"/>
                </a:lnTo>
                <a:lnTo>
                  <a:pt x="14452" y="261555"/>
                </a:lnTo>
                <a:lnTo>
                  <a:pt x="18097" y="260550"/>
                </a:lnTo>
                <a:close/>
                <a:moveTo>
                  <a:pt x="186887" y="0"/>
                </a:moveTo>
                <a:lnTo>
                  <a:pt x="180979" y="4646"/>
                </a:lnTo>
                <a:lnTo>
                  <a:pt x="175950" y="9166"/>
                </a:lnTo>
                <a:lnTo>
                  <a:pt x="171676" y="13686"/>
                </a:lnTo>
                <a:lnTo>
                  <a:pt x="168407" y="18081"/>
                </a:lnTo>
                <a:lnTo>
                  <a:pt x="166019" y="22350"/>
                </a:lnTo>
                <a:lnTo>
                  <a:pt x="164007" y="26494"/>
                </a:lnTo>
                <a:lnTo>
                  <a:pt x="163002" y="30763"/>
                </a:lnTo>
                <a:lnTo>
                  <a:pt x="162373" y="34906"/>
                </a:lnTo>
                <a:lnTo>
                  <a:pt x="162624" y="38924"/>
                </a:lnTo>
                <a:lnTo>
                  <a:pt x="163127" y="42942"/>
                </a:lnTo>
                <a:lnTo>
                  <a:pt x="164259" y="46960"/>
                </a:lnTo>
                <a:lnTo>
                  <a:pt x="165516" y="50978"/>
                </a:lnTo>
                <a:lnTo>
                  <a:pt x="167527" y="54745"/>
                </a:lnTo>
                <a:lnTo>
                  <a:pt x="169539" y="58763"/>
                </a:lnTo>
                <a:lnTo>
                  <a:pt x="171927" y="62781"/>
                </a:lnTo>
                <a:lnTo>
                  <a:pt x="174567" y="66548"/>
                </a:lnTo>
                <a:lnTo>
                  <a:pt x="177333" y="70566"/>
                </a:lnTo>
                <a:lnTo>
                  <a:pt x="179973" y="74458"/>
                </a:lnTo>
                <a:lnTo>
                  <a:pt x="182865" y="78351"/>
                </a:lnTo>
                <a:lnTo>
                  <a:pt x="185756" y="82243"/>
                </a:lnTo>
                <a:lnTo>
                  <a:pt x="188647" y="86261"/>
                </a:lnTo>
                <a:lnTo>
                  <a:pt x="191413" y="90279"/>
                </a:lnTo>
                <a:lnTo>
                  <a:pt x="193802" y="94297"/>
                </a:lnTo>
                <a:lnTo>
                  <a:pt x="196190" y="98440"/>
                </a:lnTo>
                <a:lnTo>
                  <a:pt x="198202" y="102584"/>
                </a:lnTo>
                <a:lnTo>
                  <a:pt x="199962" y="106853"/>
                </a:lnTo>
                <a:lnTo>
                  <a:pt x="201345" y="111122"/>
                </a:lnTo>
                <a:lnTo>
                  <a:pt x="202225" y="115391"/>
                </a:lnTo>
                <a:lnTo>
                  <a:pt x="202728" y="119786"/>
                </a:lnTo>
                <a:lnTo>
                  <a:pt x="202602" y="124306"/>
                </a:lnTo>
                <a:lnTo>
                  <a:pt x="201848" y="128952"/>
                </a:lnTo>
                <a:lnTo>
                  <a:pt x="200590" y="133598"/>
                </a:lnTo>
                <a:lnTo>
                  <a:pt x="200968" y="133472"/>
                </a:lnTo>
                <a:lnTo>
                  <a:pt x="201722" y="132970"/>
                </a:lnTo>
                <a:lnTo>
                  <a:pt x="203105" y="132091"/>
                </a:lnTo>
                <a:lnTo>
                  <a:pt x="204990" y="131087"/>
                </a:lnTo>
                <a:lnTo>
                  <a:pt x="207128" y="129580"/>
                </a:lnTo>
                <a:lnTo>
                  <a:pt x="209642" y="127571"/>
                </a:lnTo>
                <a:lnTo>
                  <a:pt x="212408" y="125436"/>
                </a:lnTo>
                <a:lnTo>
                  <a:pt x="215425" y="122925"/>
                </a:lnTo>
                <a:lnTo>
                  <a:pt x="218568" y="120288"/>
                </a:lnTo>
                <a:lnTo>
                  <a:pt x="221836" y="117149"/>
                </a:lnTo>
                <a:lnTo>
                  <a:pt x="224979" y="113633"/>
                </a:lnTo>
                <a:lnTo>
                  <a:pt x="228248" y="109992"/>
                </a:lnTo>
                <a:lnTo>
                  <a:pt x="231139" y="105849"/>
                </a:lnTo>
                <a:lnTo>
                  <a:pt x="234156" y="101580"/>
                </a:lnTo>
                <a:lnTo>
                  <a:pt x="236796" y="105849"/>
                </a:lnTo>
                <a:lnTo>
                  <a:pt x="239059" y="110494"/>
                </a:lnTo>
                <a:lnTo>
                  <a:pt x="241322" y="115391"/>
                </a:lnTo>
                <a:lnTo>
                  <a:pt x="243334" y="120790"/>
                </a:lnTo>
                <a:lnTo>
                  <a:pt x="245094" y="126692"/>
                </a:lnTo>
                <a:lnTo>
                  <a:pt x="246602" y="132844"/>
                </a:lnTo>
                <a:lnTo>
                  <a:pt x="247985" y="139499"/>
                </a:lnTo>
                <a:lnTo>
                  <a:pt x="248991" y="146782"/>
                </a:lnTo>
                <a:lnTo>
                  <a:pt x="249619" y="154567"/>
                </a:lnTo>
                <a:lnTo>
                  <a:pt x="249745" y="162603"/>
                </a:lnTo>
                <a:lnTo>
                  <a:pt x="249117" y="170513"/>
                </a:lnTo>
                <a:lnTo>
                  <a:pt x="247734" y="178172"/>
                </a:lnTo>
                <a:lnTo>
                  <a:pt x="245471" y="185329"/>
                </a:lnTo>
                <a:lnTo>
                  <a:pt x="242705" y="192486"/>
                </a:lnTo>
                <a:lnTo>
                  <a:pt x="239059" y="199141"/>
                </a:lnTo>
                <a:lnTo>
                  <a:pt x="235036" y="205545"/>
                </a:lnTo>
                <a:lnTo>
                  <a:pt x="230259" y="211572"/>
                </a:lnTo>
                <a:lnTo>
                  <a:pt x="225105" y="217222"/>
                </a:lnTo>
                <a:lnTo>
                  <a:pt x="219322" y="222244"/>
                </a:lnTo>
                <a:lnTo>
                  <a:pt x="213162" y="226890"/>
                </a:lnTo>
                <a:lnTo>
                  <a:pt x="206625" y="231034"/>
                </a:lnTo>
                <a:lnTo>
                  <a:pt x="199710" y="234549"/>
                </a:lnTo>
                <a:lnTo>
                  <a:pt x="192419" y="237563"/>
                </a:lnTo>
                <a:lnTo>
                  <a:pt x="185002" y="240074"/>
                </a:lnTo>
                <a:lnTo>
                  <a:pt x="177207" y="241832"/>
                </a:lnTo>
                <a:lnTo>
                  <a:pt x="169287" y="242711"/>
                </a:lnTo>
                <a:lnTo>
                  <a:pt x="161241" y="243213"/>
                </a:lnTo>
                <a:lnTo>
                  <a:pt x="152693" y="242711"/>
                </a:lnTo>
                <a:lnTo>
                  <a:pt x="144396" y="241581"/>
                </a:lnTo>
                <a:lnTo>
                  <a:pt x="136350" y="239572"/>
                </a:lnTo>
                <a:lnTo>
                  <a:pt x="128555" y="237061"/>
                </a:lnTo>
                <a:lnTo>
                  <a:pt x="121264" y="233670"/>
                </a:lnTo>
                <a:lnTo>
                  <a:pt x="114224" y="229652"/>
                </a:lnTo>
                <a:lnTo>
                  <a:pt x="107561" y="225132"/>
                </a:lnTo>
                <a:lnTo>
                  <a:pt x="101401" y="219984"/>
                </a:lnTo>
                <a:lnTo>
                  <a:pt x="95869" y="214334"/>
                </a:lnTo>
                <a:lnTo>
                  <a:pt x="90715" y="208181"/>
                </a:lnTo>
                <a:lnTo>
                  <a:pt x="86189" y="201527"/>
                </a:lnTo>
                <a:lnTo>
                  <a:pt x="82166" y="194495"/>
                </a:lnTo>
                <a:lnTo>
                  <a:pt x="78898" y="187213"/>
                </a:lnTo>
                <a:lnTo>
                  <a:pt x="76258" y="179428"/>
                </a:lnTo>
                <a:lnTo>
                  <a:pt x="74246" y="171517"/>
                </a:lnTo>
                <a:lnTo>
                  <a:pt x="73115" y="163105"/>
                </a:lnTo>
                <a:lnTo>
                  <a:pt x="72612" y="154567"/>
                </a:lnTo>
                <a:lnTo>
                  <a:pt x="73115" y="144773"/>
                </a:lnTo>
                <a:lnTo>
                  <a:pt x="74246" y="135356"/>
                </a:lnTo>
                <a:lnTo>
                  <a:pt x="76384" y="126064"/>
                </a:lnTo>
                <a:lnTo>
                  <a:pt x="78898" y="117275"/>
                </a:lnTo>
                <a:lnTo>
                  <a:pt x="82041" y="108485"/>
                </a:lnTo>
                <a:lnTo>
                  <a:pt x="85938" y="100073"/>
                </a:lnTo>
                <a:lnTo>
                  <a:pt x="90212" y="91911"/>
                </a:lnTo>
                <a:lnTo>
                  <a:pt x="92475" y="88270"/>
                </a:lnTo>
                <a:lnTo>
                  <a:pt x="94864" y="84880"/>
                </a:lnTo>
                <a:lnTo>
                  <a:pt x="97504" y="81992"/>
                </a:lnTo>
                <a:lnTo>
                  <a:pt x="99892" y="79355"/>
                </a:lnTo>
                <a:lnTo>
                  <a:pt x="102532" y="77221"/>
                </a:lnTo>
                <a:lnTo>
                  <a:pt x="104795" y="75337"/>
                </a:lnTo>
                <a:lnTo>
                  <a:pt x="106932" y="73830"/>
                </a:lnTo>
                <a:lnTo>
                  <a:pt x="108692" y="72575"/>
                </a:lnTo>
                <a:lnTo>
                  <a:pt x="110075" y="71696"/>
                </a:lnTo>
                <a:lnTo>
                  <a:pt x="110830" y="71319"/>
                </a:lnTo>
                <a:lnTo>
                  <a:pt x="111081" y="71194"/>
                </a:lnTo>
                <a:lnTo>
                  <a:pt x="111081" y="71570"/>
                </a:lnTo>
                <a:lnTo>
                  <a:pt x="110830" y="72826"/>
                </a:lnTo>
                <a:lnTo>
                  <a:pt x="110704" y="74835"/>
                </a:lnTo>
                <a:lnTo>
                  <a:pt x="110452" y="77597"/>
                </a:lnTo>
                <a:lnTo>
                  <a:pt x="110201" y="80862"/>
                </a:lnTo>
                <a:lnTo>
                  <a:pt x="110075" y="84754"/>
                </a:lnTo>
                <a:lnTo>
                  <a:pt x="110075" y="88898"/>
                </a:lnTo>
                <a:lnTo>
                  <a:pt x="110201" y="93418"/>
                </a:lnTo>
                <a:lnTo>
                  <a:pt x="110578" y="98440"/>
                </a:lnTo>
                <a:lnTo>
                  <a:pt x="111458" y="103463"/>
                </a:lnTo>
                <a:lnTo>
                  <a:pt x="112338" y="108611"/>
                </a:lnTo>
                <a:lnTo>
                  <a:pt x="113595" y="112755"/>
                </a:lnTo>
                <a:lnTo>
                  <a:pt x="115104" y="116647"/>
                </a:lnTo>
                <a:lnTo>
                  <a:pt x="116864" y="120539"/>
                </a:lnTo>
                <a:lnTo>
                  <a:pt x="118875" y="124055"/>
                </a:lnTo>
                <a:lnTo>
                  <a:pt x="121138" y="127445"/>
                </a:lnTo>
                <a:lnTo>
                  <a:pt x="123401" y="130710"/>
                </a:lnTo>
                <a:lnTo>
                  <a:pt x="125790" y="133723"/>
                </a:lnTo>
                <a:lnTo>
                  <a:pt x="128053" y="136486"/>
                </a:lnTo>
                <a:lnTo>
                  <a:pt x="130190" y="138997"/>
                </a:lnTo>
                <a:lnTo>
                  <a:pt x="132327" y="141006"/>
                </a:lnTo>
                <a:lnTo>
                  <a:pt x="134087" y="142764"/>
                </a:lnTo>
                <a:lnTo>
                  <a:pt x="135596" y="144271"/>
                </a:lnTo>
                <a:lnTo>
                  <a:pt x="136727" y="145275"/>
                </a:lnTo>
                <a:lnTo>
                  <a:pt x="137607" y="145903"/>
                </a:lnTo>
                <a:lnTo>
                  <a:pt x="137733" y="146154"/>
                </a:lnTo>
                <a:lnTo>
                  <a:pt x="141378" y="140755"/>
                </a:lnTo>
                <a:lnTo>
                  <a:pt x="144396" y="135356"/>
                </a:lnTo>
                <a:lnTo>
                  <a:pt x="146659" y="130333"/>
                </a:lnTo>
                <a:lnTo>
                  <a:pt x="148041" y="125562"/>
                </a:lnTo>
                <a:lnTo>
                  <a:pt x="149047" y="120916"/>
                </a:lnTo>
                <a:lnTo>
                  <a:pt x="149550" y="116396"/>
                </a:lnTo>
                <a:lnTo>
                  <a:pt x="149550" y="112001"/>
                </a:lnTo>
                <a:lnTo>
                  <a:pt x="149173" y="107858"/>
                </a:lnTo>
                <a:lnTo>
                  <a:pt x="148419" y="103714"/>
                </a:lnTo>
                <a:lnTo>
                  <a:pt x="147287" y="99696"/>
                </a:lnTo>
                <a:lnTo>
                  <a:pt x="146030" y="95929"/>
                </a:lnTo>
                <a:lnTo>
                  <a:pt x="144521" y="92037"/>
                </a:lnTo>
                <a:lnTo>
                  <a:pt x="143013" y="88396"/>
                </a:lnTo>
                <a:lnTo>
                  <a:pt x="141378" y="84754"/>
                </a:lnTo>
                <a:lnTo>
                  <a:pt x="139618" y="80987"/>
                </a:lnTo>
                <a:lnTo>
                  <a:pt x="138110" y="77472"/>
                </a:lnTo>
                <a:lnTo>
                  <a:pt x="136601" y="73830"/>
                </a:lnTo>
                <a:lnTo>
                  <a:pt x="135218" y="70189"/>
                </a:lnTo>
                <a:lnTo>
                  <a:pt x="134213" y="66548"/>
                </a:lnTo>
                <a:lnTo>
                  <a:pt x="133333" y="62907"/>
                </a:lnTo>
                <a:lnTo>
                  <a:pt x="132956" y="59140"/>
                </a:lnTo>
                <a:lnTo>
                  <a:pt x="132956" y="55498"/>
                </a:lnTo>
                <a:lnTo>
                  <a:pt x="133333" y="51606"/>
                </a:lnTo>
                <a:lnTo>
                  <a:pt x="134213" y="47714"/>
                </a:lnTo>
                <a:lnTo>
                  <a:pt x="135721" y="43570"/>
                </a:lnTo>
                <a:lnTo>
                  <a:pt x="137858" y="39552"/>
                </a:lnTo>
                <a:lnTo>
                  <a:pt x="140750" y="35157"/>
                </a:lnTo>
                <a:lnTo>
                  <a:pt x="144270" y="30763"/>
                </a:lnTo>
                <a:lnTo>
                  <a:pt x="148670" y="26117"/>
                </a:lnTo>
                <a:lnTo>
                  <a:pt x="153573" y="22350"/>
                </a:lnTo>
                <a:lnTo>
                  <a:pt x="158350" y="18583"/>
                </a:lnTo>
                <a:lnTo>
                  <a:pt x="162876" y="15319"/>
                </a:lnTo>
                <a:lnTo>
                  <a:pt x="167150" y="12305"/>
                </a:lnTo>
                <a:lnTo>
                  <a:pt x="171173" y="9668"/>
                </a:lnTo>
                <a:lnTo>
                  <a:pt x="174693" y="7283"/>
                </a:lnTo>
                <a:lnTo>
                  <a:pt x="177962" y="5274"/>
                </a:lnTo>
                <a:lnTo>
                  <a:pt x="180853" y="3641"/>
                </a:lnTo>
                <a:lnTo>
                  <a:pt x="183116" y="2135"/>
                </a:lnTo>
                <a:lnTo>
                  <a:pt x="185002" y="1130"/>
                </a:lnTo>
                <a:lnTo>
                  <a:pt x="186133" y="251"/>
                </a:lnTo>
                <a:close/>
              </a:path>
            </a:pathLst>
          </a:custGeom>
          <a:solidFill>
            <a:srgbClr val="AE0D1D"/>
          </a:solidFill>
          <a:ln>
            <a:noFill/>
          </a:ln>
        </p:spPr>
        <p:txBody>
          <a:bodyPr lIns="182880" tIns="91440" rIns="182880" bIns="91440"/>
          <a:lstStyle/>
          <a:p>
            <a:pPr defTabSz="1828800"/>
            <a:endParaRPr lang="ru-RU">
              <a:solidFill>
                <a:prstClr val="black"/>
              </a:solidFill>
              <a:latin typeface="Arial" panose="020B0604020202020204"/>
              <a:ea typeface="微软雅黑" panose="020B0503020204020204" pitchFamily="34" charset="-122"/>
            </a:endParaRPr>
          </a:p>
        </p:txBody>
      </p:sp>
      <p:sp>
        <p:nvSpPr>
          <p:cNvPr id="53" name="Freeform 267"/>
          <p:cNvSpPr>
            <a:spLocks noEditPoints="1"/>
          </p:cNvSpPr>
          <p:nvPr/>
        </p:nvSpPr>
        <p:spPr bwMode="auto">
          <a:xfrm>
            <a:off x="2125090" y="3371496"/>
            <a:ext cx="530140" cy="527254"/>
          </a:xfrm>
          <a:custGeom>
            <a:avLst/>
            <a:gdLst>
              <a:gd name="T0" fmla="*/ 1704 w 3859"/>
              <a:gd name="T1" fmla="*/ 1150 h 3835"/>
              <a:gd name="T2" fmla="*/ 1443 w 3859"/>
              <a:gd name="T3" fmla="*/ 1281 h 3835"/>
              <a:gd name="T4" fmla="*/ 1248 w 3859"/>
              <a:gd name="T5" fmla="*/ 1494 h 3835"/>
              <a:gd name="T6" fmla="*/ 1139 w 3859"/>
              <a:gd name="T7" fmla="*/ 1766 h 3835"/>
              <a:gd name="T8" fmla="*/ 1139 w 3859"/>
              <a:gd name="T9" fmla="*/ 2070 h 3835"/>
              <a:gd name="T10" fmla="*/ 1248 w 3859"/>
              <a:gd name="T11" fmla="*/ 2343 h 3835"/>
              <a:gd name="T12" fmla="*/ 1443 w 3859"/>
              <a:gd name="T13" fmla="*/ 2555 h 3835"/>
              <a:gd name="T14" fmla="*/ 1704 w 3859"/>
              <a:gd name="T15" fmla="*/ 2686 h 3835"/>
              <a:gd name="T16" fmla="*/ 2008 w 3859"/>
              <a:gd name="T17" fmla="*/ 2715 h 3835"/>
              <a:gd name="T18" fmla="*/ 2293 w 3859"/>
              <a:gd name="T19" fmla="*/ 2632 h 3835"/>
              <a:gd name="T20" fmla="*/ 2524 w 3859"/>
              <a:gd name="T21" fmla="*/ 2458 h 3835"/>
              <a:gd name="T22" fmla="*/ 2679 w 3859"/>
              <a:gd name="T23" fmla="*/ 2213 h 3835"/>
              <a:gd name="T24" fmla="*/ 2734 w 3859"/>
              <a:gd name="T25" fmla="*/ 1918 h 3835"/>
              <a:gd name="T26" fmla="*/ 2679 w 3859"/>
              <a:gd name="T27" fmla="*/ 1624 h 3835"/>
              <a:gd name="T28" fmla="*/ 2524 w 3859"/>
              <a:gd name="T29" fmla="*/ 1379 h 3835"/>
              <a:gd name="T30" fmla="*/ 2293 w 3859"/>
              <a:gd name="T31" fmla="*/ 1204 h 3835"/>
              <a:gd name="T32" fmla="*/ 2008 w 3859"/>
              <a:gd name="T33" fmla="*/ 1122 h 3835"/>
              <a:gd name="T34" fmla="*/ 2178 w 3859"/>
              <a:gd name="T35" fmla="*/ 4 h 3835"/>
              <a:gd name="T36" fmla="*/ 2245 w 3859"/>
              <a:gd name="T37" fmla="*/ 58 h 3835"/>
              <a:gd name="T38" fmla="*/ 2480 w 3859"/>
              <a:gd name="T39" fmla="*/ 588 h 3835"/>
              <a:gd name="T40" fmla="*/ 3028 w 3859"/>
              <a:gd name="T41" fmla="*/ 373 h 3835"/>
              <a:gd name="T42" fmla="*/ 3113 w 3859"/>
              <a:gd name="T43" fmla="*/ 381 h 3835"/>
              <a:gd name="T44" fmla="*/ 3484 w 3859"/>
              <a:gd name="T45" fmla="*/ 761 h 3835"/>
              <a:gd name="T46" fmla="*/ 3475 w 3859"/>
              <a:gd name="T47" fmla="*/ 845 h 3835"/>
              <a:gd name="T48" fmla="*/ 3316 w 3859"/>
              <a:gd name="T49" fmla="*/ 1504 h 3835"/>
              <a:gd name="T50" fmla="*/ 3836 w 3859"/>
              <a:gd name="T51" fmla="*/ 1624 h 3835"/>
              <a:gd name="T52" fmla="*/ 3859 w 3859"/>
              <a:gd name="T53" fmla="*/ 2150 h 3835"/>
              <a:gd name="T54" fmla="*/ 3821 w 3859"/>
              <a:gd name="T55" fmla="*/ 2226 h 3835"/>
              <a:gd name="T56" fmla="*/ 3285 w 3859"/>
              <a:gd name="T57" fmla="*/ 2426 h 3835"/>
              <a:gd name="T58" fmla="*/ 3480 w 3859"/>
              <a:gd name="T59" fmla="*/ 3011 h 3835"/>
              <a:gd name="T60" fmla="*/ 3471 w 3859"/>
              <a:gd name="T61" fmla="*/ 3095 h 3835"/>
              <a:gd name="T62" fmla="*/ 3089 w 3859"/>
              <a:gd name="T63" fmla="*/ 3464 h 3835"/>
              <a:gd name="T64" fmla="*/ 3004 w 3859"/>
              <a:gd name="T65" fmla="*/ 3453 h 3835"/>
              <a:gd name="T66" fmla="*/ 2339 w 3859"/>
              <a:gd name="T67" fmla="*/ 3298 h 3835"/>
              <a:gd name="T68" fmla="*/ 2218 w 3859"/>
              <a:gd name="T69" fmla="*/ 3812 h 3835"/>
              <a:gd name="T70" fmla="*/ 1688 w 3859"/>
              <a:gd name="T71" fmla="*/ 3835 h 3835"/>
              <a:gd name="T72" fmla="*/ 1612 w 3859"/>
              <a:gd name="T73" fmla="*/ 3797 h 3835"/>
              <a:gd name="T74" fmla="*/ 1415 w 3859"/>
              <a:gd name="T75" fmla="*/ 3263 h 3835"/>
              <a:gd name="T76" fmla="*/ 837 w 3859"/>
              <a:gd name="T77" fmla="*/ 3458 h 3835"/>
              <a:gd name="T78" fmla="*/ 751 w 3859"/>
              <a:gd name="T79" fmla="*/ 3449 h 3835"/>
              <a:gd name="T80" fmla="*/ 380 w 3859"/>
              <a:gd name="T81" fmla="*/ 3070 h 3835"/>
              <a:gd name="T82" fmla="*/ 390 w 3859"/>
              <a:gd name="T83" fmla="*/ 2986 h 3835"/>
              <a:gd name="T84" fmla="*/ 543 w 3859"/>
              <a:gd name="T85" fmla="*/ 2332 h 3835"/>
              <a:gd name="T86" fmla="*/ 23 w 3859"/>
              <a:gd name="T87" fmla="*/ 2212 h 3835"/>
              <a:gd name="T88" fmla="*/ 0 w 3859"/>
              <a:gd name="T89" fmla="*/ 1684 h 3835"/>
              <a:gd name="T90" fmla="*/ 38 w 3859"/>
              <a:gd name="T91" fmla="*/ 1609 h 3835"/>
              <a:gd name="T92" fmla="*/ 574 w 3859"/>
              <a:gd name="T93" fmla="*/ 1414 h 3835"/>
              <a:gd name="T94" fmla="*/ 376 w 3859"/>
              <a:gd name="T95" fmla="*/ 832 h 3835"/>
              <a:gd name="T96" fmla="*/ 383 w 3859"/>
              <a:gd name="T97" fmla="*/ 747 h 3835"/>
              <a:gd name="T98" fmla="*/ 767 w 3859"/>
              <a:gd name="T99" fmla="*/ 378 h 3835"/>
              <a:gd name="T100" fmla="*/ 851 w 3859"/>
              <a:gd name="T101" fmla="*/ 388 h 3835"/>
              <a:gd name="T102" fmla="*/ 1506 w 3859"/>
              <a:gd name="T103" fmla="*/ 542 h 3835"/>
              <a:gd name="T104" fmla="*/ 1627 w 3859"/>
              <a:gd name="T105" fmla="*/ 23 h 3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859" h="3835">
                <a:moveTo>
                  <a:pt x="1930" y="1118"/>
                </a:moveTo>
                <a:lnTo>
                  <a:pt x="1853" y="1122"/>
                </a:lnTo>
                <a:lnTo>
                  <a:pt x="1777" y="1132"/>
                </a:lnTo>
                <a:lnTo>
                  <a:pt x="1704" y="1150"/>
                </a:lnTo>
                <a:lnTo>
                  <a:pt x="1634" y="1174"/>
                </a:lnTo>
                <a:lnTo>
                  <a:pt x="1566" y="1204"/>
                </a:lnTo>
                <a:lnTo>
                  <a:pt x="1503" y="1241"/>
                </a:lnTo>
                <a:lnTo>
                  <a:pt x="1443" y="1281"/>
                </a:lnTo>
                <a:lnTo>
                  <a:pt x="1387" y="1328"/>
                </a:lnTo>
                <a:lnTo>
                  <a:pt x="1335" y="1379"/>
                </a:lnTo>
                <a:lnTo>
                  <a:pt x="1289" y="1434"/>
                </a:lnTo>
                <a:lnTo>
                  <a:pt x="1248" y="1494"/>
                </a:lnTo>
                <a:lnTo>
                  <a:pt x="1212" y="1557"/>
                </a:lnTo>
                <a:lnTo>
                  <a:pt x="1181" y="1624"/>
                </a:lnTo>
                <a:lnTo>
                  <a:pt x="1157" y="1694"/>
                </a:lnTo>
                <a:lnTo>
                  <a:pt x="1139" y="1766"/>
                </a:lnTo>
                <a:lnTo>
                  <a:pt x="1128" y="1841"/>
                </a:lnTo>
                <a:lnTo>
                  <a:pt x="1125" y="1918"/>
                </a:lnTo>
                <a:lnTo>
                  <a:pt x="1128" y="1995"/>
                </a:lnTo>
                <a:lnTo>
                  <a:pt x="1139" y="2070"/>
                </a:lnTo>
                <a:lnTo>
                  <a:pt x="1157" y="2143"/>
                </a:lnTo>
                <a:lnTo>
                  <a:pt x="1181" y="2213"/>
                </a:lnTo>
                <a:lnTo>
                  <a:pt x="1212" y="2279"/>
                </a:lnTo>
                <a:lnTo>
                  <a:pt x="1248" y="2343"/>
                </a:lnTo>
                <a:lnTo>
                  <a:pt x="1289" y="2403"/>
                </a:lnTo>
                <a:lnTo>
                  <a:pt x="1335" y="2458"/>
                </a:lnTo>
                <a:lnTo>
                  <a:pt x="1387" y="2508"/>
                </a:lnTo>
                <a:lnTo>
                  <a:pt x="1443" y="2555"/>
                </a:lnTo>
                <a:lnTo>
                  <a:pt x="1503" y="2596"/>
                </a:lnTo>
                <a:lnTo>
                  <a:pt x="1566" y="2632"/>
                </a:lnTo>
                <a:lnTo>
                  <a:pt x="1634" y="2662"/>
                </a:lnTo>
                <a:lnTo>
                  <a:pt x="1704" y="2686"/>
                </a:lnTo>
                <a:lnTo>
                  <a:pt x="1777" y="2704"/>
                </a:lnTo>
                <a:lnTo>
                  <a:pt x="1853" y="2715"/>
                </a:lnTo>
                <a:lnTo>
                  <a:pt x="1930" y="2719"/>
                </a:lnTo>
                <a:lnTo>
                  <a:pt x="2008" y="2715"/>
                </a:lnTo>
                <a:lnTo>
                  <a:pt x="2083" y="2704"/>
                </a:lnTo>
                <a:lnTo>
                  <a:pt x="2156" y="2686"/>
                </a:lnTo>
                <a:lnTo>
                  <a:pt x="2227" y="2662"/>
                </a:lnTo>
                <a:lnTo>
                  <a:pt x="2293" y="2632"/>
                </a:lnTo>
                <a:lnTo>
                  <a:pt x="2357" y="2596"/>
                </a:lnTo>
                <a:lnTo>
                  <a:pt x="2416" y="2555"/>
                </a:lnTo>
                <a:lnTo>
                  <a:pt x="2473" y="2508"/>
                </a:lnTo>
                <a:lnTo>
                  <a:pt x="2524" y="2458"/>
                </a:lnTo>
                <a:lnTo>
                  <a:pt x="2571" y="2403"/>
                </a:lnTo>
                <a:lnTo>
                  <a:pt x="2612" y="2343"/>
                </a:lnTo>
                <a:lnTo>
                  <a:pt x="2649" y="2279"/>
                </a:lnTo>
                <a:lnTo>
                  <a:pt x="2679" y="2213"/>
                </a:lnTo>
                <a:lnTo>
                  <a:pt x="2703" y="2143"/>
                </a:lnTo>
                <a:lnTo>
                  <a:pt x="2720" y="2070"/>
                </a:lnTo>
                <a:lnTo>
                  <a:pt x="2731" y="1995"/>
                </a:lnTo>
                <a:lnTo>
                  <a:pt x="2734" y="1918"/>
                </a:lnTo>
                <a:lnTo>
                  <a:pt x="2731" y="1841"/>
                </a:lnTo>
                <a:lnTo>
                  <a:pt x="2720" y="1766"/>
                </a:lnTo>
                <a:lnTo>
                  <a:pt x="2703" y="1694"/>
                </a:lnTo>
                <a:lnTo>
                  <a:pt x="2679" y="1624"/>
                </a:lnTo>
                <a:lnTo>
                  <a:pt x="2649" y="1557"/>
                </a:lnTo>
                <a:lnTo>
                  <a:pt x="2612" y="1494"/>
                </a:lnTo>
                <a:lnTo>
                  <a:pt x="2571" y="1434"/>
                </a:lnTo>
                <a:lnTo>
                  <a:pt x="2524" y="1379"/>
                </a:lnTo>
                <a:lnTo>
                  <a:pt x="2473" y="1328"/>
                </a:lnTo>
                <a:lnTo>
                  <a:pt x="2418" y="1281"/>
                </a:lnTo>
                <a:lnTo>
                  <a:pt x="2357" y="1241"/>
                </a:lnTo>
                <a:lnTo>
                  <a:pt x="2293" y="1204"/>
                </a:lnTo>
                <a:lnTo>
                  <a:pt x="2227" y="1174"/>
                </a:lnTo>
                <a:lnTo>
                  <a:pt x="2156" y="1150"/>
                </a:lnTo>
                <a:lnTo>
                  <a:pt x="2083" y="1132"/>
                </a:lnTo>
                <a:lnTo>
                  <a:pt x="2008" y="1122"/>
                </a:lnTo>
                <a:lnTo>
                  <a:pt x="1930" y="1118"/>
                </a:lnTo>
                <a:close/>
                <a:moveTo>
                  <a:pt x="1687" y="0"/>
                </a:moveTo>
                <a:lnTo>
                  <a:pt x="2156" y="0"/>
                </a:lnTo>
                <a:lnTo>
                  <a:pt x="2178" y="4"/>
                </a:lnTo>
                <a:lnTo>
                  <a:pt x="2199" y="11"/>
                </a:lnTo>
                <a:lnTo>
                  <a:pt x="2218" y="23"/>
                </a:lnTo>
                <a:lnTo>
                  <a:pt x="2233" y="39"/>
                </a:lnTo>
                <a:lnTo>
                  <a:pt x="2245" y="58"/>
                </a:lnTo>
                <a:lnTo>
                  <a:pt x="2252" y="78"/>
                </a:lnTo>
                <a:lnTo>
                  <a:pt x="2338" y="539"/>
                </a:lnTo>
                <a:lnTo>
                  <a:pt x="2410" y="561"/>
                </a:lnTo>
                <a:lnTo>
                  <a:pt x="2480" y="588"/>
                </a:lnTo>
                <a:lnTo>
                  <a:pt x="2548" y="618"/>
                </a:lnTo>
                <a:lnTo>
                  <a:pt x="2615" y="650"/>
                </a:lnTo>
                <a:lnTo>
                  <a:pt x="3009" y="384"/>
                </a:lnTo>
                <a:lnTo>
                  <a:pt x="3028" y="373"/>
                </a:lnTo>
                <a:lnTo>
                  <a:pt x="3050" y="368"/>
                </a:lnTo>
                <a:lnTo>
                  <a:pt x="3072" y="368"/>
                </a:lnTo>
                <a:lnTo>
                  <a:pt x="3094" y="373"/>
                </a:lnTo>
                <a:lnTo>
                  <a:pt x="3113" y="381"/>
                </a:lnTo>
                <a:lnTo>
                  <a:pt x="3131" y="394"/>
                </a:lnTo>
                <a:lnTo>
                  <a:pt x="3463" y="725"/>
                </a:lnTo>
                <a:lnTo>
                  <a:pt x="3476" y="742"/>
                </a:lnTo>
                <a:lnTo>
                  <a:pt x="3484" y="761"/>
                </a:lnTo>
                <a:lnTo>
                  <a:pt x="3489" y="783"/>
                </a:lnTo>
                <a:lnTo>
                  <a:pt x="3489" y="805"/>
                </a:lnTo>
                <a:lnTo>
                  <a:pt x="3484" y="826"/>
                </a:lnTo>
                <a:lnTo>
                  <a:pt x="3475" y="845"/>
                </a:lnTo>
                <a:lnTo>
                  <a:pt x="3205" y="1237"/>
                </a:lnTo>
                <a:lnTo>
                  <a:pt x="3249" y="1322"/>
                </a:lnTo>
                <a:lnTo>
                  <a:pt x="3285" y="1412"/>
                </a:lnTo>
                <a:lnTo>
                  <a:pt x="3316" y="1504"/>
                </a:lnTo>
                <a:lnTo>
                  <a:pt x="3782" y="1590"/>
                </a:lnTo>
                <a:lnTo>
                  <a:pt x="3802" y="1597"/>
                </a:lnTo>
                <a:lnTo>
                  <a:pt x="3821" y="1609"/>
                </a:lnTo>
                <a:lnTo>
                  <a:pt x="3836" y="1624"/>
                </a:lnTo>
                <a:lnTo>
                  <a:pt x="3848" y="1643"/>
                </a:lnTo>
                <a:lnTo>
                  <a:pt x="3857" y="1664"/>
                </a:lnTo>
                <a:lnTo>
                  <a:pt x="3859" y="1684"/>
                </a:lnTo>
                <a:lnTo>
                  <a:pt x="3859" y="2150"/>
                </a:lnTo>
                <a:lnTo>
                  <a:pt x="3857" y="2172"/>
                </a:lnTo>
                <a:lnTo>
                  <a:pt x="3848" y="2192"/>
                </a:lnTo>
                <a:lnTo>
                  <a:pt x="3836" y="2212"/>
                </a:lnTo>
                <a:lnTo>
                  <a:pt x="3821" y="2226"/>
                </a:lnTo>
                <a:lnTo>
                  <a:pt x="3802" y="2238"/>
                </a:lnTo>
                <a:lnTo>
                  <a:pt x="3782" y="2244"/>
                </a:lnTo>
                <a:lnTo>
                  <a:pt x="3316" y="2332"/>
                </a:lnTo>
                <a:lnTo>
                  <a:pt x="3285" y="2426"/>
                </a:lnTo>
                <a:lnTo>
                  <a:pt x="3247" y="2517"/>
                </a:lnTo>
                <a:lnTo>
                  <a:pt x="3204" y="2605"/>
                </a:lnTo>
                <a:lnTo>
                  <a:pt x="3470" y="2992"/>
                </a:lnTo>
                <a:lnTo>
                  <a:pt x="3480" y="3011"/>
                </a:lnTo>
                <a:lnTo>
                  <a:pt x="3484" y="3031"/>
                </a:lnTo>
                <a:lnTo>
                  <a:pt x="3484" y="3054"/>
                </a:lnTo>
                <a:lnTo>
                  <a:pt x="3481" y="3074"/>
                </a:lnTo>
                <a:lnTo>
                  <a:pt x="3471" y="3095"/>
                </a:lnTo>
                <a:lnTo>
                  <a:pt x="3458" y="3112"/>
                </a:lnTo>
                <a:lnTo>
                  <a:pt x="3126" y="3442"/>
                </a:lnTo>
                <a:lnTo>
                  <a:pt x="3109" y="3455"/>
                </a:lnTo>
                <a:lnTo>
                  <a:pt x="3089" y="3464"/>
                </a:lnTo>
                <a:lnTo>
                  <a:pt x="3067" y="3469"/>
                </a:lnTo>
                <a:lnTo>
                  <a:pt x="3045" y="3467"/>
                </a:lnTo>
                <a:lnTo>
                  <a:pt x="3024" y="3463"/>
                </a:lnTo>
                <a:lnTo>
                  <a:pt x="3004" y="3453"/>
                </a:lnTo>
                <a:lnTo>
                  <a:pt x="2612" y="3187"/>
                </a:lnTo>
                <a:lnTo>
                  <a:pt x="2524" y="3230"/>
                </a:lnTo>
                <a:lnTo>
                  <a:pt x="2433" y="3267"/>
                </a:lnTo>
                <a:lnTo>
                  <a:pt x="2339" y="3298"/>
                </a:lnTo>
                <a:lnTo>
                  <a:pt x="2252" y="3758"/>
                </a:lnTo>
                <a:lnTo>
                  <a:pt x="2245" y="3779"/>
                </a:lnTo>
                <a:lnTo>
                  <a:pt x="2233" y="3797"/>
                </a:lnTo>
                <a:lnTo>
                  <a:pt x="2218" y="3812"/>
                </a:lnTo>
                <a:lnTo>
                  <a:pt x="2199" y="3826"/>
                </a:lnTo>
                <a:lnTo>
                  <a:pt x="2178" y="3833"/>
                </a:lnTo>
                <a:lnTo>
                  <a:pt x="2156" y="3835"/>
                </a:lnTo>
                <a:lnTo>
                  <a:pt x="1688" y="3835"/>
                </a:lnTo>
                <a:lnTo>
                  <a:pt x="1666" y="3833"/>
                </a:lnTo>
                <a:lnTo>
                  <a:pt x="1646" y="3826"/>
                </a:lnTo>
                <a:lnTo>
                  <a:pt x="1627" y="3812"/>
                </a:lnTo>
                <a:lnTo>
                  <a:pt x="1612" y="3797"/>
                </a:lnTo>
                <a:lnTo>
                  <a:pt x="1600" y="3779"/>
                </a:lnTo>
                <a:lnTo>
                  <a:pt x="1593" y="3758"/>
                </a:lnTo>
                <a:lnTo>
                  <a:pt x="1506" y="3293"/>
                </a:lnTo>
                <a:lnTo>
                  <a:pt x="1415" y="3263"/>
                </a:lnTo>
                <a:lnTo>
                  <a:pt x="1327" y="3227"/>
                </a:lnTo>
                <a:lnTo>
                  <a:pt x="1242" y="3185"/>
                </a:lnTo>
                <a:lnTo>
                  <a:pt x="856" y="3447"/>
                </a:lnTo>
                <a:lnTo>
                  <a:pt x="837" y="3458"/>
                </a:lnTo>
                <a:lnTo>
                  <a:pt x="815" y="3463"/>
                </a:lnTo>
                <a:lnTo>
                  <a:pt x="793" y="3463"/>
                </a:lnTo>
                <a:lnTo>
                  <a:pt x="771" y="3458"/>
                </a:lnTo>
                <a:lnTo>
                  <a:pt x="751" y="3449"/>
                </a:lnTo>
                <a:lnTo>
                  <a:pt x="734" y="3436"/>
                </a:lnTo>
                <a:lnTo>
                  <a:pt x="401" y="3107"/>
                </a:lnTo>
                <a:lnTo>
                  <a:pt x="388" y="3089"/>
                </a:lnTo>
                <a:lnTo>
                  <a:pt x="380" y="3070"/>
                </a:lnTo>
                <a:lnTo>
                  <a:pt x="375" y="3048"/>
                </a:lnTo>
                <a:lnTo>
                  <a:pt x="376" y="3025"/>
                </a:lnTo>
                <a:lnTo>
                  <a:pt x="381" y="3005"/>
                </a:lnTo>
                <a:lnTo>
                  <a:pt x="390" y="2986"/>
                </a:lnTo>
                <a:lnTo>
                  <a:pt x="655" y="2601"/>
                </a:lnTo>
                <a:lnTo>
                  <a:pt x="612" y="2514"/>
                </a:lnTo>
                <a:lnTo>
                  <a:pt x="574" y="2424"/>
                </a:lnTo>
                <a:lnTo>
                  <a:pt x="543" y="2332"/>
                </a:lnTo>
                <a:lnTo>
                  <a:pt x="78" y="2244"/>
                </a:lnTo>
                <a:lnTo>
                  <a:pt x="58" y="2238"/>
                </a:lnTo>
                <a:lnTo>
                  <a:pt x="38" y="2226"/>
                </a:lnTo>
                <a:lnTo>
                  <a:pt x="23" y="2212"/>
                </a:lnTo>
                <a:lnTo>
                  <a:pt x="11" y="2192"/>
                </a:lnTo>
                <a:lnTo>
                  <a:pt x="3" y="2172"/>
                </a:lnTo>
                <a:lnTo>
                  <a:pt x="0" y="2150"/>
                </a:lnTo>
                <a:lnTo>
                  <a:pt x="0" y="1684"/>
                </a:lnTo>
                <a:lnTo>
                  <a:pt x="3" y="1664"/>
                </a:lnTo>
                <a:lnTo>
                  <a:pt x="11" y="1643"/>
                </a:lnTo>
                <a:lnTo>
                  <a:pt x="23" y="1624"/>
                </a:lnTo>
                <a:lnTo>
                  <a:pt x="38" y="1609"/>
                </a:lnTo>
                <a:lnTo>
                  <a:pt x="58" y="1597"/>
                </a:lnTo>
                <a:lnTo>
                  <a:pt x="78" y="1590"/>
                </a:lnTo>
                <a:lnTo>
                  <a:pt x="543" y="1504"/>
                </a:lnTo>
                <a:lnTo>
                  <a:pt x="574" y="1414"/>
                </a:lnTo>
                <a:lnTo>
                  <a:pt x="611" y="1325"/>
                </a:lnTo>
                <a:lnTo>
                  <a:pt x="653" y="1239"/>
                </a:lnTo>
                <a:lnTo>
                  <a:pt x="386" y="851"/>
                </a:lnTo>
                <a:lnTo>
                  <a:pt x="376" y="832"/>
                </a:lnTo>
                <a:lnTo>
                  <a:pt x="370" y="810"/>
                </a:lnTo>
                <a:lnTo>
                  <a:pt x="370" y="789"/>
                </a:lnTo>
                <a:lnTo>
                  <a:pt x="375" y="767"/>
                </a:lnTo>
                <a:lnTo>
                  <a:pt x="383" y="747"/>
                </a:lnTo>
                <a:lnTo>
                  <a:pt x="397" y="730"/>
                </a:lnTo>
                <a:lnTo>
                  <a:pt x="729" y="400"/>
                </a:lnTo>
                <a:lnTo>
                  <a:pt x="746" y="387"/>
                </a:lnTo>
                <a:lnTo>
                  <a:pt x="767" y="378"/>
                </a:lnTo>
                <a:lnTo>
                  <a:pt x="787" y="374"/>
                </a:lnTo>
                <a:lnTo>
                  <a:pt x="810" y="374"/>
                </a:lnTo>
                <a:lnTo>
                  <a:pt x="832" y="379"/>
                </a:lnTo>
                <a:lnTo>
                  <a:pt x="851" y="388"/>
                </a:lnTo>
                <a:lnTo>
                  <a:pt x="1240" y="653"/>
                </a:lnTo>
                <a:lnTo>
                  <a:pt x="1325" y="611"/>
                </a:lnTo>
                <a:lnTo>
                  <a:pt x="1414" y="574"/>
                </a:lnTo>
                <a:lnTo>
                  <a:pt x="1506" y="542"/>
                </a:lnTo>
                <a:lnTo>
                  <a:pt x="1593" y="78"/>
                </a:lnTo>
                <a:lnTo>
                  <a:pt x="1600" y="58"/>
                </a:lnTo>
                <a:lnTo>
                  <a:pt x="1611" y="39"/>
                </a:lnTo>
                <a:lnTo>
                  <a:pt x="1627" y="23"/>
                </a:lnTo>
                <a:lnTo>
                  <a:pt x="1645" y="11"/>
                </a:lnTo>
                <a:lnTo>
                  <a:pt x="1665" y="4"/>
                </a:lnTo>
                <a:lnTo>
                  <a:pt x="1687" y="0"/>
                </a:lnTo>
                <a:close/>
              </a:path>
            </a:pathLst>
          </a:custGeom>
          <a:solidFill>
            <a:srgbClr val="AE0D1D"/>
          </a:solidFill>
          <a:ln>
            <a:noFill/>
          </a:ln>
        </p:spPr>
        <p:txBody>
          <a:bodyPr lIns="182880" tIns="91440" rIns="182880" bIns="91440"/>
          <a:lstStyle/>
          <a:p>
            <a:pPr marL="0" marR="0" lvl="0" indent="0" algn="l" defTabSz="1828800" rtl="0" eaLnBrk="1" fontAlgn="auto" latinLnBrk="0" hangingPunct="1">
              <a:lnSpc>
                <a:spcPct val="100000"/>
              </a:lnSpc>
              <a:spcBef>
                <a:spcPts val="0"/>
              </a:spcBef>
              <a:spcAft>
                <a:spcPts val="0"/>
              </a:spcAft>
              <a:buClrTx/>
              <a:buSzTx/>
              <a:buFontTx/>
              <a:buNone/>
              <a:defRPr/>
            </a:pPr>
            <a:endParaRPr kumimoji="0" lang="ru-RU"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4" name="Freeform 319"/>
          <p:cNvSpPr>
            <a:spLocks noEditPoints="1"/>
          </p:cNvSpPr>
          <p:nvPr/>
        </p:nvSpPr>
        <p:spPr bwMode="auto">
          <a:xfrm>
            <a:off x="5981668" y="3348064"/>
            <a:ext cx="222184" cy="529822"/>
          </a:xfrm>
          <a:custGeom>
            <a:avLst/>
            <a:gdLst>
              <a:gd name="T0" fmla="*/ 576 w 1273"/>
              <a:gd name="T1" fmla="*/ 371 h 3038"/>
              <a:gd name="T2" fmla="*/ 476 w 1273"/>
              <a:gd name="T3" fmla="*/ 529 h 3038"/>
              <a:gd name="T4" fmla="*/ 378 w 1273"/>
              <a:gd name="T5" fmla="*/ 737 h 3038"/>
              <a:gd name="T6" fmla="*/ 391 w 1273"/>
              <a:gd name="T7" fmla="*/ 915 h 3038"/>
              <a:gd name="T8" fmla="*/ 629 w 1273"/>
              <a:gd name="T9" fmla="*/ 932 h 3038"/>
              <a:gd name="T10" fmla="*/ 832 w 1273"/>
              <a:gd name="T11" fmla="*/ 920 h 3038"/>
              <a:gd name="T12" fmla="*/ 926 w 1273"/>
              <a:gd name="T13" fmla="*/ 815 h 3038"/>
              <a:gd name="T14" fmla="*/ 832 w 1273"/>
              <a:gd name="T15" fmla="*/ 591 h 3038"/>
              <a:gd name="T16" fmla="*/ 731 w 1273"/>
              <a:gd name="T17" fmla="*/ 417 h 3038"/>
              <a:gd name="T18" fmla="*/ 638 w 1273"/>
              <a:gd name="T19" fmla="*/ 291 h 3038"/>
              <a:gd name="T20" fmla="*/ 643 w 1273"/>
              <a:gd name="T21" fmla="*/ 6 h 3038"/>
              <a:gd name="T22" fmla="*/ 678 w 1273"/>
              <a:gd name="T23" fmla="*/ 36 h 3038"/>
              <a:gd name="T24" fmla="*/ 736 w 1273"/>
              <a:gd name="T25" fmla="*/ 93 h 3038"/>
              <a:gd name="T26" fmla="*/ 810 w 1273"/>
              <a:gd name="T27" fmla="*/ 180 h 3038"/>
              <a:gd name="T28" fmla="*/ 895 w 1273"/>
              <a:gd name="T29" fmla="*/ 296 h 3038"/>
              <a:gd name="T30" fmla="*/ 985 w 1273"/>
              <a:gd name="T31" fmla="*/ 444 h 3038"/>
              <a:gd name="T32" fmla="*/ 1072 w 1273"/>
              <a:gd name="T33" fmla="*/ 625 h 3038"/>
              <a:gd name="T34" fmla="*/ 1151 w 1273"/>
              <a:gd name="T35" fmla="*/ 839 h 3038"/>
              <a:gd name="T36" fmla="*/ 1215 w 1273"/>
              <a:gd name="T37" fmla="*/ 1088 h 3038"/>
              <a:gd name="T38" fmla="*/ 1258 w 1273"/>
              <a:gd name="T39" fmla="*/ 1374 h 3038"/>
              <a:gd name="T40" fmla="*/ 1273 w 1273"/>
              <a:gd name="T41" fmla="*/ 1698 h 3038"/>
              <a:gd name="T42" fmla="*/ 1258 w 1273"/>
              <a:gd name="T43" fmla="*/ 2026 h 3038"/>
              <a:gd name="T44" fmla="*/ 1214 w 1273"/>
              <a:gd name="T45" fmla="*/ 2314 h 3038"/>
              <a:gd name="T46" fmla="*/ 1146 w 1273"/>
              <a:gd name="T47" fmla="*/ 2556 h 3038"/>
              <a:gd name="T48" fmla="*/ 1054 w 1273"/>
              <a:gd name="T49" fmla="*/ 2754 h 3038"/>
              <a:gd name="T50" fmla="*/ 945 w 1273"/>
              <a:gd name="T51" fmla="*/ 2903 h 3038"/>
              <a:gd name="T52" fmla="*/ 821 w 1273"/>
              <a:gd name="T53" fmla="*/ 3001 h 3038"/>
              <a:gd name="T54" fmla="*/ 732 w 1273"/>
              <a:gd name="T55" fmla="*/ 2259 h 3038"/>
              <a:gd name="T56" fmla="*/ 710 w 1273"/>
              <a:gd name="T57" fmla="*/ 2201 h 3038"/>
              <a:gd name="T58" fmla="*/ 658 w 1273"/>
              <a:gd name="T59" fmla="*/ 2168 h 3038"/>
              <a:gd name="T60" fmla="*/ 595 w 1273"/>
              <a:gd name="T61" fmla="*/ 2175 h 3038"/>
              <a:gd name="T62" fmla="*/ 552 w 1273"/>
              <a:gd name="T63" fmla="*/ 2218 h 3038"/>
              <a:gd name="T64" fmla="*/ 541 w 1273"/>
              <a:gd name="T65" fmla="*/ 3038 h 3038"/>
              <a:gd name="T66" fmla="*/ 410 w 1273"/>
              <a:gd name="T67" fmla="*/ 2975 h 3038"/>
              <a:gd name="T68" fmla="*/ 289 w 1273"/>
              <a:gd name="T69" fmla="*/ 2859 h 3038"/>
              <a:gd name="T70" fmla="*/ 186 w 1273"/>
              <a:gd name="T71" fmla="*/ 2693 h 3038"/>
              <a:gd name="T72" fmla="*/ 103 w 1273"/>
              <a:gd name="T73" fmla="*/ 2480 h 3038"/>
              <a:gd name="T74" fmla="*/ 42 w 1273"/>
              <a:gd name="T75" fmla="*/ 2223 h 3038"/>
              <a:gd name="T76" fmla="*/ 7 w 1273"/>
              <a:gd name="T77" fmla="*/ 1922 h 3038"/>
              <a:gd name="T78" fmla="*/ 2 w 1273"/>
              <a:gd name="T79" fmla="*/ 1587 h 3038"/>
              <a:gd name="T80" fmla="*/ 28 w 1273"/>
              <a:gd name="T81" fmla="*/ 1279 h 3038"/>
              <a:gd name="T82" fmla="*/ 78 w 1273"/>
              <a:gd name="T83" fmla="*/ 1006 h 3038"/>
              <a:gd name="T84" fmla="*/ 148 w 1273"/>
              <a:gd name="T85" fmla="*/ 770 h 3038"/>
              <a:gd name="T86" fmla="*/ 229 w 1273"/>
              <a:gd name="T87" fmla="*/ 566 h 3038"/>
              <a:gd name="T88" fmla="*/ 318 w 1273"/>
              <a:gd name="T89" fmla="*/ 396 h 3038"/>
              <a:gd name="T90" fmla="*/ 406 w 1273"/>
              <a:gd name="T91" fmla="*/ 258 h 3038"/>
              <a:gd name="T92" fmla="*/ 489 w 1273"/>
              <a:gd name="T93" fmla="*/ 151 h 3038"/>
              <a:gd name="T94" fmla="*/ 559 w 1273"/>
              <a:gd name="T95" fmla="*/ 73 h 3038"/>
              <a:gd name="T96" fmla="*/ 609 w 1273"/>
              <a:gd name="T97" fmla="*/ 24 h 3038"/>
              <a:gd name="T98" fmla="*/ 635 w 1273"/>
              <a:gd name="T99" fmla="*/ 1 h 3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3" h="3038">
                <a:moveTo>
                  <a:pt x="638" y="291"/>
                </a:moveTo>
                <a:lnTo>
                  <a:pt x="608" y="328"/>
                </a:lnTo>
                <a:lnTo>
                  <a:pt x="576" y="371"/>
                </a:lnTo>
                <a:lnTo>
                  <a:pt x="543" y="419"/>
                </a:lnTo>
                <a:lnTo>
                  <a:pt x="510" y="471"/>
                </a:lnTo>
                <a:lnTo>
                  <a:pt x="476" y="529"/>
                </a:lnTo>
                <a:lnTo>
                  <a:pt x="444" y="594"/>
                </a:lnTo>
                <a:lnTo>
                  <a:pt x="411" y="662"/>
                </a:lnTo>
                <a:lnTo>
                  <a:pt x="378" y="737"/>
                </a:lnTo>
                <a:lnTo>
                  <a:pt x="348" y="818"/>
                </a:lnTo>
                <a:lnTo>
                  <a:pt x="319" y="904"/>
                </a:lnTo>
                <a:lnTo>
                  <a:pt x="391" y="915"/>
                </a:lnTo>
                <a:lnTo>
                  <a:pt x="468" y="925"/>
                </a:lnTo>
                <a:lnTo>
                  <a:pt x="547" y="930"/>
                </a:lnTo>
                <a:lnTo>
                  <a:pt x="629" y="932"/>
                </a:lnTo>
                <a:lnTo>
                  <a:pt x="698" y="931"/>
                </a:lnTo>
                <a:lnTo>
                  <a:pt x="766" y="927"/>
                </a:lnTo>
                <a:lnTo>
                  <a:pt x="832" y="920"/>
                </a:lnTo>
                <a:lnTo>
                  <a:pt x="894" y="912"/>
                </a:lnTo>
                <a:lnTo>
                  <a:pt x="955" y="901"/>
                </a:lnTo>
                <a:lnTo>
                  <a:pt x="926" y="815"/>
                </a:lnTo>
                <a:lnTo>
                  <a:pt x="896" y="735"/>
                </a:lnTo>
                <a:lnTo>
                  <a:pt x="865" y="660"/>
                </a:lnTo>
                <a:lnTo>
                  <a:pt x="832" y="591"/>
                </a:lnTo>
                <a:lnTo>
                  <a:pt x="798" y="527"/>
                </a:lnTo>
                <a:lnTo>
                  <a:pt x="765" y="470"/>
                </a:lnTo>
                <a:lnTo>
                  <a:pt x="731" y="417"/>
                </a:lnTo>
                <a:lnTo>
                  <a:pt x="699" y="370"/>
                </a:lnTo>
                <a:lnTo>
                  <a:pt x="667" y="328"/>
                </a:lnTo>
                <a:lnTo>
                  <a:pt x="638" y="291"/>
                </a:lnTo>
                <a:close/>
                <a:moveTo>
                  <a:pt x="636" y="0"/>
                </a:moveTo>
                <a:lnTo>
                  <a:pt x="638" y="1"/>
                </a:lnTo>
                <a:lnTo>
                  <a:pt x="643" y="6"/>
                </a:lnTo>
                <a:lnTo>
                  <a:pt x="652" y="12"/>
                </a:lnTo>
                <a:lnTo>
                  <a:pt x="664" y="23"/>
                </a:lnTo>
                <a:lnTo>
                  <a:pt x="678" y="36"/>
                </a:lnTo>
                <a:lnTo>
                  <a:pt x="695" y="52"/>
                </a:lnTo>
                <a:lnTo>
                  <a:pt x="714" y="72"/>
                </a:lnTo>
                <a:lnTo>
                  <a:pt x="736" y="93"/>
                </a:lnTo>
                <a:lnTo>
                  <a:pt x="760" y="119"/>
                </a:lnTo>
                <a:lnTo>
                  <a:pt x="784" y="148"/>
                </a:lnTo>
                <a:lnTo>
                  <a:pt x="810" y="180"/>
                </a:lnTo>
                <a:lnTo>
                  <a:pt x="838" y="215"/>
                </a:lnTo>
                <a:lnTo>
                  <a:pt x="867" y="254"/>
                </a:lnTo>
                <a:lnTo>
                  <a:pt x="895" y="296"/>
                </a:lnTo>
                <a:lnTo>
                  <a:pt x="925" y="342"/>
                </a:lnTo>
                <a:lnTo>
                  <a:pt x="955" y="391"/>
                </a:lnTo>
                <a:lnTo>
                  <a:pt x="985" y="444"/>
                </a:lnTo>
                <a:lnTo>
                  <a:pt x="1014" y="501"/>
                </a:lnTo>
                <a:lnTo>
                  <a:pt x="1044" y="560"/>
                </a:lnTo>
                <a:lnTo>
                  <a:pt x="1072" y="625"/>
                </a:lnTo>
                <a:lnTo>
                  <a:pt x="1099" y="692"/>
                </a:lnTo>
                <a:lnTo>
                  <a:pt x="1125" y="764"/>
                </a:lnTo>
                <a:lnTo>
                  <a:pt x="1151" y="839"/>
                </a:lnTo>
                <a:lnTo>
                  <a:pt x="1173" y="917"/>
                </a:lnTo>
                <a:lnTo>
                  <a:pt x="1195" y="1001"/>
                </a:lnTo>
                <a:lnTo>
                  <a:pt x="1215" y="1088"/>
                </a:lnTo>
                <a:lnTo>
                  <a:pt x="1231" y="1179"/>
                </a:lnTo>
                <a:lnTo>
                  <a:pt x="1246" y="1275"/>
                </a:lnTo>
                <a:lnTo>
                  <a:pt x="1258" y="1374"/>
                </a:lnTo>
                <a:lnTo>
                  <a:pt x="1266" y="1478"/>
                </a:lnTo>
                <a:lnTo>
                  <a:pt x="1271" y="1586"/>
                </a:lnTo>
                <a:lnTo>
                  <a:pt x="1273" y="1698"/>
                </a:lnTo>
                <a:lnTo>
                  <a:pt x="1271" y="1812"/>
                </a:lnTo>
                <a:lnTo>
                  <a:pt x="1266" y="1922"/>
                </a:lnTo>
                <a:lnTo>
                  <a:pt x="1258" y="2026"/>
                </a:lnTo>
                <a:lnTo>
                  <a:pt x="1247" y="2126"/>
                </a:lnTo>
                <a:lnTo>
                  <a:pt x="1231" y="2223"/>
                </a:lnTo>
                <a:lnTo>
                  <a:pt x="1214" y="2314"/>
                </a:lnTo>
                <a:lnTo>
                  <a:pt x="1194" y="2400"/>
                </a:lnTo>
                <a:lnTo>
                  <a:pt x="1170" y="2480"/>
                </a:lnTo>
                <a:lnTo>
                  <a:pt x="1146" y="2556"/>
                </a:lnTo>
                <a:lnTo>
                  <a:pt x="1117" y="2628"/>
                </a:lnTo>
                <a:lnTo>
                  <a:pt x="1087" y="2693"/>
                </a:lnTo>
                <a:lnTo>
                  <a:pt x="1054" y="2754"/>
                </a:lnTo>
                <a:lnTo>
                  <a:pt x="1020" y="2809"/>
                </a:lnTo>
                <a:lnTo>
                  <a:pt x="984" y="2859"/>
                </a:lnTo>
                <a:lnTo>
                  <a:pt x="945" y="2903"/>
                </a:lnTo>
                <a:lnTo>
                  <a:pt x="906" y="2942"/>
                </a:lnTo>
                <a:lnTo>
                  <a:pt x="864" y="2975"/>
                </a:lnTo>
                <a:lnTo>
                  <a:pt x="821" y="3001"/>
                </a:lnTo>
                <a:lnTo>
                  <a:pt x="777" y="3023"/>
                </a:lnTo>
                <a:lnTo>
                  <a:pt x="732" y="3038"/>
                </a:lnTo>
                <a:lnTo>
                  <a:pt x="732" y="2259"/>
                </a:lnTo>
                <a:lnTo>
                  <a:pt x="729" y="2238"/>
                </a:lnTo>
                <a:lnTo>
                  <a:pt x="721" y="2218"/>
                </a:lnTo>
                <a:lnTo>
                  <a:pt x="710" y="2201"/>
                </a:lnTo>
                <a:lnTo>
                  <a:pt x="696" y="2186"/>
                </a:lnTo>
                <a:lnTo>
                  <a:pt x="678" y="2175"/>
                </a:lnTo>
                <a:lnTo>
                  <a:pt x="658" y="2168"/>
                </a:lnTo>
                <a:lnTo>
                  <a:pt x="636" y="2165"/>
                </a:lnTo>
                <a:lnTo>
                  <a:pt x="614" y="2168"/>
                </a:lnTo>
                <a:lnTo>
                  <a:pt x="595" y="2175"/>
                </a:lnTo>
                <a:lnTo>
                  <a:pt x="577" y="2186"/>
                </a:lnTo>
                <a:lnTo>
                  <a:pt x="563" y="2201"/>
                </a:lnTo>
                <a:lnTo>
                  <a:pt x="552" y="2218"/>
                </a:lnTo>
                <a:lnTo>
                  <a:pt x="544" y="2238"/>
                </a:lnTo>
                <a:lnTo>
                  <a:pt x="541" y="2259"/>
                </a:lnTo>
                <a:lnTo>
                  <a:pt x="541" y="3038"/>
                </a:lnTo>
                <a:lnTo>
                  <a:pt x="496" y="3023"/>
                </a:lnTo>
                <a:lnTo>
                  <a:pt x="452" y="3001"/>
                </a:lnTo>
                <a:lnTo>
                  <a:pt x="410" y="2975"/>
                </a:lnTo>
                <a:lnTo>
                  <a:pt x="367" y="2942"/>
                </a:lnTo>
                <a:lnTo>
                  <a:pt x="328" y="2903"/>
                </a:lnTo>
                <a:lnTo>
                  <a:pt x="289" y="2859"/>
                </a:lnTo>
                <a:lnTo>
                  <a:pt x="253" y="2809"/>
                </a:lnTo>
                <a:lnTo>
                  <a:pt x="219" y="2754"/>
                </a:lnTo>
                <a:lnTo>
                  <a:pt x="186" y="2693"/>
                </a:lnTo>
                <a:lnTo>
                  <a:pt x="156" y="2628"/>
                </a:lnTo>
                <a:lnTo>
                  <a:pt x="127" y="2556"/>
                </a:lnTo>
                <a:lnTo>
                  <a:pt x="103" y="2480"/>
                </a:lnTo>
                <a:lnTo>
                  <a:pt x="79" y="2400"/>
                </a:lnTo>
                <a:lnTo>
                  <a:pt x="59" y="2314"/>
                </a:lnTo>
                <a:lnTo>
                  <a:pt x="42" y="2223"/>
                </a:lnTo>
                <a:lnTo>
                  <a:pt x="27" y="2126"/>
                </a:lnTo>
                <a:lnTo>
                  <a:pt x="15" y="2026"/>
                </a:lnTo>
                <a:lnTo>
                  <a:pt x="7" y="1922"/>
                </a:lnTo>
                <a:lnTo>
                  <a:pt x="2" y="1812"/>
                </a:lnTo>
                <a:lnTo>
                  <a:pt x="0" y="1698"/>
                </a:lnTo>
                <a:lnTo>
                  <a:pt x="2" y="1587"/>
                </a:lnTo>
                <a:lnTo>
                  <a:pt x="7" y="1480"/>
                </a:lnTo>
                <a:lnTo>
                  <a:pt x="15" y="1377"/>
                </a:lnTo>
                <a:lnTo>
                  <a:pt x="28" y="1279"/>
                </a:lnTo>
                <a:lnTo>
                  <a:pt x="42" y="1184"/>
                </a:lnTo>
                <a:lnTo>
                  <a:pt x="58" y="1093"/>
                </a:lnTo>
                <a:lnTo>
                  <a:pt x="78" y="1006"/>
                </a:lnTo>
                <a:lnTo>
                  <a:pt x="100" y="924"/>
                </a:lnTo>
                <a:lnTo>
                  <a:pt x="122" y="845"/>
                </a:lnTo>
                <a:lnTo>
                  <a:pt x="148" y="770"/>
                </a:lnTo>
                <a:lnTo>
                  <a:pt x="174" y="698"/>
                </a:lnTo>
                <a:lnTo>
                  <a:pt x="202" y="631"/>
                </a:lnTo>
                <a:lnTo>
                  <a:pt x="229" y="566"/>
                </a:lnTo>
                <a:lnTo>
                  <a:pt x="259" y="507"/>
                </a:lnTo>
                <a:lnTo>
                  <a:pt x="288" y="450"/>
                </a:lnTo>
                <a:lnTo>
                  <a:pt x="318" y="396"/>
                </a:lnTo>
                <a:lnTo>
                  <a:pt x="348" y="347"/>
                </a:lnTo>
                <a:lnTo>
                  <a:pt x="378" y="301"/>
                </a:lnTo>
                <a:lnTo>
                  <a:pt x="406" y="258"/>
                </a:lnTo>
                <a:lnTo>
                  <a:pt x="435" y="219"/>
                </a:lnTo>
                <a:lnTo>
                  <a:pt x="462" y="183"/>
                </a:lnTo>
                <a:lnTo>
                  <a:pt x="489" y="151"/>
                </a:lnTo>
                <a:lnTo>
                  <a:pt x="514" y="122"/>
                </a:lnTo>
                <a:lnTo>
                  <a:pt x="537" y="95"/>
                </a:lnTo>
                <a:lnTo>
                  <a:pt x="559" y="73"/>
                </a:lnTo>
                <a:lnTo>
                  <a:pt x="577" y="53"/>
                </a:lnTo>
                <a:lnTo>
                  <a:pt x="595" y="37"/>
                </a:lnTo>
                <a:lnTo>
                  <a:pt x="609" y="24"/>
                </a:lnTo>
                <a:lnTo>
                  <a:pt x="621" y="13"/>
                </a:lnTo>
                <a:lnTo>
                  <a:pt x="629" y="6"/>
                </a:lnTo>
                <a:lnTo>
                  <a:pt x="635" y="1"/>
                </a:lnTo>
                <a:lnTo>
                  <a:pt x="636" y="0"/>
                </a:lnTo>
                <a:close/>
              </a:path>
            </a:pathLst>
          </a:custGeom>
          <a:solidFill>
            <a:srgbClr val="AE0D1D"/>
          </a:solidFill>
          <a:ln>
            <a:noFill/>
          </a:ln>
        </p:spPr>
        <p:txBody>
          <a:bodyPr lIns="182880" tIns="91440" rIns="182880" bIns="91440"/>
          <a:lstStyle/>
          <a:p>
            <a:pPr defTabSz="1828800"/>
            <a:endParaRPr lang="ru-RU">
              <a:solidFill>
                <a:prstClr val="black"/>
              </a:solidFill>
              <a:latin typeface="Arial" panose="020B0604020202020204"/>
              <a:ea typeface="微软雅黑" panose="020B0503020204020204" pitchFamily="34" charset="-122"/>
            </a:endParaRPr>
          </a:p>
        </p:txBody>
      </p:sp>
      <p:sp>
        <p:nvSpPr>
          <p:cNvPr id="55" name="Freeform 320"/>
          <p:cNvSpPr/>
          <p:nvPr/>
        </p:nvSpPr>
        <p:spPr bwMode="auto">
          <a:xfrm>
            <a:off x="5892027" y="3737320"/>
            <a:ext cx="108476" cy="184863"/>
          </a:xfrm>
          <a:custGeom>
            <a:avLst/>
            <a:gdLst>
              <a:gd name="T0" fmla="*/ 344 w 623"/>
              <a:gd name="T1" fmla="*/ 0 h 1059"/>
              <a:gd name="T2" fmla="*/ 421 w 623"/>
              <a:gd name="T3" fmla="*/ 0 h 1059"/>
              <a:gd name="T4" fmla="*/ 438 w 623"/>
              <a:gd name="T5" fmla="*/ 88 h 1059"/>
              <a:gd name="T6" fmla="*/ 457 w 623"/>
              <a:gd name="T7" fmla="*/ 173 h 1059"/>
              <a:gd name="T8" fmla="*/ 479 w 623"/>
              <a:gd name="T9" fmla="*/ 255 h 1059"/>
              <a:gd name="T10" fmla="*/ 502 w 623"/>
              <a:gd name="T11" fmla="*/ 331 h 1059"/>
              <a:gd name="T12" fmla="*/ 529 w 623"/>
              <a:gd name="T13" fmla="*/ 405 h 1059"/>
              <a:gd name="T14" fmla="*/ 558 w 623"/>
              <a:gd name="T15" fmla="*/ 475 h 1059"/>
              <a:gd name="T16" fmla="*/ 590 w 623"/>
              <a:gd name="T17" fmla="*/ 540 h 1059"/>
              <a:gd name="T18" fmla="*/ 623 w 623"/>
              <a:gd name="T19" fmla="*/ 601 h 1059"/>
              <a:gd name="T20" fmla="*/ 0 w 623"/>
              <a:gd name="T21" fmla="*/ 1059 h 1059"/>
              <a:gd name="T22" fmla="*/ 0 w 623"/>
              <a:gd name="T23" fmla="*/ 291 h 1059"/>
              <a:gd name="T24" fmla="*/ 3 w 623"/>
              <a:gd name="T25" fmla="*/ 252 h 1059"/>
              <a:gd name="T26" fmla="*/ 12 w 623"/>
              <a:gd name="T27" fmla="*/ 214 h 1059"/>
              <a:gd name="T28" fmla="*/ 27 w 623"/>
              <a:gd name="T29" fmla="*/ 178 h 1059"/>
              <a:gd name="T30" fmla="*/ 46 w 623"/>
              <a:gd name="T31" fmla="*/ 144 h 1059"/>
              <a:gd name="T32" fmla="*/ 71 w 623"/>
              <a:gd name="T33" fmla="*/ 113 h 1059"/>
              <a:gd name="T34" fmla="*/ 101 w 623"/>
              <a:gd name="T35" fmla="*/ 85 h 1059"/>
              <a:gd name="T36" fmla="*/ 134 w 623"/>
              <a:gd name="T37" fmla="*/ 60 h 1059"/>
              <a:gd name="T38" fmla="*/ 170 w 623"/>
              <a:gd name="T39" fmla="*/ 40 h 1059"/>
              <a:gd name="T40" fmla="*/ 210 w 623"/>
              <a:gd name="T41" fmla="*/ 22 h 1059"/>
              <a:gd name="T42" fmla="*/ 252 w 623"/>
              <a:gd name="T43" fmla="*/ 10 h 1059"/>
              <a:gd name="T44" fmla="*/ 298 w 623"/>
              <a:gd name="T45" fmla="*/ 2 h 1059"/>
              <a:gd name="T46" fmla="*/ 344 w 623"/>
              <a:gd name="T47" fmla="*/ 0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3" h="1059">
                <a:moveTo>
                  <a:pt x="344" y="0"/>
                </a:moveTo>
                <a:lnTo>
                  <a:pt x="421" y="0"/>
                </a:lnTo>
                <a:lnTo>
                  <a:pt x="438" y="88"/>
                </a:lnTo>
                <a:lnTo>
                  <a:pt x="457" y="173"/>
                </a:lnTo>
                <a:lnTo>
                  <a:pt x="479" y="255"/>
                </a:lnTo>
                <a:lnTo>
                  <a:pt x="502" y="331"/>
                </a:lnTo>
                <a:lnTo>
                  <a:pt x="529" y="405"/>
                </a:lnTo>
                <a:lnTo>
                  <a:pt x="558" y="475"/>
                </a:lnTo>
                <a:lnTo>
                  <a:pt x="590" y="540"/>
                </a:lnTo>
                <a:lnTo>
                  <a:pt x="623" y="601"/>
                </a:lnTo>
                <a:lnTo>
                  <a:pt x="0" y="1059"/>
                </a:lnTo>
                <a:lnTo>
                  <a:pt x="0" y="291"/>
                </a:lnTo>
                <a:lnTo>
                  <a:pt x="3" y="252"/>
                </a:lnTo>
                <a:lnTo>
                  <a:pt x="12" y="214"/>
                </a:lnTo>
                <a:lnTo>
                  <a:pt x="27" y="178"/>
                </a:lnTo>
                <a:lnTo>
                  <a:pt x="46" y="144"/>
                </a:lnTo>
                <a:lnTo>
                  <a:pt x="71" y="113"/>
                </a:lnTo>
                <a:lnTo>
                  <a:pt x="101" y="85"/>
                </a:lnTo>
                <a:lnTo>
                  <a:pt x="134" y="60"/>
                </a:lnTo>
                <a:lnTo>
                  <a:pt x="170" y="40"/>
                </a:lnTo>
                <a:lnTo>
                  <a:pt x="210" y="22"/>
                </a:lnTo>
                <a:lnTo>
                  <a:pt x="252" y="10"/>
                </a:lnTo>
                <a:lnTo>
                  <a:pt x="298" y="2"/>
                </a:lnTo>
                <a:lnTo>
                  <a:pt x="344" y="0"/>
                </a:lnTo>
                <a:close/>
              </a:path>
            </a:pathLst>
          </a:custGeom>
          <a:gradFill>
            <a:gsLst>
              <a:gs pos="43000">
                <a:schemeClr val="accent3"/>
              </a:gs>
              <a:gs pos="100000">
                <a:schemeClr val="accent1"/>
              </a:gs>
            </a:gsLst>
            <a:lin ang="5400000" scaled="0"/>
          </a:gradFill>
          <a:ln>
            <a:noFill/>
          </a:ln>
        </p:spPr>
        <p:txBody>
          <a:bodyPr lIns="182880" tIns="91440" rIns="182880" bIns="91440"/>
          <a:lstStyle/>
          <a:p>
            <a:pPr marL="0" marR="0" lvl="0" indent="0" algn="l" defTabSz="1828800" rtl="0" eaLnBrk="1" fontAlgn="auto" latinLnBrk="0" hangingPunct="1">
              <a:lnSpc>
                <a:spcPct val="100000"/>
              </a:lnSpc>
              <a:spcBef>
                <a:spcPts val="0"/>
              </a:spcBef>
              <a:spcAft>
                <a:spcPts val="0"/>
              </a:spcAft>
              <a:buClrTx/>
              <a:buSzTx/>
              <a:buFontTx/>
              <a:buNone/>
              <a:defRPr/>
            </a:pPr>
            <a:endParaRPr kumimoji="0" lang="ru-RU"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6" name="Freeform 321"/>
          <p:cNvSpPr/>
          <p:nvPr/>
        </p:nvSpPr>
        <p:spPr bwMode="auto">
          <a:xfrm>
            <a:off x="6185016" y="3737320"/>
            <a:ext cx="108825" cy="184863"/>
          </a:xfrm>
          <a:custGeom>
            <a:avLst/>
            <a:gdLst>
              <a:gd name="T0" fmla="*/ 202 w 623"/>
              <a:gd name="T1" fmla="*/ 0 h 1059"/>
              <a:gd name="T2" fmla="*/ 279 w 623"/>
              <a:gd name="T3" fmla="*/ 0 h 1059"/>
              <a:gd name="T4" fmla="*/ 326 w 623"/>
              <a:gd name="T5" fmla="*/ 2 h 1059"/>
              <a:gd name="T6" fmla="*/ 371 w 623"/>
              <a:gd name="T7" fmla="*/ 10 h 1059"/>
              <a:gd name="T8" fmla="*/ 413 w 623"/>
              <a:gd name="T9" fmla="*/ 22 h 1059"/>
              <a:gd name="T10" fmla="*/ 453 w 623"/>
              <a:gd name="T11" fmla="*/ 40 h 1059"/>
              <a:gd name="T12" fmla="*/ 489 w 623"/>
              <a:gd name="T13" fmla="*/ 60 h 1059"/>
              <a:gd name="T14" fmla="*/ 522 w 623"/>
              <a:gd name="T15" fmla="*/ 85 h 1059"/>
              <a:gd name="T16" fmla="*/ 551 w 623"/>
              <a:gd name="T17" fmla="*/ 113 h 1059"/>
              <a:gd name="T18" fmla="*/ 576 w 623"/>
              <a:gd name="T19" fmla="*/ 144 h 1059"/>
              <a:gd name="T20" fmla="*/ 596 w 623"/>
              <a:gd name="T21" fmla="*/ 178 h 1059"/>
              <a:gd name="T22" fmla="*/ 611 w 623"/>
              <a:gd name="T23" fmla="*/ 214 h 1059"/>
              <a:gd name="T24" fmla="*/ 620 w 623"/>
              <a:gd name="T25" fmla="*/ 252 h 1059"/>
              <a:gd name="T26" fmla="*/ 623 w 623"/>
              <a:gd name="T27" fmla="*/ 291 h 1059"/>
              <a:gd name="T28" fmla="*/ 623 w 623"/>
              <a:gd name="T29" fmla="*/ 1059 h 1059"/>
              <a:gd name="T30" fmla="*/ 0 w 623"/>
              <a:gd name="T31" fmla="*/ 601 h 1059"/>
              <a:gd name="T32" fmla="*/ 33 w 623"/>
              <a:gd name="T33" fmla="*/ 540 h 1059"/>
              <a:gd name="T34" fmla="*/ 65 w 623"/>
              <a:gd name="T35" fmla="*/ 475 h 1059"/>
              <a:gd name="T36" fmla="*/ 94 w 623"/>
              <a:gd name="T37" fmla="*/ 405 h 1059"/>
              <a:gd name="T38" fmla="*/ 121 w 623"/>
              <a:gd name="T39" fmla="*/ 331 h 1059"/>
              <a:gd name="T40" fmla="*/ 144 w 623"/>
              <a:gd name="T41" fmla="*/ 255 h 1059"/>
              <a:gd name="T42" fmla="*/ 166 w 623"/>
              <a:gd name="T43" fmla="*/ 173 h 1059"/>
              <a:gd name="T44" fmla="*/ 186 w 623"/>
              <a:gd name="T45" fmla="*/ 88 h 1059"/>
              <a:gd name="T46" fmla="*/ 202 w 623"/>
              <a:gd name="T47" fmla="*/ 0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23" h="1059">
                <a:moveTo>
                  <a:pt x="202" y="0"/>
                </a:moveTo>
                <a:lnTo>
                  <a:pt x="279" y="0"/>
                </a:lnTo>
                <a:lnTo>
                  <a:pt x="326" y="2"/>
                </a:lnTo>
                <a:lnTo>
                  <a:pt x="371" y="10"/>
                </a:lnTo>
                <a:lnTo>
                  <a:pt x="413" y="22"/>
                </a:lnTo>
                <a:lnTo>
                  <a:pt x="453" y="40"/>
                </a:lnTo>
                <a:lnTo>
                  <a:pt x="489" y="60"/>
                </a:lnTo>
                <a:lnTo>
                  <a:pt x="522" y="85"/>
                </a:lnTo>
                <a:lnTo>
                  <a:pt x="551" y="113"/>
                </a:lnTo>
                <a:lnTo>
                  <a:pt x="576" y="144"/>
                </a:lnTo>
                <a:lnTo>
                  <a:pt x="596" y="178"/>
                </a:lnTo>
                <a:lnTo>
                  <a:pt x="611" y="214"/>
                </a:lnTo>
                <a:lnTo>
                  <a:pt x="620" y="252"/>
                </a:lnTo>
                <a:lnTo>
                  <a:pt x="623" y="291"/>
                </a:lnTo>
                <a:lnTo>
                  <a:pt x="623" y="1059"/>
                </a:lnTo>
                <a:lnTo>
                  <a:pt x="0" y="601"/>
                </a:lnTo>
                <a:lnTo>
                  <a:pt x="33" y="540"/>
                </a:lnTo>
                <a:lnTo>
                  <a:pt x="65" y="475"/>
                </a:lnTo>
                <a:lnTo>
                  <a:pt x="94" y="405"/>
                </a:lnTo>
                <a:lnTo>
                  <a:pt x="121" y="331"/>
                </a:lnTo>
                <a:lnTo>
                  <a:pt x="144" y="255"/>
                </a:lnTo>
                <a:lnTo>
                  <a:pt x="166" y="173"/>
                </a:lnTo>
                <a:lnTo>
                  <a:pt x="186" y="88"/>
                </a:lnTo>
                <a:lnTo>
                  <a:pt x="202" y="0"/>
                </a:lnTo>
                <a:close/>
              </a:path>
            </a:pathLst>
          </a:custGeom>
          <a:gradFill>
            <a:gsLst>
              <a:gs pos="43000">
                <a:schemeClr val="accent3"/>
              </a:gs>
              <a:gs pos="100000">
                <a:schemeClr val="accent1"/>
              </a:gs>
            </a:gsLst>
            <a:lin ang="5400000" scaled="0"/>
          </a:gradFill>
          <a:ln>
            <a:noFill/>
          </a:ln>
        </p:spPr>
        <p:txBody>
          <a:bodyPr lIns="182880" tIns="91440" rIns="182880" bIns="91440"/>
          <a:lstStyle/>
          <a:p>
            <a:pPr marL="0" marR="0" lvl="0" indent="0" algn="l" defTabSz="1828800" rtl="0" eaLnBrk="1" fontAlgn="auto" latinLnBrk="0" hangingPunct="1">
              <a:lnSpc>
                <a:spcPct val="100000"/>
              </a:lnSpc>
              <a:spcBef>
                <a:spcPts val="0"/>
              </a:spcBef>
              <a:spcAft>
                <a:spcPts val="0"/>
              </a:spcAft>
              <a:buClrTx/>
              <a:buSzTx/>
              <a:buFontTx/>
              <a:buNone/>
              <a:defRPr/>
            </a:pPr>
            <a:endParaRPr kumimoji="0" lang="ru-RU"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7" name="任意多边形: 形状 56"/>
          <p:cNvSpPr/>
          <p:nvPr/>
        </p:nvSpPr>
        <p:spPr bwMode="auto">
          <a:xfrm>
            <a:off x="7701541" y="4067082"/>
            <a:ext cx="485560" cy="509138"/>
          </a:xfrm>
          <a:custGeom>
            <a:avLst/>
            <a:gdLst>
              <a:gd name="connsiteX0" fmla="*/ 404210 w 404221"/>
              <a:gd name="connsiteY0" fmla="*/ 215840 h 423849"/>
              <a:gd name="connsiteX1" fmla="*/ 404221 w 404221"/>
              <a:gd name="connsiteY1" fmla="*/ 215863 h 423849"/>
              <a:gd name="connsiteX2" fmla="*/ 404221 w 404221"/>
              <a:gd name="connsiteY2" fmla="*/ 215984 h 423849"/>
              <a:gd name="connsiteX3" fmla="*/ 404221 w 404221"/>
              <a:gd name="connsiteY3" fmla="*/ 216105 h 423849"/>
              <a:gd name="connsiteX4" fmla="*/ 404221 w 404221"/>
              <a:gd name="connsiteY4" fmla="*/ 216226 h 423849"/>
              <a:gd name="connsiteX5" fmla="*/ 211138 w 404221"/>
              <a:gd name="connsiteY5" fmla="*/ 7270 h 423849"/>
              <a:gd name="connsiteX6" fmla="*/ 214408 w 404221"/>
              <a:gd name="connsiteY6" fmla="*/ 7755 h 423849"/>
              <a:gd name="connsiteX7" fmla="*/ 217437 w 404221"/>
              <a:gd name="connsiteY7" fmla="*/ 8725 h 423849"/>
              <a:gd name="connsiteX8" fmla="*/ 220223 w 404221"/>
              <a:gd name="connsiteY8" fmla="*/ 10421 h 423849"/>
              <a:gd name="connsiteX9" fmla="*/ 222403 w 404221"/>
              <a:gd name="connsiteY9" fmla="*/ 12603 h 423849"/>
              <a:gd name="connsiteX10" fmla="*/ 224220 w 404221"/>
              <a:gd name="connsiteY10" fmla="*/ 15391 h 423849"/>
              <a:gd name="connsiteX11" fmla="*/ 225189 w 404221"/>
              <a:gd name="connsiteY11" fmla="*/ 18300 h 423849"/>
              <a:gd name="connsiteX12" fmla="*/ 225673 w 404221"/>
              <a:gd name="connsiteY12" fmla="*/ 21451 h 423849"/>
              <a:gd name="connsiteX13" fmla="*/ 225673 w 404221"/>
              <a:gd name="connsiteY13" fmla="*/ 23633 h 423849"/>
              <a:gd name="connsiteX14" fmla="*/ 238029 w 404221"/>
              <a:gd name="connsiteY14" fmla="*/ 24966 h 423849"/>
              <a:gd name="connsiteX15" fmla="*/ 250142 w 404221"/>
              <a:gd name="connsiteY15" fmla="*/ 27148 h 423849"/>
              <a:gd name="connsiteX16" fmla="*/ 262013 w 404221"/>
              <a:gd name="connsiteY16" fmla="*/ 29935 h 423849"/>
              <a:gd name="connsiteX17" fmla="*/ 273642 w 404221"/>
              <a:gd name="connsiteY17" fmla="*/ 33450 h 423849"/>
              <a:gd name="connsiteX18" fmla="*/ 284907 w 404221"/>
              <a:gd name="connsiteY18" fmla="*/ 37692 h 423849"/>
              <a:gd name="connsiteX19" fmla="*/ 295687 w 404221"/>
              <a:gd name="connsiteY19" fmla="*/ 42541 h 423849"/>
              <a:gd name="connsiteX20" fmla="*/ 306226 w 404221"/>
              <a:gd name="connsiteY20" fmla="*/ 48116 h 423849"/>
              <a:gd name="connsiteX21" fmla="*/ 316401 w 404221"/>
              <a:gd name="connsiteY21" fmla="*/ 54297 h 423849"/>
              <a:gd name="connsiteX22" fmla="*/ 326091 w 404221"/>
              <a:gd name="connsiteY22" fmla="*/ 60964 h 423849"/>
              <a:gd name="connsiteX23" fmla="*/ 335419 w 404221"/>
              <a:gd name="connsiteY23" fmla="*/ 68357 h 423849"/>
              <a:gd name="connsiteX24" fmla="*/ 344140 w 404221"/>
              <a:gd name="connsiteY24" fmla="*/ 76235 h 423849"/>
              <a:gd name="connsiteX25" fmla="*/ 352377 w 404221"/>
              <a:gd name="connsiteY25" fmla="*/ 84477 h 423849"/>
              <a:gd name="connsiteX26" fmla="*/ 360251 w 404221"/>
              <a:gd name="connsiteY26" fmla="*/ 93446 h 423849"/>
              <a:gd name="connsiteX27" fmla="*/ 367518 w 404221"/>
              <a:gd name="connsiteY27" fmla="*/ 102658 h 423849"/>
              <a:gd name="connsiteX28" fmla="*/ 374181 w 404221"/>
              <a:gd name="connsiteY28" fmla="*/ 112597 h 423849"/>
              <a:gd name="connsiteX29" fmla="*/ 380237 w 404221"/>
              <a:gd name="connsiteY29" fmla="*/ 122778 h 423849"/>
              <a:gd name="connsiteX30" fmla="*/ 385688 w 404221"/>
              <a:gd name="connsiteY30" fmla="*/ 133323 h 423849"/>
              <a:gd name="connsiteX31" fmla="*/ 390533 w 404221"/>
              <a:gd name="connsiteY31" fmla="*/ 144231 h 423849"/>
              <a:gd name="connsiteX32" fmla="*/ 394531 w 404221"/>
              <a:gd name="connsiteY32" fmla="*/ 155503 h 423849"/>
              <a:gd name="connsiteX33" fmla="*/ 397922 w 404221"/>
              <a:gd name="connsiteY33" fmla="*/ 167139 h 423849"/>
              <a:gd name="connsiteX34" fmla="*/ 400830 w 404221"/>
              <a:gd name="connsiteY34" fmla="*/ 179017 h 423849"/>
              <a:gd name="connsiteX35" fmla="*/ 402647 w 404221"/>
              <a:gd name="connsiteY35" fmla="*/ 191258 h 423849"/>
              <a:gd name="connsiteX36" fmla="*/ 403858 w 404221"/>
              <a:gd name="connsiteY36" fmla="*/ 203621 h 423849"/>
              <a:gd name="connsiteX37" fmla="*/ 404210 w 404221"/>
              <a:gd name="connsiteY37" fmla="*/ 215840 h 423849"/>
              <a:gd name="connsiteX38" fmla="*/ 404100 w 404221"/>
              <a:gd name="connsiteY38" fmla="*/ 215620 h 423849"/>
              <a:gd name="connsiteX39" fmla="*/ 404100 w 404221"/>
              <a:gd name="connsiteY39" fmla="*/ 215257 h 423849"/>
              <a:gd name="connsiteX40" fmla="*/ 403737 w 404221"/>
              <a:gd name="connsiteY40" fmla="*/ 209318 h 423849"/>
              <a:gd name="connsiteX41" fmla="*/ 402647 w 404221"/>
              <a:gd name="connsiteY41" fmla="*/ 203379 h 423849"/>
              <a:gd name="connsiteX42" fmla="*/ 400951 w 404221"/>
              <a:gd name="connsiteY42" fmla="*/ 197924 h 423849"/>
              <a:gd name="connsiteX43" fmla="*/ 398528 w 404221"/>
              <a:gd name="connsiteY43" fmla="*/ 192591 h 423849"/>
              <a:gd name="connsiteX44" fmla="*/ 395379 w 404221"/>
              <a:gd name="connsiteY44" fmla="*/ 187743 h 423849"/>
              <a:gd name="connsiteX45" fmla="*/ 391987 w 404221"/>
              <a:gd name="connsiteY45" fmla="*/ 183259 h 423849"/>
              <a:gd name="connsiteX46" fmla="*/ 387990 w 404221"/>
              <a:gd name="connsiteY46" fmla="*/ 179138 h 423849"/>
              <a:gd name="connsiteX47" fmla="*/ 383387 w 404221"/>
              <a:gd name="connsiteY47" fmla="*/ 175744 h 423849"/>
              <a:gd name="connsiteX48" fmla="*/ 378541 w 404221"/>
              <a:gd name="connsiteY48" fmla="*/ 172593 h 423849"/>
              <a:gd name="connsiteX49" fmla="*/ 373333 w 404221"/>
              <a:gd name="connsiteY49" fmla="*/ 170290 h 423849"/>
              <a:gd name="connsiteX50" fmla="*/ 367761 w 404221"/>
              <a:gd name="connsiteY50" fmla="*/ 168472 h 423849"/>
              <a:gd name="connsiteX51" fmla="*/ 361825 w 404221"/>
              <a:gd name="connsiteY51" fmla="*/ 167381 h 423849"/>
              <a:gd name="connsiteX52" fmla="*/ 355890 w 404221"/>
              <a:gd name="connsiteY52" fmla="*/ 167017 h 423849"/>
              <a:gd name="connsiteX53" fmla="*/ 349833 w 404221"/>
              <a:gd name="connsiteY53" fmla="*/ 167381 h 423849"/>
              <a:gd name="connsiteX54" fmla="*/ 344019 w 404221"/>
              <a:gd name="connsiteY54" fmla="*/ 168472 h 423849"/>
              <a:gd name="connsiteX55" fmla="*/ 338447 w 404221"/>
              <a:gd name="connsiteY55" fmla="*/ 170290 h 423849"/>
              <a:gd name="connsiteX56" fmla="*/ 333238 w 404221"/>
              <a:gd name="connsiteY56" fmla="*/ 172593 h 423849"/>
              <a:gd name="connsiteX57" fmla="*/ 328272 w 404221"/>
              <a:gd name="connsiteY57" fmla="*/ 175744 h 423849"/>
              <a:gd name="connsiteX58" fmla="*/ 323790 w 404221"/>
              <a:gd name="connsiteY58" fmla="*/ 179138 h 423849"/>
              <a:gd name="connsiteX59" fmla="*/ 319793 w 404221"/>
              <a:gd name="connsiteY59" fmla="*/ 183259 h 423849"/>
              <a:gd name="connsiteX60" fmla="*/ 316280 w 404221"/>
              <a:gd name="connsiteY60" fmla="*/ 187743 h 423849"/>
              <a:gd name="connsiteX61" fmla="*/ 313373 w 404221"/>
              <a:gd name="connsiteY61" fmla="*/ 192591 h 423849"/>
              <a:gd name="connsiteX62" fmla="*/ 310950 w 404221"/>
              <a:gd name="connsiteY62" fmla="*/ 197924 h 423849"/>
              <a:gd name="connsiteX63" fmla="*/ 309012 w 404221"/>
              <a:gd name="connsiteY63" fmla="*/ 203379 h 423849"/>
              <a:gd name="connsiteX64" fmla="*/ 308043 w 404221"/>
              <a:gd name="connsiteY64" fmla="*/ 209318 h 423849"/>
              <a:gd name="connsiteX65" fmla="*/ 307558 w 404221"/>
              <a:gd name="connsiteY65" fmla="*/ 215257 h 423849"/>
              <a:gd name="connsiteX66" fmla="*/ 307195 w 404221"/>
              <a:gd name="connsiteY66" fmla="*/ 209318 h 423849"/>
              <a:gd name="connsiteX67" fmla="*/ 306105 w 404221"/>
              <a:gd name="connsiteY67" fmla="*/ 203379 h 423849"/>
              <a:gd name="connsiteX68" fmla="*/ 304409 w 404221"/>
              <a:gd name="connsiteY68" fmla="*/ 197924 h 423849"/>
              <a:gd name="connsiteX69" fmla="*/ 301986 w 404221"/>
              <a:gd name="connsiteY69" fmla="*/ 192591 h 423849"/>
              <a:gd name="connsiteX70" fmla="*/ 299079 w 404221"/>
              <a:gd name="connsiteY70" fmla="*/ 187743 h 423849"/>
              <a:gd name="connsiteX71" fmla="*/ 295445 w 404221"/>
              <a:gd name="connsiteY71" fmla="*/ 183259 h 423849"/>
              <a:gd name="connsiteX72" fmla="*/ 291448 w 404221"/>
              <a:gd name="connsiteY72" fmla="*/ 179138 h 423849"/>
              <a:gd name="connsiteX73" fmla="*/ 286966 w 404221"/>
              <a:gd name="connsiteY73" fmla="*/ 175744 h 423849"/>
              <a:gd name="connsiteX74" fmla="*/ 282121 w 404221"/>
              <a:gd name="connsiteY74" fmla="*/ 172593 h 423849"/>
              <a:gd name="connsiteX75" fmla="*/ 276791 w 404221"/>
              <a:gd name="connsiteY75" fmla="*/ 170290 h 423849"/>
              <a:gd name="connsiteX76" fmla="*/ 271219 w 404221"/>
              <a:gd name="connsiteY76" fmla="*/ 168472 h 423849"/>
              <a:gd name="connsiteX77" fmla="*/ 265526 w 404221"/>
              <a:gd name="connsiteY77" fmla="*/ 167381 h 423849"/>
              <a:gd name="connsiteX78" fmla="*/ 259348 w 404221"/>
              <a:gd name="connsiteY78" fmla="*/ 167017 h 423849"/>
              <a:gd name="connsiteX79" fmla="*/ 253049 w 404221"/>
              <a:gd name="connsiteY79" fmla="*/ 167381 h 423849"/>
              <a:gd name="connsiteX80" fmla="*/ 247114 w 404221"/>
              <a:gd name="connsiteY80" fmla="*/ 168593 h 423849"/>
              <a:gd name="connsiteX81" fmla="*/ 241421 w 404221"/>
              <a:gd name="connsiteY81" fmla="*/ 170532 h 423849"/>
              <a:gd name="connsiteX82" fmla="*/ 236091 w 404221"/>
              <a:gd name="connsiteY82" fmla="*/ 173078 h 423849"/>
              <a:gd name="connsiteX83" fmla="*/ 231003 w 404221"/>
              <a:gd name="connsiteY83" fmla="*/ 176229 h 423849"/>
              <a:gd name="connsiteX84" fmla="*/ 231003 w 404221"/>
              <a:gd name="connsiteY84" fmla="*/ 367247 h 423849"/>
              <a:gd name="connsiteX85" fmla="*/ 231367 w 404221"/>
              <a:gd name="connsiteY85" fmla="*/ 370762 h 423849"/>
              <a:gd name="connsiteX86" fmla="*/ 232578 w 404221"/>
              <a:gd name="connsiteY86" fmla="*/ 373913 h 423849"/>
              <a:gd name="connsiteX87" fmla="*/ 234395 w 404221"/>
              <a:gd name="connsiteY87" fmla="*/ 376822 h 423849"/>
              <a:gd name="connsiteX88" fmla="*/ 236575 w 404221"/>
              <a:gd name="connsiteY88" fmla="*/ 379125 h 423849"/>
              <a:gd name="connsiteX89" fmla="*/ 239240 w 404221"/>
              <a:gd name="connsiteY89" fmla="*/ 381064 h 423849"/>
              <a:gd name="connsiteX90" fmla="*/ 242511 w 404221"/>
              <a:gd name="connsiteY90" fmla="*/ 382276 h 423849"/>
              <a:gd name="connsiteX91" fmla="*/ 245781 w 404221"/>
              <a:gd name="connsiteY91" fmla="*/ 382761 h 423849"/>
              <a:gd name="connsiteX92" fmla="*/ 249294 w 404221"/>
              <a:gd name="connsiteY92" fmla="*/ 382276 h 423849"/>
              <a:gd name="connsiteX93" fmla="*/ 252444 w 404221"/>
              <a:gd name="connsiteY93" fmla="*/ 381064 h 423849"/>
              <a:gd name="connsiteX94" fmla="*/ 255230 w 404221"/>
              <a:gd name="connsiteY94" fmla="*/ 379125 h 423849"/>
              <a:gd name="connsiteX95" fmla="*/ 257410 w 404221"/>
              <a:gd name="connsiteY95" fmla="*/ 376822 h 423849"/>
              <a:gd name="connsiteX96" fmla="*/ 259227 w 404221"/>
              <a:gd name="connsiteY96" fmla="*/ 373913 h 423849"/>
              <a:gd name="connsiteX97" fmla="*/ 260317 w 404221"/>
              <a:gd name="connsiteY97" fmla="*/ 370762 h 423849"/>
              <a:gd name="connsiteX98" fmla="*/ 260680 w 404221"/>
              <a:gd name="connsiteY98" fmla="*/ 367247 h 423849"/>
              <a:gd name="connsiteX99" fmla="*/ 261044 w 404221"/>
              <a:gd name="connsiteY99" fmla="*/ 363126 h 423849"/>
              <a:gd name="connsiteX100" fmla="*/ 262255 w 404221"/>
              <a:gd name="connsiteY100" fmla="*/ 359247 h 423849"/>
              <a:gd name="connsiteX101" fmla="*/ 264193 w 404221"/>
              <a:gd name="connsiteY101" fmla="*/ 355732 h 423849"/>
              <a:gd name="connsiteX102" fmla="*/ 266737 w 404221"/>
              <a:gd name="connsiteY102" fmla="*/ 352702 h 423849"/>
              <a:gd name="connsiteX103" fmla="*/ 269765 w 404221"/>
              <a:gd name="connsiteY103" fmla="*/ 350278 h 423849"/>
              <a:gd name="connsiteX104" fmla="*/ 273278 w 404221"/>
              <a:gd name="connsiteY104" fmla="*/ 348460 h 423849"/>
              <a:gd name="connsiteX105" fmla="*/ 277154 w 404221"/>
              <a:gd name="connsiteY105" fmla="*/ 347248 h 423849"/>
              <a:gd name="connsiteX106" fmla="*/ 281273 w 404221"/>
              <a:gd name="connsiteY106" fmla="*/ 346642 h 423849"/>
              <a:gd name="connsiteX107" fmla="*/ 285391 w 404221"/>
              <a:gd name="connsiteY107" fmla="*/ 347248 h 423849"/>
              <a:gd name="connsiteX108" fmla="*/ 289146 w 404221"/>
              <a:gd name="connsiteY108" fmla="*/ 348460 h 423849"/>
              <a:gd name="connsiteX109" fmla="*/ 292780 w 404221"/>
              <a:gd name="connsiteY109" fmla="*/ 350278 h 423849"/>
              <a:gd name="connsiteX110" fmla="*/ 295687 w 404221"/>
              <a:gd name="connsiteY110" fmla="*/ 352702 h 423849"/>
              <a:gd name="connsiteX111" fmla="*/ 298231 w 404221"/>
              <a:gd name="connsiteY111" fmla="*/ 355732 h 423849"/>
              <a:gd name="connsiteX112" fmla="*/ 300169 w 404221"/>
              <a:gd name="connsiteY112" fmla="*/ 359247 h 423849"/>
              <a:gd name="connsiteX113" fmla="*/ 301259 w 404221"/>
              <a:gd name="connsiteY113" fmla="*/ 363126 h 423849"/>
              <a:gd name="connsiteX114" fmla="*/ 301744 w 404221"/>
              <a:gd name="connsiteY114" fmla="*/ 367247 h 423849"/>
              <a:gd name="connsiteX115" fmla="*/ 301259 w 404221"/>
              <a:gd name="connsiteY115" fmla="*/ 373792 h 423849"/>
              <a:gd name="connsiteX116" fmla="*/ 300290 w 404221"/>
              <a:gd name="connsiteY116" fmla="*/ 379973 h 423849"/>
              <a:gd name="connsiteX117" fmla="*/ 298473 w 404221"/>
              <a:gd name="connsiteY117" fmla="*/ 386155 h 423849"/>
              <a:gd name="connsiteX118" fmla="*/ 296051 w 404221"/>
              <a:gd name="connsiteY118" fmla="*/ 391730 h 423849"/>
              <a:gd name="connsiteX119" fmla="*/ 293144 w 404221"/>
              <a:gd name="connsiteY119" fmla="*/ 397184 h 423849"/>
              <a:gd name="connsiteX120" fmla="*/ 289631 w 404221"/>
              <a:gd name="connsiteY120" fmla="*/ 402154 h 423849"/>
              <a:gd name="connsiteX121" fmla="*/ 285634 w 404221"/>
              <a:gd name="connsiteY121" fmla="*/ 406881 h 423849"/>
              <a:gd name="connsiteX122" fmla="*/ 281152 w 404221"/>
              <a:gd name="connsiteY122" fmla="*/ 411001 h 423849"/>
              <a:gd name="connsiteX123" fmla="*/ 276185 w 404221"/>
              <a:gd name="connsiteY123" fmla="*/ 414638 h 423849"/>
              <a:gd name="connsiteX124" fmla="*/ 270855 w 404221"/>
              <a:gd name="connsiteY124" fmla="*/ 417668 h 423849"/>
              <a:gd name="connsiteX125" fmla="*/ 265162 w 404221"/>
              <a:gd name="connsiteY125" fmla="*/ 420213 h 423849"/>
              <a:gd name="connsiteX126" fmla="*/ 259227 w 404221"/>
              <a:gd name="connsiteY126" fmla="*/ 422152 h 423849"/>
              <a:gd name="connsiteX127" fmla="*/ 253049 w 404221"/>
              <a:gd name="connsiteY127" fmla="*/ 423364 h 423849"/>
              <a:gd name="connsiteX128" fmla="*/ 246629 w 404221"/>
              <a:gd name="connsiteY128" fmla="*/ 423849 h 423849"/>
              <a:gd name="connsiteX129" fmla="*/ 245176 w 404221"/>
              <a:gd name="connsiteY129" fmla="*/ 423849 h 423849"/>
              <a:gd name="connsiteX130" fmla="*/ 238756 w 404221"/>
              <a:gd name="connsiteY130" fmla="*/ 423364 h 423849"/>
              <a:gd name="connsiteX131" fmla="*/ 232457 w 404221"/>
              <a:gd name="connsiteY131" fmla="*/ 422152 h 423849"/>
              <a:gd name="connsiteX132" fmla="*/ 226643 w 404221"/>
              <a:gd name="connsiteY132" fmla="*/ 420213 h 423849"/>
              <a:gd name="connsiteX133" fmla="*/ 220828 w 404221"/>
              <a:gd name="connsiteY133" fmla="*/ 417668 h 423849"/>
              <a:gd name="connsiteX134" fmla="*/ 215498 w 404221"/>
              <a:gd name="connsiteY134" fmla="*/ 414638 h 423849"/>
              <a:gd name="connsiteX135" fmla="*/ 210653 w 404221"/>
              <a:gd name="connsiteY135" fmla="*/ 411001 h 423849"/>
              <a:gd name="connsiteX136" fmla="*/ 206171 w 404221"/>
              <a:gd name="connsiteY136" fmla="*/ 406881 h 423849"/>
              <a:gd name="connsiteX137" fmla="*/ 202174 w 404221"/>
              <a:gd name="connsiteY137" fmla="*/ 402154 h 423849"/>
              <a:gd name="connsiteX138" fmla="*/ 198540 w 404221"/>
              <a:gd name="connsiteY138" fmla="*/ 397184 h 423849"/>
              <a:gd name="connsiteX139" fmla="*/ 195512 w 404221"/>
              <a:gd name="connsiteY139" fmla="*/ 391730 h 423849"/>
              <a:gd name="connsiteX140" fmla="*/ 193210 w 404221"/>
              <a:gd name="connsiteY140" fmla="*/ 386155 h 423849"/>
              <a:gd name="connsiteX141" fmla="*/ 191393 w 404221"/>
              <a:gd name="connsiteY141" fmla="*/ 379973 h 423849"/>
              <a:gd name="connsiteX142" fmla="*/ 190303 w 404221"/>
              <a:gd name="connsiteY142" fmla="*/ 373792 h 423849"/>
              <a:gd name="connsiteX143" fmla="*/ 189940 w 404221"/>
              <a:gd name="connsiteY143" fmla="*/ 367247 h 423849"/>
              <a:gd name="connsiteX144" fmla="*/ 189940 w 404221"/>
              <a:gd name="connsiteY144" fmla="*/ 175259 h 423849"/>
              <a:gd name="connsiteX145" fmla="*/ 185094 w 404221"/>
              <a:gd name="connsiteY145" fmla="*/ 172472 h 423849"/>
              <a:gd name="connsiteX146" fmla="*/ 180007 w 404221"/>
              <a:gd name="connsiteY146" fmla="*/ 170290 h 423849"/>
              <a:gd name="connsiteX147" fmla="*/ 174556 w 404221"/>
              <a:gd name="connsiteY147" fmla="*/ 168472 h 423849"/>
              <a:gd name="connsiteX148" fmla="*/ 168863 w 404221"/>
              <a:gd name="connsiteY148" fmla="*/ 167381 h 423849"/>
              <a:gd name="connsiteX149" fmla="*/ 162806 w 404221"/>
              <a:gd name="connsiteY149" fmla="*/ 167017 h 423849"/>
              <a:gd name="connsiteX150" fmla="*/ 156750 w 404221"/>
              <a:gd name="connsiteY150" fmla="*/ 167381 h 423849"/>
              <a:gd name="connsiteX151" fmla="*/ 151056 w 404221"/>
              <a:gd name="connsiteY151" fmla="*/ 168472 h 423849"/>
              <a:gd name="connsiteX152" fmla="*/ 145484 w 404221"/>
              <a:gd name="connsiteY152" fmla="*/ 170290 h 423849"/>
              <a:gd name="connsiteX153" fmla="*/ 140276 w 404221"/>
              <a:gd name="connsiteY153" fmla="*/ 172593 h 423849"/>
              <a:gd name="connsiteX154" fmla="*/ 135309 w 404221"/>
              <a:gd name="connsiteY154" fmla="*/ 175744 h 423849"/>
              <a:gd name="connsiteX155" fmla="*/ 130828 w 404221"/>
              <a:gd name="connsiteY155" fmla="*/ 179138 h 423849"/>
              <a:gd name="connsiteX156" fmla="*/ 126830 w 404221"/>
              <a:gd name="connsiteY156" fmla="*/ 183259 h 423849"/>
              <a:gd name="connsiteX157" fmla="*/ 123196 w 404221"/>
              <a:gd name="connsiteY157" fmla="*/ 187743 h 423849"/>
              <a:gd name="connsiteX158" fmla="*/ 120289 w 404221"/>
              <a:gd name="connsiteY158" fmla="*/ 192591 h 423849"/>
              <a:gd name="connsiteX159" fmla="*/ 117866 w 404221"/>
              <a:gd name="connsiteY159" fmla="*/ 197803 h 423849"/>
              <a:gd name="connsiteX160" fmla="*/ 116171 w 404221"/>
              <a:gd name="connsiteY160" fmla="*/ 203379 h 423849"/>
              <a:gd name="connsiteX161" fmla="*/ 114959 w 404221"/>
              <a:gd name="connsiteY161" fmla="*/ 209318 h 423849"/>
              <a:gd name="connsiteX162" fmla="*/ 114717 w 404221"/>
              <a:gd name="connsiteY162" fmla="*/ 215257 h 423849"/>
              <a:gd name="connsiteX163" fmla="*/ 114233 w 404221"/>
              <a:gd name="connsiteY163" fmla="*/ 209318 h 423849"/>
              <a:gd name="connsiteX164" fmla="*/ 113142 w 404221"/>
              <a:gd name="connsiteY164" fmla="*/ 203379 h 423849"/>
              <a:gd name="connsiteX165" fmla="*/ 111325 w 404221"/>
              <a:gd name="connsiteY165" fmla="*/ 197803 h 423849"/>
              <a:gd name="connsiteX166" fmla="*/ 108903 w 404221"/>
              <a:gd name="connsiteY166" fmla="*/ 192591 h 423849"/>
              <a:gd name="connsiteX167" fmla="*/ 105996 w 404221"/>
              <a:gd name="connsiteY167" fmla="*/ 187743 h 423849"/>
              <a:gd name="connsiteX168" fmla="*/ 102362 w 404221"/>
              <a:gd name="connsiteY168" fmla="*/ 183259 h 423849"/>
              <a:gd name="connsiteX169" fmla="*/ 98364 w 404221"/>
              <a:gd name="connsiteY169" fmla="*/ 179138 h 423849"/>
              <a:gd name="connsiteX170" fmla="*/ 94004 w 404221"/>
              <a:gd name="connsiteY170" fmla="*/ 175744 h 423849"/>
              <a:gd name="connsiteX171" fmla="*/ 89037 w 404221"/>
              <a:gd name="connsiteY171" fmla="*/ 172593 h 423849"/>
              <a:gd name="connsiteX172" fmla="*/ 83829 w 404221"/>
              <a:gd name="connsiteY172" fmla="*/ 170290 h 423849"/>
              <a:gd name="connsiteX173" fmla="*/ 78256 w 404221"/>
              <a:gd name="connsiteY173" fmla="*/ 168472 h 423849"/>
              <a:gd name="connsiteX174" fmla="*/ 72442 w 404221"/>
              <a:gd name="connsiteY174" fmla="*/ 167381 h 423849"/>
              <a:gd name="connsiteX175" fmla="*/ 66386 w 404221"/>
              <a:gd name="connsiteY175" fmla="*/ 167017 h 423849"/>
              <a:gd name="connsiteX176" fmla="*/ 60450 w 404221"/>
              <a:gd name="connsiteY176" fmla="*/ 167381 h 423849"/>
              <a:gd name="connsiteX177" fmla="*/ 54635 w 404221"/>
              <a:gd name="connsiteY177" fmla="*/ 168472 h 423849"/>
              <a:gd name="connsiteX178" fmla="*/ 49184 w 404221"/>
              <a:gd name="connsiteY178" fmla="*/ 170290 h 423849"/>
              <a:gd name="connsiteX179" fmla="*/ 43976 w 404221"/>
              <a:gd name="connsiteY179" fmla="*/ 172472 h 423849"/>
              <a:gd name="connsiteX180" fmla="*/ 39130 w 404221"/>
              <a:gd name="connsiteY180" fmla="*/ 175502 h 423849"/>
              <a:gd name="connsiteX181" fmla="*/ 34649 w 404221"/>
              <a:gd name="connsiteY181" fmla="*/ 178895 h 423849"/>
              <a:gd name="connsiteX182" fmla="*/ 30651 w 404221"/>
              <a:gd name="connsiteY182" fmla="*/ 182895 h 423849"/>
              <a:gd name="connsiteX183" fmla="*/ 27138 w 404221"/>
              <a:gd name="connsiteY183" fmla="*/ 187258 h 423849"/>
              <a:gd name="connsiteX184" fmla="*/ 24110 w 404221"/>
              <a:gd name="connsiteY184" fmla="*/ 191985 h 423849"/>
              <a:gd name="connsiteX185" fmla="*/ 21688 w 404221"/>
              <a:gd name="connsiteY185" fmla="*/ 197197 h 423849"/>
              <a:gd name="connsiteX186" fmla="*/ 19749 w 404221"/>
              <a:gd name="connsiteY186" fmla="*/ 202773 h 423849"/>
              <a:gd name="connsiteX187" fmla="*/ 18659 w 404221"/>
              <a:gd name="connsiteY187" fmla="*/ 208348 h 423849"/>
              <a:gd name="connsiteX188" fmla="*/ 18175 w 404221"/>
              <a:gd name="connsiteY188" fmla="*/ 214408 h 423849"/>
              <a:gd name="connsiteX189" fmla="*/ 18659 w 404221"/>
              <a:gd name="connsiteY189" fmla="*/ 201803 h 423849"/>
              <a:gd name="connsiteX190" fmla="*/ 19992 w 404221"/>
              <a:gd name="connsiteY190" fmla="*/ 189440 h 423849"/>
              <a:gd name="connsiteX191" fmla="*/ 22051 w 404221"/>
              <a:gd name="connsiteY191" fmla="*/ 177441 h 423849"/>
              <a:gd name="connsiteX192" fmla="*/ 24837 w 404221"/>
              <a:gd name="connsiteY192" fmla="*/ 165563 h 423849"/>
              <a:gd name="connsiteX193" fmla="*/ 28471 w 404221"/>
              <a:gd name="connsiteY193" fmla="*/ 154048 h 423849"/>
              <a:gd name="connsiteX194" fmla="*/ 32589 w 404221"/>
              <a:gd name="connsiteY194" fmla="*/ 142898 h 423849"/>
              <a:gd name="connsiteX195" fmla="*/ 37556 w 404221"/>
              <a:gd name="connsiteY195" fmla="*/ 132111 h 423849"/>
              <a:gd name="connsiteX196" fmla="*/ 43007 w 404221"/>
              <a:gd name="connsiteY196" fmla="*/ 121566 h 423849"/>
              <a:gd name="connsiteX197" fmla="*/ 49184 w 404221"/>
              <a:gd name="connsiteY197" fmla="*/ 111506 h 423849"/>
              <a:gd name="connsiteX198" fmla="*/ 55847 w 404221"/>
              <a:gd name="connsiteY198" fmla="*/ 101688 h 423849"/>
              <a:gd name="connsiteX199" fmla="*/ 63236 w 404221"/>
              <a:gd name="connsiteY199" fmla="*/ 92477 h 423849"/>
              <a:gd name="connsiteX200" fmla="*/ 67718 w 404221"/>
              <a:gd name="connsiteY200" fmla="*/ 95264 h 423849"/>
              <a:gd name="connsiteX201" fmla="*/ 72684 w 404221"/>
              <a:gd name="connsiteY201" fmla="*/ 97567 h 423849"/>
              <a:gd name="connsiteX202" fmla="*/ 77893 w 404221"/>
              <a:gd name="connsiteY202" fmla="*/ 99143 h 423849"/>
              <a:gd name="connsiteX203" fmla="*/ 83465 w 404221"/>
              <a:gd name="connsiteY203" fmla="*/ 100234 h 423849"/>
              <a:gd name="connsiteX204" fmla="*/ 89158 w 404221"/>
              <a:gd name="connsiteY204" fmla="*/ 100597 h 423849"/>
              <a:gd name="connsiteX205" fmla="*/ 95457 w 404221"/>
              <a:gd name="connsiteY205" fmla="*/ 100113 h 423849"/>
              <a:gd name="connsiteX206" fmla="*/ 101514 w 404221"/>
              <a:gd name="connsiteY206" fmla="*/ 98901 h 423849"/>
              <a:gd name="connsiteX207" fmla="*/ 107086 w 404221"/>
              <a:gd name="connsiteY207" fmla="*/ 96961 h 423849"/>
              <a:gd name="connsiteX208" fmla="*/ 112416 w 404221"/>
              <a:gd name="connsiteY208" fmla="*/ 94295 h 423849"/>
              <a:gd name="connsiteX209" fmla="*/ 117382 w 404221"/>
              <a:gd name="connsiteY209" fmla="*/ 90901 h 423849"/>
              <a:gd name="connsiteX210" fmla="*/ 121743 w 404221"/>
              <a:gd name="connsiteY210" fmla="*/ 87023 h 423849"/>
              <a:gd name="connsiteX211" fmla="*/ 125619 w 404221"/>
              <a:gd name="connsiteY211" fmla="*/ 82659 h 423849"/>
              <a:gd name="connsiteX212" fmla="*/ 129011 w 404221"/>
              <a:gd name="connsiteY212" fmla="*/ 77690 h 423849"/>
              <a:gd name="connsiteX213" fmla="*/ 131675 w 404221"/>
              <a:gd name="connsiteY213" fmla="*/ 72357 h 423849"/>
              <a:gd name="connsiteX214" fmla="*/ 133735 w 404221"/>
              <a:gd name="connsiteY214" fmla="*/ 66660 h 423849"/>
              <a:gd name="connsiteX215" fmla="*/ 134825 w 404221"/>
              <a:gd name="connsiteY215" fmla="*/ 60721 h 423849"/>
              <a:gd name="connsiteX216" fmla="*/ 135309 w 404221"/>
              <a:gd name="connsiteY216" fmla="*/ 54419 h 423849"/>
              <a:gd name="connsiteX217" fmla="*/ 135067 w 404221"/>
              <a:gd name="connsiteY217" fmla="*/ 49570 h 423849"/>
              <a:gd name="connsiteX218" fmla="*/ 134098 w 404221"/>
              <a:gd name="connsiteY218" fmla="*/ 44722 h 423849"/>
              <a:gd name="connsiteX219" fmla="*/ 132887 w 404221"/>
              <a:gd name="connsiteY219" fmla="*/ 39753 h 423849"/>
              <a:gd name="connsiteX220" fmla="*/ 142820 w 404221"/>
              <a:gd name="connsiteY220" fmla="*/ 35753 h 423849"/>
              <a:gd name="connsiteX221" fmla="*/ 153116 w 404221"/>
              <a:gd name="connsiteY221" fmla="*/ 32238 h 423849"/>
              <a:gd name="connsiteX222" fmla="*/ 163654 w 404221"/>
              <a:gd name="connsiteY222" fmla="*/ 29087 h 423849"/>
              <a:gd name="connsiteX223" fmla="*/ 174314 w 404221"/>
              <a:gd name="connsiteY223" fmla="*/ 26663 h 423849"/>
              <a:gd name="connsiteX224" fmla="*/ 185337 w 404221"/>
              <a:gd name="connsiteY224" fmla="*/ 24845 h 423849"/>
              <a:gd name="connsiteX225" fmla="*/ 196481 w 404221"/>
              <a:gd name="connsiteY225" fmla="*/ 23633 h 423849"/>
              <a:gd name="connsiteX226" fmla="*/ 196481 w 404221"/>
              <a:gd name="connsiteY226" fmla="*/ 21451 h 423849"/>
              <a:gd name="connsiteX227" fmla="*/ 196965 w 404221"/>
              <a:gd name="connsiteY227" fmla="*/ 18300 h 423849"/>
              <a:gd name="connsiteX228" fmla="*/ 197934 w 404221"/>
              <a:gd name="connsiteY228" fmla="*/ 15391 h 423849"/>
              <a:gd name="connsiteX229" fmla="*/ 199751 w 404221"/>
              <a:gd name="connsiteY229" fmla="*/ 12603 h 423849"/>
              <a:gd name="connsiteX230" fmla="*/ 201932 w 404221"/>
              <a:gd name="connsiteY230" fmla="*/ 10421 h 423849"/>
              <a:gd name="connsiteX231" fmla="*/ 204718 w 404221"/>
              <a:gd name="connsiteY231" fmla="*/ 8725 h 423849"/>
              <a:gd name="connsiteX232" fmla="*/ 207746 w 404221"/>
              <a:gd name="connsiteY232" fmla="*/ 7755 h 423849"/>
              <a:gd name="connsiteX233" fmla="*/ 89120 w 404221"/>
              <a:gd name="connsiteY233" fmla="*/ 0 h 423849"/>
              <a:gd name="connsiteX234" fmla="*/ 89242 w 404221"/>
              <a:gd name="connsiteY234" fmla="*/ 242 h 423849"/>
              <a:gd name="connsiteX235" fmla="*/ 89970 w 404221"/>
              <a:gd name="connsiteY235" fmla="*/ 968 h 423849"/>
              <a:gd name="connsiteX236" fmla="*/ 90942 w 404221"/>
              <a:gd name="connsiteY236" fmla="*/ 2178 h 423849"/>
              <a:gd name="connsiteX237" fmla="*/ 92520 w 404221"/>
              <a:gd name="connsiteY237" fmla="*/ 3993 h 423849"/>
              <a:gd name="connsiteX238" fmla="*/ 94220 w 404221"/>
              <a:gd name="connsiteY238" fmla="*/ 6050 h 423849"/>
              <a:gd name="connsiteX239" fmla="*/ 96041 w 404221"/>
              <a:gd name="connsiteY239" fmla="*/ 8470 h 423849"/>
              <a:gd name="connsiteX240" fmla="*/ 98227 w 404221"/>
              <a:gd name="connsiteY240" fmla="*/ 11132 h 423849"/>
              <a:gd name="connsiteX241" fmla="*/ 100534 w 404221"/>
              <a:gd name="connsiteY241" fmla="*/ 14277 h 423849"/>
              <a:gd name="connsiteX242" fmla="*/ 102840 w 404221"/>
              <a:gd name="connsiteY242" fmla="*/ 17423 h 423849"/>
              <a:gd name="connsiteX243" fmla="*/ 105147 w 404221"/>
              <a:gd name="connsiteY243" fmla="*/ 20932 h 423849"/>
              <a:gd name="connsiteX244" fmla="*/ 107454 w 404221"/>
              <a:gd name="connsiteY244" fmla="*/ 24562 h 423849"/>
              <a:gd name="connsiteX245" fmla="*/ 109761 w 404221"/>
              <a:gd name="connsiteY245" fmla="*/ 28313 h 423849"/>
              <a:gd name="connsiteX246" fmla="*/ 111947 w 404221"/>
              <a:gd name="connsiteY246" fmla="*/ 32185 h 423849"/>
              <a:gd name="connsiteX247" fmla="*/ 113768 w 404221"/>
              <a:gd name="connsiteY247" fmla="*/ 35814 h 423849"/>
              <a:gd name="connsiteX248" fmla="*/ 115468 w 404221"/>
              <a:gd name="connsiteY248" fmla="*/ 39686 h 423849"/>
              <a:gd name="connsiteX249" fmla="*/ 116803 w 404221"/>
              <a:gd name="connsiteY249" fmla="*/ 43558 h 423849"/>
              <a:gd name="connsiteX250" fmla="*/ 117896 w 404221"/>
              <a:gd name="connsiteY250" fmla="*/ 47188 h 423849"/>
              <a:gd name="connsiteX251" fmla="*/ 118624 w 404221"/>
              <a:gd name="connsiteY251" fmla="*/ 50818 h 423849"/>
              <a:gd name="connsiteX252" fmla="*/ 118867 w 404221"/>
              <a:gd name="connsiteY252" fmla="*/ 54327 h 423849"/>
              <a:gd name="connsiteX253" fmla="*/ 118503 w 404221"/>
              <a:gd name="connsiteY253" fmla="*/ 59166 h 423849"/>
              <a:gd name="connsiteX254" fmla="*/ 117410 w 404221"/>
              <a:gd name="connsiteY254" fmla="*/ 63643 h 423849"/>
              <a:gd name="connsiteX255" fmla="*/ 115468 w 404221"/>
              <a:gd name="connsiteY255" fmla="*/ 67878 h 423849"/>
              <a:gd name="connsiteX256" fmla="*/ 113161 w 404221"/>
              <a:gd name="connsiteY256" fmla="*/ 71750 h 423849"/>
              <a:gd name="connsiteX257" fmla="*/ 110125 w 404221"/>
              <a:gd name="connsiteY257" fmla="*/ 75259 h 423849"/>
              <a:gd name="connsiteX258" fmla="*/ 106726 w 404221"/>
              <a:gd name="connsiteY258" fmla="*/ 78283 h 423849"/>
              <a:gd name="connsiteX259" fmla="*/ 102840 w 404221"/>
              <a:gd name="connsiteY259" fmla="*/ 80703 h 423849"/>
              <a:gd name="connsiteX260" fmla="*/ 98469 w 404221"/>
              <a:gd name="connsiteY260" fmla="*/ 82518 h 423849"/>
              <a:gd name="connsiteX261" fmla="*/ 93977 w 404221"/>
              <a:gd name="connsiteY261" fmla="*/ 83728 h 423849"/>
              <a:gd name="connsiteX262" fmla="*/ 89120 w 404221"/>
              <a:gd name="connsiteY262" fmla="*/ 83970 h 423849"/>
              <a:gd name="connsiteX263" fmla="*/ 84142 w 404221"/>
              <a:gd name="connsiteY263" fmla="*/ 83728 h 423849"/>
              <a:gd name="connsiteX264" fmla="*/ 79650 w 404221"/>
              <a:gd name="connsiteY264" fmla="*/ 82518 h 423849"/>
              <a:gd name="connsiteX265" fmla="*/ 75279 w 404221"/>
              <a:gd name="connsiteY265" fmla="*/ 80703 h 423849"/>
              <a:gd name="connsiteX266" fmla="*/ 71394 w 404221"/>
              <a:gd name="connsiteY266" fmla="*/ 78283 h 423849"/>
              <a:gd name="connsiteX267" fmla="*/ 67994 w 404221"/>
              <a:gd name="connsiteY267" fmla="*/ 75259 h 423849"/>
              <a:gd name="connsiteX268" fmla="*/ 64959 w 404221"/>
              <a:gd name="connsiteY268" fmla="*/ 71750 h 423849"/>
              <a:gd name="connsiteX269" fmla="*/ 62530 w 404221"/>
              <a:gd name="connsiteY269" fmla="*/ 67878 h 423849"/>
              <a:gd name="connsiteX270" fmla="*/ 60709 w 404221"/>
              <a:gd name="connsiteY270" fmla="*/ 63643 h 423849"/>
              <a:gd name="connsiteX271" fmla="*/ 59616 w 404221"/>
              <a:gd name="connsiteY271" fmla="*/ 59166 h 423849"/>
              <a:gd name="connsiteX272" fmla="*/ 59252 w 404221"/>
              <a:gd name="connsiteY272" fmla="*/ 54327 h 423849"/>
              <a:gd name="connsiteX273" fmla="*/ 59495 w 404221"/>
              <a:gd name="connsiteY273" fmla="*/ 50818 h 423849"/>
              <a:gd name="connsiteX274" fmla="*/ 60224 w 404221"/>
              <a:gd name="connsiteY274" fmla="*/ 47188 h 423849"/>
              <a:gd name="connsiteX275" fmla="*/ 61195 w 404221"/>
              <a:gd name="connsiteY275" fmla="*/ 43558 h 423849"/>
              <a:gd name="connsiteX276" fmla="*/ 62773 w 404221"/>
              <a:gd name="connsiteY276" fmla="*/ 39686 h 423849"/>
              <a:gd name="connsiteX277" fmla="*/ 64352 w 404221"/>
              <a:gd name="connsiteY277" fmla="*/ 35814 h 423849"/>
              <a:gd name="connsiteX278" fmla="*/ 66294 w 404221"/>
              <a:gd name="connsiteY278" fmla="*/ 32185 h 423849"/>
              <a:gd name="connsiteX279" fmla="*/ 68358 w 404221"/>
              <a:gd name="connsiteY279" fmla="*/ 28313 h 423849"/>
              <a:gd name="connsiteX280" fmla="*/ 70665 w 404221"/>
              <a:gd name="connsiteY280" fmla="*/ 24562 h 423849"/>
              <a:gd name="connsiteX281" fmla="*/ 73094 w 404221"/>
              <a:gd name="connsiteY281" fmla="*/ 20932 h 423849"/>
              <a:gd name="connsiteX282" fmla="*/ 75279 w 404221"/>
              <a:gd name="connsiteY282" fmla="*/ 17423 h 423849"/>
              <a:gd name="connsiteX283" fmla="*/ 77586 w 404221"/>
              <a:gd name="connsiteY283" fmla="*/ 14277 h 423849"/>
              <a:gd name="connsiteX284" fmla="*/ 79893 w 404221"/>
              <a:gd name="connsiteY284" fmla="*/ 11132 h 423849"/>
              <a:gd name="connsiteX285" fmla="*/ 82078 w 404221"/>
              <a:gd name="connsiteY285" fmla="*/ 8470 h 423849"/>
              <a:gd name="connsiteX286" fmla="*/ 83900 w 404221"/>
              <a:gd name="connsiteY286" fmla="*/ 6050 h 423849"/>
              <a:gd name="connsiteX287" fmla="*/ 85599 w 404221"/>
              <a:gd name="connsiteY287" fmla="*/ 3993 h 423849"/>
              <a:gd name="connsiteX288" fmla="*/ 87056 w 404221"/>
              <a:gd name="connsiteY288" fmla="*/ 2178 h 423849"/>
              <a:gd name="connsiteX289" fmla="*/ 88149 w 404221"/>
              <a:gd name="connsiteY289" fmla="*/ 968 h 423849"/>
              <a:gd name="connsiteX290" fmla="*/ 88878 w 404221"/>
              <a:gd name="connsiteY290" fmla="*/ 242 h 423849"/>
              <a:gd name="connsiteX291" fmla="*/ 18053 w 404221"/>
              <a:gd name="connsiteY291" fmla="*/ 0 h 423849"/>
              <a:gd name="connsiteX292" fmla="*/ 18174 w 404221"/>
              <a:gd name="connsiteY292" fmla="*/ 242 h 423849"/>
              <a:gd name="connsiteX293" fmla="*/ 18896 w 404221"/>
              <a:gd name="connsiteY293" fmla="*/ 969 h 423849"/>
              <a:gd name="connsiteX294" fmla="*/ 19859 w 404221"/>
              <a:gd name="connsiteY294" fmla="*/ 2181 h 423849"/>
              <a:gd name="connsiteX295" fmla="*/ 21062 w 404221"/>
              <a:gd name="connsiteY295" fmla="*/ 3878 h 423849"/>
              <a:gd name="connsiteX296" fmla="*/ 22747 w 404221"/>
              <a:gd name="connsiteY296" fmla="*/ 5695 h 423849"/>
              <a:gd name="connsiteX297" fmla="*/ 24312 w 404221"/>
              <a:gd name="connsiteY297" fmla="*/ 7997 h 423849"/>
              <a:gd name="connsiteX298" fmla="*/ 26117 w 404221"/>
              <a:gd name="connsiteY298" fmla="*/ 10421 h 423849"/>
              <a:gd name="connsiteX299" fmla="*/ 27923 w 404221"/>
              <a:gd name="connsiteY299" fmla="*/ 13087 h 423849"/>
              <a:gd name="connsiteX300" fmla="*/ 29728 w 404221"/>
              <a:gd name="connsiteY300" fmla="*/ 15873 h 423849"/>
              <a:gd name="connsiteX301" fmla="*/ 31293 w 404221"/>
              <a:gd name="connsiteY301" fmla="*/ 18782 h 423849"/>
              <a:gd name="connsiteX302" fmla="*/ 32978 w 404221"/>
              <a:gd name="connsiteY302" fmla="*/ 21690 h 423849"/>
              <a:gd name="connsiteX303" fmla="*/ 34181 w 404221"/>
              <a:gd name="connsiteY303" fmla="*/ 24719 h 423849"/>
              <a:gd name="connsiteX304" fmla="*/ 35144 w 404221"/>
              <a:gd name="connsiteY304" fmla="*/ 27627 h 423849"/>
              <a:gd name="connsiteX305" fmla="*/ 35866 w 404221"/>
              <a:gd name="connsiteY305" fmla="*/ 30414 h 423849"/>
              <a:gd name="connsiteX306" fmla="*/ 35987 w 404221"/>
              <a:gd name="connsiteY306" fmla="*/ 33080 h 423849"/>
              <a:gd name="connsiteX307" fmla="*/ 35746 w 404221"/>
              <a:gd name="connsiteY307" fmla="*/ 36715 h 423849"/>
              <a:gd name="connsiteX308" fmla="*/ 34663 w 404221"/>
              <a:gd name="connsiteY308" fmla="*/ 40229 h 423849"/>
              <a:gd name="connsiteX309" fmla="*/ 32978 w 404221"/>
              <a:gd name="connsiteY309" fmla="*/ 43258 h 423849"/>
              <a:gd name="connsiteX310" fmla="*/ 30811 w 404221"/>
              <a:gd name="connsiteY310" fmla="*/ 45924 h 423849"/>
              <a:gd name="connsiteX311" fmla="*/ 28163 w 404221"/>
              <a:gd name="connsiteY311" fmla="*/ 48105 h 423849"/>
              <a:gd name="connsiteX312" fmla="*/ 24914 w 404221"/>
              <a:gd name="connsiteY312" fmla="*/ 49801 h 423849"/>
              <a:gd name="connsiteX313" fmla="*/ 21664 w 404221"/>
              <a:gd name="connsiteY313" fmla="*/ 50892 h 423849"/>
              <a:gd name="connsiteX314" fmla="*/ 18053 w 404221"/>
              <a:gd name="connsiteY314" fmla="*/ 51255 h 423849"/>
              <a:gd name="connsiteX315" fmla="*/ 14322 w 404221"/>
              <a:gd name="connsiteY315" fmla="*/ 50892 h 423849"/>
              <a:gd name="connsiteX316" fmla="*/ 10952 w 404221"/>
              <a:gd name="connsiteY316" fmla="*/ 49801 h 423849"/>
              <a:gd name="connsiteX317" fmla="*/ 7943 w 404221"/>
              <a:gd name="connsiteY317" fmla="*/ 48105 h 423849"/>
              <a:gd name="connsiteX318" fmla="*/ 5295 w 404221"/>
              <a:gd name="connsiteY318" fmla="*/ 45924 h 423849"/>
              <a:gd name="connsiteX319" fmla="*/ 3009 w 404221"/>
              <a:gd name="connsiteY319" fmla="*/ 43258 h 423849"/>
              <a:gd name="connsiteX320" fmla="*/ 1444 w 404221"/>
              <a:gd name="connsiteY320" fmla="*/ 40229 h 423849"/>
              <a:gd name="connsiteX321" fmla="*/ 361 w 404221"/>
              <a:gd name="connsiteY321" fmla="*/ 36715 h 423849"/>
              <a:gd name="connsiteX322" fmla="*/ 0 w 404221"/>
              <a:gd name="connsiteY322" fmla="*/ 33080 h 423849"/>
              <a:gd name="connsiteX323" fmla="*/ 240 w 404221"/>
              <a:gd name="connsiteY323" fmla="*/ 30414 h 423849"/>
              <a:gd name="connsiteX324" fmla="*/ 963 w 404221"/>
              <a:gd name="connsiteY324" fmla="*/ 27627 h 423849"/>
              <a:gd name="connsiteX325" fmla="*/ 1805 w 404221"/>
              <a:gd name="connsiteY325" fmla="*/ 24719 h 423849"/>
              <a:gd name="connsiteX326" fmla="*/ 3129 w 404221"/>
              <a:gd name="connsiteY326" fmla="*/ 21690 h 423849"/>
              <a:gd name="connsiteX327" fmla="*/ 4694 w 404221"/>
              <a:gd name="connsiteY327" fmla="*/ 18782 h 423849"/>
              <a:gd name="connsiteX328" fmla="*/ 6379 w 404221"/>
              <a:gd name="connsiteY328" fmla="*/ 15873 h 423849"/>
              <a:gd name="connsiteX329" fmla="*/ 8064 w 404221"/>
              <a:gd name="connsiteY329" fmla="*/ 13087 h 423849"/>
              <a:gd name="connsiteX330" fmla="*/ 9989 w 404221"/>
              <a:gd name="connsiteY330" fmla="*/ 10421 h 423849"/>
              <a:gd name="connsiteX331" fmla="*/ 11674 w 404221"/>
              <a:gd name="connsiteY331" fmla="*/ 7997 h 423849"/>
              <a:gd name="connsiteX332" fmla="*/ 13359 w 404221"/>
              <a:gd name="connsiteY332" fmla="*/ 5695 h 423849"/>
              <a:gd name="connsiteX333" fmla="*/ 14924 w 404221"/>
              <a:gd name="connsiteY333" fmla="*/ 3878 h 423849"/>
              <a:gd name="connsiteX334" fmla="*/ 16248 w 404221"/>
              <a:gd name="connsiteY334" fmla="*/ 2181 h 423849"/>
              <a:gd name="connsiteX335" fmla="*/ 17091 w 404221"/>
              <a:gd name="connsiteY335" fmla="*/ 969 h 423849"/>
              <a:gd name="connsiteX336" fmla="*/ 17813 w 404221"/>
              <a:gd name="connsiteY336" fmla="*/ 242 h 423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404221" h="423849">
                <a:moveTo>
                  <a:pt x="404210" y="215840"/>
                </a:moveTo>
                <a:lnTo>
                  <a:pt x="404221" y="215863"/>
                </a:lnTo>
                <a:lnTo>
                  <a:pt x="404221" y="215984"/>
                </a:lnTo>
                <a:lnTo>
                  <a:pt x="404221" y="216105"/>
                </a:lnTo>
                <a:lnTo>
                  <a:pt x="404221" y="216226"/>
                </a:lnTo>
                <a:close/>
                <a:moveTo>
                  <a:pt x="211138" y="7270"/>
                </a:moveTo>
                <a:lnTo>
                  <a:pt x="214408" y="7755"/>
                </a:lnTo>
                <a:lnTo>
                  <a:pt x="217437" y="8725"/>
                </a:lnTo>
                <a:lnTo>
                  <a:pt x="220223" y="10421"/>
                </a:lnTo>
                <a:lnTo>
                  <a:pt x="222403" y="12603"/>
                </a:lnTo>
                <a:lnTo>
                  <a:pt x="224220" y="15391"/>
                </a:lnTo>
                <a:lnTo>
                  <a:pt x="225189" y="18300"/>
                </a:lnTo>
                <a:lnTo>
                  <a:pt x="225673" y="21451"/>
                </a:lnTo>
                <a:lnTo>
                  <a:pt x="225673" y="23633"/>
                </a:lnTo>
                <a:lnTo>
                  <a:pt x="238029" y="24966"/>
                </a:lnTo>
                <a:lnTo>
                  <a:pt x="250142" y="27148"/>
                </a:lnTo>
                <a:lnTo>
                  <a:pt x="262013" y="29935"/>
                </a:lnTo>
                <a:lnTo>
                  <a:pt x="273642" y="33450"/>
                </a:lnTo>
                <a:lnTo>
                  <a:pt x="284907" y="37692"/>
                </a:lnTo>
                <a:lnTo>
                  <a:pt x="295687" y="42541"/>
                </a:lnTo>
                <a:lnTo>
                  <a:pt x="306226" y="48116"/>
                </a:lnTo>
                <a:lnTo>
                  <a:pt x="316401" y="54297"/>
                </a:lnTo>
                <a:lnTo>
                  <a:pt x="326091" y="60964"/>
                </a:lnTo>
                <a:lnTo>
                  <a:pt x="335419" y="68357"/>
                </a:lnTo>
                <a:lnTo>
                  <a:pt x="344140" y="76235"/>
                </a:lnTo>
                <a:lnTo>
                  <a:pt x="352377" y="84477"/>
                </a:lnTo>
                <a:lnTo>
                  <a:pt x="360251" y="93446"/>
                </a:lnTo>
                <a:lnTo>
                  <a:pt x="367518" y="102658"/>
                </a:lnTo>
                <a:lnTo>
                  <a:pt x="374181" y="112597"/>
                </a:lnTo>
                <a:lnTo>
                  <a:pt x="380237" y="122778"/>
                </a:lnTo>
                <a:lnTo>
                  <a:pt x="385688" y="133323"/>
                </a:lnTo>
                <a:lnTo>
                  <a:pt x="390533" y="144231"/>
                </a:lnTo>
                <a:lnTo>
                  <a:pt x="394531" y="155503"/>
                </a:lnTo>
                <a:lnTo>
                  <a:pt x="397922" y="167139"/>
                </a:lnTo>
                <a:lnTo>
                  <a:pt x="400830" y="179017"/>
                </a:lnTo>
                <a:lnTo>
                  <a:pt x="402647" y="191258"/>
                </a:lnTo>
                <a:lnTo>
                  <a:pt x="403858" y="203621"/>
                </a:lnTo>
                <a:lnTo>
                  <a:pt x="404210" y="215840"/>
                </a:lnTo>
                <a:lnTo>
                  <a:pt x="404100" y="215620"/>
                </a:lnTo>
                <a:lnTo>
                  <a:pt x="404100" y="215257"/>
                </a:lnTo>
                <a:lnTo>
                  <a:pt x="403737" y="209318"/>
                </a:lnTo>
                <a:lnTo>
                  <a:pt x="402647" y="203379"/>
                </a:lnTo>
                <a:lnTo>
                  <a:pt x="400951" y="197924"/>
                </a:lnTo>
                <a:lnTo>
                  <a:pt x="398528" y="192591"/>
                </a:lnTo>
                <a:lnTo>
                  <a:pt x="395379" y="187743"/>
                </a:lnTo>
                <a:lnTo>
                  <a:pt x="391987" y="183259"/>
                </a:lnTo>
                <a:lnTo>
                  <a:pt x="387990" y="179138"/>
                </a:lnTo>
                <a:lnTo>
                  <a:pt x="383387" y="175744"/>
                </a:lnTo>
                <a:lnTo>
                  <a:pt x="378541" y="172593"/>
                </a:lnTo>
                <a:lnTo>
                  <a:pt x="373333" y="170290"/>
                </a:lnTo>
                <a:lnTo>
                  <a:pt x="367761" y="168472"/>
                </a:lnTo>
                <a:lnTo>
                  <a:pt x="361825" y="167381"/>
                </a:lnTo>
                <a:lnTo>
                  <a:pt x="355890" y="167017"/>
                </a:lnTo>
                <a:lnTo>
                  <a:pt x="349833" y="167381"/>
                </a:lnTo>
                <a:lnTo>
                  <a:pt x="344019" y="168472"/>
                </a:lnTo>
                <a:lnTo>
                  <a:pt x="338447" y="170290"/>
                </a:lnTo>
                <a:lnTo>
                  <a:pt x="333238" y="172593"/>
                </a:lnTo>
                <a:lnTo>
                  <a:pt x="328272" y="175744"/>
                </a:lnTo>
                <a:lnTo>
                  <a:pt x="323790" y="179138"/>
                </a:lnTo>
                <a:lnTo>
                  <a:pt x="319793" y="183259"/>
                </a:lnTo>
                <a:lnTo>
                  <a:pt x="316280" y="187743"/>
                </a:lnTo>
                <a:lnTo>
                  <a:pt x="313373" y="192591"/>
                </a:lnTo>
                <a:lnTo>
                  <a:pt x="310950" y="197924"/>
                </a:lnTo>
                <a:lnTo>
                  <a:pt x="309012" y="203379"/>
                </a:lnTo>
                <a:lnTo>
                  <a:pt x="308043" y="209318"/>
                </a:lnTo>
                <a:lnTo>
                  <a:pt x="307558" y="215257"/>
                </a:lnTo>
                <a:lnTo>
                  <a:pt x="307195" y="209318"/>
                </a:lnTo>
                <a:lnTo>
                  <a:pt x="306105" y="203379"/>
                </a:lnTo>
                <a:lnTo>
                  <a:pt x="304409" y="197924"/>
                </a:lnTo>
                <a:lnTo>
                  <a:pt x="301986" y="192591"/>
                </a:lnTo>
                <a:lnTo>
                  <a:pt x="299079" y="187743"/>
                </a:lnTo>
                <a:lnTo>
                  <a:pt x="295445" y="183259"/>
                </a:lnTo>
                <a:lnTo>
                  <a:pt x="291448" y="179138"/>
                </a:lnTo>
                <a:lnTo>
                  <a:pt x="286966" y="175744"/>
                </a:lnTo>
                <a:lnTo>
                  <a:pt x="282121" y="172593"/>
                </a:lnTo>
                <a:lnTo>
                  <a:pt x="276791" y="170290"/>
                </a:lnTo>
                <a:lnTo>
                  <a:pt x="271219" y="168472"/>
                </a:lnTo>
                <a:lnTo>
                  <a:pt x="265526" y="167381"/>
                </a:lnTo>
                <a:lnTo>
                  <a:pt x="259348" y="167017"/>
                </a:lnTo>
                <a:lnTo>
                  <a:pt x="253049" y="167381"/>
                </a:lnTo>
                <a:lnTo>
                  <a:pt x="247114" y="168593"/>
                </a:lnTo>
                <a:lnTo>
                  <a:pt x="241421" y="170532"/>
                </a:lnTo>
                <a:lnTo>
                  <a:pt x="236091" y="173078"/>
                </a:lnTo>
                <a:lnTo>
                  <a:pt x="231003" y="176229"/>
                </a:lnTo>
                <a:lnTo>
                  <a:pt x="231003" y="367247"/>
                </a:lnTo>
                <a:lnTo>
                  <a:pt x="231367" y="370762"/>
                </a:lnTo>
                <a:lnTo>
                  <a:pt x="232578" y="373913"/>
                </a:lnTo>
                <a:lnTo>
                  <a:pt x="234395" y="376822"/>
                </a:lnTo>
                <a:lnTo>
                  <a:pt x="236575" y="379125"/>
                </a:lnTo>
                <a:lnTo>
                  <a:pt x="239240" y="381064"/>
                </a:lnTo>
                <a:lnTo>
                  <a:pt x="242511" y="382276"/>
                </a:lnTo>
                <a:lnTo>
                  <a:pt x="245781" y="382761"/>
                </a:lnTo>
                <a:lnTo>
                  <a:pt x="249294" y="382276"/>
                </a:lnTo>
                <a:lnTo>
                  <a:pt x="252444" y="381064"/>
                </a:lnTo>
                <a:lnTo>
                  <a:pt x="255230" y="379125"/>
                </a:lnTo>
                <a:lnTo>
                  <a:pt x="257410" y="376822"/>
                </a:lnTo>
                <a:lnTo>
                  <a:pt x="259227" y="373913"/>
                </a:lnTo>
                <a:lnTo>
                  <a:pt x="260317" y="370762"/>
                </a:lnTo>
                <a:lnTo>
                  <a:pt x="260680" y="367247"/>
                </a:lnTo>
                <a:lnTo>
                  <a:pt x="261044" y="363126"/>
                </a:lnTo>
                <a:lnTo>
                  <a:pt x="262255" y="359247"/>
                </a:lnTo>
                <a:lnTo>
                  <a:pt x="264193" y="355732"/>
                </a:lnTo>
                <a:lnTo>
                  <a:pt x="266737" y="352702"/>
                </a:lnTo>
                <a:lnTo>
                  <a:pt x="269765" y="350278"/>
                </a:lnTo>
                <a:lnTo>
                  <a:pt x="273278" y="348460"/>
                </a:lnTo>
                <a:lnTo>
                  <a:pt x="277154" y="347248"/>
                </a:lnTo>
                <a:lnTo>
                  <a:pt x="281273" y="346642"/>
                </a:lnTo>
                <a:lnTo>
                  <a:pt x="285391" y="347248"/>
                </a:lnTo>
                <a:lnTo>
                  <a:pt x="289146" y="348460"/>
                </a:lnTo>
                <a:lnTo>
                  <a:pt x="292780" y="350278"/>
                </a:lnTo>
                <a:lnTo>
                  <a:pt x="295687" y="352702"/>
                </a:lnTo>
                <a:lnTo>
                  <a:pt x="298231" y="355732"/>
                </a:lnTo>
                <a:lnTo>
                  <a:pt x="300169" y="359247"/>
                </a:lnTo>
                <a:lnTo>
                  <a:pt x="301259" y="363126"/>
                </a:lnTo>
                <a:lnTo>
                  <a:pt x="301744" y="367247"/>
                </a:lnTo>
                <a:lnTo>
                  <a:pt x="301259" y="373792"/>
                </a:lnTo>
                <a:lnTo>
                  <a:pt x="300290" y="379973"/>
                </a:lnTo>
                <a:lnTo>
                  <a:pt x="298473" y="386155"/>
                </a:lnTo>
                <a:lnTo>
                  <a:pt x="296051" y="391730"/>
                </a:lnTo>
                <a:lnTo>
                  <a:pt x="293144" y="397184"/>
                </a:lnTo>
                <a:lnTo>
                  <a:pt x="289631" y="402154"/>
                </a:lnTo>
                <a:lnTo>
                  <a:pt x="285634" y="406881"/>
                </a:lnTo>
                <a:lnTo>
                  <a:pt x="281152" y="411001"/>
                </a:lnTo>
                <a:lnTo>
                  <a:pt x="276185" y="414638"/>
                </a:lnTo>
                <a:lnTo>
                  <a:pt x="270855" y="417668"/>
                </a:lnTo>
                <a:lnTo>
                  <a:pt x="265162" y="420213"/>
                </a:lnTo>
                <a:lnTo>
                  <a:pt x="259227" y="422152"/>
                </a:lnTo>
                <a:lnTo>
                  <a:pt x="253049" y="423364"/>
                </a:lnTo>
                <a:lnTo>
                  <a:pt x="246629" y="423849"/>
                </a:lnTo>
                <a:lnTo>
                  <a:pt x="245176" y="423849"/>
                </a:lnTo>
                <a:lnTo>
                  <a:pt x="238756" y="423364"/>
                </a:lnTo>
                <a:lnTo>
                  <a:pt x="232457" y="422152"/>
                </a:lnTo>
                <a:lnTo>
                  <a:pt x="226643" y="420213"/>
                </a:lnTo>
                <a:lnTo>
                  <a:pt x="220828" y="417668"/>
                </a:lnTo>
                <a:lnTo>
                  <a:pt x="215498" y="414638"/>
                </a:lnTo>
                <a:lnTo>
                  <a:pt x="210653" y="411001"/>
                </a:lnTo>
                <a:lnTo>
                  <a:pt x="206171" y="406881"/>
                </a:lnTo>
                <a:lnTo>
                  <a:pt x="202174" y="402154"/>
                </a:lnTo>
                <a:lnTo>
                  <a:pt x="198540" y="397184"/>
                </a:lnTo>
                <a:lnTo>
                  <a:pt x="195512" y="391730"/>
                </a:lnTo>
                <a:lnTo>
                  <a:pt x="193210" y="386155"/>
                </a:lnTo>
                <a:lnTo>
                  <a:pt x="191393" y="379973"/>
                </a:lnTo>
                <a:lnTo>
                  <a:pt x="190303" y="373792"/>
                </a:lnTo>
                <a:lnTo>
                  <a:pt x="189940" y="367247"/>
                </a:lnTo>
                <a:lnTo>
                  <a:pt x="189940" y="175259"/>
                </a:lnTo>
                <a:lnTo>
                  <a:pt x="185094" y="172472"/>
                </a:lnTo>
                <a:lnTo>
                  <a:pt x="180007" y="170290"/>
                </a:lnTo>
                <a:lnTo>
                  <a:pt x="174556" y="168472"/>
                </a:lnTo>
                <a:lnTo>
                  <a:pt x="168863" y="167381"/>
                </a:lnTo>
                <a:lnTo>
                  <a:pt x="162806" y="167017"/>
                </a:lnTo>
                <a:lnTo>
                  <a:pt x="156750" y="167381"/>
                </a:lnTo>
                <a:lnTo>
                  <a:pt x="151056" y="168472"/>
                </a:lnTo>
                <a:lnTo>
                  <a:pt x="145484" y="170290"/>
                </a:lnTo>
                <a:lnTo>
                  <a:pt x="140276" y="172593"/>
                </a:lnTo>
                <a:lnTo>
                  <a:pt x="135309" y="175744"/>
                </a:lnTo>
                <a:lnTo>
                  <a:pt x="130828" y="179138"/>
                </a:lnTo>
                <a:lnTo>
                  <a:pt x="126830" y="183259"/>
                </a:lnTo>
                <a:lnTo>
                  <a:pt x="123196" y="187743"/>
                </a:lnTo>
                <a:lnTo>
                  <a:pt x="120289" y="192591"/>
                </a:lnTo>
                <a:lnTo>
                  <a:pt x="117866" y="197803"/>
                </a:lnTo>
                <a:lnTo>
                  <a:pt x="116171" y="203379"/>
                </a:lnTo>
                <a:lnTo>
                  <a:pt x="114959" y="209318"/>
                </a:lnTo>
                <a:lnTo>
                  <a:pt x="114717" y="215257"/>
                </a:lnTo>
                <a:lnTo>
                  <a:pt x="114233" y="209318"/>
                </a:lnTo>
                <a:lnTo>
                  <a:pt x="113142" y="203379"/>
                </a:lnTo>
                <a:lnTo>
                  <a:pt x="111325" y="197803"/>
                </a:lnTo>
                <a:lnTo>
                  <a:pt x="108903" y="192591"/>
                </a:lnTo>
                <a:lnTo>
                  <a:pt x="105996" y="187743"/>
                </a:lnTo>
                <a:lnTo>
                  <a:pt x="102362" y="183259"/>
                </a:lnTo>
                <a:lnTo>
                  <a:pt x="98364" y="179138"/>
                </a:lnTo>
                <a:lnTo>
                  <a:pt x="94004" y="175744"/>
                </a:lnTo>
                <a:lnTo>
                  <a:pt x="89037" y="172593"/>
                </a:lnTo>
                <a:lnTo>
                  <a:pt x="83829" y="170290"/>
                </a:lnTo>
                <a:lnTo>
                  <a:pt x="78256" y="168472"/>
                </a:lnTo>
                <a:lnTo>
                  <a:pt x="72442" y="167381"/>
                </a:lnTo>
                <a:lnTo>
                  <a:pt x="66386" y="167017"/>
                </a:lnTo>
                <a:lnTo>
                  <a:pt x="60450" y="167381"/>
                </a:lnTo>
                <a:lnTo>
                  <a:pt x="54635" y="168472"/>
                </a:lnTo>
                <a:lnTo>
                  <a:pt x="49184" y="170290"/>
                </a:lnTo>
                <a:lnTo>
                  <a:pt x="43976" y="172472"/>
                </a:lnTo>
                <a:lnTo>
                  <a:pt x="39130" y="175502"/>
                </a:lnTo>
                <a:lnTo>
                  <a:pt x="34649" y="178895"/>
                </a:lnTo>
                <a:lnTo>
                  <a:pt x="30651" y="182895"/>
                </a:lnTo>
                <a:lnTo>
                  <a:pt x="27138" y="187258"/>
                </a:lnTo>
                <a:lnTo>
                  <a:pt x="24110" y="191985"/>
                </a:lnTo>
                <a:lnTo>
                  <a:pt x="21688" y="197197"/>
                </a:lnTo>
                <a:lnTo>
                  <a:pt x="19749" y="202773"/>
                </a:lnTo>
                <a:lnTo>
                  <a:pt x="18659" y="208348"/>
                </a:lnTo>
                <a:lnTo>
                  <a:pt x="18175" y="214408"/>
                </a:lnTo>
                <a:lnTo>
                  <a:pt x="18659" y="201803"/>
                </a:lnTo>
                <a:lnTo>
                  <a:pt x="19992" y="189440"/>
                </a:lnTo>
                <a:lnTo>
                  <a:pt x="22051" y="177441"/>
                </a:lnTo>
                <a:lnTo>
                  <a:pt x="24837" y="165563"/>
                </a:lnTo>
                <a:lnTo>
                  <a:pt x="28471" y="154048"/>
                </a:lnTo>
                <a:lnTo>
                  <a:pt x="32589" y="142898"/>
                </a:lnTo>
                <a:lnTo>
                  <a:pt x="37556" y="132111"/>
                </a:lnTo>
                <a:lnTo>
                  <a:pt x="43007" y="121566"/>
                </a:lnTo>
                <a:lnTo>
                  <a:pt x="49184" y="111506"/>
                </a:lnTo>
                <a:lnTo>
                  <a:pt x="55847" y="101688"/>
                </a:lnTo>
                <a:lnTo>
                  <a:pt x="63236" y="92477"/>
                </a:lnTo>
                <a:lnTo>
                  <a:pt x="67718" y="95264"/>
                </a:lnTo>
                <a:lnTo>
                  <a:pt x="72684" y="97567"/>
                </a:lnTo>
                <a:lnTo>
                  <a:pt x="77893" y="99143"/>
                </a:lnTo>
                <a:lnTo>
                  <a:pt x="83465" y="100234"/>
                </a:lnTo>
                <a:lnTo>
                  <a:pt x="89158" y="100597"/>
                </a:lnTo>
                <a:lnTo>
                  <a:pt x="95457" y="100113"/>
                </a:lnTo>
                <a:lnTo>
                  <a:pt x="101514" y="98901"/>
                </a:lnTo>
                <a:lnTo>
                  <a:pt x="107086" y="96961"/>
                </a:lnTo>
                <a:lnTo>
                  <a:pt x="112416" y="94295"/>
                </a:lnTo>
                <a:lnTo>
                  <a:pt x="117382" y="90901"/>
                </a:lnTo>
                <a:lnTo>
                  <a:pt x="121743" y="87023"/>
                </a:lnTo>
                <a:lnTo>
                  <a:pt x="125619" y="82659"/>
                </a:lnTo>
                <a:lnTo>
                  <a:pt x="129011" y="77690"/>
                </a:lnTo>
                <a:lnTo>
                  <a:pt x="131675" y="72357"/>
                </a:lnTo>
                <a:lnTo>
                  <a:pt x="133735" y="66660"/>
                </a:lnTo>
                <a:lnTo>
                  <a:pt x="134825" y="60721"/>
                </a:lnTo>
                <a:lnTo>
                  <a:pt x="135309" y="54419"/>
                </a:lnTo>
                <a:lnTo>
                  <a:pt x="135067" y="49570"/>
                </a:lnTo>
                <a:lnTo>
                  <a:pt x="134098" y="44722"/>
                </a:lnTo>
                <a:lnTo>
                  <a:pt x="132887" y="39753"/>
                </a:lnTo>
                <a:lnTo>
                  <a:pt x="142820" y="35753"/>
                </a:lnTo>
                <a:lnTo>
                  <a:pt x="153116" y="32238"/>
                </a:lnTo>
                <a:lnTo>
                  <a:pt x="163654" y="29087"/>
                </a:lnTo>
                <a:lnTo>
                  <a:pt x="174314" y="26663"/>
                </a:lnTo>
                <a:lnTo>
                  <a:pt x="185337" y="24845"/>
                </a:lnTo>
                <a:lnTo>
                  <a:pt x="196481" y="23633"/>
                </a:lnTo>
                <a:lnTo>
                  <a:pt x="196481" y="21451"/>
                </a:lnTo>
                <a:lnTo>
                  <a:pt x="196965" y="18300"/>
                </a:lnTo>
                <a:lnTo>
                  <a:pt x="197934" y="15391"/>
                </a:lnTo>
                <a:lnTo>
                  <a:pt x="199751" y="12603"/>
                </a:lnTo>
                <a:lnTo>
                  <a:pt x="201932" y="10421"/>
                </a:lnTo>
                <a:lnTo>
                  <a:pt x="204718" y="8725"/>
                </a:lnTo>
                <a:lnTo>
                  <a:pt x="207746" y="7755"/>
                </a:lnTo>
                <a:close/>
                <a:moveTo>
                  <a:pt x="89120" y="0"/>
                </a:moveTo>
                <a:lnTo>
                  <a:pt x="89242" y="242"/>
                </a:lnTo>
                <a:lnTo>
                  <a:pt x="89970" y="968"/>
                </a:lnTo>
                <a:lnTo>
                  <a:pt x="90942" y="2178"/>
                </a:lnTo>
                <a:lnTo>
                  <a:pt x="92520" y="3993"/>
                </a:lnTo>
                <a:lnTo>
                  <a:pt x="94220" y="6050"/>
                </a:lnTo>
                <a:lnTo>
                  <a:pt x="96041" y="8470"/>
                </a:lnTo>
                <a:lnTo>
                  <a:pt x="98227" y="11132"/>
                </a:lnTo>
                <a:lnTo>
                  <a:pt x="100534" y="14277"/>
                </a:lnTo>
                <a:lnTo>
                  <a:pt x="102840" y="17423"/>
                </a:lnTo>
                <a:lnTo>
                  <a:pt x="105147" y="20932"/>
                </a:lnTo>
                <a:lnTo>
                  <a:pt x="107454" y="24562"/>
                </a:lnTo>
                <a:lnTo>
                  <a:pt x="109761" y="28313"/>
                </a:lnTo>
                <a:lnTo>
                  <a:pt x="111947" y="32185"/>
                </a:lnTo>
                <a:lnTo>
                  <a:pt x="113768" y="35814"/>
                </a:lnTo>
                <a:lnTo>
                  <a:pt x="115468" y="39686"/>
                </a:lnTo>
                <a:lnTo>
                  <a:pt x="116803" y="43558"/>
                </a:lnTo>
                <a:lnTo>
                  <a:pt x="117896" y="47188"/>
                </a:lnTo>
                <a:lnTo>
                  <a:pt x="118624" y="50818"/>
                </a:lnTo>
                <a:lnTo>
                  <a:pt x="118867" y="54327"/>
                </a:lnTo>
                <a:lnTo>
                  <a:pt x="118503" y="59166"/>
                </a:lnTo>
                <a:lnTo>
                  <a:pt x="117410" y="63643"/>
                </a:lnTo>
                <a:lnTo>
                  <a:pt x="115468" y="67878"/>
                </a:lnTo>
                <a:lnTo>
                  <a:pt x="113161" y="71750"/>
                </a:lnTo>
                <a:lnTo>
                  <a:pt x="110125" y="75259"/>
                </a:lnTo>
                <a:lnTo>
                  <a:pt x="106726" y="78283"/>
                </a:lnTo>
                <a:lnTo>
                  <a:pt x="102840" y="80703"/>
                </a:lnTo>
                <a:lnTo>
                  <a:pt x="98469" y="82518"/>
                </a:lnTo>
                <a:lnTo>
                  <a:pt x="93977" y="83728"/>
                </a:lnTo>
                <a:lnTo>
                  <a:pt x="89120" y="83970"/>
                </a:lnTo>
                <a:lnTo>
                  <a:pt x="84142" y="83728"/>
                </a:lnTo>
                <a:lnTo>
                  <a:pt x="79650" y="82518"/>
                </a:lnTo>
                <a:lnTo>
                  <a:pt x="75279" y="80703"/>
                </a:lnTo>
                <a:lnTo>
                  <a:pt x="71394" y="78283"/>
                </a:lnTo>
                <a:lnTo>
                  <a:pt x="67994" y="75259"/>
                </a:lnTo>
                <a:lnTo>
                  <a:pt x="64959" y="71750"/>
                </a:lnTo>
                <a:lnTo>
                  <a:pt x="62530" y="67878"/>
                </a:lnTo>
                <a:lnTo>
                  <a:pt x="60709" y="63643"/>
                </a:lnTo>
                <a:lnTo>
                  <a:pt x="59616" y="59166"/>
                </a:lnTo>
                <a:lnTo>
                  <a:pt x="59252" y="54327"/>
                </a:lnTo>
                <a:lnTo>
                  <a:pt x="59495" y="50818"/>
                </a:lnTo>
                <a:lnTo>
                  <a:pt x="60224" y="47188"/>
                </a:lnTo>
                <a:lnTo>
                  <a:pt x="61195" y="43558"/>
                </a:lnTo>
                <a:lnTo>
                  <a:pt x="62773" y="39686"/>
                </a:lnTo>
                <a:lnTo>
                  <a:pt x="64352" y="35814"/>
                </a:lnTo>
                <a:lnTo>
                  <a:pt x="66294" y="32185"/>
                </a:lnTo>
                <a:lnTo>
                  <a:pt x="68358" y="28313"/>
                </a:lnTo>
                <a:lnTo>
                  <a:pt x="70665" y="24562"/>
                </a:lnTo>
                <a:lnTo>
                  <a:pt x="73094" y="20932"/>
                </a:lnTo>
                <a:lnTo>
                  <a:pt x="75279" y="17423"/>
                </a:lnTo>
                <a:lnTo>
                  <a:pt x="77586" y="14277"/>
                </a:lnTo>
                <a:lnTo>
                  <a:pt x="79893" y="11132"/>
                </a:lnTo>
                <a:lnTo>
                  <a:pt x="82078" y="8470"/>
                </a:lnTo>
                <a:lnTo>
                  <a:pt x="83900" y="6050"/>
                </a:lnTo>
                <a:lnTo>
                  <a:pt x="85599" y="3993"/>
                </a:lnTo>
                <a:lnTo>
                  <a:pt x="87056" y="2178"/>
                </a:lnTo>
                <a:lnTo>
                  <a:pt x="88149" y="968"/>
                </a:lnTo>
                <a:lnTo>
                  <a:pt x="88878" y="242"/>
                </a:lnTo>
                <a:close/>
                <a:moveTo>
                  <a:pt x="18053" y="0"/>
                </a:moveTo>
                <a:lnTo>
                  <a:pt x="18174" y="242"/>
                </a:lnTo>
                <a:lnTo>
                  <a:pt x="18896" y="969"/>
                </a:lnTo>
                <a:lnTo>
                  <a:pt x="19859" y="2181"/>
                </a:lnTo>
                <a:lnTo>
                  <a:pt x="21062" y="3878"/>
                </a:lnTo>
                <a:lnTo>
                  <a:pt x="22747" y="5695"/>
                </a:lnTo>
                <a:lnTo>
                  <a:pt x="24312" y="7997"/>
                </a:lnTo>
                <a:lnTo>
                  <a:pt x="26117" y="10421"/>
                </a:lnTo>
                <a:lnTo>
                  <a:pt x="27923" y="13087"/>
                </a:lnTo>
                <a:lnTo>
                  <a:pt x="29728" y="15873"/>
                </a:lnTo>
                <a:lnTo>
                  <a:pt x="31293" y="18782"/>
                </a:lnTo>
                <a:lnTo>
                  <a:pt x="32978" y="21690"/>
                </a:lnTo>
                <a:lnTo>
                  <a:pt x="34181" y="24719"/>
                </a:lnTo>
                <a:lnTo>
                  <a:pt x="35144" y="27627"/>
                </a:lnTo>
                <a:lnTo>
                  <a:pt x="35866" y="30414"/>
                </a:lnTo>
                <a:lnTo>
                  <a:pt x="35987" y="33080"/>
                </a:lnTo>
                <a:lnTo>
                  <a:pt x="35746" y="36715"/>
                </a:lnTo>
                <a:lnTo>
                  <a:pt x="34663" y="40229"/>
                </a:lnTo>
                <a:lnTo>
                  <a:pt x="32978" y="43258"/>
                </a:lnTo>
                <a:lnTo>
                  <a:pt x="30811" y="45924"/>
                </a:lnTo>
                <a:lnTo>
                  <a:pt x="28163" y="48105"/>
                </a:lnTo>
                <a:lnTo>
                  <a:pt x="24914" y="49801"/>
                </a:lnTo>
                <a:lnTo>
                  <a:pt x="21664" y="50892"/>
                </a:lnTo>
                <a:lnTo>
                  <a:pt x="18053" y="51255"/>
                </a:lnTo>
                <a:lnTo>
                  <a:pt x="14322" y="50892"/>
                </a:lnTo>
                <a:lnTo>
                  <a:pt x="10952" y="49801"/>
                </a:lnTo>
                <a:lnTo>
                  <a:pt x="7943" y="48105"/>
                </a:lnTo>
                <a:lnTo>
                  <a:pt x="5295" y="45924"/>
                </a:lnTo>
                <a:lnTo>
                  <a:pt x="3009" y="43258"/>
                </a:lnTo>
                <a:lnTo>
                  <a:pt x="1444" y="40229"/>
                </a:lnTo>
                <a:lnTo>
                  <a:pt x="361" y="36715"/>
                </a:lnTo>
                <a:lnTo>
                  <a:pt x="0" y="33080"/>
                </a:lnTo>
                <a:lnTo>
                  <a:pt x="240" y="30414"/>
                </a:lnTo>
                <a:lnTo>
                  <a:pt x="963" y="27627"/>
                </a:lnTo>
                <a:lnTo>
                  <a:pt x="1805" y="24719"/>
                </a:lnTo>
                <a:lnTo>
                  <a:pt x="3129" y="21690"/>
                </a:lnTo>
                <a:lnTo>
                  <a:pt x="4694" y="18782"/>
                </a:lnTo>
                <a:lnTo>
                  <a:pt x="6379" y="15873"/>
                </a:lnTo>
                <a:lnTo>
                  <a:pt x="8064" y="13087"/>
                </a:lnTo>
                <a:lnTo>
                  <a:pt x="9989" y="10421"/>
                </a:lnTo>
                <a:lnTo>
                  <a:pt x="11674" y="7997"/>
                </a:lnTo>
                <a:lnTo>
                  <a:pt x="13359" y="5695"/>
                </a:lnTo>
                <a:lnTo>
                  <a:pt x="14924" y="3878"/>
                </a:lnTo>
                <a:lnTo>
                  <a:pt x="16248" y="2181"/>
                </a:lnTo>
                <a:lnTo>
                  <a:pt x="17091" y="969"/>
                </a:lnTo>
                <a:lnTo>
                  <a:pt x="17813" y="242"/>
                </a:lnTo>
                <a:close/>
              </a:path>
            </a:pathLst>
          </a:custGeom>
          <a:solidFill>
            <a:srgbClr val="AE0D1D"/>
          </a:solidFill>
          <a:ln>
            <a:noFill/>
          </a:ln>
        </p:spPr>
        <p:txBody>
          <a:bodyPr lIns="182880" tIns="91440" rIns="182880" bIns="91440"/>
          <a:lstStyle/>
          <a:p>
            <a:pPr defTabSz="1828800"/>
            <a:endParaRPr lang="ru-RU" dirty="0">
              <a:solidFill>
                <a:prstClr val="black"/>
              </a:solidFill>
              <a:latin typeface="Arial" panose="020B0604020202020204"/>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圆角 4"/>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6096000" y="2248071"/>
            <a:ext cx="1723549"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4000" dirty="0">
                <a:solidFill>
                  <a:schemeClr val="tx1">
                    <a:lumMod val="75000"/>
                    <a:lumOff val="25000"/>
                  </a:schemeClr>
                </a:solidFill>
                <a:latin typeface="等线" panose="02010600030101010101" pitchFamily="2" charset="-122"/>
                <a:ea typeface="等线" panose="02010600030101010101" pitchFamily="2" charset="-122"/>
              </a:rPr>
              <a:t>四</a:t>
            </a:r>
            <a:r>
              <a:rPr kumimoji="0" lang="zh-CN" altLang="en-US" sz="4000" b="0"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3" name="文本框 2"/>
          <p:cNvSpPr txBox="1"/>
          <p:nvPr/>
        </p:nvSpPr>
        <p:spPr>
          <a:xfrm>
            <a:off x="6096000" y="3110451"/>
            <a:ext cx="3324656" cy="830997"/>
          </a:xfrm>
          <a:prstGeom prst="rect">
            <a:avLst/>
          </a:prstGeom>
          <a:noFill/>
        </p:spPr>
        <p:txBody>
          <a:bodyPr wrap="square" rtlCol="0">
            <a:spAutoFit/>
          </a:bodyPr>
          <a:lstStyle/>
          <a:p>
            <a:pPr lvl="0" algn="dist">
              <a:defRPr/>
            </a:pPr>
            <a:r>
              <a:rPr lang="zh-CN" altLang="en-US" sz="4800" b="1" dirty="0">
                <a:solidFill>
                  <a:schemeClr val="tx1">
                    <a:lumMod val="75000"/>
                    <a:lumOff val="25000"/>
                  </a:schemeClr>
                </a:solidFill>
                <a:latin typeface="等线" panose="02010600030101010101" pitchFamily="2" charset="-122"/>
                <a:ea typeface="等线" panose="02010600030101010101" pitchFamily="2" charset="-122"/>
              </a:rPr>
              <a:t>研究结果</a:t>
            </a:r>
          </a:p>
        </p:txBody>
      </p:sp>
      <p:sp>
        <p:nvSpPr>
          <p:cNvPr id="6" name="文本框 5"/>
          <p:cNvSpPr txBox="1"/>
          <p:nvPr/>
        </p:nvSpPr>
        <p:spPr>
          <a:xfrm>
            <a:off x="6096000" y="4249393"/>
            <a:ext cx="3717000"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RESULTS</a:t>
            </a:r>
          </a:p>
        </p:txBody>
      </p:sp>
      <p:pic>
        <p:nvPicPr>
          <p:cNvPr id="10" name="Picture 9" descr="118-苏州大学-logo.png"/>
          <p:cNvPicPr>
            <a:picLocks noChangeAspect="1"/>
          </p:cNvPicPr>
          <p:nvPr/>
        </p:nvPicPr>
        <p:blipFill>
          <a:blip r:embed="rId3"/>
          <a:stretch>
            <a:fillRect/>
          </a:stretch>
        </p:blipFill>
        <p:spPr>
          <a:xfrm>
            <a:off x="1758882" y="1922085"/>
            <a:ext cx="2851218" cy="28512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文本框 3"/>
          <p:cNvSpPr txBox="1"/>
          <p:nvPr/>
        </p:nvSpPr>
        <p:spPr>
          <a:xfrm>
            <a:off x="797412" y="760357"/>
            <a:ext cx="9541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第</a:t>
            </a: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四</a:t>
            </a:r>
            <a:r>
              <a:rPr kumimoji="0" lang="zh-CN" altLang="en-US" sz="2000" b="1" i="0" u="none" strike="noStrike" kern="1200" cap="none" spc="0" normalizeH="0" baseline="0" noProof="0" dirty="0">
                <a:ln>
                  <a:noFill/>
                </a:ln>
                <a:solidFill>
                  <a:schemeClr val="tx1">
                    <a:lumMod val="75000"/>
                    <a:lumOff val="25000"/>
                  </a:schemeClr>
                </a:solidFill>
                <a:effectLst/>
                <a:uLnTx/>
                <a:uFillTx/>
                <a:latin typeface="等线" panose="02010600030101010101" pitchFamily="2" charset="-122"/>
                <a:ea typeface="等线" panose="02010600030101010101" pitchFamily="2" charset="-122"/>
              </a:rPr>
              <a:t>章</a:t>
            </a:r>
          </a:p>
        </p:txBody>
      </p:sp>
      <p:sp>
        <p:nvSpPr>
          <p:cNvPr id="5" name="文本框 4"/>
          <p:cNvSpPr txBox="1"/>
          <p:nvPr/>
        </p:nvSpPr>
        <p:spPr>
          <a:xfrm>
            <a:off x="1929635" y="760357"/>
            <a:ext cx="1210588" cy="400110"/>
          </a:xfrm>
          <a:prstGeom prst="rect">
            <a:avLst/>
          </a:prstGeom>
          <a:noFill/>
        </p:spPr>
        <p:txBody>
          <a:bodyPr wrap="none" rtlCol="0">
            <a:spAutoFit/>
          </a:bodyPr>
          <a:lstStyle/>
          <a:p>
            <a:pPr lvl="0">
              <a:defRPr/>
            </a:pPr>
            <a:r>
              <a:rPr lang="zh-CN" altLang="en-US" sz="2000" b="1" dirty="0">
                <a:solidFill>
                  <a:schemeClr val="tx1">
                    <a:lumMod val="75000"/>
                    <a:lumOff val="25000"/>
                  </a:schemeClr>
                </a:solidFill>
                <a:latin typeface="等线" panose="02010600030101010101" pitchFamily="2" charset="-122"/>
                <a:ea typeface="等线" panose="02010600030101010101" pitchFamily="2" charset="-122"/>
              </a:rPr>
              <a:t>研究结果</a:t>
            </a:r>
          </a:p>
        </p:txBody>
      </p:sp>
      <p:sp>
        <p:nvSpPr>
          <p:cNvPr id="6" name="文本框 5"/>
          <p:cNvSpPr txBox="1"/>
          <p:nvPr/>
        </p:nvSpPr>
        <p:spPr>
          <a:xfrm>
            <a:off x="3318339" y="791135"/>
            <a:ext cx="2777661" cy="369332"/>
          </a:xfrm>
          <a:prstGeom prst="rect">
            <a:avLst/>
          </a:prstGeom>
          <a:noFill/>
        </p:spPr>
        <p:txBody>
          <a:bodyPr wrap="square" rtlCol="0">
            <a:spAutoFit/>
          </a:bodyPr>
          <a:lstStyle/>
          <a:p>
            <a:pPr lvl="0" algn="dist">
              <a:defRPr/>
            </a:pPr>
            <a:r>
              <a:rPr lang="en-US" altLang="zh-CN" dirty="0">
                <a:solidFill/>
                <a:latin typeface="等线" panose="02010600030101010101" pitchFamily="2" charset="-122"/>
                <a:ea typeface="等线" panose="02010600030101010101" pitchFamily="2" charset="-122"/>
              </a:rPr>
              <a:t>RESEARCH RESULTS</a:t>
            </a:r>
          </a:p>
        </p:txBody>
      </p:sp>
      <p:cxnSp>
        <p:nvCxnSpPr>
          <p:cNvPr id="7" name="直接连接符 6"/>
          <p:cNvCxnSpPr/>
          <p:nvPr/>
        </p:nvCxnSpPr>
        <p:spPr>
          <a:xfrm>
            <a:off x="1842505" y="910273"/>
            <a:ext cx="0" cy="1310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矩形: 圆角 54"/>
          <p:cNvSpPr/>
          <p:nvPr/>
        </p:nvSpPr>
        <p:spPr>
          <a:xfrm>
            <a:off x="602342" y="3700066"/>
            <a:ext cx="10987315" cy="420914"/>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6" name="椭圆 55"/>
          <p:cNvSpPr/>
          <p:nvPr/>
        </p:nvSpPr>
        <p:spPr>
          <a:xfrm>
            <a:off x="2095092" y="3514530"/>
            <a:ext cx="804998" cy="804998"/>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7" name="椭圆 56"/>
          <p:cNvSpPr/>
          <p:nvPr/>
        </p:nvSpPr>
        <p:spPr>
          <a:xfrm>
            <a:off x="3894296" y="3521515"/>
            <a:ext cx="804998" cy="804998"/>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8" name="椭圆 57"/>
          <p:cNvSpPr/>
          <p:nvPr/>
        </p:nvSpPr>
        <p:spPr>
          <a:xfrm>
            <a:off x="5693500" y="3514530"/>
            <a:ext cx="804998" cy="804998"/>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9" name="椭圆 58"/>
          <p:cNvSpPr/>
          <p:nvPr/>
        </p:nvSpPr>
        <p:spPr>
          <a:xfrm>
            <a:off x="7491950" y="3514530"/>
            <a:ext cx="804998" cy="804998"/>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0" name="椭圆 59"/>
          <p:cNvSpPr/>
          <p:nvPr/>
        </p:nvSpPr>
        <p:spPr>
          <a:xfrm>
            <a:off x="9339554" y="3514530"/>
            <a:ext cx="804998" cy="804998"/>
          </a:xfrm>
          <a:prstGeom prst="ellipse">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1" name="Oval 41"/>
          <p:cNvSpPr/>
          <p:nvPr/>
        </p:nvSpPr>
        <p:spPr>
          <a:xfrm>
            <a:off x="2306237" y="3646499"/>
            <a:ext cx="486728" cy="565980"/>
          </a:xfrm>
          <a:custGeom>
            <a:avLst/>
            <a:gdLst>
              <a:gd name="connsiteX0" fmla="*/ 378023 w 518913"/>
              <a:gd name="connsiteY0" fmla="*/ 295528 h 603405"/>
              <a:gd name="connsiteX1" fmla="*/ 389714 w 518913"/>
              <a:gd name="connsiteY1" fmla="*/ 297650 h 603405"/>
              <a:gd name="connsiteX2" fmla="*/ 497817 w 518913"/>
              <a:gd name="connsiteY2" fmla="*/ 338882 h 603405"/>
              <a:gd name="connsiteX3" fmla="*/ 518770 w 518913"/>
              <a:gd name="connsiteY3" fmla="*/ 372687 h 603405"/>
              <a:gd name="connsiteX4" fmla="*/ 378023 w 518913"/>
              <a:gd name="connsiteY4" fmla="*/ 603405 h 603405"/>
              <a:gd name="connsiteX5" fmla="*/ 237276 w 518913"/>
              <a:gd name="connsiteY5" fmla="*/ 372687 h 603405"/>
              <a:gd name="connsiteX6" fmla="*/ 258076 w 518913"/>
              <a:gd name="connsiteY6" fmla="*/ 338882 h 603405"/>
              <a:gd name="connsiteX7" fmla="*/ 366332 w 518913"/>
              <a:gd name="connsiteY7" fmla="*/ 297650 h 603405"/>
              <a:gd name="connsiteX8" fmla="*/ 378023 w 518913"/>
              <a:gd name="connsiteY8" fmla="*/ 295528 h 603405"/>
              <a:gd name="connsiteX9" fmla="*/ 125844 w 518913"/>
              <a:gd name="connsiteY9" fmla="*/ 247120 h 603405"/>
              <a:gd name="connsiteX10" fmla="*/ 193856 w 518913"/>
              <a:gd name="connsiteY10" fmla="*/ 267286 h 603405"/>
              <a:gd name="connsiteX11" fmla="*/ 261716 w 518913"/>
              <a:gd name="connsiteY11" fmla="*/ 247120 h 603405"/>
              <a:gd name="connsiteX12" fmla="*/ 309992 w 518913"/>
              <a:gd name="connsiteY12" fmla="*/ 275777 h 603405"/>
              <a:gd name="connsiteX13" fmla="*/ 243650 w 518913"/>
              <a:gd name="connsiteY13" fmla="*/ 301098 h 603405"/>
              <a:gd name="connsiteX14" fmla="*/ 196892 w 518913"/>
              <a:gd name="connsiteY14" fmla="*/ 376607 h 603405"/>
              <a:gd name="connsiteX15" fmla="*/ 246687 w 518913"/>
              <a:gd name="connsiteY15" fmla="*/ 539755 h 603405"/>
              <a:gd name="connsiteX16" fmla="*/ 28988 w 518913"/>
              <a:gd name="connsiteY16" fmla="*/ 539755 h 603405"/>
              <a:gd name="connsiteX17" fmla="*/ 7127 w 518913"/>
              <a:gd name="connsiteY17" fmla="*/ 529899 h 603405"/>
              <a:gd name="connsiteX18" fmla="*/ 295 w 518913"/>
              <a:gd name="connsiteY18" fmla="*/ 507004 h 603405"/>
              <a:gd name="connsiteX19" fmla="*/ 16236 w 518913"/>
              <a:gd name="connsiteY19" fmla="*/ 387069 h 603405"/>
              <a:gd name="connsiteX20" fmla="*/ 125844 w 518913"/>
              <a:gd name="connsiteY20" fmla="*/ 247120 h 603405"/>
              <a:gd name="connsiteX21" fmla="*/ 193771 w 518913"/>
              <a:gd name="connsiteY21" fmla="*/ 0 h 603405"/>
              <a:gd name="connsiteX22" fmla="*/ 289952 w 518913"/>
              <a:gd name="connsiteY22" fmla="*/ 113399 h 603405"/>
              <a:gd name="connsiteX23" fmla="*/ 193771 w 518913"/>
              <a:gd name="connsiteY23" fmla="*/ 226798 h 603405"/>
              <a:gd name="connsiteX24" fmla="*/ 97590 w 518913"/>
              <a:gd name="connsiteY24" fmla="*/ 113399 h 603405"/>
              <a:gd name="connsiteX25" fmla="*/ 193771 w 518913"/>
              <a:gd name="connsiteY25" fmla="*/ 0 h 60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8913" h="603405">
                <a:moveTo>
                  <a:pt x="378023" y="295528"/>
                </a:moveTo>
                <a:cubicBezTo>
                  <a:pt x="381970" y="295528"/>
                  <a:pt x="385918" y="296134"/>
                  <a:pt x="389714" y="297650"/>
                </a:cubicBezTo>
                <a:lnTo>
                  <a:pt x="497817" y="338882"/>
                </a:lnTo>
                <a:cubicBezTo>
                  <a:pt x="511634" y="344188"/>
                  <a:pt x="520136" y="357983"/>
                  <a:pt x="518770" y="372687"/>
                </a:cubicBezTo>
                <a:cubicBezTo>
                  <a:pt x="509356" y="468491"/>
                  <a:pt x="449990" y="603405"/>
                  <a:pt x="378023" y="603405"/>
                </a:cubicBezTo>
                <a:cubicBezTo>
                  <a:pt x="305903" y="603405"/>
                  <a:pt x="246689" y="468491"/>
                  <a:pt x="237276" y="372687"/>
                </a:cubicBezTo>
                <a:cubicBezTo>
                  <a:pt x="235757" y="357983"/>
                  <a:pt x="244260" y="344188"/>
                  <a:pt x="258076" y="338882"/>
                </a:cubicBezTo>
                <a:lnTo>
                  <a:pt x="366332" y="297650"/>
                </a:lnTo>
                <a:cubicBezTo>
                  <a:pt x="370127" y="296134"/>
                  <a:pt x="374075" y="295528"/>
                  <a:pt x="378023" y="295528"/>
                </a:cubicBezTo>
                <a:close/>
                <a:moveTo>
                  <a:pt x="125844" y="247120"/>
                </a:moveTo>
                <a:cubicBezTo>
                  <a:pt x="146338" y="260160"/>
                  <a:pt x="169414" y="267286"/>
                  <a:pt x="193856" y="267286"/>
                </a:cubicBezTo>
                <a:cubicBezTo>
                  <a:pt x="218145" y="267286"/>
                  <a:pt x="241373" y="260160"/>
                  <a:pt x="261716" y="247120"/>
                </a:cubicBezTo>
                <a:cubicBezTo>
                  <a:pt x="279326" y="253943"/>
                  <a:pt x="295570" y="263799"/>
                  <a:pt x="309992" y="275777"/>
                </a:cubicBezTo>
                <a:lnTo>
                  <a:pt x="243650" y="301098"/>
                </a:lnTo>
                <a:cubicBezTo>
                  <a:pt x="212832" y="312773"/>
                  <a:pt x="193704" y="343856"/>
                  <a:pt x="196892" y="376607"/>
                </a:cubicBezTo>
                <a:cubicBezTo>
                  <a:pt x="202205" y="430434"/>
                  <a:pt x="220726" y="491084"/>
                  <a:pt x="246687" y="539755"/>
                </a:cubicBezTo>
                <a:lnTo>
                  <a:pt x="28988" y="539755"/>
                </a:lnTo>
                <a:cubicBezTo>
                  <a:pt x="20638" y="539755"/>
                  <a:pt x="12744" y="536116"/>
                  <a:pt x="7127" y="529899"/>
                </a:cubicBezTo>
                <a:cubicBezTo>
                  <a:pt x="1662" y="523683"/>
                  <a:pt x="-919" y="515343"/>
                  <a:pt x="295" y="507004"/>
                </a:cubicBezTo>
                <a:lnTo>
                  <a:pt x="16236" y="387069"/>
                </a:lnTo>
                <a:cubicBezTo>
                  <a:pt x="24737" y="322326"/>
                  <a:pt x="68155" y="269712"/>
                  <a:pt x="125844" y="247120"/>
                </a:cubicBezTo>
                <a:close/>
                <a:moveTo>
                  <a:pt x="193771" y="0"/>
                </a:moveTo>
                <a:cubicBezTo>
                  <a:pt x="246890" y="0"/>
                  <a:pt x="289952" y="50770"/>
                  <a:pt x="289952" y="113399"/>
                </a:cubicBezTo>
                <a:cubicBezTo>
                  <a:pt x="289952" y="176028"/>
                  <a:pt x="246890" y="226798"/>
                  <a:pt x="193771" y="226798"/>
                </a:cubicBezTo>
                <a:cubicBezTo>
                  <a:pt x="140652" y="226798"/>
                  <a:pt x="97590" y="176028"/>
                  <a:pt x="97590" y="113399"/>
                </a:cubicBezTo>
                <a:cubicBezTo>
                  <a:pt x="97590" y="50770"/>
                  <a:pt x="140652" y="0"/>
                  <a:pt x="19377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2" name="Oval 42"/>
          <p:cNvSpPr/>
          <p:nvPr/>
        </p:nvSpPr>
        <p:spPr>
          <a:xfrm>
            <a:off x="4051504" y="3672479"/>
            <a:ext cx="489828" cy="489100"/>
          </a:xfrm>
          <a:custGeom>
            <a:avLst/>
            <a:gdLst>
              <a:gd name="connsiteX0" fmla="*/ 230361 w 580770"/>
              <a:gd name="connsiteY0" fmla="*/ 287695 h 579907"/>
              <a:gd name="connsiteX1" fmla="*/ 243264 w 580770"/>
              <a:gd name="connsiteY1" fmla="*/ 289117 h 579907"/>
              <a:gd name="connsiteX2" fmla="*/ 242997 w 580770"/>
              <a:gd name="connsiteY2" fmla="*/ 291783 h 579907"/>
              <a:gd name="connsiteX3" fmla="*/ 210872 w 580770"/>
              <a:gd name="connsiteY3" fmla="*/ 323867 h 579907"/>
              <a:gd name="connsiteX4" fmla="*/ 210872 w 580770"/>
              <a:gd name="connsiteY4" fmla="*/ 369371 h 579907"/>
              <a:gd name="connsiteX5" fmla="*/ 233653 w 580770"/>
              <a:gd name="connsiteY5" fmla="*/ 378792 h 579907"/>
              <a:gd name="connsiteX6" fmla="*/ 256346 w 580770"/>
              <a:gd name="connsiteY6" fmla="*/ 369371 h 579907"/>
              <a:gd name="connsiteX7" fmla="*/ 288560 w 580770"/>
              <a:gd name="connsiteY7" fmla="*/ 337287 h 579907"/>
              <a:gd name="connsiteX8" fmla="*/ 291229 w 580770"/>
              <a:gd name="connsiteY8" fmla="*/ 336932 h 579907"/>
              <a:gd name="connsiteX9" fmla="*/ 292564 w 580770"/>
              <a:gd name="connsiteY9" fmla="*/ 349907 h 579907"/>
              <a:gd name="connsiteX10" fmla="*/ 230361 w 580770"/>
              <a:gd name="connsiteY10" fmla="*/ 412031 h 579907"/>
              <a:gd name="connsiteX11" fmla="*/ 168157 w 580770"/>
              <a:gd name="connsiteY11" fmla="*/ 349907 h 579907"/>
              <a:gd name="connsiteX12" fmla="*/ 230361 w 580770"/>
              <a:gd name="connsiteY12" fmla="*/ 287695 h 579907"/>
              <a:gd name="connsiteX13" fmla="*/ 230396 w 580770"/>
              <a:gd name="connsiteY13" fmla="*/ 207110 h 579907"/>
              <a:gd name="connsiteX14" fmla="*/ 295016 w 580770"/>
              <a:gd name="connsiteY14" fmla="*/ 222661 h 579907"/>
              <a:gd name="connsiteX15" fmla="*/ 264397 w 580770"/>
              <a:gd name="connsiteY15" fmla="*/ 253228 h 579907"/>
              <a:gd name="connsiteX16" fmla="*/ 230396 w 580770"/>
              <a:gd name="connsiteY16" fmla="*/ 247008 h 579907"/>
              <a:gd name="connsiteX17" fmla="*/ 127413 w 580770"/>
              <a:gd name="connsiteY17" fmla="*/ 349908 h 579907"/>
              <a:gd name="connsiteX18" fmla="*/ 230396 w 580770"/>
              <a:gd name="connsiteY18" fmla="*/ 452720 h 579907"/>
              <a:gd name="connsiteX19" fmla="*/ 333468 w 580770"/>
              <a:gd name="connsiteY19" fmla="*/ 349908 h 579907"/>
              <a:gd name="connsiteX20" fmla="*/ 327148 w 580770"/>
              <a:gd name="connsiteY20" fmla="*/ 315875 h 579907"/>
              <a:gd name="connsiteX21" fmla="*/ 357856 w 580770"/>
              <a:gd name="connsiteY21" fmla="*/ 285307 h 579907"/>
              <a:gd name="connsiteX22" fmla="*/ 373432 w 580770"/>
              <a:gd name="connsiteY22" fmla="*/ 349908 h 579907"/>
              <a:gd name="connsiteX23" fmla="*/ 230396 w 580770"/>
              <a:gd name="connsiteY23" fmla="*/ 492618 h 579907"/>
              <a:gd name="connsiteX24" fmla="*/ 87360 w 580770"/>
              <a:gd name="connsiteY24" fmla="*/ 349908 h 579907"/>
              <a:gd name="connsiteX25" fmla="*/ 230396 w 580770"/>
              <a:gd name="connsiteY25" fmla="*/ 207110 h 579907"/>
              <a:gd name="connsiteX26" fmla="*/ 230361 w 580770"/>
              <a:gd name="connsiteY26" fmla="*/ 119820 h 579907"/>
              <a:gd name="connsiteX27" fmla="*/ 358804 w 580770"/>
              <a:gd name="connsiteY27" fmla="*/ 159012 h 579907"/>
              <a:gd name="connsiteX28" fmla="*/ 329698 w 580770"/>
              <a:gd name="connsiteY28" fmla="*/ 187984 h 579907"/>
              <a:gd name="connsiteX29" fmla="*/ 230361 w 580770"/>
              <a:gd name="connsiteY29" fmla="*/ 159812 h 579907"/>
              <a:gd name="connsiteX30" fmla="*/ 39966 w 580770"/>
              <a:gd name="connsiteY30" fmla="*/ 349908 h 579907"/>
              <a:gd name="connsiteX31" fmla="*/ 230361 w 580770"/>
              <a:gd name="connsiteY31" fmla="*/ 539915 h 579907"/>
              <a:gd name="connsiteX32" fmla="*/ 420756 w 580770"/>
              <a:gd name="connsiteY32" fmla="*/ 349908 h 579907"/>
              <a:gd name="connsiteX33" fmla="*/ 392451 w 580770"/>
              <a:gd name="connsiteY33" fmla="*/ 250728 h 579907"/>
              <a:gd name="connsiteX34" fmla="*/ 421557 w 580770"/>
              <a:gd name="connsiteY34" fmla="*/ 221667 h 579907"/>
              <a:gd name="connsiteX35" fmla="*/ 460722 w 580770"/>
              <a:gd name="connsiteY35" fmla="*/ 349908 h 579907"/>
              <a:gd name="connsiteX36" fmla="*/ 230361 w 580770"/>
              <a:gd name="connsiteY36" fmla="*/ 579907 h 579907"/>
              <a:gd name="connsiteX37" fmla="*/ 0 w 580770"/>
              <a:gd name="connsiteY37" fmla="*/ 349908 h 579907"/>
              <a:gd name="connsiteX38" fmla="*/ 230361 w 580770"/>
              <a:gd name="connsiteY38" fmla="*/ 119820 h 579907"/>
              <a:gd name="connsiteX39" fmla="*/ 491248 w 580770"/>
              <a:gd name="connsiteY39" fmla="*/ 0 h 579907"/>
              <a:gd name="connsiteX40" fmla="*/ 493651 w 580770"/>
              <a:gd name="connsiteY40" fmla="*/ 356 h 579907"/>
              <a:gd name="connsiteX41" fmla="*/ 498813 w 580770"/>
              <a:gd name="connsiteY41" fmla="*/ 6489 h 579907"/>
              <a:gd name="connsiteX42" fmla="*/ 508781 w 580770"/>
              <a:gd name="connsiteY42" fmla="*/ 72707 h 579907"/>
              <a:gd name="connsiteX43" fmla="*/ 574198 w 580770"/>
              <a:gd name="connsiteY43" fmla="*/ 81773 h 579907"/>
              <a:gd name="connsiteX44" fmla="*/ 580339 w 580770"/>
              <a:gd name="connsiteY44" fmla="*/ 87018 h 579907"/>
              <a:gd name="connsiteX45" fmla="*/ 578470 w 580770"/>
              <a:gd name="connsiteY45" fmla="*/ 94750 h 579907"/>
              <a:gd name="connsiteX46" fmla="*/ 507980 w 580770"/>
              <a:gd name="connsiteY46" fmla="*/ 165235 h 579907"/>
              <a:gd name="connsiteX47" fmla="*/ 502551 w 580770"/>
              <a:gd name="connsiteY47" fmla="*/ 167458 h 579907"/>
              <a:gd name="connsiteX48" fmla="*/ 501394 w 580770"/>
              <a:gd name="connsiteY48" fmla="*/ 167458 h 579907"/>
              <a:gd name="connsiteX49" fmla="*/ 454490 w 580770"/>
              <a:gd name="connsiteY49" fmla="*/ 160525 h 579907"/>
              <a:gd name="connsiteX50" fmla="*/ 304343 w 580770"/>
              <a:gd name="connsiteY50" fmla="*/ 310561 h 579907"/>
              <a:gd name="connsiteX51" fmla="*/ 287610 w 580770"/>
              <a:gd name="connsiteY51" fmla="*/ 317316 h 579907"/>
              <a:gd name="connsiteX52" fmla="*/ 281113 w 580770"/>
              <a:gd name="connsiteY52" fmla="*/ 316516 h 579907"/>
              <a:gd name="connsiteX53" fmla="*/ 242308 w 580770"/>
              <a:gd name="connsiteY53" fmla="*/ 355270 h 579907"/>
              <a:gd name="connsiteX54" fmla="*/ 233675 w 580770"/>
              <a:gd name="connsiteY54" fmla="*/ 358825 h 579907"/>
              <a:gd name="connsiteX55" fmla="*/ 225041 w 580770"/>
              <a:gd name="connsiteY55" fmla="*/ 355270 h 579907"/>
              <a:gd name="connsiteX56" fmla="*/ 225041 w 580770"/>
              <a:gd name="connsiteY56" fmla="*/ 338026 h 579907"/>
              <a:gd name="connsiteX57" fmla="*/ 263846 w 580770"/>
              <a:gd name="connsiteY57" fmla="*/ 299273 h 579907"/>
              <a:gd name="connsiteX58" fmla="*/ 269810 w 580770"/>
              <a:gd name="connsiteY58" fmla="*/ 276074 h 579907"/>
              <a:gd name="connsiteX59" fmla="*/ 420046 w 580770"/>
              <a:gd name="connsiteY59" fmla="*/ 126127 h 579907"/>
              <a:gd name="connsiteX60" fmla="*/ 413104 w 580770"/>
              <a:gd name="connsiteY60" fmla="*/ 79196 h 579907"/>
              <a:gd name="connsiteX61" fmla="*/ 415240 w 580770"/>
              <a:gd name="connsiteY61" fmla="*/ 72707 h 579907"/>
              <a:gd name="connsiteX62" fmla="*/ 485819 w 580770"/>
              <a:gd name="connsiteY62" fmla="*/ 2222 h 579907"/>
              <a:gd name="connsiteX63" fmla="*/ 491248 w 580770"/>
              <a:gd name="connsiteY63" fmla="*/ 0 h 579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80770" h="579907">
                <a:moveTo>
                  <a:pt x="230361" y="287695"/>
                </a:moveTo>
                <a:cubicBezTo>
                  <a:pt x="234810" y="287695"/>
                  <a:pt x="239082" y="288228"/>
                  <a:pt x="243264" y="289117"/>
                </a:cubicBezTo>
                <a:cubicBezTo>
                  <a:pt x="243175" y="290006"/>
                  <a:pt x="242997" y="290894"/>
                  <a:pt x="242997" y="291783"/>
                </a:cubicBezTo>
                <a:lnTo>
                  <a:pt x="210872" y="323867"/>
                </a:lnTo>
                <a:cubicBezTo>
                  <a:pt x="198324" y="336398"/>
                  <a:pt x="198324" y="356840"/>
                  <a:pt x="210872" y="369371"/>
                </a:cubicBezTo>
                <a:cubicBezTo>
                  <a:pt x="217012" y="375415"/>
                  <a:pt x="225110" y="378792"/>
                  <a:pt x="233653" y="378792"/>
                </a:cubicBezTo>
                <a:cubicBezTo>
                  <a:pt x="242196" y="378792"/>
                  <a:pt x="250294" y="375415"/>
                  <a:pt x="256346" y="369371"/>
                </a:cubicBezTo>
                <a:lnTo>
                  <a:pt x="288560" y="337287"/>
                </a:lnTo>
                <a:cubicBezTo>
                  <a:pt x="289450" y="337198"/>
                  <a:pt x="290340" y="337021"/>
                  <a:pt x="291229" y="336932"/>
                </a:cubicBezTo>
                <a:cubicBezTo>
                  <a:pt x="292119" y="341109"/>
                  <a:pt x="292564" y="345464"/>
                  <a:pt x="292564" y="349907"/>
                </a:cubicBezTo>
                <a:cubicBezTo>
                  <a:pt x="292564" y="384213"/>
                  <a:pt x="264711" y="412031"/>
                  <a:pt x="230361" y="412031"/>
                </a:cubicBezTo>
                <a:cubicBezTo>
                  <a:pt x="196010" y="412031"/>
                  <a:pt x="168157" y="384213"/>
                  <a:pt x="168157" y="349907"/>
                </a:cubicBezTo>
                <a:cubicBezTo>
                  <a:pt x="168157" y="315602"/>
                  <a:pt x="196010" y="287695"/>
                  <a:pt x="230361" y="287695"/>
                </a:cubicBezTo>
                <a:close/>
                <a:moveTo>
                  <a:pt x="230396" y="207110"/>
                </a:moveTo>
                <a:cubicBezTo>
                  <a:pt x="253716" y="207110"/>
                  <a:pt x="275612" y="212797"/>
                  <a:pt x="295016" y="222661"/>
                </a:cubicBezTo>
                <a:lnTo>
                  <a:pt x="264397" y="253228"/>
                </a:lnTo>
                <a:cubicBezTo>
                  <a:pt x="253716" y="249496"/>
                  <a:pt x="242412" y="247008"/>
                  <a:pt x="230396" y="247008"/>
                </a:cubicBezTo>
                <a:cubicBezTo>
                  <a:pt x="173609" y="247008"/>
                  <a:pt x="127413" y="293127"/>
                  <a:pt x="127413" y="349908"/>
                </a:cubicBezTo>
                <a:cubicBezTo>
                  <a:pt x="127413" y="406601"/>
                  <a:pt x="173609" y="452720"/>
                  <a:pt x="230396" y="452720"/>
                </a:cubicBezTo>
                <a:cubicBezTo>
                  <a:pt x="287183" y="452720"/>
                  <a:pt x="333468" y="406601"/>
                  <a:pt x="333468" y="349908"/>
                </a:cubicBezTo>
                <a:cubicBezTo>
                  <a:pt x="333468" y="337912"/>
                  <a:pt x="330975" y="326627"/>
                  <a:pt x="327148" y="315875"/>
                </a:cubicBezTo>
                <a:lnTo>
                  <a:pt x="357856" y="285307"/>
                </a:lnTo>
                <a:cubicBezTo>
                  <a:pt x="367736" y="304767"/>
                  <a:pt x="373432" y="326627"/>
                  <a:pt x="373432" y="349908"/>
                </a:cubicBezTo>
                <a:cubicBezTo>
                  <a:pt x="373432" y="428639"/>
                  <a:pt x="309257" y="492618"/>
                  <a:pt x="230396" y="492618"/>
                </a:cubicBezTo>
                <a:cubicBezTo>
                  <a:pt x="151535" y="492618"/>
                  <a:pt x="87360" y="428639"/>
                  <a:pt x="87360" y="349908"/>
                </a:cubicBezTo>
                <a:cubicBezTo>
                  <a:pt x="87360" y="271089"/>
                  <a:pt x="151535" y="207110"/>
                  <a:pt x="230396" y="207110"/>
                </a:cubicBezTo>
                <a:close/>
                <a:moveTo>
                  <a:pt x="230361" y="119820"/>
                </a:moveTo>
                <a:cubicBezTo>
                  <a:pt x="277893" y="119820"/>
                  <a:pt x="322043" y="134306"/>
                  <a:pt x="358804" y="159012"/>
                </a:cubicBezTo>
                <a:lnTo>
                  <a:pt x="329698" y="187984"/>
                </a:lnTo>
                <a:cubicBezTo>
                  <a:pt x="300769" y="170210"/>
                  <a:pt x="266767" y="159812"/>
                  <a:pt x="230361" y="159812"/>
                </a:cubicBezTo>
                <a:cubicBezTo>
                  <a:pt x="125417" y="159812"/>
                  <a:pt x="39966" y="245040"/>
                  <a:pt x="39966" y="349908"/>
                </a:cubicBezTo>
                <a:cubicBezTo>
                  <a:pt x="39966" y="454687"/>
                  <a:pt x="125417" y="539915"/>
                  <a:pt x="230361" y="539915"/>
                </a:cubicBezTo>
                <a:cubicBezTo>
                  <a:pt x="335394" y="539915"/>
                  <a:pt x="420756" y="454687"/>
                  <a:pt x="420756" y="349908"/>
                </a:cubicBezTo>
                <a:cubicBezTo>
                  <a:pt x="420756" y="313560"/>
                  <a:pt x="410253" y="279611"/>
                  <a:pt x="392451" y="250728"/>
                </a:cubicBezTo>
                <a:lnTo>
                  <a:pt x="421557" y="221667"/>
                </a:lnTo>
                <a:cubicBezTo>
                  <a:pt x="446302" y="258370"/>
                  <a:pt x="460722" y="302451"/>
                  <a:pt x="460722" y="349908"/>
                </a:cubicBezTo>
                <a:cubicBezTo>
                  <a:pt x="460722" y="476727"/>
                  <a:pt x="357380" y="579907"/>
                  <a:pt x="230361" y="579907"/>
                </a:cubicBezTo>
                <a:cubicBezTo>
                  <a:pt x="103342" y="579907"/>
                  <a:pt x="0" y="476727"/>
                  <a:pt x="0" y="349908"/>
                </a:cubicBezTo>
                <a:cubicBezTo>
                  <a:pt x="0" y="223000"/>
                  <a:pt x="103342" y="119820"/>
                  <a:pt x="230361" y="119820"/>
                </a:cubicBezTo>
                <a:close/>
                <a:moveTo>
                  <a:pt x="491248" y="0"/>
                </a:moveTo>
                <a:cubicBezTo>
                  <a:pt x="492049" y="0"/>
                  <a:pt x="492850" y="89"/>
                  <a:pt x="493651" y="356"/>
                </a:cubicBezTo>
                <a:cubicBezTo>
                  <a:pt x="496410" y="1244"/>
                  <a:pt x="498368" y="3644"/>
                  <a:pt x="498813" y="6489"/>
                </a:cubicBezTo>
                <a:lnTo>
                  <a:pt x="508781" y="72707"/>
                </a:lnTo>
                <a:lnTo>
                  <a:pt x="574198" y="81773"/>
                </a:lnTo>
                <a:cubicBezTo>
                  <a:pt x="577046" y="82218"/>
                  <a:pt x="579449" y="84262"/>
                  <a:pt x="580339" y="87018"/>
                </a:cubicBezTo>
                <a:cubicBezTo>
                  <a:pt x="581318" y="89684"/>
                  <a:pt x="580606" y="92706"/>
                  <a:pt x="578470" y="94750"/>
                </a:cubicBezTo>
                <a:lnTo>
                  <a:pt x="507980" y="165235"/>
                </a:lnTo>
                <a:cubicBezTo>
                  <a:pt x="506556" y="166658"/>
                  <a:pt x="504598" y="167458"/>
                  <a:pt x="502551" y="167458"/>
                </a:cubicBezTo>
                <a:cubicBezTo>
                  <a:pt x="502195" y="167458"/>
                  <a:pt x="501750" y="167458"/>
                  <a:pt x="501394" y="167458"/>
                </a:cubicBezTo>
                <a:lnTo>
                  <a:pt x="454490" y="160525"/>
                </a:lnTo>
                <a:lnTo>
                  <a:pt x="304343" y="310561"/>
                </a:lnTo>
                <a:cubicBezTo>
                  <a:pt x="299714" y="315183"/>
                  <a:pt x="293662" y="317316"/>
                  <a:pt x="287610" y="317316"/>
                </a:cubicBezTo>
                <a:cubicBezTo>
                  <a:pt x="285385" y="317316"/>
                  <a:pt x="283249" y="317049"/>
                  <a:pt x="281113" y="316516"/>
                </a:cubicBezTo>
                <a:lnTo>
                  <a:pt x="242308" y="355270"/>
                </a:lnTo>
                <a:cubicBezTo>
                  <a:pt x="239905" y="357581"/>
                  <a:pt x="236790" y="358825"/>
                  <a:pt x="233675" y="358825"/>
                </a:cubicBezTo>
                <a:cubicBezTo>
                  <a:pt x="230560" y="358825"/>
                  <a:pt x="227444" y="357581"/>
                  <a:pt x="225041" y="355270"/>
                </a:cubicBezTo>
                <a:cubicBezTo>
                  <a:pt x="220235" y="350470"/>
                  <a:pt x="220235" y="342826"/>
                  <a:pt x="225041" y="338026"/>
                </a:cubicBezTo>
                <a:lnTo>
                  <a:pt x="263846" y="299273"/>
                </a:lnTo>
                <a:cubicBezTo>
                  <a:pt x="261799" y="291184"/>
                  <a:pt x="263490" y="282385"/>
                  <a:pt x="269810" y="276074"/>
                </a:cubicBezTo>
                <a:lnTo>
                  <a:pt x="420046" y="126127"/>
                </a:lnTo>
                <a:lnTo>
                  <a:pt x="413104" y="79196"/>
                </a:lnTo>
                <a:cubicBezTo>
                  <a:pt x="412748" y="76796"/>
                  <a:pt x="413549" y="74396"/>
                  <a:pt x="415240" y="72707"/>
                </a:cubicBezTo>
                <a:lnTo>
                  <a:pt x="485819" y="2222"/>
                </a:lnTo>
                <a:cubicBezTo>
                  <a:pt x="487332" y="800"/>
                  <a:pt x="489290" y="0"/>
                  <a:pt x="49124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3" name="Oval 43"/>
          <p:cNvSpPr/>
          <p:nvPr/>
        </p:nvSpPr>
        <p:spPr>
          <a:xfrm>
            <a:off x="5827402" y="3637071"/>
            <a:ext cx="560761" cy="559915"/>
          </a:xfrm>
          <a:custGeom>
            <a:avLst/>
            <a:gdLst>
              <a:gd name="connsiteX0" fmla="*/ 304137 w 608344"/>
              <a:gd name="connsiteY0" fmla="*/ 234418 h 607427"/>
              <a:gd name="connsiteX1" fmla="*/ 373503 w 608344"/>
              <a:gd name="connsiteY1" fmla="*/ 303713 h 607427"/>
              <a:gd name="connsiteX2" fmla="*/ 304137 w 608344"/>
              <a:gd name="connsiteY2" fmla="*/ 373008 h 607427"/>
              <a:gd name="connsiteX3" fmla="*/ 234771 w 608344"/>
              <a:gd name="connsiteY3" fmla="*/ 303713 h 607427"/>
              <a:gd name="connsiteX4" fmla="*/ 304137 w 608344"/>
              <a:gd name="connsiteY4" fmla="*/ 234418 h 607427"/>
              <a:gd name="connsiteX5" fmla="*/ 304132 w 608344"/>
              <a:gd name="connsiteY5" fmla="*/ 186674 h 607427"/>
              <a:gd name="connsiteX6" fmla="*/ 186930 w 608344"/>
              <a:gd name="connsiteY6" fmla="*/ 303673 h 607427"/>
              <a:gd name="connsiteX7" fmla="*/ 304132 w 608344"/>
              <a:gd name="connsiteY7" fmla="*/ 420752 h 607427"/>
              <a:gd name="connsiteX8" fmla="*/ 421415 w 608344"/>
              <a:gd name="connsiteY8" fmla="*/ 303673 h 607427"/>
              <a:gd name="connsiteX9" fmla="*/ 304132 w 608344"/>
              <a:gd name="connsiteY9" fmla="*/ 186674 h 607427"/>
              <a:gd name="connsiteX10" fmla="*/ 304132 w 608344"/>
              <a:gd name="connsiteY10" fmla="*/ 121372 h 607427"/>
              <a:gd name="connsiteX11" fmla="*/ 486831 w 608344"/>
              <a:gd name="connsiteY11" fmla="*/ 303673 h 607427"/>
              <a:gd name="connsiteX12" fmla="*/ 304132 w 608344"/>
              <a:gd name="connsiteY12" fmla="*/ 486054 h 607427"/>
              <a:gd name="connsiteX13" fmla="*/ 121514 w 608344"/>
              <a:gd name="connsiteY13" fmla="*/ 303673 h 607427"/>
              <a:gd name="connsiteX14" fmla="*/ 304132 w 608344"/>
              <a:gd name="connsiteY14" fmla="*/ 121372 h 607427"/>
              <a:gd name="connsiteX15" fmla="*/ 304132 w 608344"/>
              <a:gd name="connsiteY15" fmla="*/ 65313 h 607427"/>
              <a:gd name="connsiteX16" fmla="*/ 65412 w 608344"/>
              <a:gd name="connsiteY16" fmla="*/ 303674 h 607427"/>
              <a:gd name="connsiteX17" fmla="*/ 304132 w 608344"/>
              <a:gd name="connsiteY17" fmla="*/ 542114 h 607427"/>
              <a:gd name="connsiteX18" fmla="*/ 542932 w 608344"/>
              <a:gd name="connsiteY18" fmla="*/ 303674 h 607427"/>
              <a:gd name="connsiteX19" fmla="*/ 304132 w 608344"/>
              <a:gd name="connsiteY19" fmla="*/ 65313 h 607427"/>
              <a:gd name="connsiteX20" fmla="*/ 304132 w 608344"/>
              <a:gd name="connsiteY20" fmla="*/ 0 h 607427"/>
              <a:gd name="connsiteX21" fmla="*/ 608344 w 608344"/>
              <a:gd name="connsiteY21" fmla="*/ 303674 h 607427"/>
              <a:gd name="connsiteX22" fmla="*/ 304132 w 608344"/>
              <a:gd name="connsiteY22" fmla="*/ 607427 h 607427"/>
              <a:gd name="connsiteX23" fmla="*/ 0 w 608344"/>
              <a:gd name="connsiteY23" fmla="*/ 303674 h 607427"/>
              <a:gd name="connsiteX24" fmla="*/ 304132 w 608344"/>
              <a:gd name="connsiteY24" fmla="*/ 0 h 60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8344" h="607427">
                <a:moveTo>
                  <a:pt x="304137" y="234418"/>
                </a:moveTo>
                <a:cubicBezTo>
                  <a:pt x="342447" y="234418"/>
                  <a:pt x="373503" y="265442"/>
                  <a:pt x="373503" y="303713"/>
                </a:cubicBezTo>
                <a:cubicBezTo>
                  <a:pt x="373503" y="341984"/>
                  <a:pt x="342447" y="373008"/>
                  <a:pt x="304137" y="373008"/>
                </a:cubicBezTo>
                <a:cubicBezTo>
                  <a:pt x="265827" y="373008"/>
                  <a:pt x="234771" y="341984"/>
                  <a:pt x="234771" y="303713"/>
                </a:cubicBezTo>
                <a:cubicBezTo>
                  <a:pt x="234771" y="265442"/>
                  <a:pt x="265827" y="234418"/>
                  <a:pt x="304137" y="234418"/>
                </a:cubicBezTo>
                <a:close/>
                <a:moveTo>
                  <a:pt x="304132" y="186674"/>
                </a:moveTo>
                <a:cubicBezTo>
                  <a:pt x="239519" y="186674"/>
                  <a:pt x="186930" y="239172"/>
                  <a:pt x="186930" y="303673"/>
                </a:cubicBezTo>
                <a:cubicBezTo>
                  <a:pt x="186930" y="368255"/>
                  <a:pt x="239519" y="420752"/>
                  <a:pt x="304132" y="420752"/>
                </a:cubicBezTo>
                <a:cubicBezTo>
                  <a:pt x="368826" y="420752"/>
                  <a:pt x="421415" y="368255"/>
                  <a:pt x="421415" y="303673"/>
                </a:cubicBezTo>
                <a:cubicBezTo>
                  <a:pt x="421415" y="239172"/>
                  <a:pt x="368826" y="186674"/>
                  <a:pt x="304132" y="186674"/>
                </a:cubicBezTo>
                <a:close/>
                <a:moveTo>
                  <a:pt x="304132" y="121372"/>
                </a:moveTo>
                <a:cubicBezTo>
                  <a:pt x="404901" y="121372"/>
                  <a:pt x="486831" y="203159"/>
                  <a:pt x="486831" y="303673"/>
                </a:cubicBezTo>
                <a:cubicBezTo>
                  <a:pt x="486831" y="404267"/>
                  <a:pt x="404901" y="486054"/>
                  <a:pt x="304132" y="486054"/>
                </a:cubicBezTo>
                <a:cubicBezTo>
                  <a:pt x="203444" y="486054"/>
                  <a:pt x="121514" y="404267"/>
                  <a:pt x="121514" y="303673"/>
                </a:cubicBezTo>
                <a:cubicBezTo>
                  <a:pt x="121514" y="203159"/>
                  <a:pt x="203444" y="121372"/>
                  <a:pt x="304132" y="121372"/>
                </a:cubicBezTo>
                <a:close/>
                <a:moveTo>
                  <a:pt x="304132" y="65313"/>
                </a:moveTo>
                <a:cubicBezTo>
                  <a:pt x="172507" y="65313"/>
                  <a:pt x="65412" y="172247"/>
                  <a:pt x="65412" y="303674"/>
                </a:cubicBezTo>
                <a:cubicBezTo>
                  <a:pt x="65412" y="435180"/>
                  <a:pt x="172507" y="542114"/>
                  <a:pt x="304132" y="542114"/>
                </a:cubicBezTo>
                <a:cubicBezTo>
                  <a:pt x="435837" y="542114"/>
                  <a:pt x="542932" y="435180"/>
                  <a:pt x="542932" y="303674"/>
                </a:cubicBezTo>
                <a:cubicBezTo>
                  <a:pt x="542932" y="172247"/>
                  <a:pt x="435837" y="65313"/>
                  <a:pt x="304132" y="65313"/>
                </a:cubicBezTo>
                <a:close/>
                <a:moveTo>
                  <a:pt x="304132" y="0"/>
                </a:moveTo>
                <a:cubicBezTo>
                  <a:pt x="471910" y="0"/>
                  <a:pt x="608344" y="136229"/>
                  <a:pt x="608344" y="303674"/>
                </a:cubicBezTo>
                <a:cubicBezTo>
                  <a:pt x="608344" y="471198"/>
                  <a:pt x="471910" y="607427"/>
                  <a:pt x="304132" y="607427"/>
                </a:cubicBezTo>
                <a:cubicBezTo>
                  <a:pt x="136435" y="607427"/>
                  <a:pt x="0" y="471198"/>
                  <a:pt x="0" y="303674"/>
                </a:cubicBezTo>
                <a:cubicBezTo>
                  <a:pt x="0" y="136229"/>
                  <a:pt x="136435" y="0"/>
                  <a:pt x="30413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4" name="Oval 44"/>
          <p:cNvSpPr/>
          <p:nvPr/>
        </p:nvSpPr>
        <p:spPr>
          <a:xfrm>
            <a:off x="7646301" y="3767912"/>
            <a:ext cx="547081" cy="367812"/>
          </a:xfrm>
          <a:custGeom>
            <a:avLst/>
            <a:gdLst>
              <a:gd name="T0" fmla="*/ 7905 w 8259"/>
              <a:gd name="T1" fmla="*/ 2508 h 5561"/>
              <a:gd name="T2" fmla="*/ 7246 w 8259"/>
              <a:gd name="T3" fmla="*/ 2438 h 5561"/>
              <a:gd name="T4" fmla="*/ 7097 w 8259"/>
              <a:gd name="T5" fmla="*/ 1282 h 5561"/>
              <a:gd name="T6" fmla="*/ 7269 w 8259"/>
              <a:gd name="T7" fmla="*/ 981 h 5561"/>
              <a:gd name="T8" fmla="*/ 5130 w 8259"/>
              <a:gd name="T9" fmla="*/ 40 h 5561"/>
              <a:gd name="T10" fmla="*/ 4324 w 8259"/>
              <a:gd name="T11" fmla="*/ 794 h 5561"/>
              <a:gd name="T12" fmla="*/ 3993 w 8259"/>
              <a:gd name="T13" fmla="*/ 515 h 5561"/>
              <a:gd name="T14" fmla="*/ 3605 w 8259"/>
              <a:gd name="T15" fmla="*/ 876 h 5561"/>
              <a:gd name="T16" fmla="*/ 3539 w 8259"/>
              <a:gd name="T17" fmla="*/ 1807 h 5561"/>
              <a:gd name="T18" fmla="*/ 3798 w 8259"/>
              <a:gd name="T19" fmla="*/ 2192 h 5561"/>
              <a:gd name="T20" fmla="*/ 4264 w 8259"/>
              <a:gd name="T21" fmla="*/ 3261 h 5561"/>
              <a:gd name="T22" fmla="*/ 1579 w 8259"/>
              <a:gd name="T23" fmla="*/ 4251 h 5561"/>
              <a:gd name="T24" fmla="*/ 1601 w 8259"/>
              <a:gd name="T25" fmla="*/ 3861 h 5561"/>
              <a:gd name="T26" fmla="*/ 2090 w 8259"/>
              <a:gd name="T27" fmla="*/ 2963 h 5561"/>
              <a:gd name="T28" fmla="*/ 590 w 8259"/>
              <a:gd name="T29" fmla="*/ 2309 h 5561"/>
              <a:gd name="T30" fmla="*/ 829 w 8259"/>
              <a:gd name="T31" fmla="*/ 2020 h 5561"/>
              <a:gd name="T32" fmla="*/ 1493 w 8259"/>
              <a:gd name="T33" fmla="*/ 2042 h 5561"/>
              <a:gd name="T34" fmla="*/ 1498 w 8259"/>
              <a:gd name="T35" fmla="*/ 1574 h 5561"/>
              <a:gd name="T36" fmla="*/ 911 w 8259"/>
              <a:gd name="T37" fmla="*/ 1353 h 5561"/>
              <a:gd name="T38" fmla="*/ 473 w 8259"/>
              <a:gd name="T39" fmla="*/ 1474 h 5561"/>
              <a:gd name="T40" fmla="*/ 98 w 8259"/>
              <a:gd name="T41" fmla="*/ 2487 h 5561"/>
              <a:gd name="T42" fmla="*/ 1056 w 8259"/>
              <a:gd name="T43" fmla="*/ 2987 h 5561"/>
              <a:gd name="T44" fmla="*/ 1602 w 8259"/>
              <a:gd name="T45" fmla="*/ 3158 h 5561"/>
              <a:gd name="T46" fmla="*/ 684 w 8259"/>
              <a:gd name="T47" fmla="*/ 3422 h 5561"/>
              <a:gd name="T48" fmla="*/ 355 w 8259"/>
              <a:gd name="T49" fmla="*/ 3714 h 5561"/>
              <a:gd name="T50" fmla="*/ 1159 w 8259"/>
              <a:gd name="T51" fmla="*/ 3964 h 5561"/>
              <a:gd name="T52" fmla="*/ 1383 w 8259"/>
              <a:gd name="T53" fmla="*/ 4304 h 5561"/>
              <a:gd name="T54" fmla="*/ 199 w 8259"/>
              <a:gd name="T55" fmla="*/ 4898 h 5561"/>
              <a:gd name="T56" fmla="*/ 3347 w 8259"/>
              <a:gd name="T57" fmla="*/ 4299 h 5561"/>
              <a:gd name="T58" fmla="*/ 2402 w 8259"/>
              <a:gd name="T59" fmla="*/ 5430 h 5561"/>
              <a:gd name="T60" fmla="*/ 5063 w 8259"/>
              <a:gd name="T61" fmla="*/ 5561 h 5561"/>
              <a:gd name="T62" fmla="*/ 5214 w 8259"/>
              <a:gd name="T63" fmla="*/ 5197 h 5561"/>
              <a:gd name="T64" fmla="*/ 8041 w 8259"/>
              <a:gd name="T65" fmla="*/ 3005 h 5561"/>
              <a:gd name="T66" fmla="*/ 4901 w 8259"/>
              <a:gd name="T67" fmla="*/ 2201 h 5561"/>
              <a:gd name="T68" fmla="*/ 5503 w 8259"/>
              <a:gd name="T69" fmla="*/ 2206 h 5561"/>
              <a:gd name="T70" fmla="*/ 5498 w 8259"/>
              <a:gd name="T71" fmla="*/ 2808 h 5561"/>
              <a:gd name="T72" fmla="*/ 4896 w 8259"/>
              <a:gd name="T73" fmla="*/ 2803 h 5561"/>
              <a:gd name="T74" fmla="*/ 4901 w 8259"/>
              <a:gd name="T75" fmla="*/ 2201 h 5561"/>
              <a:gd name="T76" fmla="*/ 6468 w 8259"/>
              <a:gd name="T77" fmla="*/ 2370 h 5561"/>
              <a:gd name="T78" fmla="*/ 5953 w 8259"/>
              <a:gd name="T79" fmla="*/ 2683 h 5561"/>
              <a:gd name="T80" fmla="*/ 5641 w 8259"/>
              <a:gd name="T81" fmla="*/ 2168 h 5561"/>
              <a:gd name="T82" fmla="*/ 6155 w 8259"/>
              <a:gd name="T83" fmla="*/ 1856 h 5561"/>
              <a:gd name="T84" fmla="*/ 5524 w 8259"/>
              <a:gd name="T85" fmla="*/ 1125 h 5561"/>
              <a:gd name="T86" fmla="*/ 6126 w 8259"/>
              <a:gd name="T87" fmla="*/ 1130 h 5561"/>
              <a:gd name="T88" fmla="*/ 6121 w 8259"/>
              <a:gd name="T89" fmla="*/ 1732 h 5561"/>
              <a:gd name="T90" fmla="*/ 5519 w 8259"/>
              <a:gd name="T91" fmla="*/ 1727 h 5561"/>
              <a:gd name="T92" fmla="*/ 5524 w 8259"/>
              <a:gd name="T93" fmla="*/ 1125 h 5561"/>
              <a:gd name="T94" fmla="*/ 5069 w 8259"/>
              <a:gd name="T95" fmla="*/ 1250 h 5561"/>
              <a:gd name="T96" fmla="*/ 5382 w 8259"/>
              <a:gd name="T97" fmla="*/ 1765 h 5561"/>
              <a:gd name="T98" fmla="*/ 4867 w 8259"/>
              <a:gd name="T99" fmla="*/ 2077 h 5561"/>
              <a:gd name="T100" fmla="*/ 4554 w 8259"/>
              <a:gd name="T101" fmla="*/ 1562 h 5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259" h="5561">
                <a:moveTo>
                  <a:pt x="8222" y="2688"/>
                </a:moveTo>
                <a:cubicBezTo>
                  <a:pt x="8184" y="2551"/>
                  <a:pt x="8042" y="2471"/>
                  <a:pt x="7905" y="2508"/>
                </a:cubicBezTo>
                <a:lnTo>
                  <a:pt x="7083" y="2735"/>
                </a:lnTo>
                <a:cubicBezTo>
                  <a:pt x="7207" y="2695"/>
                  <a:pt x="7281" y="2565"/>
                  <a:pt x="7246" y="2438"/>
                </a:cubicBezTo>
                <a:lnTo>
                  <a:pt x="6938" y="1325"/>
                </a:lnTo>
                <a:lnTo>
                  <a:pt x="7097" y="1282"/>
                </a:lnTo>
                <a:cubicBezTo>
                  <a:pt x="7097" y="1282"/>
                  <a:pt x="7098" y="1282"/>
                  <a:pt x="7098" y="1282"/>
                </a:cubicBezTo>
                <a:cubicBezTo>
                  <a:pt x="7229" y="1246"/>
                  <a:pt x="7305" y="1111"/>
                  <a:pt x="7269" y="981"/>
                </a:cubicBezTo>
                <a:cubicBezTo>
                  <a:pt x="7245" y="896"/>
                  <a:pt x="7180" y="834"/>
                  <a:pt x="7101" y="811"/>
                </a:cubicBezTo>
                <a:lnTo>
                  <a:pt x="5130" y="40"/>
                </a:lnTo>
                <a:cubicBezTo>
                  <a:pt x="5029" y="0"/>
                  <a:pt x="4915" y="32"/>
                  <a:pt x="4848" y="118"/>
                </a:cubicBezTo>
                <a:lnTo>
                  <a:pt x="4324" y="794"/>
                </a:lnTo>
                <a:lnTo>
                  <a:pt x="4294" y="685"/>
                </a:lnTo>
                <a:cubicBezTo>
                  <a:pt x="4258" y="555"/>
                  <a:pt x="4123" y="479"/>
                  <a:pt x="3993" y="515"/>
                </a:cubicBezTo>
                <a:lnTo>
                  <a:pt x="3775" y="575"/>
                </a:lnTo>
                <a:cubicBezTo>
                  <a:pt x="3645" y="611"/>
                  <a:pt x="3569" y="746"/>
                  <a:pt x="3605" y="876"/>
                </a:cubicBezTo>
                <a:lnTo>
                  <a:pt x="3777" y="1500"/>
                </a:lnTo>
                <a:lnTo>
                  <a:pt x="3539" y="1807"/>
                </a:lnTo>
                <a:cubicBezTo>
                  <a:pt x="3475" y="1890"/>
                  <a:pt x="3471" y="2006"/>
                  <a:pt x="3529" y="2093"/>
                </a:cubicBezTo>
                <a:cubicBezTo>
                  <a:pt x="3588" y="2180"/>
                  <a:pt x="3696" y="2220"/>
                  <a:pt x="3798" y="2192"/>
                </a:cubicBezTo>
                <a:lnTo>
                  <a:pt x="3956" y="2149"/>
                </a:lnTo>
                <a:lnTo>
                  <a:pt x="4264" y="3261"/>
                </a:lnTo>
                <a:cubicBezTo>
                  <a:pt x="4298" y="3386"/>
                  <a:pt x="4424" y="3458"/>
                  <a:pt x="4549" y="3432"/>
                </a:cubicBezTo>
                <a:lnTo>
                  <a:pt x="1579" y="4251"/>
                </a:lnTo>
                <a:cubicBezTo>
                  <a:pt x="1640" y="4195"/>
                  <a:pt x="1670" y="4109"/>
                  <a:pt x="1646" y="4024"/>
                </a:cubicBezTo>
                <a:lnTo>
                  <a:pt x="1601" y="3861"/>
                </a:lnTo>
                <a:cubicBezTo>
                  <a:pt x="1996" y="3698"/>
                  <a:pt x="2203" y="3376"/>
                  <a:pt x="2091" y="2970"/>
                </a:cubicBezTo>
                <a:lnTo>
                  <a:pt x="2090" y="2963"/>
                </a:lnTo>
                <a:cubicBezTo>
                  <a:pt x="1979" y="2563"/>
                  <a:pt x="1669" y="2468"/>
                  <a:pt x="1169" y="2474"/>
                </a:cubicBezTo>
                <a:cubicBezTo>
                  <a:pt x="744" y="2482"/>
                  <a:pt x="632" y="2460"/>
                  <a:pt x="590" y="2309"/>
                </a:cubicBezTo>
                <a:lnTo>
                  <a:pt x="588" y="2302"/>
                </a:lnTo>
                <a:cubicBezTo>
                  <a:pt x="558" y="2190"/>
                  <a:pt x="635" y="2073"/>
                  <a:pt x="829" y="2020"/>
                </a:cubicBezTo>
                <a:cubicBezTo>
                  <a:pt x="987" y="1976"/>
                  <a:pt x="1160" y="1989"/>
                  <a:pt x="1355" y="2042"/>
                </a:cubicBezTo>
                <a:cubicBezTo>
                  <a:pt x="1401" y="2054"/>
                  <a:pt x="1443" y="2056"/>
                  <a:pt x="1493" y="2042"/>
                </a:cubicBezTo>
                <a:cubicBezTo>
                  <a:pt x="1624" y="2006"/>
                  <a:pt x="1702" y="1875"/>
                  <a:pt x="1666" y="1744"/>
                </a:cubicBezTo>
                <a:cubicBezTo>
                  <a:pt x="1638" y="1645"/>
                  <a:pt x="1563" y="1591"/>
                  <a:pt x="1498" y="1574"/>
                </a:cubicBezTo>
                <a:cubicBezTo>
                  <a:pt x="1328" y="1522"/>
                  <a:pt x="1147" y="1506"/>
                  <a:pt x="958" y="1526"/>
                </a:cubicBezTo>
                <a:lnTo>
                  <a:pt x="911" y="1353"/>
                </a:lnTo>
                <a:cubicBezTo>
                  <a:pt x="877" y="1232"/>
                  <a:pt x="753" y="1161"/>
                  <a:pt x="631" y="1195"/>
                </a:cubicBezTo>
                <a:cubicBezTo>
                  <a:pt x="511" y="1228"/>
                  <a:pt x="440" y="1353"/>
                  <a:pt x="473" y="1474"/>
                </a:cubicBezTo>
                <a:lnTo>
                  <a:pt x="520" y="1645"/>
                </a:lnTo>
                <a:cubicBezTo>
                  <a:pt x="176" y="1812"/>
                  <a:pt x="0" y="2131"/>
                  <a:pt x="98" y="2487"/>
                </a:cubicBezTo>
                <a:lnTo>
                  <a:pt x="100" y="2493"/>
                </a:lnTo>
                <a:cubicBezTo>
                  <a:pt x="226" y="2950"/>
                  <a:pt x="560" y="2996"/>
                  <a:pt x="1056" y="2987"/>
                </a:cubicBezTo>
                <a:cubicBezTo>
                  <a:pt x="1468" y="2980"/>
                  <a:pt x="1565" y="3023"/>
                  <a:pt x="1600" y="3152"/>
                </a:cubicBezTo>
                <a:lnTo>
                  <a:pt x="1602" y="3158"/>
                </a:lnTo>
                <a:cubicBezTo>
                  <a:pt x="1639" y="3293"/>
                  <a:pt x="1537" y="3409"/>
                  <a:pt x="1330" y="3467"/>
                </a:cubicBezTo>
                <a:cubicBezTo>
                  <a:pt x="1107" y="3528"/>
                  <a:pt x="894" y="3502"/>
                  <a:pt x="684" y="3422"/>
                </a:cubicBezTo>
                <a:cubicBezTo>
                  <a:pt x="645" y="3408"/>
                  <a:pt x="593" y="3398"/>
                  <a:pt x="527" y="3416"/>
                </a:cubicBezTo>
                <a:cubicBezTo>
                  <a:pt x="396" y="3452"/>
                  <a:pt x="318" y="3582"/>
                  <a:pt x="355" y="3714"/>
                </a:cubicBezTo>
                <a:cubicBezTo>
                  <a:pt x="376" y="3793"/>
                  <a:pt x="436" y="3855"/>
                  <a:pt x="503" y="3878"/>
                </a:cubicBezTo>
                <a:cubicBezTo>
                  <a:pt x="716" y="3957"/>
                  <a:pt x="940" y="3982"/>
                  <a:pt x="1159" y="3964"/>
                </a:cubicBezTo>
                <a:lnTo>
                  <a:pt x="1209" y="4145"/>
                </a:lnTo>
                <a:cubicBezTo>
                  <a:pt x="1232" y="4230"/>
                  <a:pt x="1301" y="4288"/>
                  <a:pt x="1383" y="4304"/>
                </a:cubicBezTo>
                <a:lnTo>
                  <a:pt x="379" y="4581"/>
                </a:lnTo>
                <a:cubicBezTo>
                  <a:pt x="242" y="4619"/>
                  <a:pt x="161" y="4761"/>
                  <a:pt x="199" y="4898"/>
                </a:cubicBezTo>
                <a:cubicBezTo>
                  <a:pt x="237" y="5035"/>
                  <a:pt x="379" y="5116"/>
                  <a:pt x="516" y="5078"/>
                </a:cubicBezTo>
                <a:lnTo>
                  <a:pt x="3347" y="4299"/>
                </a:lnTo>
                <a:lnTo>
                  <a:pt x="2448" y="5197"/>
                </a:lnTo>
                <a:cubicBezTo>
                  <a:pt x="2387" y="5258"/>
                  <a:pt x="2369" y="5350"/>
                  <a:pt x="2402" y="5430"/>
                </a:cubicBezTo>
                <a:cubicBezTo>
                  <a:pt x="2435" y="5509"/>
                  <a:pt x="2513" y="5561"/>
                  <a:pt x="2599" y="5561"/>
                </a:cubicBezTo>
                <a:lnTo>
                  <a:pt x="5063" y="5561"/>
                </a:lnTo>
                <a:cubicBezTo>
                  <a:pt x="5150" y="5561"/>
                  <a:pt x="5228" y="5509"/>
                  <a:pt x="5261" y="5430"/>
                </a:cubicBezTo>
                <a:cubicBezTo>
                  <a:pt x="5294" y="5350"/>
                  <a:pt x="5275" y="5258"/>
                  <a:pt x="5214" y="5197"/>
                </a:cubicBezTo>
                <a:lnTo>
                  <a:pt x="4107" y="4089"/>
                </a:lnTo>
                <a:lnTo>
                  <a:pt x="8041" y="3005"/>
                </a:lnTo>
                <a:cubicBezTo>
                  <a:pt x="8179" y="2968"/>
                  <a:pt x="8259" y="2826"/>
                  <a:pt x="8222" y="2688"/>
                </a:cubicBezTo>
                <a:close/>
                <a:moveTo>
                  <a:pt x="4901" y="2201"/>
                </a:moveTo>
                <a:lnTo>
                  <a:pt x="5301" y="2091"/>
                </a:lnTo>
                <a:cubicBezTo>
                  <a:pt x="5388" y="2067"/>
                  <a:pt x="5479" y="2119"/>
                  <a:pt x="5503" y="2206"/>
                </a:cubicBezTo>
                <a:lnTo>
                  <a:pt x="5613" y="2606"/>
                </a:lnTo>
                <a:cubicBezTo>
                  <a:pt x="5637" y="2694"/>
                  <a:pt x="5586" y="2784"/>
                  <a:pt x="5498" y="2808"/>
                </a:cubicBezTo>
                <a:lnTo>
                  <a:pt x="5099" y="2918"/>
                </a:lnTo>
                <a:cubicBezTo>
                  <a:pt x="5011" y="2942"/>
                  <a:pt x="4921" y="2891"/>
                  <a:pt x="4896" y="2803"/>
                </a:cubicBezTo>
                <a:lnTo>
                  <a:pt x="4786" y="2404"/>
                </a:lnTo>
                <a:cubicBezTo>
                  <a:pt x="4762" y="2316"/>
                  <a:pt x="4814" y="2225"/>
                  <a:pt x="4901" y="2201"/>
                </a:cubicBezTo>
                <a:close/>
                <a:moveTo>
                  <a:pt x="6358" y="1971"/>
                </a:moveTo>
                <a:lnTo>
                  <a:pt x="6468" y="2370"/>
                </a:lnTo>
                <a:cubicBezTo>
                  <a:pt x="6492" y="2458"/>
                  <a:pt x="6440" y="2549"/>
                  <a:pt x="6353" y="2573"/>
                </a:cubicBezTo>
                <a:lnTo>
                  <a:pt x="5953" y="2683"/>
                </a:lnTo>
                <a:cubicBezTo>
                  <a:pt x="5865" y="2707"/>
                  <a:pt x="5775" y="2656"/>
                  <a:pt x="5751" y="2568"/>
                </a:cubicBezTo>
                <a:lnTo>
                  <a:pt x="5641" y="2168"/>
                </a:lnTo>
                <a:cubicBezTo>
                  <a:pt x="5617" y="2081"/>
                  <a:pt x="5668" y="1990"/>
                  <a:pt x="5755" y="1966"/>
                </a:cubicBezTo>
                <a:lnTo>
                  <a:pt x="6155" y="1856"/>
                </a:lnTo>
                <a:cubicBezTo>
                  <a:pt x="6243" y="1832"/>
                  <a:pt x="6333" y="1883"/>
                  <a:pt x="6358" y="1971"/>
                </a:cubicBezTo>
                <a:close/>
                <a:moveTo>
                  <a:pt x="5524" y="1125"/>
                </a:moveTo>
                <a:lnTo>
                  <a:pt x="5924" y="1015"/>
                </a:lnTo>
                <a:cubicBezTo>
                  <a:pt x="6011" y="991"/>
                  <a:pt x="6102" y="1042"/>
                  <a:pt x="6126" y="1130"/>
                </a:cubicBezTo>
                <a:lnTo>
                  <a:pt x="6236" y="1529"/>
                </a:lnTo>
                <a:cubicBezTo>
                  <a:pt x="6260" y="1617"/>
                  <a:pt x="6208" y="1708"/>
                  <a:pt x="6121" y="1732"/>
                </a:cubicBezTo>
                <a:lnTo>
                  <a:pt x="5721" y="1842"/>
                </a:lnTo>
                <a:cubicBezTo>
                  <a:pt x="5634" y="1866"/>
                  <a:pt x="5543" y="1814"/>
                  <a:pt x="5519" y="1727"/>
                </a:cubicBezTo>
                <a:lnTo>
                  <a:pt x="5409" y="1327"/>
                </a:lnTo>
                <a:cubicBezTo>
                  <a:pt x="5385" y="1239"/>
                  <a:pt x="5436" y="1149"/>
                  <a:pt x="5524" y="1125"/>
                </a:cubicBezTo>
                <a:close/>
                <a:moveTo>
                  <a:pt x="4669" y="1360"/>
                </a:moveTo>
                <a:lnTo>
                  <a:pt x="5069" y="1250"/>
                </a:lnTo>
                <a:cubicBezTo>
                  <a:pt x="5157" y="1226"/>
                  <a:pt x="5247" y="1277"/>
                  <a:pt x="5272" y="1365"/>
                </a:cubicBezTo>
                <a:lnTo>
                  <a:pt x="5382" y="1765"/>
                </a:lnTo>
                <a:cubicBezTo>
                  <a:pt x="5406" y="1852"/>
                  <a:pt x="5354" y="1943"/>
                  <a:pt x="5267" y="1967"/>
                </a:cubicBezTo>
                <a:lnTo>
                  <a:pt x="4867" y="2077"/>
                </a:lnTo>
                <a:cubicBezTo>
                  <a:pt x="4779" y="2101"/>
                  <a:pt x="4689" y="2050"/>
                  <a:pt x="4665" y="1962"/>
                </a:cubicBezTo>
                <a:lnTo>
                  <a:pt x="4554" y="1562"/>
                </a:lnTo>
                <a:cubicBezTo>
                  <a:pt x="4530" y="1475"/>
                  <a:pt x="4582" y="1384"/>
                  <a:pt x="4669" y="13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5" name="Oval 45"/>
          <p:cNvSpPr/>
          <p:nvPr/>
        </p:nvSpPr>
        <p:spPr>
          <a:xfrm>
            <a:off x="9464504" y="3706571"/>
            <a:ext cx="555097" cy="420914"/>
          </a:xfrm>
          <a:custGeom>
            <a:avLst/>
            <a:gdLst>
              <a:gd name="T0" fmla="*/ 6537 w 6546"/>
              <a:gd name="T1" fmla="*/ 2885 h 4972"/>
              <a:gd name="T2" fmla="*/ 6451 w 6546"/>
              <a:gd name="T3" fmla="*/ 2785 h 4972"/>
              <a:gd name="T4" fmla="*/ 5287 w 6546"/>
              <a:gd name="T5" fmla="*/ 2391 h 4972"/>
              <a:gd name="T6" fmla="*/ 5287 w 6546"/>
              <a:gd name="T7" fmla="*/ 2333 h 4972"/>
              <a:gd name="T8" fmla="*/ 5079 w 6546"/>
              <a:gd name="T9" fmla="*/ 2125 h 4972"/>
              <a:gd name="T10" fmla="*/ 4885 w 6546"/>
              <a:gd name="T11" fmla="*/ 2255 h 4972"/>
              <a:gd name="T12" fmla="*/ 4586 w 6546"/>
              <a:gd name="T13" fmla="*/ 2154 h 4972"/>
              <a:gd name="T14" fmla="*/ 4586 w 6546"/>
              <a:gd name="T15" fmla="*/ 2025 h 4972"/>
              <a:gd name="T16" fmla="*/ 4378 w 6546"/>
              <a:gd name="T17" fmla="*/ 1817 h 4972"/>
              <a:gd name="T18" fmla="*/ 4170 w 6546"/>
              <a:gd name="T19" fmla="*/ 2013 h 4972"/>
              <a:gd name="T20" fmla="*/ 3778 w 6546"/>
              <a:gd name="T21" fmla="*/ 1881 h 4972"/>
              <a:gd name="T22" fmla="*/ 3853 w 6546"/>
              <a:gd name="T23" fmla="*/ 677 h 4972"/>
              <a:gd name="T24" fmla="*/ 3648 w 6546"/>
              <a:gd name="T25" fmla="*/ 174 h 4972"/>
              <a:gd name="T26" fmla="*/ 3273 w 6546"/>
              <a:gd name="T27" fmla="*/ 0 h 4972"/>
              <a:gd name="T28" fmla="*/ 2897 w 6546"/>
              <a:gd name="T29" fmla="*/ 174 h 4972"/>
              <a:gd name="T30" fmla="*/ 2692 w 6546"/>
              <a:gd name="T31" fmla="*/ 677 h 4972"/>
              <a:gd name="T32" fmla="*/ 2767 w 6546"/>
              <a:gd name="T33" fmla="*/ 1881 h 4972"/>
              <a:gd name="T34" fmla="*/ 2376 w 6546"/>
              <a:gd name="T35" fmla="*/ 2013 h 4972"/>
              <a:gd name="T36" fmla="*/ 2167 w 6546"/>
              <a:gd name="T37" fmla="*/ 1817 h 4972"/>
              <a:gd name="T38" fmla="*/ 1959 w 6546"/>
              <a:gd name="T39" fmla="*/ 2025 h 4972"/>
              <a:gd name="T40" fmla="*/ 1959 w 6546"/>
              <a:gd name="T41" fmla="*/ 2154 h 4972"/>
              <a:gd name="T42" fmla="*/ 1660 w 6546"/>
              <a:gd name="T43" fmla="*/ 2255 h 4972"/>
              <a:gd name="T44" fmla="*/ 1467 w 6546"/>
              <a:gd name="T45" fmla="*/ 2125 h 4972"/>
              <a:gd name="T46" fmla="*/ 1258 w 6546"/>
              <a:gd name="T47" fmla="*/ 2333 h 4972"/>
              <a:gd name="T48" fmla="*/ 1258 w 6546"/>
              <a:gd name="T49" fmla="*/ 2391 h 4972"/>
              <a:gd name="T50" fmla="*/ 94 w 6546"/>
              <a:gd name="T51" fmla="*/ 2785 h 4972"/>
              <a:gd name="T52" fmla="*/ 8 w 6546"/>
              <a:gd name="T53" fmla="*/ 2885 h 4972"/>
              <a:gd name="T54" fmla="*/ 54 w 6546"/>
              <a:gd name="T55" fmla="*/ 3009 h 4972"/>
              <a:gd name="T56" fmla="*/ 394 w 6546"/>
              <a:gd name="T57" fmla="*/ 3285 h 4972"/>
              <a:gd name="T58" fmla="*/ 490 w 6546"/>
              <a:gd name="T59" fmla="*/ 3314 h 4972"/>
              <a:gd name="T60" fmla="*/ 2830 w 6546"/>
              <a:gd name="T61" fmla="*/ 3051 h 4972"/>
              <a:gd name="T62" fmla="*/ 2898 w 6546"/>
              <a:gd name="T63" fmla="*/ 4039 h 4972"/>
              <a:gd name="T64" fmla="*/ 2313 w 6546"/>
              <a:gd name="T65" fmla="*/ 4474 h 4972"/>
              <a:gd name="T66" fmla="*/ 2297 w 6546"/>
              <a:gd name="T67" fmla="*/ 4506 h 4972"/>
              <a:gd name="T68" fmla="*/ 2297 w 6546"/>
              <a:gd name="T69" fmla="*/ 4890 h 4972"/>
              <a:gd name="T70" fmla="*/ 2314 w 6546"/>
              <a:gd name="T71" fmla="*/ 4922 h 4972"/>
              <a:gd name="T72" fmla="*/ 2351 w 6546"/>
              <a:gd name="T73" fmla="*/ 4927 h 4972"/>
              <a:gd name="T74" fmla="*/ 3051 w 6546"/>
              <a:gd name="T75" fmla="*/ 4662 h 4972"/>
              <a:gd name="T76" fmla="*/ 3104 w 6546"/>
              <a:gd name="T77" fmla="*/ 4940 h 4972"/>
              <a:gd name="T78" fmla="*/ 3143 w 6546"/>
              <a:gd name="T79" fmla="*/ 4972 h 4972"/>
              <a:gd name="T80" fmla="*/ 3402 w 6546"/>
              <a:gd name="T81" fmla="*/ 4972 h 4972"/>
              <a:gd name="T82" fmla="*/ 3441 w 6546"/>
              <a:gd name="T83" fmla="*/ 4940 h 4972"/>
              <a:gd name="T84" fmla="*/ 3494 w 6546"/>
              <a:gd name="T85" fmla="*/ 4662 h 4972"/>
              <a:gd name="T86" fmla="*/ 4195 w 6546"/>
              <a:gd name="T87" fmla="*/ 4927 h 4972"/>
              <a:gd name="T88" fmla="*/ 4231 w 6546"/>
              <a:gd name="T89" fmla="*/ 4922 h 4972"/>
              <a:gd name="T90" fmla="*/ 4248 w 6546"/>
              <a:gd name="T91" fmla="*/ 4890 h 4972"/>
              <a:gd name="T92" fmla="*/ 4248 w 6546"/>
              <a:gd name="T93" fmla="*/ 4506 h 4972"/>
              <a:gd name="T94" fmla="*/ 4232 w 6546"/>
              <a:gd name="T95" fmla="*/ 4474 h 4972"/>
              <a:gd name="T96" fmla="*/ 3648 w 6546"/>
              <a:gd name="T97" fmla="*/ 4039 h 4972"/>
              <a:gd name="T98" fmla="*/ 3715 w 6546"/>
              <a:gd name="T99" fmla="*/ 3051 h 4972"/>
              <a:gd name="T100" fmla="*/ 6055 w 6546"/>
              <a:gd name="T101" fmla="*/ 3314 h 4972"/>
              <a:gd name="T102" fmla="*/ 6151 w 6546"/>
              <a:gd name="T103" fmla="*/ 3285 h 4972"/>
              <a:gd name="T104" fmla="*/ 6491 w 6546"/>
              <a:gd name="T105" fmla="*/ 3009 h 4972"/>
              <a:gd name="T106" fmla="*/ 6537 w 6546"/>
              <a:gd name="T107" fmla="*/ 2885 h 4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46" h="4972">
                <a:moveTo>
                  <a:pt x="6537" y="2885"/>
                </a:moveTo>
                <a:cubicBezTo>
                  <a:pt x="6529" y="2839"/>
                  <a:pt x="6496" y="2800"/>
                  <a:pt x="6451" y="2785"/>
                </a:cubicBezTo>
                <a:lnTo>
                  <a:pt x="5287" y="2391"/>
                </a:lnTo>
                <a:lnTo>
                  <a:pt x="5287" y="2333"/>
                </a:lnTo>
                <a:cubicBezTo>
                  <a:pt x="5287" y="2218"/>
                  <a:pt x="5194" y="2125"/>
                  <a:pt x="5079" y="2125"/>
                </a:cubicBezTo>
                <a:cubicBezTo>
                  <a:pt x="4992" y="2125"/>
                  <a:pt x="4916" y="2177"/>
                  <a:pt x="4885" y="2255"/>
                </a:cubicBezTo>
                <a:lnTo>
                  <a:pt x="4586" y="2154"/>
                </a:lnTo>
                <a:lnTo>
                  <a:pt x="4586" y="2025"/>
                </a:lnTo>
                <a:cubicBezTo>
                  <a:pt x="4586" y="1910"/>
                  <a:pt x="4493" y="1817"/>
                  <a:pt x="4378" y="1817"/>
                </a:cubicBezTo>
                <a:cubicBezTo>
                  <a:pt x="4267" y="1817"/>
                  <a:pt x="4176" y="1904"/>
                  <a:pt x="4170" y="2013"/>
                </a:cubicBezTo>
                <a:lnTo>
                  <a:pt x="3778" y="1881"/>
                </a:lnTo>
                <a:cubicBezTo>
                  <a:pt x="3790" y="1718"/>
                  <a:pt x="3845" y="951"/>
                  <a:pt x="3853" y="677"/>
                </a:cubicBezTo>
                <a:cubicBezTo>
                  <a:pt x="3859" y="503"/>
                  <a:pt x="3780" y="310"/>
                  <a:pt x="3648" y="174"/>
                </a:cubicBezTo>
                <a:cubicBezTo>
                  <a:pt x="3539" y="62"/>
                  <a:pt x="3406" y="0"/>
                  <a:pt x="3273" y="0"/>
                </a:cubicBezTo>
                <a:cubicBezTo>
                  <a:pt x="3140" y="0"/>
                  <a:pt x="3006" y="62"/>
                  <a:pt x="2897" y="174"/>
                </a:cubicBezTo>
                <a:cubicBezTo>
                  <a:pt x="2765" y="310"/>
                  <a:pt x="2687" y="503"/>
                  <a:pt x="2692" y="677"/>
                </a:cubicBezTo>
                <a:cubicBezTo>
                  <a:pt x="2701" y="951"/>
                  <a:pt x="2756" y="1718"/>
                  <a:pt x="2767" y="1881"/>
                </a:cubicBezTo>
                <a:lnTo>
                  <a:pt x="2376" y="2013"/>
                </a:lnTo>
                <a:cubicBezTo>
                  <a:pt x="2370" y="1904"/>
                  <a:pt x="2278" y="1817"/>
                  <a:pt x="2167" y="1817"/>
                </a:cubicBezTo>
                <a:cubicBezTo>
                  <a:pt x="2053" y="1817"/>
                  <a:pt x="1959" y="1910"/>
                  <a:pt x="1959" y="2025"/>
                </a:cubicBezTo>
                <a:lnTo>
                  <a:pt x="1959" y="2154"/>
                </a:lnTo>
                <a:lnTo>
                  <a:pt x="1660" y="2255"/>
                </a:lnTo>
                <a:cubicBezTo>
                  <a:pt x="1629" y="2177"/>
                  <a:pt x="1554" y="2125"/>
                  <a:pt x="1467" y="2125"/>
                </a:cubicBezTo>
                <a:cubicBezTo>
                  <a:pt x="1352" y="2125"/>
                  <a:pt x="1258" y="2218"/>
                  <a:pt x="1258" y="2333"/>
                </a:cubicBezTo>
                <a:lnTo>
                  <a:pt x="1258" y="2391"/>
                </a:lnTo>
                <a:lnTo>
                  <a:pt x="94" y="2785"/>
                </a:lnTo>
                <a:cubicBezTo>
                  <a:pt x="49" y="2800"/>
                  <a:pt x="16" y="2839"/>
                  <a:pt x="8" y="2885"/>
                </a:cubicBezTo>
                <a:cubicBezTo>
                  <a:pt x="0" y="2932"/>
                  <a:pt x="17" y="2979"/>
                  <a:pt x="54" y="3009"/>
                </a:cubicBezTo>
                <a:lnTo>
                  <a:pt x="394" y="3285"/>
                </a:lnTo>
                <a:cubicBezTo>
                  <a:pt x="421" y="3307"/>
                  <a:pt x="455" y="3318"/>
                  <a:pt x="490" y="3314"/>
                </a:cubicBezTo>
                <a:lnTo>
                  <a:pt x="2830" y="3051"/>
                </a:lnTo>
                <a:lnTo>
                  <a:pt x="2898" y="4039"/>
                </a:lnTo>
                <a:lnTo>
                  <a:pt x="2313" y="4474"/>
                </a:lnTo>
                <a:cubicBezTo>
                  <a:pt x="2303" y="4482"/>
                  <a:pt x="2297" y="4493"/>
                  <a:pt x="2297" y="4506"/>
                </a:cubicBezTo>
                <a:lnTo>
                  <a:pt x="2297" y="4890"/>
                </a:lnTo>
                <a:cubicBezTo>
                  <a:pt x="2297" y="4903"/>
                  <a:pt x="2303" y="4915"/>
                  <a:pt x="2314" y="4922"/>
                </a:cubicBezTo>
                <a:cubicBezTo>
                  <a:pt x="2325" y="4930"/>
                  <a:pt x="2338" y="4931"/>
                  <a:pt x="2351" y="4927"/>
                </a:cubicBezTo>
                <a:lnTo>
                  <a:pt x="3051" y="4662"/>
                </a:lnTo>
                <a:lnTo>
                  <a:pt x="3104" y="4940"/>
                </a:lnTo>
                <a:cubicBezTo>
                  <a:pt x="3108" y="4958"/>
                  <a:pt x="3124" y="4972"/>
                  <a:pt x="3143" y="4972"/>
                </a:cubicBezTo>
                <a:lnTo>
                  <a:pt x="3402" y="4972"/>
                </a:lnTo>
                <a:cubicBezTo>
                  <a:pt x="3421" y="4972"/>
                  <a:pt x="3437" y="4958"/>
                  <a:pt x="3441" y="4940"/>
                </a:cubicBezTo>
                <a:lnTo>
                  <a:pt x="3494" y="4662"/>
                </a:lnTo>
                <a:lnTo>
                  <a:pt x="4195" y="4927"/>
                </a:lnTo>
                <a:cubicBezTo>
                  <a:pt x="4207" y="4931"/>
                  <a:pt x="4221" y="4930"/>
                  <a:pt x="4231" y="4922"/>
                </a:cubicBezTo>
                <a:cubicBezTo>
                  <a:pt x="4242" y="4915"/>
                  <a:pt x="4248" y="4903"/>
                  <a:pt x="4248" y="4890"/>
                </a:cubicBezTo>
                <a:lnTo>
                  <a:pt x="4248" y="4506"/>
                </a:lnTo>
                <a:cubicBezTo>
                  <a:pt x="4248" y="4493"/>
                  <a:pt x="4242" y="4482"/>
                  <a:pt x="4232" y="4474"/>
                </a:cubicBezTo>
                <a:lnTo>
                  <a:pt x="3648" y="4039"/>
                </a:lnTo>
                <a:lnTo>
                  <a:pt x="3715" y="3051"/>
                </a:lnTo>
                <a:lnTo>
                  <a:pt x="6055" y="3314"/>
                </a:lnTo>
                <a:cubicBezTo>
                  <a:pt x="6090" y="3317"/>
                  <a:pt x="6125" y="3307"/>
                  <a:pt x="6151" y="3285"/>
                </a:cubicBezTo>
                <a:lnTo>
                  <a:pt x="6491" y="3009"/>
                </a:lnTo>
                <a:cubicBezTo>
                  <a:pt x="6528" y="2979"/>
                  <a:pt x="6546" y="2932"/>
                  <a:pt x="6537" y="288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66" name="直接连接符 65"/>
          <p:cNvCxnSpPr>
            <a:endCxn id="56" idx="0"/>
          </p:cNvCxnSpPr>
          <p:nvPr/>
        </p:nvCxnSpPr>
        <p:spPr>
          <a:xfrm>
            <a:off x="2497591" y="3219307"/>
            <a:ext cx="0" cy="295223"/>
          </a:xfrm>
          <a:prstGeom prst="line">
            <a:avLst/>
          </a:prstGeom>
          <a:ln w="28575">
            <a:solidFill>
              <a:srgbClr val="AE0D1D"/>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4296418" y="4259981"/>
            <a:ext cx="0" cy="295223"/>
          </a:xfrm>
          <a:prstGeom prst="line">
            <a:avLst/>
          </a:prstGeom>
          <a:ln w="28575">
            <a:solidFill>
              <a:srgbClr val="AE0D1D"/>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7894449" y="4259981"/>
            <a:ext cx="0" cy="295223"/>
          </a:xfrm>
          <a:prstGeom prst="line">
            <a:avLst/>
          </a:prstGeom>
          <a:ln w="28575">
            <a:solidFill>
              <a:srgbClr val="AE0D1D"/>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6095999" y="3219307"/>
            <a:ext cx="0" cy="295223"/>
          </a:xfrm>
          <a:prstGeom prst="line">
            <a:avLst/>
          </a:prstGeom>
          <a:ln w="28575">
            <a:solidFill>
              <a:srgbClr val="AE0D1D"/>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9742053" y="3219307"/>
            <a:ext cx="0" cy="295223"/>
          </a:xfrm>
          <a:prstGeom prst="line">
            <a:avLst/>
          </a:prstGeom>
          <a:ln w="28575">
            <a:solidFill>
              <a:srgbClr val="AE0D1D"/>
            </a:solidFill>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a:off x="1274686" y="193215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solidFill>
                <a:effectLst/>
                <a:uLnTx/>
                <a:uFillTx/>
                <a:latin typeface="等线" panose="02010600030101010101" pitchFamily="2" charset="-122"/>
                <a:ea typeface="等线" panose="02010600030101010101" pitchFamily="2" charset="-122"/>
              </a:rPr>
              <a:t>请输入您的小标题</a:t>
            </a:r>
          </a:p>
        </p:txBody>
      </p:sp>
      <p:sp>
        <p:nvSpPr>
          <p:cNvPr id="79" name="矩形 78"/>
          <p:cNvSpPr/>
          <p:nvPr/>
        </p:nvSpPr>
        <p:spPr>
          <a:xfrm>
            <a:off x="1274686" y="229412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0" name="文本框 79"/>
          <p:cNvSpPr txBox="1"/>
          <p:nvPr/>
        </p:nvSpPr>
        <p:spPr>
          <a:xfrm>
            <a:off x="3073513" y="4703893"/>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solidFill>
                <a:effectLst/>
                <a:uLnTx/>
                <a:uFillTx/>
                <a:latin typeface="等线" panose="02010600030101010101" pitchFamily="2" charset="-122"/>
                <a:ea typeface="等线" panose="02010600030101010101" pitchFamily="2" charset="-122"/>
              </a:rPr>
              <a:t>请输入您的小标题</a:t>
            </a:r>
          </a:p>
        </p:txBody>
      </p:sp>
      <p:sp>
        <p:nvSpPr>
          <p:cNvPr id="81" name="矩形 80"/>
          <p:cNvSpPr/>
          <p:nvPr/>
        </p:nvSpPr>
        <p:spPr>
          <a:xfrm>
            <a:off x="3073513" y="5065871"/>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2" name="文本框 81"/>
          <p:cNvSpPr txBox="1"/>
          <p:nvPr/>
        </p:nvSpPr>
        <p:spPr>
          <a:xfrm>
            <a:off x="6642588" y="4703893"/>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solidFill>
                <a:effectLst/>
                <a:uLnTx/>
                <a:uFillTx/>
                <a:latin typeface="等线" panose="02010600030101010101" pitchFamily="2" charset="-122"/>
                <a:ea typeface="等线" panose="02010600030101010101" pitchFamily="2" charset="-122"/>
              </a:rPr>
              <a:t>请输入您的小标题</a:t>
            </a:r>
          </a:p>
        </p:txBody>
      </p:sp>
      <p:sp>
        <p:nvSpPr>
          <p:cNvPr id="83" name="矩形 82"/>
          <p:cNvSpPr/>
          <p:nvPr/>
        </p:nvSpPr>
        <p:spPr>
          <a:xfrm>
            <a:off x="6642588" y="5065871"/>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4" name="文本框 83"/>
          <p:cNvSpPr txBox="1"/>
          <p:nvPr/>
        </p:nvSpPr>
        <p:spPr>
          <a:xfrm>
            <a:off x="4873095" y="193215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solidFill>
                <a:effectLst/>
                <a:uLnTx/>
                <a:uFillTx/>
                <a:latin typeface="等线" panose="02010600030101010101" pitchFamily="2" charset="-122"/>
                <a:ea typeface="等线" panose="02010600030101010101" pitchFamily="2" charset="-122"/>
              </a:rPr>
              <a:t>请输入您的小标题</a:t>
            </a:r>
          </a:p>
        </p:txBody>
      </p:sp>
      <p:sp>
        <p:nvSpPr>
          <p:cNvPr id="85" name="矩形 84"/>
          <p:cNvSpPr/>
          <p:nvPr/>
        </p:nvSpPr>
        <p:spPr>
          <a:xfrm>
            <a:off x="4873095" y="229412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
        <p:nvSpPr>
          <p:cNvPr id="86" name="文本框 85"/>
          <p:cNvSpPr txBox="1"/>
          <p:nvPr/>
        </p:nvSpPr>
        <p:spPr>
          <a:xfrm>
            <a:off x="8441412" y="1932150"/>
            <a:ext cx="244580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AE0D1D"/>
                </a:solidFill>
                <a:effectLst/>
                <a:uLnTx/>
                <a:uFillTx/>
                <a:latin typeface="等线" panose="02010600030101010101" pitchFamily="2" charset="-122"/>
                <a:ea typeface="等线" panose="02010600030101010101" pitchFamily="2" charset="-122"/>
              </a:rPr>
              <a:t>请输入您的小标题</a:t>
            </a:r>
          </a:p>
        </p:txBody>
      </p:sp>
      <p:sp>
        <p:nvSpPr>
          <p:cNvPr id="87" name="矩形 86"/>
          <p:cNvSpPr/>
          <p:nvPr/>
        </p:nvSpPr>
        <p:spPr>
          <a:xfrm>
            <a:off x="8441412" y="2294128"/>
            <a:ext cx="2475901" cy="70647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rPr>
              <a:t>请输入您的正文内容请输入您的正文内容</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等线" panose="02010600030101010101" pitchFamily="2" charset="-122"/>
              <a:ea typeface="等线"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矩形: 圆角 3"/>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 name="Group 129"/>
          <p:cNvGraphicFramePr>
            <a:graphicFrameLocks noGrp="1"/>
          </p:cNvGraphicFramePr>
          <p:nvPr/>
        </p:nvGraphicFramePr>
        <p:xfrm>
          <a:off x="1395765" y="1068705"/>
          <a:ext cx="9648825" cy="4720590"/>
        </p:xfrm>
        <a:graphic>
          <a:graphicData uri="http://schemas.openxmlformats.org/drawingml/2006/table">
            <a:tbl>
              <a:tblPr/>
              <a:tblGrid>
                <a:gridCol w="953452">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6820853">
                  <a:extLst>
                    <a:ext uri="{9D8B030D-6E8A-4147-A177-3AD203B41FA5}">
                      <a16:colId xmlns:a16="http://schemas.microsoft.com/office/drawing/2014/main" val="20002"/>
                    </a:ext>
                  </a:extLst>
                </a:gridCol>
              </a:tblGrid>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rgbClr val="0070C0"/>
                          </a:solidFill>
                          <a:effectLst/>
                          <a:uLnTx/>
                          <a:uFillTx/>
                          <a:latin typeface="等线" panose="02010600030101010101" pitchFamily="2" charset="-122"/>
                          <a:ea typeface="等线" panose="02010600030101010101" pitchFamily="2" charset="-122"/>
                          <a:cs typeface="+mn-cs"/>
                          <a:sym typeface="+mn-lt"/>
                        </a:rPr>
                        <a:t>序号</a:t>
                      </a: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38100" cap="flat" cmpd="sng" algn="ctr">
                      <a:solidFill>
                        <a:srgbClr val="0070C0"/>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accent5">
                        <a:lumMod val="75000"/>
                        <a:alpha val="1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800" b="0" i="0" u="none" strike="noStrike" kern="1200" cap="none" spc="0" normalizeH="0" baseline="0" noProof="0" dirty="0">
                          <a:ln>
                            <a:noFill/>
                          </a:ln>
                          <a:solidFill>
                            <a:srgbClr val="0070C0"/>
                          </a:solidFill>
                          <a:effectLst/>
                          <a:uLnTx/>
                          <a:uFillTx/>
                          <a:latin typeface="等线" panose="02010600030101010101" pitchFamily="2" charset="-122"/>
                          <a:ea typeface="等线" panose="02010600030101010101" pitchFamily="2" charset="-122"/>
                          <a:cs typeface="+mn-cs"/>
                          <a:sym typeface="+mn-lt"/>
                        </a:rPr>
                        <a:t>参考来源</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38100" cap="flat" cmpd="sng" algn="ctr">
                      <a:solidFill>
                        <a:srgbClr val="0070C0"/>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accent5">
                        <a:lumMod val="75000"/>
                        <a:alpha val="1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lvl="0" algn="ctr" eaLnBrk="0" fontAlgn="auto" hangingPunct="0">
                        <a:lnSpc>
                          <a:spcPct val="110000"/>
                        </a:lnSpc>
                        <a:defRPr/>
                      </a:pPr>
                      <a:r>
                        <a:rPr lang="zh-CN" altLang="en-US" sz="1800" b="0" dirty="0">
                          <a:solidFill>
                            <a:srgbClr val="0070C0"/>
                          </a:solidFill>
                          <a:latin typeface="等线" panose="02010600030101010101" pitchFamily="2" charset="-122"/>
                          <a:ea typeface="等线" panose="02010600030101010101" pitchFamily="2" charset="-122"/>
                          <a:cs typeface="微软雅黑" panose="020B0503020204020204" pitchFamily="34" charset="-122"/>
                          <a:sym typeface="+mn-lt"/>
                        </a:rPr>
                        <a:t>详细内容</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0070C0"/>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accent5">
                        <a:lumMod val="75000"/>
                        <a:alpha val="10000"/>
                      </a:schemeClr>
                    </a:solidFill>
                  </a:tcPr>
                </a:tc>
                <a:extLst>
                  <a:ext uri="{0D108BD9-81ED-4DB2-BD59-A6C34878D82A}">
                    <a16:rowId xmlns:a16="http://schemas.microsoft.com/office/drawing/2014/main" val="10000"/>
                  </a:ext>
                </a:extLst>
              </a:tr>
              <a:tr h="524510">
                <a:tc>
                  <a:txBody>
                    <a:bodyPr/>
                    <a:lstStyle/>
                    <a:p>
                      <a:pPr marL="0" marR="0" lvl="0" indent="0" algn="ctr" defTabSz="1042670" rtl="0" eaLnBrk="1" fontAlgn="ctr"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lumMod val="50000"/>
                            </a:schemeClr>
                          </a:solidFill>
                          <a:effectLst/>
                          <a:latin typeface="等线" panose="02010600030101010101" pitchFamily="2" charset="-122"/>
                          <a:ea typeface="等线" panose="02010600030101010101" pitchFamily="2" charset="-122"/>
                          <a:sym typeface="+mn-lt"/>
                        </a:rPr>
                        <a:t>1</a:t>
                      </a:r>
                      <a:endParaRPr kumimoji="0" lang="zh-CN" altLang="en-US" sz="1600" b="0" i="0" u="none" strike="noStrike" cap="none" normalizeH="0" baseline="0" dirty="0">
                        <a:ln>
                          <a:noFill/>
                        </a:ln>
                        <a:solidFill>
                          <a:schemeClr val="tx2">
                            <a:lumMod val="50000"/>
                          </a:schemeClr>
                        </a:solidFill>
                        <a:effectLst/>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1042670" rtl="0" eaLnBrk="1" fontAlgn="ctr"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2">
                              <a:lumMod val="50000"/>
                            </a:schemeClr>
                          </a:solidFill>
                          <a:effectLst/>
                          <a:latin typeface="等线" panose="02010600030101010101" pitchFamily="2" charset="-122"/>
                          <a:ea typeface="等线" panose="02010600030101010101" pitchFamily="2" charset="-122"/>
                          <a:sym typeface="+mn-lt"/>
                        </a:rPr>
                        <a:t>学术期刊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lvl="0" algn="ctr" eaLnBrk="0" fontAlgn="auto" hangingPunct="0">
                        <a:defRPr/>
                      </a:pP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主要责任者</a:t>
                      </a:r>
                      <a:r>
                        <a:rPr lang="en-US" altLang="zh-CN"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a:t>
                      </a: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文献题名</a:t>
                      </a:r>
                      <a:r>
                        <a:rPr lang="en-US" altLang="zh-CN"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[D].</a:t>
                      </a: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lang="en-US" altLang="zh-CN"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a:t>
                      </a:r>
                      <a:r>
                        <a:rPr lang="zh-CN" altLang="en-US" sz="1600" b="0" kern="1200" dirty="0">
                          <a:solidFill>
                            <a:schemeClr val="tx2">
                              <a:lumMod val="50000"/>
                            </a:schemeClr>
                          </a:solidFill>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2</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学术期刊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2"/>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3</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学术期刊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4</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电子文献</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4"/>
                  </a:ext>
                </a:extLst>
              </a:tr>
              <a:tr h="524510">
                <a:tc>
                  <a:txBody>
                    <a:body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en-US" altLang="zh-CN"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rPr>
                        <a:t>5</a:t>
                      </a:r>
                      <a:endPar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mn-cs"/>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电子文献</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4510">
                <a:tc>
                  <a:txBody>
                    <a:bodyPr/>
                    <a:lstStyle/>
                    <a:p>
                      <a:pPr algn="ctr"/>
                      <a:r>
                        <a:rPr lang="en-US" altLang="zh-CN" sz="1600" b="0" dirty="0">
                          <a:solidFill>
                            <a:schemeClr val="tx2">
                              <a:lumMod val="50000"/>
                            </a:schemeClr>
                          </a:solidFill>
                          <a:latin typeface="等线" panose="02010600030101010101" pitchFamily="2" charset="-122"/>
                          <a:ea typeface="等线" panose="02010600030101010101" pitchFamily="2" charset="-122"/>
                          <a:sym typeface="+mn-lt"/>
                        </a:rPr>
                        <a:t>6</a:t>
                      </a:r>
                      <a:endParaRPr lang="zh-CN" altLang="en-US" sz="1600" b="0" dirty="0">
                        <a:solidFill>
                          <a:schemeClr val="tx2">
                            <a:lumMod val="50000"/>
                          </a:schemeClr>
                        </a:solidFill>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412750" rtl="0" eaLnBrk="0" fontAlgn="auto" latinLnBrk="0" hangingPunct="0">
                        <a:lnSpc>
                          <a:spcPct val="100000"/>
                        </a:lnSpc>
                        <a:spcBef>
                          <a:spcPct val="0"/>
                        </a:spcBef>
                        <a:spcAft>
                          <a:spcPts val="0"/>
                        </a:spcAft>
                        <a:buClrTx/>
                        <a:buSzTx/>
                        <a:buFontTx/>
                        <a:buNone/>
                        <a:defRPr/>
                      </a:pPr>
                      <a:r>
                        <a:rPr kumimoji="0" lang="zh-CN" altLang="en-US" sz="1600" b="0" i="0" u="none" strike="noStrike" kern="1200" cap="none" spc="0" normalizeH="0" baseline="0" noProof="0" dirty="0">
                          <a:ln>
                            <a:noFill/>
                          </a:ln>
                          <a:solidFill>
                            <a:schemeClr val="tx2">
                              <a:lumMod val="50000"/>
                            </a:scheme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电子文献</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lvl1pPr algn="l" eaLnBrk="0" hangingPunct="0">
                        <a:lnSpc>
                          <a:spcPts val="2150"/>
                        </a:lnSpc>
                        <a:buSzPct val="100000"/>
                        <a:defRPr sz="1400">
                          <a:solidFill>
                            <a:schemeClr val="tx1"/>
                          </a:solidFill>
                          <a:latin typeface="Verdana" panose="020B0604030504040204" pitchFamily="34" charset="0"/>
                        </a:defRPr>
                      </a:lvl1pPr>
                      <a:lvl2pPr marL="742950" indent="-285750" algn="l" eaLnBrk="0" hangingPunct="0">
                        <a:lnSpc>
                          <a:spcPts val="2150"/>
                        </a:lnSpc>
                        <a:buSzPct val="100000"/>
                        <a:defRPr sz="1400">
                          <a:solidFill>
                            <a:schemeClr val="tx1"/>
                          </a:solidFill>
                          <a:latin typeface="Verdana" panose="020B0604030504040204" pitchFamily="34" charset="0"/>
                        </a:defRPr>
                      </a:lvl2pPr>
                      <a:lvl3pPr marL="1143000" indent="-228600" algn="l" eaLnBrk="0" hangingPunct="0">
                        <a:lnSpc>
                          <a:spcPts val="2150"/>
                        </a:lnSpc>
                        <a:buSzPct val="100000"/>
                        <a:defRPr sz="1400">
                          <a:solidFill>
                            <a:schemeClr val="tx1"/>
                          </a:solidFill>
                          <a:latin typeface="Verdana" panose="020B0604030504040204" pitchFamily="34" charset="0"/>
                        </a:defRPr>
                      </a:lvl3pPr>
                      <a:lvl4pPr marL="1600200" indent="-228600" algn="l" eaLnBrk="0" hangingPunct="0">
                        <a:lnSpc>
                          <a:spcPts val="2150"/>
                        </a:lnSpc>
                        <a:buSzPct val="100000"/>
                        <a:defRPr sz="1400">
                          <a:solidFill>
                            <a:schemeClr val="tx1"/>
                          </a:solidFill>
                          <a:latin typeface="Verdana" panose="020B0604030504040204" pitchFamily="34" charset="0"/>
                        </a:defRPr>
                      </a:lvl4pPr>
                      <a:lvl5pPr marL="2057400" indent="-228600" algn="l" eaLnBrk="0" hangingPunct="0">
                        <a:lnSpc>
                          <a:spcPts val="2150"/>
                        </a:lnSpc>
                        <a:buSzPct val="100000"/>
                        <a:defRPr sz="1400">
                          <a:solidFill>
                            <a:schemeClr val="tx1"/>
                          </a:solidFill>
                          <a:latin typeface="Verdana" panose="020B0604030504040204" pitchFamily="34" charset="0"/>
                        </a:defRPr>
                      </a:lvl5pPr>
                      <a:lvl6pPr marL="25146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6pPr>
                      <a:lvl7pPr marL="29718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7pPr>
                      <a:lvl8pPr marL="34290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8pPr>
                      <a:lvl9pPr marL="3886200" indent="-228600" defTabSz="1042670" eaLnBrk="0" fontAlgn="base" hangingPunct="0">
                        <a:lnSpc>
                          <a:spcPts val="2150"/>
                        </a:lnSpc>
                        <a:spcBef>
                          <a:spcPct val="0"/>
                        </a:spcBef>
                        <a:spcAft>
                          <a:spcPct val="0"/>
                        </a:spcAft>
                        <a:buSzPct val="100000"/>
                        <a:defRPr sz="1400">
                          <a:solidFill>
                            <a:schemeClr val="tx1"/>
                          </a:solidFill>
                          <a:latin typeface="Verdana" panose="020B060403050404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6"/>
                  </a:ext>
                </a:extLst>
              </a:tr>
              <a:tr h="524510">
                <a:tc>
                  <a:txBody>
                    <a:bodyPr/>
                    <a:lstStyle/>
                    <a:p>
                      <a:pPr algn="ctr"/>
                      <a:r>
                        <a:rPr lang="en-US" altLang="zh-CN" sz="1600" b="0" dirty="0">
                          <a:solidFill>
                            <a:schemeClr val="tx2">
                              <a:lumMod val="50000"/>
                            </a:schemeClr>
                          </a:solidFill>
                          <a:latin typeface="等线" panose="02010600030101010101" pitchFamily="2" charset="-122"/>
                          <a:ea typeface="等线" panose="02010600030101010101" pitchFamily="2" charset="-122"/>
                          <a:sym typeface="+mn-lt"/>
                        </a:rPr>
                        <a:t>7</a:t>
                      </a:r>
                      <a:endParaRPr lang="zh-CN" altLang="en-US" sz="1600" b="0" dirty="0">
                        <a:solidFill>
                          <a:schemeClr val="tx2">
                            <a:lumMod val="50000"/>
                          </a:schemeClr>
                        </a:solidFill>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algn="ctr"/>
                      <a:r>
                        <a:rPr lang="zh-CN" altLang="en-US" sz="1600" b="0" dirty="0">
                          <a:solidFill>
                            <a:schemeClr val="tx2">
                              <a:lumMod val="50000"/>
                            </a:schemeClr>
                          </a:solidFill>
                          <a:latin typeface="等线" panose="02010600030101010101" pitchFamily="2" charset="-122"/>
                          <a:ea typeface="等线" panose="02010600030101010101" pitchFamily="2" charset="-122"/>
                          <a:sym typeface="+mn-lt"/>
                        </a:rPr>
                        <a:t>专著报告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24510">
                <a:tc>
                  <a:txBody>
                    <a:bodyPr/>
                    <a:lstStyle/>
                    <a:p>
                      <a:pPr algn="ctr"/>
                      <a:r>
                        <a:rPr lang="en-US" altLang="zh-CN" sz="1600" b="0" dirty="0">
                          <a:solidFill>
                            <a:schemeClr val="tx2">
                              <a:lumMod val="50000"/>
                            </a:schemeClr>
                          </a:solidFill>
                          <a:latin typeface="等线" panose="02010600030101010101" pitchFamily="2" charset="-122"/>
                          <a:ea typeface="等线" panose="02010600030101010101" pitchFamily="2" charset="-122"/>
                          <a:sym typeface="+mn-lt"/>
                        </a:rPr>
                        <a:t>8</a:t>
                      </a:r>
                      <a:endParaRPr lang="zh-CN" altLang="en-US" sz="1600" b="0" dirty="0">
                        <a:solidFill>
                          <a:schemeClr val="tx2">
                            <a:lumMod val="50000"/>
                          </a:schemeClr>
                        </a:solidFill>
                        <a:latin typeface="等线" panose="02010600030101010101" pitchFamily="2" charset="-122"/>
                        <a:ea typeface="等线" panose="02010600030101010101" pitchFamily="2" charset="-122"/>
                        <a:sym typeface="+mn-lt"/>
                      </a:endParaRPr>
                    </a:p>
                  </a:txBody>
                  <a:tcPr marL="70363" marR="70363" marT="38700" marB="38700" anchor="ctr" horzOverflow="overflow">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38100" cap="flat" cmpd="sng" algn="ctr">
                      <a:solidFill>
                        <a:srgbClr val="0070C0"/>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p>
                      <a:pPr algn="ctr"/>
                      <a:r>
                        <a:rPr lang="zh-CN" altLang="en-US" sz="1600" b="0" dirty="0">
                          <a:solidFill>
                            <a:schemeClr val="tx2">
                              <a:lumMod val="50000"/>
                            </a:schemeClr>
                          </a:solidFill>
                          <a:latin typeface="等线" panose="02010600030101010101" pitchFamily="2" charset="-122"/>
                          <a:ea typeface="等线" panose="02010600030101010101" pitchFamily="2" charset="-122"/>
                          <a:sym typeface="+mn-lt"/>
                        </a:rPr>
                        <a:t>专著报告</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38100" cap="flat" cmpd="sng" algn="ctr">
                      <a:solidFill>
                        <a:srgbClr val="0070C0"/>
                      </a:solidFill>
                      <a:prstDash val="solid"/>
                      <a:round/>
                      <a:headEnd type="none" w="med" len="med"/>
                      <a:tailEnd type="none" w="med" len="med"/>
                    </a:lnB>
                    <a:lnTlToBr>
                      <a:noFill/>
                    </a:lnTlToBr>
                    <a:lnBlToTr>
                      <a:noFill/>
                    </a:lnBlToTr>
                    <a:solidFill>
                      <a:schemeClr val="tx2">
                        <a:lumMod val="20000"/>
                        <a:lumOff val="80000"/>
                        <a:alpha val="30000"/>
                      </a:schemeClr>
                    </a:solidFill>
                  </a:tcPr>
                </a:tc>
                <a:tc>
                  <a:txBody>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主要责任者</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文献题名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[D].</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出版地：出版单位</a:t>
                      </a:r>
                      <a:r>
                        <a:rPr kumimoji="0" lang="en-US" altLang="zh-CN"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a:t>
                      </a:r>
                      <a:r>
                        <a:rPr kumimoji="0" lang="zh-CN" altLang="en-US" sz="1600" b="0" i="0" u="none" strike="noStrike" kern="1200" cap="none" spc="0" normalizeH="0" baseline="0" noProof="0" dirty="0">
                          <a:ln>
                            <a:noFill/>
                          </a:ln>
                          <a:solidFill>
                            <a:srgbClr val="44546A">
                              <a:lumMod val="50000"/>
                            </a:srgbClr>
                          </a:solidFill>
                          <a:effectLst/>
                          <a:uLnTx/>
                          <a:uFillTx/>
                          <a:latin typeface="等线" panose="02010600030101010101" pitchFamily="2" charset="-122"/>
                          <a:ea typeface="等线" panose="02010600030101010101" pitchFamily="2" charset="-122"/>
                          <a:cs typeface="微软雅黑" panose="020B0503020204020204" pitchFamily="34" charset="-122"/>
                          <a:sym typeface="+mn-lt"/>
                        </a:rPr>
                        <a:t>出版年：起止页码</a:t>
                      </a:r>
                    </a:p>
                  </a:txBody>
                  <a:tcPr marL="70363" marR="70363" marT="38700" marB="38700" anchor="ctr" horzOverflow="overflow">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38100" cap="flat" cmpd="sng" algn="ctr">
                      <a:solidFill>
                        <a:srgbClr val="0070C0"/>
                      </a:solidFill>
                      <a:prstDash val="solid"/>
                      <a:round/>
                      <a:headEnd type="none" w="med" len="med"/>
                      <a:tailEnd type="none" w="med" len="med"/>
                    </a:lnB>
                    <a:lnTlToBr>
                      <a:noFill/>
                    </a:lnTlToBr>
                    <a:lnBlToTr>
                      <a:noFill/>
                    </a:lnBlToTr>
                    <a:solidFill>
                      <a:schemeClr val="tx2">
                        <a:lumMod val="20000"/>
                        <a:lumOff val="80000"/>
                        <a:alpha val="30000"/>
                      </a:scheme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矩形: 圆角 2"/>
          <p:cNvSpPr/>
          <p:nvPr/>
        </p:nvSpPr>
        <p:spPr>
          <a:xfrm>
            <a:off x="272981" y="308164"/>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矩形: 圆角 4"/>
          <p:cNvSpPr/>
          <p:nvPr/>
        </p:nvSpPr>
        <p:spPr>
          <a:xfrm>
            <a:off x="1396088" y="1279636"/>
            <a:ext cx="9571362" cy="4402907"/>
          </a:xfrm>
          <a:prstGeom prst="roundRect">
            <a:avLst>
              <a:gd name="adj" fmla="val 0"/>
            </a:avLst>
          </a:prstGeom>
          <a:solidFill>
            <a:srgbClr val="FFFFFF"/>
          </a:solidFill>
          <a:ln w="31750" cap="flat" cmpd="sng" algn="ctr">
            <a:solidFill>
              <a:srgbClr val="AE0D1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6" name="矩形: 圆角 5"/>
          <p:cNvSpPr/>
          <p:nvPr/>
        </p:nvSpPr>
        <p:spPr>
          <a:xfrm>
            <a:off x="1310318" y="1195090"/>
            <a:ext cx="9571362" cy="4402907"/>
          </a:xfrm>
          <a:prstGeom prst="roundRect">
            <a:avLst>
              <a:gd name="adj" fmla="val 0"/>
            </a:avLst>
          </a:prstGeom>
          <a:solidFill>
            <a:srgbClr val="FFFFFF"/>
          </a:solidFill>
          <a:ln w="31750" cap="flat" cmpd="sng" algn="ctr">
            <a:solidFill>
              <a:srgbClr val="AE0D1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Arial" panose="020B0604020202020204"/>
              <a:ea typeface="微软雅黑" panose="020B0503020204020204" pitchFamily="34" charset="-122"/>
              <a:cs typeface="+mn-cs"/>
            </a:endParaRPr>
          </a:p>
        </p:txBody>
      </p:sp>
      <p:sp>
        <p:nvSpPr>
          <p:cNvPr id="7" name="矩形: 圆角 6"/>
          <p:cNvSpPr/>
          <p:nvPr/>
        </p:nvSpPr>
        <p:spPr>
          <a:xfrm>
            <a:off x="1224549" y="1110543"/>
            <a:ext cx="9571362" cy="4402907"/>
          </a:xfrm>
          <a:prstGeom prst="roundRect">
            <a:avLst>
              <a:gd name="adj" fmla="val 0"/>
            </a:avLst>
          </a:prstGeom>
          <a:solidFill>
            <a:srgbClr val="FFFFFF"/>
          </a:solidFill>
          <a:ln w="31750" cap="flat" cmpd="sng" algn="ctr">
            <a:solidFill>
              <a:srgbClr val="AE0D1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8" name="文本框 7"/>
          <p:cNvSpPr txBox="1"/>
          <p:nvPr/>
        </p:nvSpPr>
        <p:spPr>
          <a:xfrm>
            <a:off x="2279374" y="2311804"/>
            <a:ext cx="7633251" cy="2639377"/>
          </a:xfrm>
          <a:prstGeom prst="rect">
            <a:avLst/>
          </a:prstGeom>
          <a:noFill/>
        </p:spPr>
        <p:txBody>
          <a:bodyPr wrap="square" rtlCol="0">
            <a:spAutoFit/>
          </a:bodyPr>
          <a:lstStyle/>
          <a:p>
            <a:pPr algn="ctr">
              <a:lnSpc>
                <a:spcPct val="150000"/>
              </a:lnSpc>
            </a:pPr>
            <a:r>
              <a:rPr lang="zh-CN" altLang="en-US" sz="1600" spc="130" dirty="0">
                <a:solidFill>
                  <a:srgbClr val="000000"/>
                </a:solidFill>
                <a:latin typeface="等线" panose="02010600030101010101" pitchFamily="2" charset="-122"/>
                <a:ea typeface="等线" panose="02010600030101010101" pitchFamily="2" charset="-122"/>
              </a:rPr>
              <a:t>这次的毕业论文设计总结是在我的指导老师</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老师亲切关怀和悉心指导下完成的。从毕业设计选题到设计完成，</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老师给予了我耐心指导与细心关怀，有了</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老师耐心指导与细心关怀我才不会在设计的过程中迷失方向，失去前进动力。</a:t>
            </a:r>
          </a:p>
          <a:p>
            <a:pPr algn="ctr">
              <a:lnSpc>
                <a:spcPct val="150000"/>
              </a:lnSpc>
            </a:pP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老师有严肃的科学态度，严谨的治学精神和精益求精的工作作风，</a:t>
            </a:r>
          </a:p>
          <a:p>
            <a:pPr algn="ctr">
              <a:lnSpc>
                <a:spcPct val="150000"/>
              </a:lnSpc>
            </a:pPr>
            <a:r>
              <a:rPr lang="zh-CN" altLang="en-US" sz="1600" spc="130" dirty="0">
                <a:solidFill>
                  <a:srgbClr val="000000"/>
                </a:solidFill>
                <a:latin typeface="等线" panose="02010600030101010101" pitchFamily="2" charset="-122"/>
                <a:ea typeface="等线" panose="02010600030101010101" pitchFamily="2" charset="-122"/>
              </a:rPr>
              <a:t>这些都是我所需要学习的，感谢</a:t>
            </a:r>
            <a:r>
              <a:rPr lang="en-US" altLang="zh-CN" sz="1600" spc="130" dirty="0">
                <a:solidFill>
                  <a:srgbClr val="000000"/>
                </a:solidFill>
                <a:latin typeface="等线" panose="02010600030101010101" pitchFamily="2" charset="-122"/>
                <a:ea typeface="等线" panose="02010600030101010101" pitchFamily="2" charset="-122"/>
              </a:rPr>
              <a:t>XX</a:t>
            </a:r>
            <a:r>
              <a:rPr lang="zh-CN" altLang="en-US" sz="1600" spc="130" dirty="0">
                <a:solidFill>
                  <a:srgbClr val="000000"/>
                </a:solidFill>
                <a:latin typeface="等线" panose="02010600030101010101" pitchFamily="2" charset="-122"/>
                <a:ea typeface="等线" panose="02010600030101010101" pitchFamily="2" charset="-122"/>
              </a:rPr>
              <a:t>老师给予了我这样一个学习机会，</a:t>
            </a:r>
            <a:endParaRPr lang="en-US" altLang="zh-CN" sz="1600" spc="130" dirty="0">
              <a:solidFill>
                <a:srgbClr val="000000"/>
              </a:solidFill>
              <a:latin typeface="等线" panose="02010600030101010101" pitchFamily="2" charset="-122"/>
              <a:ea typeface="等线" panose="02010600030101010101" pitchFamily="2" charset="-122"/>
            </a:endParaRPr>
          </a:p>
          <a:p>
            <a:pPr algn="ctr">
              <a:lnSpc>
                <a:spcPct val="150000"/>
              </a:lnSpc>
            </a:pPr>
            <a:r>
              <a:rPr lang="zh-CN" altLang="en-US" sz="1600" spc="130" dirty="0">
                <a:solidFill>
                  <a:srgbClr val="000000"/>
                </a:solidFill>
                <a:latin typeface="等线" panose="02010600030101010101" pitchFamily="2" charset="-122"/>
                <a:ea typeface="等线" panose="02010600030101010101" pitchFamily="2" charset="-122"/>
              </a:rPr>
              <a:t>谢谢</a:t>
            </a:r>
            <a:r>
              <a:rPr lang="en-US" altLang="zh-CN" sz="1600" spc="130" dirty="0">
                <a:solidFill>
                  <a:srgbClr val="000000"/>
                </a:solidFill>
                <a:latin typeface="等线" panose="02010600030101010101" pitchFamily="2" charset="-122"/>
                <a:ea typeface="等线" panose="02010600030101010101" pitchFamily="2" charset="-122"/>
              </a:rPr>
              <a:t>!</a:t>
            </a:r>
            <a:endParaRPr lang="zh-CN" altLang="en-US" sz="1600" spc="130" dirty="0">
              <a:solidFill>
                <a:srgbClr val="000000"/>
              </a:solidFill>
              <a:latin typeface="等线" panose="02010600030101010101" pitchFamily="2" charset="-122"/>
              <a:ea typeface="等线" panose="02010600030101010101" pitchFamily="2" charset="-122"/>
            </a:endParaRPr>
          </a:p>
        </p:txBody>
      </p:sp>
      <p:sp>
        <p:nvSpPr>
          <p:cNvPr id="9" name="TextBox 38"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txBox="1"/>
          <p:nvPr/>
        </p:nvSpPr>
        <p:spPr>
          <a:xfrm>
            <a:off x="4946936" y="1285590"/>
            <a:ext cx="2196348" cy="923330"/>
          </a:xfrm>
          <a:prstGeom prst="rect">
            <a:avLst/>
          </a:prstGeom>
          <a:noFill/>
        </p:spPr>
        <p:txBody>
          <a:bodyPr wrap="square" rtlCol="0">
            <a:spAutoFit/>
          </a:bodyPr>
          <a:lstStyle/>
          <a:p>
            <a:pPr algn="ctr"/>
            <a:r>
              <a:rPr lang="zh-CN" altLang="en-US" sz="5400" b="1" dirty="0">
                <a:ln w="6350">
                  <a:noFill/>
                </a:ln>
                <a:solidFill>
                  <a:srgbClr val="AE0D1D"/>
                </a:solidFill>
                <a:latin typeface="等线" panose="02010600030101010101" pitchFamily="2" charset="-122"/>
                <a:ea typeface="等线" panose="02010600030101010101" pitchFamily="2" charset="-122"/>
              </a:rPr>
              <a:t>致 谢</a:t>
            </a:r>
            <a:endParaRPr lang="en-US" altLang="zh-CN" sz="5400" b="1" dirty="0">
              <a:ln w="6350">
                <a:noFill/>
              </a:ln>
              <a:solidFill>
                <a:srgbClr val="0070C0"/>
              </a:solidFill>
              <a:latin typeface="等线" panose="02010600030101010101" pitchFamily="2" charset="-122"/>
              <a:ea typeface="等线" panose="02010600030101010101" pitchFamily="2" charset="-122"/>
            </a:endParaRPr>
          </a:p>
        </p:txBody>
      </p:sp>
      <p:pic>
        <p:nvPicPr>
          <p:cNvPr id="10" name="图片 9">
            <a:extLst>
              <a:ext uri="{FF2B5EF4-FFF2-40B4-BE49-F238E27FC236}">
                <a16:creationId xmlns:a16="http://schemas.microsoft.com/office/drawing/2014/main" id="{5BA2015D-E982-27E4-E4D4-597821FC21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8933" y="4742238"/>
            <a:ext cx="1660882" cy="88778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solidFill>
            <a:srgbClr val="AE0D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圆角 9"/>
          <p:cNvSpPr/>
          <p:nvPr/>
        </p:nvSpPr>
        <p:spPr>
          <a:xfrm>
            <a:off x="272980" y="308163"/>
            <a:ext cx="11646039" cy="6241673"/>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占位符 4"/>
          <p:cNvSpPr txBox="1"/>
          <p:nvPr/>
        </p:nvSpPr>
        <p:spPr>
          <a:xfrm>
            <a:off x="565150" y="5887163"/>
            <a:ext cx="2228850"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15" name="文本占位符 5"/>
          <p:cNvSpPr txBox="1"/>
          <p:nvPr/>
        </p:nvSpPr>
        <p:spPr>
          <a:xfrm>
            <a:off x="3249747" y="5887163"/>
            <a:ext cx="2433461" cy="3416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16" name="文本框 15"/>
          <p:cNvSpPr txBox="1"/>
          <p:nvPr/>
        </p:nvSpPr>
        <p:spPr>
          <a:xfrm>
            <a:off x="3063706" y="4898055"/>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汇报人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sp>
        <p:nvSpPr>
          <p:cNvPr id="17" name="文本框 16"/>
          <p:cNvSpPr txBox="1"/>
          <p:nvPr/>
        </p:nvSpPr>
        <p:spPr>
          <a:xfrm>
            <a:off x="7127426" y="4898055"/>
            <a:ext cx="2000869" cy="338554"/>
          </a:xfrm>
          <a:prstGeom prst="rect">
            <a:avLst/>
          </a:prstGeom>
          <a:noFill/>
        </p:spPr>
        <p:txBody>
          <a:bodyPr wrap="square" rtlCol="0">
            <a:spAutoFit/>
          </a:bodyPr>
          <a:lstStyle/>
          <a:p>
            <a:pPr algn="dist"/>
            <a:r>
              <a:rPr lang="zh-CN" altLang="en-US" sz="1600" b="1" dirty="0">
                <a:solidFill>
                  <a:schemeClr val="tx1">
                    <a:lumMod val="75000"/>
                    <a:lumOff val="25000"/>
                  </a:schemeClr>
                </a:solidFill>
                <a:latin typeface="等线" panose="02010600030101010101" pitchFamily="2" charset="-122"/>
                <a:ea typeface="等线" panose="02010600030101010101" pitchFamily="2" charset="-122"/>
              </a:rPr>
              <a:t>指导老师 </a:t>
            </a:r>
            <a:r>
              <a:rPr lang="en-US" altLang="zh-CN" sz="1600" b="1" dirty="0">
                <a:solidFill>
                  <a:schemeClr val="tx1">
                    <a:lumMod val="75000"/>
                    <a:lumOff val="25000"/>
                  </a:schemeClr>
                </a:solidFill>
                <a:latin typeface="等线" panose="02010600030101010101" pitchFamily="2" charset="-122"/>
                <a:ea typeface="等线" panose="02010600030101010101" pitchFamily="2" charset="-122"/>
              </a:rPr>
              <a:t>| XXX</a:t>
            </a:r>
            <a:endParaRPr lang="zh-CN" altLang="en-US" sz="1600" b="1" dirty="0">
              <a:solidFill>
                <a:schemeClr val="tx1">
                  <a:lumMod val="75000"/>
                  <a:lumOff val="25000"/>
                </a:schemeClr>
              </a:solidFill>
              <a:latin typeface="等线" panose="02010600030101010101" pitchFamily="2" charset="-122"/>
              <a:ea typeface="等线" panose="02010600030101010101" pitchFamily="2" charset="-122"/>
            </a:endParaRPr>
          </a:p>
        </p:txBody>
      </p:sp>
      <p:sp>
        <p:nvSpPr>
          <p:cNvPr id="18" name="矩形 17"/>
          <p:cNvSpPr/>
          <p:nvPr/>
        </p:nvSpPr>
        <p:spPr>
          <a:xfrm>
            <a:off x="2865536" y="3212292"/>
            <a:ext cx="6460929" cy="780022"/>
          </a:xfrm>
          <a:prstGeom prst="rect">
            <a:avLst/>
          </a:prstGeom>
        </p:spPr>
        <p:txBody>
          <a:bodyPr wrap="square">
            <a:spAutoFit/>
          </a:bodyPr>
          <a:lstStyle/>
          <a:p>
            <a:pPr lvl="0" algn="dist">
              <a:lnSpc>
                <a:spcPct val="120000"/>
              </a:lnSpc>
              <a:defRPr/>
            </a:pPr>
            <a:r>
              <a:rPr lang="zh-CN" altLang="en-US" sz="4000" dirty="0">
                <a:solidFill>
                  <a:srgbClr val="AE0D1D"/>
                </a:solidFill>
                <a:latin typeface="等线" panose="02010600030101010101" pitchFamily="2" charset="-122"/>
                <a:ea typeface="等线" panose="02010600030101010101" pitchFamily="2" charset="-122"/>
              </a:rPr>
              <a:t>感谢老师的悉心指导</a:t>
            </a:r>
          </a:p>
        </p:txBody>
      </p:sp>
      <p:sp>
        <p:nvSpPr>
          <p:cNvPr id="22" name="文本框 21"/>
          <p:cNvSpPr txBox="1"/>
          <p:nvPr/>
        </p:nvSpPr>
        <p:spPr>
          <a:xfrm>
            <a:off x="2865535" y="3962203"/>
            <a:ext cx="6460929" cy="707886"/>
          </a:xfrm>
          <a:prstGeom prst="rect">
            <a:avLst/>
          </a:prstGeom>
          <a:noFill/>
        </p:spPr>
        <p:txBody>
          <a:bodyPr wrap="square" rtlCol="0">
            <a:spAutoFit/>
          </a:bodyPr>
          <a:lstStyle/>
          <a:p>
            <a:pPr algn="dist"/>
            <a:r>
              <a:rPr lang="en-US" sz="4000" dirty="0">
                <a:solidFill>
                  <a:schemeClr val="bg1">
                    <a:lumMod val="95000"/>
                  </a:schemeClr>
                </a:solidFill>
                <a:latin typeface="等线" panose="02010600030101010101" pitchFamily="2" charset="-122"/>
                <a:ea typeface="等线" panose="02010600030101010101" pitchFamily="2" charset="-122"/>
              </a:rPr>
              <a:t>THANK YOU!</a:t>
            </a:r>
          </a:p>
        </p:txBody>
      </p:sp>
      <p:pic>
        <p:nvPicPr>
          <p:cNvPr id="23" name="Picture 22" descr="118-苏州大学-logo.png"/>
          <p:cNvPicPr>
            <a:picLocks noChangeAspect="1"/>
          </p:cNvPicPr>
          <p:nvPr/>
        </p:nvPicPr>
        <p:blipFill>
          <a:blip r:embed="rId3"/>
          <a:stretch>
            <a:fillRect/>
          </a:stretch>
        </p:blipFill>
        <p:spPr>
          <a:xfrm>
            <a:off x="4681367" y="842699"/>
            <a:ext cx="2003681" cy="2003681"/>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962</Words>
  <Application>Microsoft Office PowerPoint</Application>
  <PresentationFormat>宽屏</PresentationFormat>
  <Paragraphs>169</Paragraphs>
  <Slides>16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Calibri</vt:lpstr>
      <vt:lpstr>Impact</vt:lpstr>
      <vt:lpstr>Arial</vt:lpstr>
      <vt:lpstr>等线</vt:lpstr>
      <vt:lpstr>等线 Light</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27</cp:revision>
  <dcterms:created xsi:type="dcterms:W3CDTF">2020-07-29T06:33:00Z</dcterms:created>
  <dcterms:modified xsi:type="dcterms:W3CDTF">2022-07-02T15:49:06Z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2052-10.1.0.7698</vt:lpwstr>
  </property>
</Properties>
</file>