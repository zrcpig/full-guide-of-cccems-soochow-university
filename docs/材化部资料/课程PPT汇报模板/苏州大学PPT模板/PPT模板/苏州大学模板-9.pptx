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handoutMasterIdLst>
    <p:handoutMasterId r:id="rId18"/>
  </p:handoutMasterIdLst>
  <p:sldIdLst>
    <p:sldId id="256" r:id="rId2"/>
    <p:sldId id="257" r:id="rId3"/>
    <p:sldId id="302" r:id="rId4"/>
    <p:sldId id="303" r:id="rId5"/>
    <p:sldId id="260" r:id="rId6"/>
    <p:sldId id="305" r:id="rId7"/>
    <p:sldId id="307" r:id="rId8"/>
    <p:sldId id="306" r:id="rId9"/>
    <p:sldId id="308" r:id="rId10"/>
    <p:sldId id="310" r:id="rId11"/>
    <p:sldId id="309" r:id="rId12"/>
    <p:sldId id="311" r:id="rId13"/>
    <p:sldId id="312" r:id="rId14"/>
    <p:sldId id="300" r:id="rId15"/>
    <p:sldId id="314" r:id="rId16"/>
  </p:sldIdLst>
  <p:sldSz cx="9144000" cy="5143500" type="screen16x9"/>
  <p:notesSz cx="6858000" cy="9144000"/>
  <p:custDataLst>
    <p:tags r:id="rId19"/>
  </p:custDataLst>
  <p:defaultTex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5">
          <p15:clr>
            <a:srgbClr val="A4A3A4"/>
          </p15:clr>
        </p15:guide>
        <p15:guide id="2" pos="2880">
          <p15:clr>
            <a:srgbClr val="A4A3A4"/>
          </p15:clr>
        </p15:guide>
        <p15:guide id="3" orient="horz" pos="2119">
          <p15:clr>
            <a:srgbClr val="A4A3A4"/>
          </p15:clr>
        </p15:guide>
        <p15:guide id="4" pos="90">
          <p15:clr>
            <a:srgbClr val="A4A3A4"/>
          </p15:clr>
        </p15:guide>
        <p15:guide id="5" pos="2109">
          <p15:clr>
            <a:srgbClr val="A4A3A4"/>
          </p15:clr>
        </p15:guide>
        <p15:guide id="6" orient="horz" pos="2663">
          <p15:clr>
            <a:srgbClr val="A4A3A4"/>
          </p15:clr>
        </p15:guide>
        <p15:guide id="7" pos="5670">
          <p15:clr>
            <a:srgbClr val="A4A3A4"/>
          </p15:clr>
        </p15:guide>
        <p15:guide id="8" orient="horz" pos="162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13C4E"/>
    <a:srgbClr val="F2F2F2"/>
    <a:srgbClr val="212834"/>
    <a:srgbClr val="3B2213"/>
    <a:srgbClr val="FEDA5B"/>
    <a:srgbClr val="FEE600"/>
    <a:srgbClr val="464646"/>
    <a:srgbClr val="72BEA0"/>
    <a:srgbClr val="70B4B7"/>
    <a:srgbClr val="C7534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680" autoAdjust="0"/>
    <p:restoredTop sz="91142" autoAdjust="0"/>
  </p:normalViewPr>
  <p:slideViewPr>
    <p:cSldViewPr snapToGrid="0" showGuides="1">
      <p:cViewPr varScale="1">
        <p:scale>
          <a:sx n="108" d="100"/>
          <a:sy n="108" d="100"/>
        </p:scale>
        <p:origin x="942" y="102"/>
      </p:cViewPr>
      <p:guideLst>
        <p:guide orient="horz" pos="55"/>
        <p:guide pos="2880"/>
        <p:guide orient="horz" pos="2119"/>
        <p:guide pos="90"/>
        <p:guide pos="2109"/>
        <p:guide orient="horz" pos="2663"/>
        <p:guide pos="5670"/>
        <p:guide orient="horz" pos="1620"/>
      </p:guideLst>
    </p:cSldViewPr>
  </p:slideViewPr>
  <p:notesTextViewPr>
    <p:cViewPr>
      <p:scale>
        <a:sx n="1" d="1"/>
        <a:sy n="1" d="1"/>
      </p:scale>
      <p:origin x="0" y="0"/>
    </p:cViewPr>
  </p:notesTextViewPr>
  <p:notesViewPr>
    <p:cSldViewPr snapToGrid="0">
      <p:cViewPr varScale="1">
        <p:scale>
          <a:sx n="65" d="100"/>
          <a:sy n="65" d="100"/>
        </p:scale>
        <p:origin x="2174" y="43"/>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handoutMaster" Target="handoutMasters/handoutMaster1.xml"/><Relationship Id="rId19" Type="http://schemas.openxmlformats.org/officeDocument/2006/relationships/tags" Target="tags/tag1.xml"/><Relationship Id="rId2" Type="http://schemas.openxmlformats.org/officeDocument/2006/relationships/slide" Target="slides/slide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298885A-1B81-4E7F-B793-12A31F916A32}" type="datetimeFigureOut">
              <a:rPr lang="zh-CN" altLang="en-US" smtClean="0"/>
              <a:t>2022-07-02</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CB0C853-DC6C-4924-B1F2-08CE44BD3508}"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E77FC2F-FDF9-4A3A-8E00-C9FCC9B036D8}" type="datetimeFigureOut">
              <a:rPr lang="zh-CN" altLang="en-US" smtClean="0"/>
              <a:t>2022-07-02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E6C439-5B31-42A4-9D65-F2D199E8886B}"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5E6C439-5B31-42A4-9D65-F2D199E8886B}"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5E6C439-5B31-42A4-9D65-F2D199E8886B}"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5E6C439-5B31-42A4-9D65-F2D199E8886B}" type="slidenum">
              <a:rPr lang="zh-CN" altLang="en-US" smtClean="0"/>
              <a:t>15</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标题幻灯片">
    <p:spTree>
      <p:nvGrpSpPr>
        <p:cNvPr id="1" name=""/>
        <p:cNvGrpSpPr/>
        <p:nvPr/>
      </p:nvGrpSpPr>
      <p:grpSpPr>
        <a:xfrm>
          <a:off x="0" y="0"/>
          <a:ext cx="0" cy="0"/>
          <a:chOff x="0" y="0"/>
          <a:chExt cx="0" cy="0"/>
        </a:xfrm>
      </p:grpSpPr>
      <p:sp>
        <p:nvSpPr>
          <p:cNvPr id="5" name="Picture Placeholder 7"/>
          <p:cNvSpPr>
            <a:spLocks noGrp="1"/>
          </p:cNvSpPr>
          <p:nvPr>
            <p:ph type="pic" sz="quarter" idx="15"/>
          </p:nvPr>
        </p:nvSpPr>
        <p:spPr>
          <a:xfrm>
            <a:off x="6947804" y="2440221"/>
            <a:ext cx="2000251" cy="24051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6" name="Picture Placeholder 7"/>
          <p:cNvSpPr>
            <a:spLocks noGrp="1"/>
          </p:cNvSpPr>
          <p:nvPr>
            <p:ph type="pic" sz="quarter" idx="16"/>
          </p:nvPr>
        </p:nvSpPr>
        <p:spPr>
          <a:xfrm>
            <a:off x="6947805" y="1232722"/>
            <a:ext cx="2000251" cy="10858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7" name="Picture Placeholder 7"/>
          <p:cNvSpPr>
            <a:spLocks noGrp="1"/>
          </p:cNvSpPr>
          <p:nvPr>
            <p:ph type="pic" sz="quarter" idx="17"/>
          </p:nvPr>
        </p:nvSpPr>
        <p:spPr>
          <a:xfrm>
            <a:off x="4816928" y="1232722"/>
            <a:ext cx="2000251" cy="24051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8" name="Picture Placeholder 7"/>
          <p:cNvSpPr>
            <a:spLocks noGrp="1"/>
          </p:cNvSpPr>
          <p:nvPr>
            <p:ph type="pic" sz="quarter" idx="18"/>
          </p:nvPr>
        </p:nvSpPr>
        <p:spPr>
          <a:xfrm>
            <a:off x="4816928" y="3759568"/>
            <a:ext cx="2000251" cy="10858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6_标题幻灯片">
    <p:spTree>
      <p:nvGrpSpPr>
        <p:cNvPr id="1" name=""/>
        <p:cNvGrpSpPr/>
        <p:nvPr/>
      </p:nvGrpSpPr>
      <p:grpSpPr>
        <a:xfrm>
          <a:off x="0" y="0"/>
          <a:ext cx="0" cy="0"/>
          <a:chOff x="0" y="0"/>
          <a:chExt cx="0" cy="0"/>
        </a:xfrm>
      </p:grpSpPr>
      <p:sp>
        <p:nvSpPr>
          <p:cNvPr id="7" name="Picture Placeholder 7"/>
          <p:cNvSpPr>
            <a:spLocks noGrp="1"/>
          </p:cNvSpPr>
          <p:nvPr>
            <p:ph type="pic" sz="quarter" idx="17"/>
          </p:nvPr>
        </p:nvSpPr>
        <p:spPr>
          <a:xfrm>
            <a:off x="134396" y="921223"/>
            <a:ext cx="2980593" cy="20229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2" name="矩形 1"/>
          <p:cNvSpPr/>
          <p:nvPr userDrawn="1"/>
        </p:nvSpPr>
        <p:spPr>
          <a:xfrm>
            <a:off x="3114989" y="921223"/>
            <a:ext cx="5894615" cy="202294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标题幻灯片">
    <p:spTree>
      <p:nvGrpSpPr>
        <p:cNvPr id="1" name=""/>
        <p:cNvGrpSpPr/>
        <p:nvPr/>
      </p:nvGrpSpPr>
      <p:grpSpPr>
        <a:xfrm>
          <a:off x="0" y="0"/>
          <a:ext cx="0" cy="0"/>
          <a:chOff x="0" y="0"/>
          <a:chExt cx="0" cy="0"/>
        </a:xfrm>
      </p:grpSpPr>
      <p:sp>
        <p:nvSpPr>
          <p:cNvPr id="4" name="Picture Placeholder 7"/>
          <p:cNvSpPr>
            <a:spLocks noGrp="1"/>
          </p:cNvSpPr>
          <p:nvPr>
            <p:ph type="pic" sz="quarter" idx="14"/>
          </p:nvPr>
        </p:nvSpPr>
        <p:spPr>
          <a:xfrm>
            <a:off x="0" y="1388880"/>
            <a:ext cx="2987040" cy="16502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5" name="Picture Placeholder 7"/>
          <p:cNvSpPr>
            <a:spLocks noGrp="1"/>
          </p:cNvSpPr>
          <p:nvPr>
            <p:ph type="pic" sz="quarter" idx="15"/>
          </p:nvPr>
        </p:nvSpPr>
        <p:spPr>
          <a:xfrm>
            <a:off x="3078480" y="1388880"/>
            <a:ext cx="2987040" cy="16502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6" name="Picture Placeholder 7"/>
          <p:cNvSpPr>
            <a:spLocks noGrp="1"/>
          </p:cNvSpPr>
          <p:nvPr>
            <p:ph type="pic" sz="quarter" idx="16"/>
          </p:nvPr>
        </p:nvSpPr>
        <p:spPr>
          <a:xfrm>
            <a:off x="6156960" y="1388880"/>
            <a:ext cx="2987040" cy="16502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标题幻灯片">
    <p:spTree>
      <p:nvGrpSpPr>
        <p:cNvPr id="1" name=""/>
        <p:cNvGrpSpPr/>
        <p:nvPr/>
      </p:nvGrpSpPr>
      <p:grpSpPr>
        <a:xfrm>
          <a:off x="0" y="0"/>
          <a:ext cx="0" cy="0"/>
          <a:chOff x="0" y="0"/>
          <a:chExt cx="0" cy="0"/>
        </a:xfrm>
      </p:grpSpPr>
      <p:sp>
        <p:nvSpPr>
          <p:cNvPr id="6" name="Picture Placeholder 7"/>
          <p:cNvSpPr>
            <a:spLocks noGrp="1"/>
          </p:cNvSpPr>
          <p:nvPr>
            <p:ph type="pic" sz="quarter" idx="16"/>
          </p:nvPr>
        </p:nvSpPr>
        <p:spPr>
          <a:xfrm>
            <a:off x="188941" y="3071520"/>
            <a:ext cx="2227684" cy="1421081"/>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8" name="Picture Placeholder 7"/>
          <p:cNvSpPr>
            <a:spLocks noGrp="1"/>
          </p:cNvSpPr>
          <p:nvPr>
            <p:ph type="pic" sz="quarter" idx="18"/>
          </p:nvPr>
        </p:nvSpPr>
        <p:spPr>
          <a:xfrm>
            <a:off x="188942" y="1466655"/>
            <a:ext cx="2227684" cy="1421081"/>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9" name="Picture Placeholder 7"/>
          <p:cNvSpPr>
            <a:spLocks noGrp="1"/>
          </p:cNvSpPr>
          <p:nvPr>
            <p:ph type="pic" sz="quarter" idx="19"/>
          </p:nvPr>
        </p:nvSpPr>
        <p:spPr>
          <a:xfrm>
            <a:off x="4658304" y="3071520"/>
            <a:ext cx="2227684" cy="1421081"/>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10" name="Picture Placeholder 7"/>
          <p:cNvSpPr>
            <a:spLocks noGrp="1"/>
          </p:cNvSpPr>
          <p:nvPr>
            <p:ph type="pic" sz="quarter" idx="20"/>
          </p:nvPr>
        </p:nvSpPr>
        <p:spPr>
          <a:xfrm>
            <a:off x="4658305" y="1466655"/>
            <a:ext cx="2227684" cy="1421081"/>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2" name="矩形 1"/>
          <p:cNvSpPr/>
          <p:nvPr userDrawn="1"/>
        </p:nvSpPr>
        <p:spPr>
          <a:xfrm>
            <a:off x="2537924" y="1466655"/>
            <a:ext cx="1978090" cy="1421081"/>
          </a:xfrm>
          <a:prstGeom prst="rect">
            <a:avLst/>
          </a:prstGeom>
          <a:solidFill>
            <a:schemeClr val="accent2"/>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userDrawn="1"/>
        </p:nvSpPr>
        <p:spPr>
          <a:xfrm>
            <a:off x="2537924" y="3071520"/>
            <a:ext cx="1978090" cy="1421081"/>
          </a:xfrm>
          <a:prstGeom prst="rect">
            <a:avLst/>
          </a:prstGeom>
          <a:solidFill>
            <a:schemeClr val="accent3"/>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userDrawn="1"/>
        </p:nvSpPr>
        <p:spPr>
          <a:xfrm>
            <a:off x="7028278" y="1466655"/>
            <a:ext cx="1978090" cy="1421081"/>
          </a:xfrm>
          <a:prstGeom prst="rect">
            <a:avLst/>
          </a:prstGeom>
          <a:solidFill>
            <a:schemeClr val="accent2"/>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userDrawn="1"/>
        </p:nvSpPr>
        <p:spPr>
          <a:xfrm>
            <a:off x="7028278" y="3071520"/>
            <a:ext cx="1978090" cy="1421081"/>
          </a:xfrm>
          <a:prstGeom prst="rect">
            <a:avLst/>
          </a:prstGeom>
          <a:solidFill>
            <a:schemeClr val="accent3"/>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E9D91E25-9CE8-4AFD-B4D8-4BFE903D8EB4}" type="datetimeFigureOut">
              <a:rPr lang="zh-CN" altLang="en-US" smtClean="0"/>
              <a:t>2022-07-02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CBECEF1-1935-4692-9C86-5FD89D9EDF46}"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E9D91E25-9CE8-4AFD-B4D8-4BFE903D8EB4}" type="datetimeFigureOut">
              <a:rPr lang="zh-CN" altLang="en-US" smtClean="0"/>
              <a:t>2022-07-02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CBECEF1-1935-4692-9C86-5FD89D9EDF46}"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Content Placeholder 3"/>
          <p:cNvSpPr>
            <a:spLocks noGrp="1"/>
          </p:cNvSpPr>
          <p:nvPr>
            <p:ph sz="half" idx="2"/>
          </p:nvPr>
        </p:nvSpPr>
        <p:spPr>
          <a:xfrm>
            <a:off x="629842" y="1878806"/>
            <a:ext cx="3868340" cy="2763441"/>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Content Placeholder 5"/>
          <p:cNvSpPr>
            <a:spLocks noGrp="1"/>
          </p:cNvSpPr>
          <p:nvPr>
            <p:ph sz="quarter" idx="4"/>
          </p:nvPr>
        </p:nvSpPr>
        <p:spPr>
          <a:xfrm>
            <a:off x="4629150" y="1878806"/>
            <a:ext cx="3887391" cy="2763441"/>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E9D91E25-9CE8-4AFD-B4D8-4BFE903D8EB4}" type="datetimeFigureOut">
              <a:rPr lang="zh-CN" altLang="en-US" smtClean="0"/>
              <a:t>2022-07-02</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ACBECEF1-1935-4692-9C86-5FD89D9EDF46}"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E9D91E25-9CE8-4AFD-B4D8-4BFE903D8EB4}" type="datetimeFigureOut">
              <a:rPr lang="zh-CN" altLang="en-US" smtClean="0"/>
              <a:t>2022-07-02</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ACBECEF1-1935-4692-9C86-5FD89D9EDF46}"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9D91E25-9CE8-4AFD-B4D8-4BFE903D8EB4}" type="datetimeFigureOut">
              <a:rPr lang="zh-CN" altLang="en-US" smtClean="0"/>
              <a:t>2022-07-02</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ACBECEF1-1935-4692-9C86-5FD89D9EDF46}"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E9D91E25-9CE8-4AFD-B4D8-4BFE903D8EB4}" type="datetimeFigureOut">
              <a:rPr lang="zh-CN" altLang="en-US" smtClean="0"/>
              <a:t>2022-07-02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CBECEF1-1935-4692-9C86-5FD89D9EDF46}"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E9D91E25-9CE8-4AFD-B4D8-4BFE903D8EB4}" type="datetimeFigureOut">
              <a:rPr lang="zh-CN" altLang="en-US" smtClean="0"/>
              <a:t>2022-07-02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CBECEF1-1935-4692-9C86-5FD89D9EDF46}"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E9D91E25-9CE8-4AFD-B4D8-4BFE903D8EB4}" type="datetimeFigureOut">
              <a:rPr lang="zh-CN" altLang="en-US" smtClean="0"/>
              <a:t>2022-07-02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CBECEF1-1935-4692-9C86-5FD89D9EDF46}"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E9D91E25-9CE8-4AFD-B4D8-4BFE903D8EB4}" type="datetimeFigureOut">
              <a:rPr lang="zh-CN" altLang="en-US" smtClean="0"/>
              <a:t>2022-07-02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CBECEF1-1935-4692-9C86-5FD89D9EDF46}"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E9D91E25-9CE8-4AFD-B4D8-4BFE903D8EB4}" type="datetimeFigureOut">
              <a:rPr lang="zh-CN" altLang="en-US" smtClean="0"/>
              <a:t>2022-07-02</a:t>
            </a:fld>
            <a:endParaRPr lang="zh-CN" alt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ACBECEF1-1935-4692-9C86-5FD89D9EDF4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3.png"/><Relationship Id="rId4" Type="http://schemas.microsoft.com/office/2007/relationships/hdphoto" Target="../media/hdphoto2.wdp"/><Relationship Id="rId5" Type="http://schemas.openxmlformats.org/officeDocument/2006/relationships/image" Target="../media/image4.jpeg"/><Relationship Id="rId6" Type="http://schemas.openxmlformats.org/officeDocument/2006/relationships/image" Target="../media/image5.png"/><Relationship Id="rId7" Type="http://schemas.microsoft.com/office/2007/relationships/hdphoto" Target="../media/hdphoto3.wdp"/></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6.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7.pn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HSVmode:HSV">
            <a:extLst>
              <a:ext uri="{FF2B5EF4-FFF2-40B4-BE49-F238E27FC236}">
                <a16:creationId xmlns:a16="http://schemas.microsoft.com/office/drawing/2014/main" id="{BFE9D111-4241-7817-EF5D-7B07CB46D486}"/>
              </a:ext>
            </a:extLst>
          </p:cNvPr>
          <p:cNvSpPr txBox="1"/>
          <p:nvPr/>
        </p:nvSpPr>
        <p:spPr>
          <a:xfrm>
            <a:off x="-1282700" y="152400"/>
            <a:ext cx="1189108" cy="300082"/>
          </a:xfrm>
          <a:prstGeom prst="rect">
            <a:avLst/>
          </a:prstGeom>
          <a:noFill/>
        </p:spPr>
        <p:txBody>
          <a:bodyPr wrap="none" rtlCol="0">
            <a:spAutoFit/>
          </a:bodyPr>
          <a:lstStyle/>
          <a:p>
            <a:r>
              <a:rPr lang="en-US" altLang="zh-CN" dirty="0" err="1">
                <a:solidFill/>
              </a:rPr>
              <a:t>HSVmode:HSV</a:t>
            </a:r>
            <a:endParaRPr lang="zh-CN" altLang="en-US" dirty="0"/>
          </a:p>
        </p:txBody>
      </p:sp>
      <p:sp>
        <p:nvSpPr>
          <p:cNvPr id="3" name="矩形 2"/>
          <p:cNvSpPr/>
          <p:nvPr/>
        </p:nvSpPr>
        <p:spPr>
          <a:xfrm>
            <a:off x="2351899" y="0"/>
            <a:ext cx="3755938" cy="5143500"/>
          </a:xfrm>
          <a:prstGeom prst="rect">
            <a:avLst/>
          </a:prstGeom>
          <a:solidFill>
            <a:srgbClr val="AE0D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268503" y="749128"/>
            <a:ext cx="8587946" cy="3645244"/>
          </a:xfrm>
          <a:prstGeom prst="rect">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p:cNvSpPr txBox="1">
            <a:spLocks noChangeArrowheads="1"/>
          </p:cNvSpPr>
          <p:nvPr/>
        </p:nvSpPr>
        <p:spPr bwMode="auto">
          <a:xfrm>
            <a:off x="2670017" y="1861747"/>
            <a:ext cx="5393600" cy="707886"/>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defTabSz="514350" fontAlgn="base">
              <a:spcBef>
                <a:spcPct val="0"/>
              </a:spcBef>
              <a:spcAft>
                <a:spcPct val="0"/>
              </a:spcAft>
              <a:tabLst>
                <a:tab pos="2149475" algn="l"/>
              </a:tabLst>
            </a:pPr>
            <a:r>
              <a:rPr lang="en-US" altLang="zh-CN" sz="4000" b="1" dirty="0">
                <a:solidFill>
                  <a:srgbClr val="AE0D1D"/>
                </a:solidFill>
                <a:latin typeface="+mj-ea"/>
                <a:ea typeface="+mj-ea"/>
                <a:sym typeface="Calibri" panose="020F0502020204030204" pitchFamily="34" charset="0"/>
              </a:rPr>
              <a:t>苏州大学模板</a:t>
            </a:r>
            <a:r>
              <a:rPr lang="zh-CN" altLang="en-US" sz="4000" b="1" dirty="0">
                <a:solidFill>
                  <a:srgbClr val="AE0D1D"/>
                </a:solidFill>
                <a:latin typeface="+mj-ea"/>
                <a:ea typeface="+mj-ea"/>
                <a:sym typeface="Calibri" panose="020F0502020204030204" pitchFamily="34" charset="0"/>
              </a:rPr>
              <a:t/>
            </a:r>
          </a:p>
        </p:txBody>
      </p:sp>
      <p:sp>
        <p:nvSpPr>
          <p:cNvPr id="63" name="文本框 62"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p:cNvSpPr txBox="1">
            <a:spLocks noChangeArrowheads="1"/>
          </p:cNvSpPr>
          <p:nvPr/>
        </p:nvSpPr>
        <p:spPr bwMode="auto">
          <a:xfrm>
            <a:off x="2368055" y="2636308"/>
            <a:ext cx="5997525" cy="307777"/>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algn="ctr" defTabSz="514350" fontAlgn="base">
              <a:spcBef>
                <a:spcPct val="0"/>
              </a:spcBef>
              <a:spcAft>
                <a:spcPct val="0"/>
              </a:spcAft>
              <a:tabLst>
                <a:tab pos="2149475" algn="l"/>
              </a:tabLst>
            </a:pPr>
            <a:r>
              <a:rPr lang="en-US" altLang="zh-CN" sz="1400" spc="300">
                <a:solidFill>
                  <a:srgbClr val="AE0D1D"/>
                </a:solidFill>
                <a:latin typeface="方正准圆简体" panose="03000509000000000000" pitchFamily="65" charset="-122"/>
                <a:ea typeface="方正准圆简体" panose="03000509000000000000" pitchFamily="65" charset="-122"/>
                <a:sym typeface="Calibri" panose="020F0502020204030204" pitchFamily="34" charset="0"/>
              </a:rPr>
              <a:t>BLUE TEXTURED SIMPLE REPLY TEMPLATE</a:t>
            </a:r>
            <a:endParaRPr lang="zh-CN" altLang="en-US" sz="1400" spc="300">
              <a:solidFill>
                <a:srgbClr val="212834"/>
              </a:solidFill>
              <a:latin typeface="方正准圆简体" panose="03000509000000000000" pitchFamily="65" charset="-122"/>
              <a:ea typeface="方正准圆简体" panose="03000509000000000000" pitchFamily="65" charset="-122"/>
              <a:sym typeface="Calibri" panose="020F0502020204030204" pitchFamily="34" charset="0"/>
            </a:endParaRPr>
          </a:p>
        </p:txBody>
      </p:sp>
      <p:cxnSp>
        <p:nvCxnSpPr>
          <p:cNvPr id="65" name="直接连接符 64"/>
          <p:cNvCxnSpPr/>
          <p:nvPr/>
        </p:nvCxnSpPr>
        <p:spPr>
          <a:xfrm>
            <a:off x="5186792" y="2983936"/>
            <a:ext cx="279543" cy="0"/>
          </a:xfrm>
          <a:prstGeom prst="line">
            <a:avLst/>
          </a:prstGeom>
          <a:ln w="19050">
            <a:solidFill>
              <a:srgbClr val="AE0D1D"/>
            </a:solidFill>
          </a:ln>
        </p:spPr>
        <p:style>
          <a:lnRef idx="1">
            <a:schemeClr val="accent1"/>
          </a:lnRef>
          <a:fillRef idx="0">
            <a:schemeClr val="accent1"/>
          </a:fillRef>
          <a:effectRef idx="0">
            <a:schemeClr val="accent1"/>
          </a:effectRef>
          <a:fontRef idx="minor">
            <a:schemeClr val="tx1"/>
          </a:fontRef>
        </p:style>
      </p:cxnSp>
      <p:sp>
        <p:nvSpPr>
          <p:cNvPr id="67" name="椭圆 66"/>
          <p:cNvSpPr/>
          <p:nvPr/>
        </p:nvSpPr>
        <p:spPr>
          <a:xfrm>
            <a:off x="3470342" y="3169801"/>
            <a:ext cx="351052" cy="351052"/>
          </a:xfrm>
          <a:prstGeom prst="ellipse">
            <a:avLst/>
          </a:prstGeom>
          <a:solidFill>
            <a:srgbClr val="AE0D1D"/>
          </a:solidFill>
          <a:ln>
            <a:noFill/>
          </a:ln>
          <a:effectLst>
            <a:outerShdw blurRad="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rgbClr val="212834"/>
              </a:solidFill>
            </a:endParaRPr>
          </a:p>
        </p:txBody>
      </p:sp>
      <p:sp>
        <p:nvSpPr>
          <p:cNvPr id="68" name="文本框 67"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p:cNvSpPr txBox="1">
            <a:spLocks noChangeArrowheads="1"/>
          </p:cNvSpPr>
          <p:nvPr/>
        </p:nvSpPr>
        <p:spPr bwMode="auto">
          <a:xfrm>
            <a:off x="3808099" y="3213076"/>
            <a:ext cx="2071900" cy="307777"/>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defTabSz="514350" fontAlgn="base">
              <a:spcBef>
                <a:spcPct val="0"/>
              </a:spcBef>
              <a:spcAft>
                <a:spcPct val="0"/>
              </a:spcAft>
              <a:tabLst>
                <a:tab pos="2149475" algn="l"/>
              </a:tabLst>
            </a:pPr>
            <a:r>
              <a:rPr lang="zh-CN" altLang="en-US" sz="1400" dirty="0">
                <a:solidFill>
                  <a:srgbClr val="AE0D1D"/>
                </a:solidFill>
                <a:latin typeface="方正准圆简体" panose="03000509000000000000" pitchFamily="65" charset="-122"/>
                <a:ea typeface="方正准圆简体" panose="03000509000000000000" pitchFamily="65" charset="-122"/>
                <a:sym typeface="Calibri" panose="020F0502020204030204" pitchFamily="34" charset="0"/>
              </a:rPr>
              <a:t>日期：2019.5.25</a:t>
            </a:r>
            <a:r>
              <a:rPr lang="en-US" altLang="zh-CN" sz="1400" dirty="0">
                <a:solidFill>
                  <a:srgbClr val="AE0D1D"/>
                </a:solidFill>
                <a:latin typeface="方正准圆简体" panose="03000509000000000000" pitchFamily="65" charset="-122"/>
                <a:ea typeface="方正准圆简体" panose="03000509000000000000" pitchFamily="65" charset="-122"/>
                <a:sym typeface="Calibri" panose="020F0502020204030204" pitchFamily="34" charset="0"/>
              </a:rPr>
              <a:t/>
            </a:r>
            <a:endParaRPr lang="zh-CN" altLang="en-US" sz="1400" dirty="0">
              <a:solidFill>
                <a:srgbClr val="212834"/>
              </a:solidFill>
              <a:latin typeface="方正准圆简体" panose="03000509000000000000" pitchFamily="65" charset="-122"/>
              <a:ea typeface="方正准圆简体" panose="03000509000000000000" pitchFamily="65" charset="-122"/>
              <a:sym typeface="Calibri" panose="020F0502020204030204" pitchFamily="34" charset="0"/>
            </a:endParaRPr>
          </a:p>
        </p:txBody>
      </p:sp>
      <p:sp>
        <p:nvSpPr>
          <p:cNvPr id="69" name="椭圆 68"/>
          <p:cNvSpPr/>
          <p:nvPr/>
        </p:nvSpPr>
        <p:spPr>
          <a:xfrm>
            <a:off x="5528947" y="3166749"/>
            <a:ext cx="351052" cy="351052"/>
          </a:xfrm>
          <a:prstGeom prst="ellipse">
            <a:avLst/>
          </a:prstGeom>
          <a:solidFill>
            <a:srgbClr val="AE0D1D"/>
          </a:solidFill>
          <a:ln>
            <a:noFill/>
          </a:ln>
          <a:effectLst>
            <a:outerShdw blurRad="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rgbClr val="212834"/>
              </a:solidFill>
            </a:endParaRPr>
          </a:p>
        </p:txBody>
      </p:sp>
      <p:sp>
        <p:nvSpPr>
          <p:cNvPr id="70" name="文本框 69"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p:cNvSpPr txBox="1">
            <a:spLocks noChangeArrowheads="1"/>
          </p:cNvSpPr>
          <p:nvPr/>
        </p:nvSpPr>
        <p:spPr bwMode="auto">
          <a:xfrm>
            <a:off x="5866704" y="3210024"/>
            <a:ext cx="2071900" cy="307777"/>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defTabSz="514350" fontAlgn="base">
              <a:spcBef>
                <a:spcPct val="0"/>
              </a:spcBef>
              <a:spcAft>
                <a:spcPct val="0"/>
              </a:spcAft>
              <a:tabLst>
                <a:tab pos="2149475" algn="l"/>
              </a:tabLst>
            </a:pPr>
            <a:r>
              <a:rPr lang="zh-CN" altLang="en-US" sz="1400" dirty="0">
                <a:solidFill>
                  <a:srgbClr val="AE0D1D"/>
                </a:solidFill>
                <a:latin typeface="方正准圆简体" panose="03000509000000000000" pitchFamily="65" charset="-122"/>
                <a:ea typeface="方正准圆简体" panose="03000509000000000000" pitchFamily="65" charset="-122"/>
                <a:sym typeface="Calibri" panose="020F0502020204030204" pitchFamily="34" charset="0"/>
              </a:rPr>
              <a:t>答辩人：xxx</a:t>
            </a:r>
            <a:r>
              <a:rPr lang="en-US" altLang="zh-CN" sz="1400" dirty="0">
                <a:solidFill>
                  <a:srgbClr val="AE0D1D"/>
                </a:solidFill>
                <a:latin typeface="方正准圆简体" panose="03000509000000000000" pitchFamily="65" charset="-122"/>
                <a:ea typeface="方正准圆简体" panose="03000509000000000000" pitchFamily="65" charset="-122"/>
                <a:sym typeface="Calibri" panose="020F0502020204030204" pitchFamily="34" charset="0"/>
              </a:rPr>
              <a:t/>
            </a:r>
            <a:endParaRPr lang="zh-CN" altLang="en-US" sz="1400" dirty="0">
              <a:solidFill>
                <a:srgbClr val="212834"/>
              </a:solidFill>
              <a:latin typeface="方正准圆简体" panose="03000509000000000000" pitchFamily="65" charset="-122"/>
              <a:ea typeface="方正准圆简体" panose="03000509000000000000" pitchFamily="65" charset="-122"/>
              <a:sym typeface="Calibri" panose="020F0502020204030204" pitchFamily="34" charset="0"/>
            </a:endParaRPr>
          </a:p>
        </p:txBody>
      </p:sp>
      <p:grpSp>
        <p:nvGrpSpPr>
          <p:cNvPr id="72" name="Group 59"/>
          <p:cNvGrpSpPr>
            <a:grpSpLocks noChangeAspect="1"/>
          </p:cNvGrpSpPr>
          <p:nvPr/>
        </p:nvGrpSpPr>
        <p:grpSpPr bwMode="auto">
          <a:xfrm>
            <a:off x="3534471" y="3225028"/>
            <a:ext cx="218168" cy="238153"/>
            <a:chOff x="1066" y="1985"/>
            <a:chExt cx="262" cy="286"/>
          </a:xfrm>
          <a:solidFill>
            <a:schemeClr val="bg1"/>
          </a:solidFill>
        </p:grpSpPr>
        <p:sp>
          <p:nvSpPr>
            <p:cNvPr id="74" name="Freeform 60"/>
            <p:cNvSpPr>
              <a:spLocks noEditPoints="1"/>
            </p:cNvSpPr>
            <p:nvPr/>
          </p:nvSpPr>
          <p:spPr bwMode="auto">
            <a:xfrm>
              <a:off x="1066" y="2005"/>
              <a:ext cx="262" cy="266"/>
            </a:xfrm>
            <a:custGeom>
              <a:avLst/>
              <a:gdLst>
                <a:gd name="T0" fmla="*/ 572 w 642"/>
                <a:gd name="T1" fmla="*/ 655 h 655"/>
                <a:gd name="T2" fmla="*/ 70 w 642"/>
                <a:gd name="T3" fmla="*/ 655 h 655"/>
                <a:gd name="T4" fmla="*/ 19 w 642"/>
                <a:gd name="T5" fmla="*/ 630 h 655"/>
                <a:gd name="T6" fmla="*/ 0 w 642"/>
                <a:gd name="T7" fmla="*/ 575 h 655"/>
                <a:gd name="T8" fmla="*/ 0 w 642"/>
                <a:gd name="T9" fmla="*/ 80 h 655"/>
                <a:gd name="T10" fmla="*/ 19 w 642"/>
                <a:gd name="T11" fmla="*/ 25 h 655"/>
                <a:gd name="T12" fmla="*/ 70 w 642"/>
                <a:gd name="T13" fmla="*/ 0 h 655"/>
                <a:gd name="T14" fmla="*/ 93 w 642"/>
                <a:gd name="T15" fmla="*/ 0 h 655"/>
                <a:gd name="T16" fmla="*/ 111 w 642"/>
                <a:gd name="T17" fmla="*/ 18 h 655"/>
                <a:gd name="T18" fmla="*/ 93 w 642"/>
                <a:gd name="T19" fmla="*/ 36 h 655"/>
                <a:gd name="T20" fmla="*/ 70 w 642"/>
                <a:gd name="T21" fmla="*/ 36 h 655"/>
                <a:gd name="T22" fmla="*/ 47 w 642"/>
                <a:gd name="T23" fmla="*/ 48 h 655"/>
                <a:gd name="T24" fmla="*/ 36 w 642"/>
                <a:gd name="T25" fmla="*/ 80 h 655"/>
                <a:gd name="T26" fmla="*/ 36 w 642"/>
                <a:gd name="T27" fmla="*/ 575 h 655"/>
                <a:gd name="T28" fmla="*/ 47 w 642"/>
                <a:gd name="T29" fmla="*/ 607 h 655"/>
                <a:gd name="T30" fmla="*/ 70 w 642"/>
                <a:gd name="T31" fmla="*/ 619 h 655"/>
                <a:gd name="T32" fmla="*/ 572 w 642"/>
                <a:gd name="T33" fmla="*/ 619 h 655"/>
                <a:gd name="T34" fmla="*/ 595 w 642"/>
                <a:gd name="T35" fmla="*/ 607 h 655"/>
                <a:gd name="T36" fmla="*/ 606 w 642"/>
                <a:gd name="T37" fmla="*/ 575 h 655"/>
                <a:gd name="T38" fmla="*/ 606 w 642"/>
                <a:gd name="T39" fmla="*/ 80 h 655"/>
                <a:gd name="T40" fmla="*/ 595 w 642"/>
                <a:gd name="T41" fmla="*/ 48 h 655"/>
                <a:gd name="T42" fmla="*/ 572 w 642"/>
                <a:gd name="T43" fmla="*/ 36 h 655"/>
                <a:gd name="T44" fmla="*/ 547 w 642"/>
                <a:gd name="T45" fmla="*/ 36 h 655"/>
                <a:gd name="T46" fmla="*/ 529 w 642"/>
                <a:gd name="T47" fmla="*/ 18 h 655"/>
                <a:gd name="T48" fmla="*/ 547 w 642"/>
                <a:gd name="T49" fmla="*/ 0 h 655"/>
                <a:gd name="T50" fmla="*/ 572 w 642"/>
                <a:gd name="T51" fmla="*/ 0 h 655"/>
                <a:gd name="T52" fmla="*/ 622 w 642"/>
                <a:gd name="T53" fmla="*/ 25 h 655"/>
                <a:gd name="T54" fmla="*/ 642 w 642"/>
                <a:gd name="T55" fmla="*/ 80 h 655"/>
                <a:gd name="T56" fmla="*/ 642 w 642"/>
                <a:gd name="T57" fmla="*/ 575 h 655"/>
                <a:gd name="T58" fmla="*/ 622 w 642"/>
                <a:gd name="T59" fmla="*/ 630 h 655"/>
                <a:gd name="T60" fmla="*/ 572 w 642"/>
                <a:gd name="T61" fmla="*/ 655 h 655"/>
                <a:gd name="T62" fmla="*/ 418 w 642"/>
                <a:gd name="T63" fmla="*/ 36 h 655"/>
                <a:gd name="T64" fmla="*/ 224 w 642"/>
                <a:gd name="T65" fmla="*/ 36 h 655"/>
                <a:gd name="T66" fmla="*/ 206 w 642"/>
                <a:gd name="T67" fmla="*/ 18 h 655"/>
                <a:gd name="T68" fmla="*/ 224 w 642"/>
                <a:gd name="T69" fmla="*/ 0 h 655"/>
                <a:gd name="T70" fmla="*/ 418 w 642"/>
                <a:gd name="T71" fmla="*/ 0 h 655"/>
                <a:gd name="T72" fmla="*/ 436 w 642"/>
                <a:gd name="T73" fmla="*/ 18 h 655"/>
                <a:gd name="T74" fmla="*/ 418 w 642"/>
                <a:gd name="T75" fmla="*/ 36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42" h="655">
                  <a:moveTo>
                    <a:pt x="572" y="655"/>
                  </a:moveTo>
                  <a:cubicBezTo>
                    <a:pt x="70" y="655"/>
                    <a:pt x="70" y="655"/>
                    <a:pt x="70" y="655"/>
                  </a:cubicBezTo>
                  <a:cubicBezTo>
                    <a:pt x="51" y="655"/>
                    <a:pt x="33" y="646"/>
                    <a:pt x="19" y="630"/>
                  </a:cubicBezTo>
                  <a:cubicBezTo>
                    <a:pt x="7" y="615"/>
                    <a:pt x="0" y="596"/>
                    <a:pt x="0" y="575"/>
                  </a:cubicBezTo>
                  <a:cubicBezTo>
                    <a:pt x="0" y="80"/>
                    <a:pt x="0" y="80"/>
                    <a:pt x="0" y="80"/>
                  </a:cubicBezTo>
                  <a:cubicBezTo>
                    <a:pt x="0" y="60"/>
                    <a:pt x="7" y="40"/>
                    <a:pt x="19" y="25"/>
                  </a:cubicBezTo>
                  <a:cubicBezTo>
                    <a:pt x="33" y="9"/>
                    <a:pt x="51" y="0"/>
                    <a:pt x="70" y="0"/>
                  </a:cubicBezTo>
                  <a:cubicBezTo>
                    <a:pt x="93" y="0"/>
                    <a:pt x="93" y="0"/>
                    <a:pt x="93" y="0"/>
                  </a:cubicBezTo>
                  <a:cubicBezTo>
                    <a:pt x="103" y="0"/>
                    <a:pt x="111" y="8"/>
                    <a:pt x="111" y="18"/>
                  </a:cubicBezTo>
                  <a:cubicBezTo>
                    <a:pt x="111" y="28"/>
                    <a:pt x="103" y="36"/>
                    <a:pt x="93" y="36"/>
                  </a:cubicBezTo>
                  <a:cubicBezTo>
                    <a:pt x="70" y="36"/>
                    <a:pt x="70" y="36"/>
                    <a:pt x="70" y="36"/>
                  </a:cubicBezTo>
                  <a:cubicBezTo>
                    <a:pt x="61" y="36"/>
                    <a:pt x="53" y="40"/>
                    <a:pt x="47" y="48"/>
                  </a:cubicBezTo>
                  <a:cubicBezTo>
                    <a:pt x="40" y="56"/>
                    <a:pt x="36" y="68"/>
                    <a:pt x="36" y="80"/>
                  </a:cubicBezTo>
                  <a:cubicBezTo>
                    <a:pt x="36" y="575"/>
                    <a:pt x="36" y="575"/>
                    <a:pt x="36" y="575"/>
                  </a:cubicBezTo>
                  <a:cubicBezTo>
                    <a:pt x="36" y="587"/>
                    <a:pt x="40" y="599"/>
                    <a:pt x="47" y="607"/>
                  </a:cubicBezTo>
                  <a:cubicBezTo>
                    <a:pt x="53" y="615"/>
                    <a:pt x="61" y="619"/>
                    <a:pt x="70" y="619"/>
                  </a:cubicBezTo>
                  <a:cubicBezTo>
                    <a:pt x="572" y="619"/>
                    <a:pt x="572" y="619"/>
                    <a:pt x="572" y="619"/>
                  </a:cubicBezTo>
                  <a:cubicBezTo>
                    <a:pt x="580" y="619"/>
                    <a:pt x="588" y="615"/>
                    <a:pt x="595" y="607"/>
                  </a:cubicBezTo>
                  <a:cubicBezTo>
                    <a:pt x="602" y="599"/>
                    <a:pt x="606" y="587"/>
                    <a:pt x="606" y="575"/>
                  </a:cubicBezTo>
                  <a:cubicBezTo>
                    <a:pt x="606" y="80"/>
                    <a:pt x="606" y="80"/>
                    <a:pt x="606" y="80"/>
                  </a:cubicBezTo>
                  <a:cubicBezTo>
                    <a:pt x="606" y="68"/>
                    <a:pt x="602" y="56"/>
                    <a:pt x="595" y="48"/>
                  </a:cubicBezTo>
                  <a:cubicBezTo>
                    <a:pt x="588" y="40"/>
                    <a:pt x="580" y="36"/>
                    <a:pt x="572" y="36"/>
                  </a:cubicBezTo>
                  <a:cubicBezTo>
                    <a:pt x="547" y="36"/>
                    <a:pt x="547" y="36"/>
                    <a:pt x="547" y="36"/>
                  </a:cubicBezTo>
                  <a:cubicBezTo>
                    <a:pt x="537" y="36"/>
                    <a:pt x="529" y="28"/>
                    <a:pt x="529" y="18"/>
                  </a:cubicBezTo>
                  <a:cubicBezTo>
                    <a:pt x="529" y="8"/>
                    <a:pt x="537" y="0"/>
                    <a:pt x="547" y="0"/>
                  </a:cubicBezTo>
                  <a:cubicBezTo>
                    <a:pt x="572" y="0"/>
                    <a:pt x="572" y="0"/>
                    <a:pt x="572" y="0"/>
                  </a:cubicBezTo>
                  <a:cubicBezTo>
                    <a:pt x="591" y="0"/>
                    <a:pt x="609" y="9"/>
                    <a:pt x="622" y="25"/>
                  </a:cubicBezTo>
                  <a:cubicBezTo>
                    <a:pt x="635" y="40"/>
                    <a:pt x="642" y="60"/>
                    <a:pt x="642" y="80"/>
                  </a:cubicBezTo>
                  <a:cubicBezTo>
                    <a:pt x="642" y="575"/>
                    <a:pt x="642" y="575"/>
                    <a:pt x="642" y="575"/>
                  </a:cubicBezTo>
                  <a:cubicBezTo>
                    <a:pt x="642" y="596"/>
                    <a:pt x="635" y="615"/>
                    <a:pt x="622" y="630"/>
                  </a:cubicBezTo>
                  <a:cubicBezTo>
                    <a:pt x="609" y="646"/>
                    <a:pt x="591" y="655"/>
                    <a:pt x="572" y="655"/>
                  </a:cubicBezTo>
                  <a:close/>
                  <a:moveTo>
                    <a:pt x="418" y="36"/>
                  </a:moveTo>
                  <a:cubicBezTo>
                    <a:pt x="224" y="36"/>
                    <a:pt x="224" y="36"/>
                    <a:pt x="224" y="36"/>
                  </a:cubicBezTo>
                  <a:cubicBezTo>
                    <a:pt x="214" y="36"/>
                    <a:pt x="206" y="28"/>
                    <a:pt x="206" y="18"/>
                  </a:cubicBezTo>
                  <a:cubicBezTo>
                    <a:pt x="206" y="8"/>
                    <a:pt x="214" y="0"/>
                    <a:pt x="224" y="0"/>
                  </a:cubicBezTo>
                  <a:cubicBezTo>
                    <a:pt x="418" y="0"/>
                    <a:pt x="418" y="0"/>
                    <a:pt x="418" y="0"/>
                  </a:cubicBezTo>
                  <a:cubicBezTo>
                    <a:pt x="428" y="0"/>
                    <a:pt x="436" y="8"/>
                    <a:pt x="436" y="18"/>
                  </a:cubicBezTo>
                  <a:cubicBezTo>
                    <a:pt x="436" y="28"/>
                    <a:pt x="428" y="36"/>
                    <a:pt x="418" y="3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rgbClr val="212834"/>
                </a:solidFill>
              </a:endParaRPr>
            </a:p>
          </p:txBody>
        </p:sp>
        <p:sp>
          <p:nvSpPr>
            <p:cNvPr id="75" name="Freeform 61"/>
            <p:cNvSpPr>
              <a:spLocks noEditPoints="1"/>
            </p:cNvSpPr>
            <p:nvPr/>
          </p:nvSpPr>
          <p:spPr bwMode="auto">
            <a:xfrm>
              <a:off x="1124" y="1985"/>
              <a:ext cx="146" cy="64"/>
            </a:xfrm>
            <a:custGeom>
              <a:avLst/>
              <a:gdLst>
                <a:gd name="T0" fmla="*/ 18 w 357"/>
                <a:gd name="T1" fmla="*/ 0 h 157"/>
                <a:gd name="T2" fmla="*/ 36 w 357"/>
                <a:gd name="T3" fmla="*/ 18 h 157"/>
                <a:gd name="T4" fmla="*/ 36 w 357"/>
                <a:gd name="T5" fmla="*/ 139 h 157"/>
                <a:gd name="T6" fmla="*/ 18 w 357"/>
                <a:gd name="T7" fmla="*/ 157 h 157"/>
                <a:gd name="T8" fmla="*/ 0 w 357"/>
                <a:gd name="T9" fmla="*/ 139 h 157"/>
                <a:gd name="T10" fmla="*/ 0 w 357"/>
                <a:gd name="T11" fmla="*/ 18 h 157"/>
                <a:gd name="T12" fmla="*/ 18 w 357"/>
                <a:gd name="T13" fmla="*/ 0 h 157"/>
                <a:gd name="T14" fmla="*/ 339 w 357"/>
                <a:gd name="T15" fmla="*/ 0 h 157"/>
                <a:gd name="T16" fmla="*/ 357 w 357"/>
                <a:gd name="T17" fmla="*/ 18 h 157"/>
                <a:gd name="T18" fmla="*/ 357 w 357"/>
                <a:gd name="T19" fmla="*/ 139 h 157"/>
                <a:gd name="T20" fmla="*/ 339 w 357"/>
                <a:gd name="T21" fmla="*/ 157 h 157"/>
                <a:gd name="T22" fmla="*/ 321 w 357"/>
                <a:gd name="T23" fmla="*/ 139 h 157"/>
                <a:gd name="T24" fmla="*/ 321 w 357"/>
                <a:gd name="T25" fmla="*/ 18 h 157"/>
                <a:gd name="T26" fmla="*/ 339 w 357"/>
                <a:gd name="T27"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57" h="157">
                  <a:moveTo>
                    <a:pt x="18" y="0"/>
                  </a:moveTo>
                  <a:cubicBezTo>
                    <a:pt x="28" y="0"/>
                    <a:pt x="36" y="8"/>
                    <a:pt x="36" y="18"/>
                  </a:cubicBezTo>
                  <a:cubicBezTo>
                    <a:pt x="36" y="139"/>
                    <a:pt x="36" y="139"/>
                    <a:pt x="36" y="139"/>
                  </a:cubicBezTo>
                  <a:cubicBezTo>
                    <a:pt x="36" y="149"/>
                    <a:pt x="28" y="157"/>
                    <a:pt x="18" y="157"/>
                  </a:cubicBezTo>
                  <a:cubicBezTo>
                    <a:pt x="8" y="157"/>
                    <a:pt x="0" y="149"/>
                    <a:pt x="0" y="139"/>
                  </a:cubicBezTo>
                  <a:cubicBezTo>
                    <a:pt x="0" y="18"/>
                    <a:pt x="0" y="18"/>
                    <a:pt x="0" y="18"/>
                  </a:cubicBezTo>
                  <a:cubicBezTo>
                    <a:pt x="0" y="8"/>
                    <a:pt x="8" y="0"/>
                    <a:pt x="18" y="0"/>
                  </a:cubicBezTo>
                  <a:close/>
                  <a:moveTo>
                    <a:pt x="339" y="0"/>
                  </a:moveTo>
                  <a:cubicBezTo>
                    <a:pt x="349" y="0"/>
                    <a:pt x="357" y="8"/>
                    <a:pt x="357" y="18"/>
                  </a:cubicBezTo>
                  <a:cubicBezTo>
                    <a:pt x="357" y="139"/>
                    <a:pt x="357" y="139"/>
                    <a:pt x="357" y="139"/>
                  </a:cubicBezTo>
                  <a:cubicBezTo>
                    <a:pt x="357" y="149"/>
                    <a:pt x="349" y="157"/>
                    <a:pt x="339" y="157"/>
                  </a:cubicBezTo>
                  <a:cubicBezTo>
                    <a:pt x="329" y="157"/>
                    <a:pt x="321" y="149"/>
                    <a:pt x="321" y="139"/>
                  </a:cubicBezTo>
                  <a:cubicBezTo>
                    <a:pt x="321" y="18"/>
                    <a:pt x="321" y="18"/>
                    <a:pt x="321" y="18"/>
                  </a:cubicBezTo>
                  <a:cubicBezTo>
                    <a:pt x="321" y="8"/>
                    <a:pt x="329" y="0"/>
                    <a:pt x="33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rgbClr val="212834"/>
                </a:solidFill>
              </a:endParaRPr>
            </a:p>
          </p:txBody>
        </p:sp>
        <p:sp>
          <p:nvSpPr>
            <p:cNvPr id="76" name="Freeform 62"/>
            <p:cNvSpPr>
              <a:spLocks noEditPoints="1"/>
            </p:cNvSpPr>
            <p:nvPr/>
          </p:nvSpPr>
          <p:spPr bwMode="auto">
            <a:xfrm>
              <a:off x="1074" y="2044"/>
              <a:ext cx="246" cy="183"/>
            </a:xfrm>
            <a:custGeom>
              <a:avLst/>
              <a:gdLst>
                <a:gd name="T0" fmla="*/ 0 w 603"/>
                <a:gd name="T1" fmla="*/ 18 h 450"/>
                <a:gd name="T2" fmla="*/ 18 w 603"/>
                <a:gd name="T3" fmla="*/ 0 h 450"/>
                <a:gd name="T4" fmla="*/ 585 w 603"/>
                <a:gd name="T5" fmla="*/ 0 h 450"/>
                <a:gd name="T6" fmla="*/ 603 w 603"/>
                <a:gd name="T7" fmla="*/ 18 h 450"/>
                <a:gd name="T8" fmla="*/ 585 w 603"/>
                <a:gd name="T9" fmla="*/ 36 h 450"/>
                <a:gd name="T10" fmla="*/ 18 w 603"/>
                <a:gd name="T11" fmla="*/ 36 h 450"/>
                <a:gd name="T12" fmla="*/ 0 w 603"/>
                <a:gd name="T13" fmla="*/ 18 h 450"/>
                <a:gd name="T14" fmla="*/ 306 w 603"/>
                <a:gd name="T15" fmla="*/ 450 h 450"/>
                <a:gd name="T16" fmla="*/ 184 w 603"/>
                <a:gd name="T17" fmla="*/ 400 h 450"/>
                <a:gd name="T18" fmla="*/ 134 w 603"/>
                <a:gd name="T19" fmla="*/ 279 h 450"/>
                <a:gd name="T20" fmla="*/ 184 w 603"/>
                <a:gd name="T21" fmla="*/ 158 h 450"/>
                <a:gd name="T22" fmla="*/ 306 w 603"/>
                <a:gd name="T23" fmla="*/ 107 h 450"/>
                <a:gd name="T24" fmla="*/ 324 w 603"/>
                <a:gd name="T25" fmla="*/ 125 h 450"/>
                <a:gd name="T26" fmla="*/ 306 w 603"/>
                <a:gd name="T27" fmla="*/ 143 h 450"/>
                <a:gd name="T28" fmla="*/ 170 w 603"/>
                <a:gd name="T29" fmla="*/ 279 h 450"/>
                <a:gd name="T30" fmla="*/ 306 w 603"/>
                <a:gd name="T31" fmla="*/ 414 h 450"/>
                <a:gd name="T32" fmla="*/ 441 w 603"/>
                <a:gd name="T33" fmla="*/ 279 h 450"/>
                <a:gd name="T34" fmla="*/ 459 w 603"/>
                <a:gd name="T35" fmla="*/ 261 h 450"/>
                <a:gd name="T36" fmla="*/ 477 w 603"/>
                <a:gd name="T37" fmla="*/ 279 h 450"/>
                <a:gd name="T38" fmla="*/ 427 w 603"/>
                <a:gd name="T39" fmla="*/ 400 h 450"/>
                <a:gd name="T40" fmla="*/ 306 w 603"/>
                <a:gd name="T41" fmla="*/ 450 h 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03" h="450">
                  <a:moveTo>
                    <a:pt x="0" y="18"/>
                  </a:moveTo>
                  <a:cubicBezTo>
                    <a:pt x="0" y="8"/>
                    <a:pt x="8" y="0"/>
                    <a:pt x="18" y="0"/>
                  </a:cubicBezTo>
                  <a:cubicBezTo>
                    <a:pt x="585" y="0"/>
                    <a:pt x="585" y="0"/>
                    <a:pt x="585" y="0"/>
                  </a:cubicBezTo>
                  <a:cubicBezTo>
                    <a:pt x="595" y="0"/>
                    <a:pt x="603" y="8"/>
                    <a:pt x="603" y="18"/>
                  </a:cubicBezTo>
                  <a:cubicBezTo>
                    <a:pt x="603" y="28"/>
                    <a:pt x="595" y="36"/>
                    <a:pt x="585" y="36"/>
                  </a:cubicBezTo>
                  <a:cubicBezTo>
                    <a:pt x="18" y="36"/>
                    <a:pt x="18" y="36"/>
                    <a:pt x="18" y="36"/>
                  </a:cubicBezTo>
                  <a:cubicBezTo>
                    <a:pt x="8" y="36"/>
                    <a:pt x="0" y="28"/>
                    <a:pt x="0" y="18"/>
                  </a:cubicBezTo>
                  <a:close/>
                  <a:moveTo>
                    <a:pt x="306" y="450"/>
                  </a:moveTo>
                  <a:cubicBezTo>
                    <a:pt x="260" y="450"/>
                    <a:pt x="217" y="433"/>
                    <a:pt x="184" y="400"/>
                  </a:cubicBezTo>
                  <a:cubicBezTo>
                    <a:pt x="152" y="368"/>
                    <a:pt x="134" y="325"/>
                    <a:pt x="134" y="279"/>
                  </a:cubicBezTo>
                  <a:cubicBezTo>
                    <a:pt x="134" y="233"/>
                    <a:pt x="152" y="190"/>
                    <a:pt x="184" y="158"/>
                  </a:cubicBezTo>
                  <a:cubicBezTo>
                    <a:pt x="217" y="125"/>
                    <a:pt x="260" y="107"/>
                    <a:pt x="306" y="107"/>
                  </a:cubicBezTo>
                  <a:cubicBezTo>
                    <a:pt x="316" y="107"/>
                    <a:pt x="324" y="115"/>
                    <a:pt x="324" y="125"/>
                  </a:cubicBezTo>
                  <a:cubicBezTo>
                    <a:pt x="324" y="135"/>
                    <a:pt x="316" y="143"/>
                    <a:pt x="306" y="143"/>
                  </a:cubicBezTo>
                  <a:cubicBezTo>
                    <a:pt x="231" y="143"/>
                    <a:pt x="170" y="204"/>
                    <a:pt x="170" y="279"/>
                  </a:cubicBezTo>
                  <a:cubicBezTo>
                    <a:pt x="170" y="354"/>
                    <a:pt x="231" y="414"/>
                    <a:pt x="306" y="414"/>
                  </a:cubicBezTo>
                  <a:cubicBezTo>
                    <a:pt x="380" y="414"/>
                    <a:pt x="441" y="354"/>
                    <a:pt x="441" y="279"/>
                  </a:cubicBezTo>
                  <a:cubicBezTo>
                    <a:pt x="441" y="269"/>
                    <a:pt x="449" y="261"/>
                    <a:pt x="459" y="261"/>
                  </a:cubicBezTo>
                  <a:cubicBezTo>
                    <a:pt x="469" y="261"/>
                    <a:pt x="477" y="269"/>
                    <a:pt x="477" y="279"/>
                  </a:cubicBezTo>
                  <a:cubicBezTo>
                    <a:pt x="477" y="325"/>
                    <a:pt x="459" y="368"/>
                    <a:pt x="427" y="400"/>
                  </a:cubicBezTo>
                  <a:cubicBezTo>
                    <a:pt x="395" y="433"/>
                    <a:pt x="351" y="450"/>
                    <a:pt x="306" y="45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rgbClr val="212834"/>
                </a:solidFill>
              </a:endParaRPr>
            </a:p>
          </p:txBody>
        </p:sp>
        <p:sp>
          <p:nvSpPr>
            <p:cNvPr id="77" name="Freeform 63"/>
            <p:cNvSpPr/>
            <p:nvPr/>
          </p:nvSpPr>
          <p:spPr bwMode="auto">
            <a:xfrm>
              <a:off x="1193" y="2088"/>
              <a:ext cx="53" cy="72"/>
            </a:xfrm>
            <a:custGeom>
              <a:avLst/>
              <a:gdLst>
                <a:gd name="T0" fmla="*/ 113 w 131"/>
                <a:gd name="T1" fmla="*/ 176 h 176"/>
                <a:gd name="T2" fmla="*/ 18 w 131"/>
                <a:gd name="T3" fmla="*/ 176 h 176"/>
                <a:gd name="T4" fmla="*/ 0 w 131"/>
                <a:gd name="T5" fmla="*/ 158 h 176"/>
                <a:gd name="T6" fmla="*/ 0 w 131"/>
                <a:gd name="T7" fmla="*/ 18 h 176"/>
                <a:gd name="T8" fmla="*/ 18 w 131"/>
                <a:gd name="T9" fmla="*/ 0 h 176"/>
                <a:gd name="T10" fmla="*/ 36 w 131"/>
                <a:gd name="T11" fmla="*/ 18 h 176"/>
                <a:gd name="T12" fmla="*/ 36 w 131"/>
                <a:gd name="T13" fmla="*/ 140 h 176"/>
                <a:gd name="T14" fmla="*/ 113 w 131"/>
                <a:gd name="T15" fmla="*/ 140 h 176"/>
                <a:gd name="T16" fmla="*/ 131 w 131"/>
                <a:gd name="T17" fmla="*/ 158 h 176"/>
                <a:gd name="T18" fmla="*/ 113 w 131"/>
                <a:gd name="T19" fmla="*/ 176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1" h="176">
                  <a:moveTo>
                    <a:pt x="113" y="176"/>
                  </a:moveTo>
                  <a:cubicBezTo>
                    <a:pt x="18" y="176"/>
                    <a:pt x="18" y="176"/>
                    <a:pt x="18" y="176"/>
                  </a:cubicBezTo>
                  <a:cubicBezTo>
                    <a:pt x="8" y="176"/>
                    <a:pt x="0" y="168"/>
                    <a:pt x="0" y="158"/>
                  </a:cubicBezTo>
                  <a:cubicBezTo>
                    <a:pt x="0" y="18"/>
                    <a:pt x="0" y="18"/>
                    <a:pt x="0" y="18"/>
                  </a:cubicBezTo>
                  <a:cubicBezTo>
                    <a:pt x="0" y="8"/>
                    <a:pt x="8" y="0"/>
                    <a:pt x="18" y="0"/>
                  </a:cubicBezTo>
                  <a:cubicBezTo>
                    <a:pt x="28" y="0"/>
                    <a:pt x="36" y="8"/>
                    <a:pt x="36" y="18"/>
                  </a:cubicBezTo>
                  <a:cubicBezTo>
                    <a:pt x="36" y="140"/>
                    <a:pt x="36" y="140"/>
                    <a:pt x="36" y="140"/>
                  </a:cubicBezTo>
                  <a:cubicBezTo>
                    <a:pt x="113" y="140"/>
                    <a:pt x="113" y="140"/>
                    <a:pt x="113" y="140"/>
                  </a:cubicBezTo>
                  <a:cubicBezTo>
                    <a:pt x="123" y="140"/>
                    <a:pt x="131" y="148"/>
                    <a:pt x="131" y="158"/>
                  </a:cubicBezTo>
                  <a:cubicBezTo>
                    <a:pt x="131" y="168"/>
                    <a:pt x="123" y="176"/>
                    <a:pt x="113" y="1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rgbClr val="212834"/>
                </a:solidFill>
              </a:endParaRPr>
            </a:p>
          </p:txBody>
        </p:sp>
      </p:grpSp>
      <p:grpSp>
        <p:nvGrpSpPr>
          <p:cNvPr id="79" name="Group 66"/>
          <p:cNvGrpSpPr>
            <a:grpSpLocks noChangeAspect="1"/>
          </p:cNvGrpSpPr>
          <p:nvPr/>
        </p:nvGrpSpPr>
        <p:grpSpPr bwMode="auto">
          <a:xfrm>
            <a:off x="5608430" y="3240290"/>
            <a:ext cx="192087" cy="207963"/>
            <a:chOff x="2111" y="2322"/>
            <a:chExt cx="121" cy="131"/>
          </a:xfrm>
          <a:solidFill>
            <a:schemeClr val="bg1"/>
          </a:solidFill>
        </p:grpSpPr>
        <p:sp>
          <p:nvSpPr>
            <p:cNvPr id="81" name="Freeform 67"/>
            <p:cNvSpPr/>
            <p:nvPr/>
          </p:nvSpPr>
          <p:spPr bwMode="auto">
            <a:xfrm>
              <a:off x="2159" y="2350"/>
              <a:ext cx="40" cy="37"/>
            </a:xfrm>
            <a:custGeom>
              <a:avLst/>
              <a:gdLst>
                <a:gd name="T0" fmla="*/ 89 w 213"/>
                <a:gd name="T1" fmla="*/ 19 h 198"/>
                <a:gd name="T2" fmla="*/ 196 w 213"/>
                <a:gd name="T3" fmla="*/ 143 h 198"/>
                <a:gd name="T4" fmla="*/ 208 w 213"/>
                <a:gd name="T5" fmla="*/ 189 h 198"/>
                <a:gd name="T6" fmla="*/ 206 w 213"/>
                <a:gd name="T7" fmla="*/ 191 h 198"/>
                <a:gd name="T8" fmla="*/ 158 w 213"/>
                <a:gd name="T9" fmla="*/ 186 h 198"/>
                <a:gd name="T10" fmla="*/ 22 w 213"/>
                <a:gd name="T11" fmla="*/ 92 h 198"/>
                <a:gd name="T12" fmla="*/ 13 w 213"/>
                <a:gd name="T13" fmla="*/ 44 h 198"/>
                <a:gd name="T14" fmla="*/ 40 w 213"/>
                <a:gd name="T15" fmla="*/ 15 h 198"/>
                <a:gd name="T16" fmla="*/ 89 w 213"/>
                <a:gd name="T17" fmla="*/ 19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3" h="198">
                  <a:moveTo>
                    <a:pt x="89" y="19"/>
                  </a:moveTo>
                  <a:cubicBezTo>
                    <a:pt x="196" y="143"/>
                    <a:pt x="196" y="143"/>
                    <a:pt x="196" y="143"/>
                  </a:cubicBezTo>
                  <a:cubicBezTo>
                    <a:pt x="210" y="160"/>
                    <a:pt x="213" y="183"/>
                    <a:pt x="208" y="189"/>
                  </a:cubicBezTo>
                  <a:cubicBezTo>
                    <a:pt x="206" y="191"/>
                    <a:pt x="206" y="191"/>
                    <a:pt x="206" y="191"/>
                  </a:cubicBezTo>
                  <a:cubicBezTo>
                    <a:pt x="200" y="197"/>
                    <a:pt x="176" y="198"/>
                    <a:pt x="158" y="186"/>
                  </a:cubicBezTo>
                  <a:cubicBezTo>
                    <a:pt x="22" y="92"/>
                    <a:pt x="22" y="92"/>
                    <a:pt x="22" y="92"/>
                  </a:cubicBezTo>
                  <a:cubicBezTo>
                    <a:pt x="4" y="80"/>
                    <a:pt x="0" y="58"/>
                    <a:pt x="13" y="44"/>
                  </a:cubicBezTo>
                  <a:cubicBezTo>
                    <a:pt x="40" y="15"/>
                    <a:pt x="40" y="15"/>
                    <a:pt x="40" y="15"/>
                  </a:cubicBezTo>
                  <a:cubicBezTo>
                    <a:pt x="53" y="0"/>
                    <a:pt x="74" y="2"/>
                    <a:pt x="89" y="19"/>
                  </a:cubicBezTo>
                  <a:close/>
                </a:path>
              </a:pathLst>
            </a:custGeom>
            <a:grpFill/>
            <a:ln w="9525">
              <a:noFill/>
              <a:round/>
            </a:ln>
          </p:spPr>
          <p:txBody>
            <a:bodyPr vert="horz" wrap="square" lIns="91440" tIns="45720" rIns="91440" bIns="45720" numCol="1" anchor="t" anchorCtr="0" compatLnSpc="1"/>
            <a:lstStyle/>
            <a:p>
              <a:endParaRPr lang="zh-CN" altLang="en-US">
                <a:solidFill>
                  <a:srgbClr val="212834"/>
                </a:solidFill>
              </a:endParaRPr>
            </a:p>
          </p:txBody>
        </p:sp>
        <p:sp>
          <p:nvSpPr>
            <p:cNvPr id="82" name="Freeform 68"/>
            <p:cNvSpPr>
              <a:spLocks noEditPoints="1"/>
            </p:cNvSpPr>
            <p:nvPr/>
          </p:nvSpPr>
          <p:spPr bwMode="auto">
            <a:xfrm>
              <a:off x="2129" y="2322"/>
              <a:ext cx="71" cy="90"/>
            </a:xfrm>
            <a:custGeom>
              <a:avLst/>
              <a:gdLst>
                <a:gd name="T0" fmla="*/ 142 w 381"/>
                <a:gd name="T1" fmla="*/ 449 h 481"/>
                <a:gd name="T2" fmla="*/ 348 w 381"/>
                <a:gd name="T3" fmla="*/ 236 h 481"/>
                <a:gd name="T4" fmla="*/ 374 w 381"/>
                <a:gd name="T5" fmla="*/ 235 h 481"/>
                <a:gd name="T6" fmla="*/ 374 w 381"/>
                <a:gd name="T7" fmla="*/ 260 h 481"/>
                <a:gd name="T8" fmla="*/ 168 w 381"/>
                <a:gd name="T9" fmla="*/ 474 h 481"/>
                <a:gd name="T10" fmla="*/ 142 w 381"/>
                <a:gd name="T11" fmla="*/ 474 h 481"/>
                <a:gd name="T12" fmla="*/ 142 w 381"/>
                <a:gd name="T13" fmla="*/ 449 h 481"/>
                <a:gd name="T14" fmla="*/ 122 w 381"/>
                <a:gd name="T15" fmla="*/ 245 h 481"/>
                <a:gd name="T16" fmla="*/ 0 w 381"/>
                <a:gd name="T17" fmla="*/ 123 h 481"/>
                <a:gd name="T18" fmla="*/ 20 w 381"/>
                <a:gd name="T19" fmla="*/ 56 h 481"/>
                <a:gd name="T20" fmla="*/ 45 w 381"/>
                <a:gd name="T21" fmla="*/ 51 h 481"/>
                <a:gd name="T22" fmla="*/ 50 w 381"/>
                <a:gd name="T23" fmla="*/ 76 h 481"/>
                <a:gd name="T24" fmla="*/ 36 w 381"/>
                <a:gd name="T25" fmla="*/ 123 h 481"/>
                <a:gd name="T26" fmla="*/ 122 w 381"/>
                <a:gd name="T27" fmla="*/ 209 h 481"/>
                <a:gd name="T28" fmla="*/ 209 w 381"/>
                <a:gd name="T29" fmla="*/ 123 h 481"/>
                <a:gd name="T30" fmla="*/ 133 w 381"/>
                <a:gd name="T31" fmla="*/ 37 h 481"/>
                <a:gd name="T32" fmla="*/ 117 w 381"/>
                <a:gd name="T33" fmla="*/ 17 h 481"/>
                <a:gd name="T34" fmla="*/ 137 w 381"/>
                <a:gd name="T35" fmla="*/ 2 h 481"/>
                <a:gd name="T36" fmla="*/ 245 w 381"/>
                <a:gd name="T37" fmla="*/ 123 h 481"/>
                <a:gd name="T38" fmla="*/ 122 w 381"/>
                <a:gd name="T39" fmla="*/ 245 h 481"/>
                <a:gd name="T40" fmla="*/ 67 w 381"/>
                <a:gd name="T41" fmla="*/ 52 h 481"/>
                <a:gd name="T42" fmla="*/ 52 w 381"/>
                <a:gd name="T43" fmla="*/ 44 h 481"/>
                <a:gd name="T44" fmla="*/ 58 w 381"/>
                <a:gd name="T45" fmla="*/ 19 h 481"/>
                <a:gd name="T46" fmla="*/ 81 w 381"/>
                <a:gd name="T47" fmla="*/ 8 h 481"/>
                <a:gd name="T48" fmla="*/ 104 w 381"/>
                <a:gd name="T49" fmla="*/ 19 h 481"/>
                <a:gd name="T50" fmla="*/ 93 w 381"/>
                <a:gd name="T51" fmla="*/ 42 h 481"/>
                <a:gd name="T52" fmla="*/ 77 w 381"/>
                <a:gd name="T53" fmla="*/ 50 h 481"/>
                <a:gd name="T54" fmla="*/ 67 w 381"/>
                <a:gd name="T55" fmla="*/ 52 h 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81" h="481">
                  <a:moveTo>
                    <a:pt x="142" y="449"/>
                  </a:moveTo>
                  <a:cubicBezTo>
                    <a:pt x="348" y="236"/>
                    <a:pt x="348" y="236"/>
                    <a:pt x="348" y="236"/>
                  </a:cubicBezTo>
                  <a:cubicBezTo>
                    <a:pt x="355" y="228"/>
                    <a:pt x="366" y="228"/>
                    <a:pt x="374" y="235"/>
                  </a:cubicBezTo>
                  <a:cubicBezTo>
                    <a:pt x="381" y="242"/>
                    <a:pt x="381" y="253"/>
                    <a:pt x="374" y="260"/>
                  </a:cubicBezTo>
                  <a:cubicBezTo>
                    <a:pt x="168" y="474"/>
                    <a:pt x="168" y="474"/>
                    <a:pt x="168" y="474"/>
                  </a:cubicBezTo>
                  <a:cubicBezTo>
                    <a:pt x="161" y="481"/>
                    <a:pt x="150" y="481"/>
                    <a:pt x="142" y="474"/>
                  </a:cubicBezTo>
                  <a:cubicBezTo>
                    <a:pt x="135" y="467"/>
                    <a:pt x="135" y="456"/>
                    <a:pt x="142" y="449"/>
                  </a:cubicBezTo>
                  <a:close/>
                  <a:moveTo>
                    <a:pt x="122" y="245"/>
                  </a:moveTo>
                  <a:cubicBezTo>
                    <a:pt x="55" y="245"/>
                    <a:pt x="0" y="190"/>
                    <a:pt x="0" y="123"/>
                  </a:cubicBezTo>
                  <a:cubicBezTo>
                    <a:pt x="0" y="99"/>
                    <a:pt x="7" y="76"/>
                    <a:pt x="20" y="56"/>
                  </a:cubicBezTo>
                  <a:cubicBezTo>
                    <a:pt x="26" y="48"/>
                    <a:pt x="37" y="45"/>
                    <a:pt x="45" y="51"/>
                  </a:cubicBezTo>
                  <a:cubicBezTo>
                    <a:pt x="53" y="56"/>
                    <a:pt x="56" y="67"/>
                    <a:pt x="50" y="76"/>
                  </a:cubicBezTo>
                  <a:cubicBezTo>
                    <a:pt x="41" y="90"/>
                    <a:pt x="36" y="106"/>
                    <a:pt x="36" y="123"/>
                  </a:cubicBezTo>
                  <a:cubicBezTo>
                    <a:pt x="36" y="171"/>
                    <a:pt x="75" y="209"/>
                    <a:pt x="122" y="209"/>
                  </a:cubicBezTo>
                  <a:cubicBezTo>
                    <a:pt x="170" y="209"/>
                    <a:pt x="209" y="171"/>
                    <a:pt x="209" y="123"/>
                  </a:cubicBezTo>
                  <a:cubicBezTo>
                    <a:pt x="209" y="79"/>
                    <a:pt x="176" y="42"/>
                    <a:pt x="133" y="37"/>
                  </a:cubicBezTo>
                  <a:cubicBezTo>
                    <a:pt x="123" y="36"/>
                    <a:pt x="116" y="27"/>
                    <a:pt x="117" y="17"/>
                  </a:cubicBezTo>
                  <a:cubicBezTo>
                    <a:pt x="118" y="7"/>
                    <a:pt x="127" y="0"/>
                    <a:pt x="137" y="2"/>
                  </a:cubicBezTo>
                  <a:cubicBezTo>
                    <a:pt x="198" y="9"/>
                    <a:pt x="245" y="61"/>
                    <a:pt x="245" y="123"/>
                  </a:cubicBezTo>
                  <a:cubicBezTo>
                    <a:pt x="245" y="190"/>
                    <a:pt x="190" y="245"/>
                    <a:pt x="122" y="245"/>
                  </a:cubicBezTo>
                  <a:close/>
                  <a:moveTo>
                    <a:pt x="67" y="52"/>
                  </a:moveTo>
                  <a:cubicBezTo>
                    <a:pt x="61" y="52"/>
                    <a:pt x="55" y="50"/>
                    <a:pt x="52" y="44"/>
                  </a:cubicBezTo>
                  <a:cubicBezTo>
                    <a:pt x="47" y="36"/>
                    <a:pt x="49" y="25"/>
                    <a:pt x="58" y="19"/>
                  </a:cubicBezTo>
                  <a:cubicBezTo>
                    <a:pt x="65" y="15"/>
                    <a:pt x="73" y="11"/>
                    <a:pt x="81" y="8"/>
                  </a:cubicBezTo>
                  <a:cubicBezTo>
                    <a:pt x="91" y="5"/>
                    <a:pt x="101" y="9"/>
                    <a:pt x="104" y="19"/>
                  </a:cubicBezTo>
                  <a:cubicBezTo>
                    <a:pt x="107" y="28"/>
                    <a:pt x="103" y="38"/>
                    <a:pt x="93" y="42"/>
                  </a:cubicBezTo>
                  <a:cubicBezTo>
                    <a:pt x="87" y="44"/>
                    <a:pt x="82" y="47"/>
                    <a:pt x="77" y="50"/>
                  </a:cubicBezTo>
                  <a:cubicBezTo>
                    <a:pt x="74" y="52"/>
                    <a:pt x="71" y="52"/>
                    <a:pt x="67" y="52"/>
                  </a:cubicBezTo>
                  <a:close/>
                </a:path>
              </a:pathLst>
            </a:custGeom>
            <a:grpFill/>
            <a:ln w="9525">
              <a:noFill/>
              <a:round/>
            </a:ln>
          </p:spPr>
          <p:txBody>
            <a:bodyPr vert="horz" wrap="square" lIns="91440" tIns="45720" rIns="91440" bIns="45720" numCol="1" anchor="t" anchorCtr="0" compatLnSpc="1"/>
            <a:lstStyle/>
            <a:p>
              <a:endParaRPr lang="zh-CN" altLang="en-US">
                <a:solidFill>
                  <a:srgbClr val="212834"/>
                </a:solidFill>
              </a:endParaRPr>
            </a:p>
          </p:txBody>
        </p:sp>
        <p:sp>
          <p:nvSpPr>
            <p:cNvPr id="83" name="Freeform 69"/>
            <p:cNvSpPr>
              <a:spLocks noEditPoints="1"/>
            </p:cNvSpPr>
            <p:nvPr/>
          </p:nvSpPr>
          <p:spPr bwMode="auto">
            <a:xfrm>
              <a:off x="2111" y="2406"/>
              <a:ext cx="121" cy="47"/>
            </a:xfrm>
            <a:custGeom>
              <a:avLst/>
              <a:gdLst>
                <a:gd name="T0" fmla="*/ 597 w 648"/>
                <a:gd name="T1" fmla="*/ 249 h 249"/>
                <a:gd name="T2" fmla="*/ 50 w 648"/>
                <a:gd name="T3" fmla="*/ 249 h 249"/>
                <a:gd name="T4" fmla="*/ 0 w 648"/>
                <a:gd name="T5" fmla="*/ 198 h 249"/>
                <a:gd name="T6" fmla="*/ 0 w 648"/>
                <a:gd name="T7" fmla="*/ 50 h 249"/>
                <a:gd name="T8" fmla="*/ 50 w 648"/>
                <a:gd name="T9" fmla="*/ 0 h 249"/>
                <a:gd name="T10" fmla="*/ 597 w 648"/>
                <a:gd name="T11" fmla="*/ 0 h 249"/>
                <a:gd name="T12" fmla="*/ 648 w 648"/>
                <a:gd name="T13" fmla="*/ 50 h 249"/>
                <a:gd name="T14" fmla="*/ 648 w 648"/>
                <a:gd name="T15" fmla="*/ 198 h 249"/>
                <a:gd name="T16" fmla="*/ 597 w 648"/>
                <a:gd name="T17" fmla="*/ 249 h 249"/>
                <a:gd name="T18" fmla="*/ 50 w 648"/>
                <a:gd name="T19" fmla="*/ 35 h 249"/>
                <a:gd name="T20" fmla="*/ 36 w 648"/>
                <a:gd name="T21" fmla="*/ 50 h 249"/>
                <a:gd name="T22" fmla="*/ 36 w 648"/>
                <a:gd name="T23" fmla="*/ 198 h 249"/>
                <a:gd name="T24" fmla="*/ 50 w 648"/>
                <a:gd name="T25" fmla="*/ 213 h 249"/>
                <a:gd name="T26" fmla="*/ 597 w 648"/>
                <a:gd name="T27" fmla="*/ 213 h 249"/>
                <a:gd name="T28" fmla="*/ 612 w 648"/>
                <a:gd name="T29" fmla="*/ 198 h 249"/>
                <a:gd name="T30" fmla="*/ 612 w 648"/>
                <a:gd name="T31" fmla="*/ 50 h 249"/>
                <a:gd name="T32" fmla="*/ 597 w 648"/>
                <a:gd name="T33" fmla="*/ 35 h 249"/>
                <a:gd name="T34" fmla="*/ 50 w 648"/>
                <a:gd name="T35" fmla="*/ 35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48" h="249">
                  <a:moveTo>
                    <a:pt x="597" y="249"/>
                  </a:moveTo>
                  <a:cubicBezTo>
                    <a:pt x="50" y="249"/>
                    <a:pt x="50" y="249"/>
                    <a:pt x="50" y="249"/>
                  </a:cubicBezTo>
                  <a:cubicBezTo>
                    <a:pt x="22" y="249"/>
                    <a:pt x="0" y="226"/>
                    <a:pt x="0" y="198"/>
                  </a:cubicBezTo>
                  <a:cubicBezTo>
                    <a:pt x="0" y="50"/>
                    <a:pt x="0" y="50"/>
                    <a:pt x="0" y="50"/>
                  </a:cubicBezTo>
                  <a:cubicBezTo>
                    <a:pt x="0" y="22"/>
                    <a:pt x="22" y="0"/>
                    <a:pt x="50" y="0"/>
                  </a:cubicBezTo>
                  <a:cubicBezTo>
                    <a:pt x="597" y="0"/>
                    <a:pt x="597" y="0"/>
                    <a:pt x="597" y="0"/>
                  </a:cubicBezTo>
                  <a:cubicBezTo>
                    <a:pt x="625" y="0"/>
                    <a:pt x="648" y="22"/>
                    <a:pt x="648" y="50"/>
                  </a:cubicBezTo>
                  <a:cubicBezTo>
                    <a:pt x="648" y="198"/>
                    <a:pt x="648" y="198"/>
                    <a:pt x="648" y="198"/>
                  </a:cubicBezTo>
                  <a:cubicBezTo>
                    <a:pt x="648" y="226"/>
                    <a:pt x="625" y="249"/>
                    <a:pt x="597" y="249"/>
                  </a:cubicBezTo>
                  <a:close/>
                  <a:moveTo>
                    <a:pt x="50" y="35"/>
                  </a:moveTo>
                  <a:cubicBezTo>
                    <a:pt x="42" y="35"/>
                    <a:pt x="36" y="42"/>
                    <a:pt x="36" y="50"/>
                  </a:cubicBezTo>
                  <a:cubicBezTo>
                    <a:pt x="36" y="198"/>
                    <a:pt x="36" y="198"/>
                    <a:pt x="36" y="198"/>
                  </a:cubicBezTo>
                  <a:cubicBezTo>
                    <a:pt x="36" y="206"/>
                    <a:pt x="42" y="213"/>
                    <a:pt x="50" y="213"/>
                  </a:cubicBezTo>
                  <a:cubicBezTo>
                    <a:pt x="597" y="213"/>
                    <a:pt x="597" y="213"/>
                    <a:pt x="597" y="213"/>
                  </a:cubicBezTo>
                  <a:cubicBezTo>
                    <a:pt x="605" y="213"/>
                    <a:pt x="612" y="206"/>
                    <a:pt x="612" y="198"/>
                  </a:cubicBezTo>
                  <a:cubicBezTo>
                    <a:pt x="612" y="50"/>
                    <a:pt x="612" y="50"/>
                    <a:pt x="612" y="50"/>
                  </a:cubicBezTo>
                  <a:cubicBezTo>
                    <a:pt x="612" y="42"/>
                    <a:pt x="605" y="35"/>
                    <a:pt x="597" y="35"/>
                  </a:cubicBezTo>
                  <a:lnTo>
                    <a:pt x="50" y="35"/>
                  </a:lnTo>
                  <a:close/>
                </a:path>
              </a:pathLst>
            </a:custGeom>
            <a:grpFill/>
            <a:ln w="9525">
              <a:noFill/>
              <a:round/>
            </a:ln>
          </p:spPr>
          <p:txBody>
            <a:bodyPr vert="horz" wrap="square" lIns="91440" tIns="45720" rIns="91440" bIns="45720" numCol="1" anchor="t" anchorCtr="0" compatLnSpc="1"/>
            <a:lstStyle/>
            <a:p>
              <a:endParaRPr lang="zh-CN" altLang="en-US">
                <a:solidFill>
                  <a:srgbClr val="212834"/>
                </a:solidFill>
              </a:endParaRPr>
            </a:p>
          </p:txBody>
        </p:sp>
      </p:grpSp>
      <p:sp>
        <p:nvSpPr>
          <p:cNvPr id="2" name="文本框 1">
            <a:extLst>
              <a:ext uri="{FF2B5EF4-FFF2-40B4-BE49-F238E27FC236}">
                <a16:creationId xmlns:a16="http://schemas.microsoft.com/office/drawing/2014/main" id="{C040DE53-3EEA-2314-BE90-F900BBEA0657}"/>
              </a:ext>
            </a:extLst>
          </p:cNvPr>
          <p:cNvSpPr txBox="1"/>
          <p:nvPr/>
        </p:nvSpPr>
        <p:spPr>
          <a:xfrm>
            <a:off x="-1435100" y="0"/>
            <a:ext cx="1189108" cy="300082"/>
          </a:xfrm>
          <a:prstGeom prst="rect">
            <a:avLst/>
          </a:prstGeom>
          <a:noFill/>
        </p:spPr>
        <p:txBody>
          <a:bodyPr wrap="none" rtlCol="0">
            <a:spAutoFit/>
          </a:bodyPr>
          <a:lstStyle/>
          <a:p>
            <a:r>
              <a:rPr lang="en-US" altLang="zh-CN" dirty="0" err="1">
                <a:solidFill/>
              </a:rPr>
              <a:t>HSVmode:HSV</a:t>
            </a:r>
            <a:endParaRPr lang="zh-CN" altLang="en-US" dirty="0"/>
          </a:p>
        </p:txBody>
      </p:sp>
      <p:pic>
        <p:nvPicPr>
          <p:cNvPr id="84" name="Picture 83" descr="118-苏州大学-logo.png"/>
          <p:cNvPicPr>
            <a:picLocks noChangeAspect="1"/>
          </p:cNvPicPr>
          <p:nvPr/>
        </p:nvPicPr>
        <p:blipFill>
          <a:blip r:embed="rId4"/>
          <a:stretch>
            <a:fillRect/>
          </a:stretch>
        </p:blipFill>
        <p:spPr>
          <a:xfrm>
            <a:off x="998588" y="1985594"/>
            <a:ext cx="1355179" cy="1355179"/>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3259015" cy="5143500"/>
          </a:xfrm>
          <a:prstGeom prst="rect">
            <a:avLst/>
          </a:prstGeom>
          <a:solidFill>
            <a:srgbClr val="AE0D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p:cNvSpPr txBox="1">
            <a:spLocks noChangeArrowheads="1"/>
          </p:cNvSpPr>
          <p:nvPr/>
        </p:nvSpPr>
        <p:spPr bwMode="auto">
          <a:xfrm>
            <a:off x="273675" y="2571750"/>
            <a:ext cx="1937739" cy="461665"/>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defTabSz="514350" fontAlgn="base">
              <a:spcBef>
                <a:spcPct val="0"/>
              </a:spcBef>
              <a:spcAft>
                <a:spcPct val="0"/>
              </a:spcAft>
              <a:tabLst>
                <a:tab pos="2149475" algn="l"/>
              </a:tabLst>
            </a:pPr>
            <a:r>
              <a:rPr lang="en-US" altLang="zh-CN" sz="2400">
                <a:solidFill>
                  <a:schemeClr val="bg1"/>
                </a:solidFill>
                <a:latin typeface="+mj-ea"/>
                <a:ea typeface="+mj-ea"/>
                <a:sym typeface="Calibri" panose="020F0502020204030204" pitchFamily="34" charset="0"/>
              </a:rPr>
              <a:t>CONTENTS</a:t>
            </a:r>
          </a:p>
        </p:txBody>
      </p:sp>
      <p:sp>
        <p:nvSpPr>
          <p:cNvPr id="5" name="文本框 4"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p:cNvSpPr txBox="1">
            <a:spLocks noChangeArrowheads="1"/>
          </p:cNvSpPr>
          <p:nvPr/>
        </p:nvSpPr>
        <p:spPr bwMode="auto">
          <a:xfrm>
            <a:off x="161537" y="1740753"/>
            <a:ext cx="1807694" cy="830997"/>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defTabSz="514350" fontAlgn="base">
              <a:spcBef>
                <a:spcPct val="0"/>
              </a:spcBef>
              <a:spcAft>
                <a:spcPct val="0"/>
              </a:spcAft>
              <a:tabLst>
                <a:tab pos="2149475" algn="l"/>
              </a:tabLst>
            </a:pPr>
            <a:r>
              <a:rPr lang="zh-CN" altLang="en-US" sz="4800">
                <a:solidFill>
                  <a:schemeClr val="bg1"/>
                </a:solidFill>
                <a:latin typeface="+mj-ea"/>
                <a:ea typeface="+mj-ea"/>
                <a:sym typeface="Calibri" panose="020F0502020204030204" pitchFamily="34" charset="0"/>
              </a:rPr>
              <a:t>目 录</a:t>
            </a:r>
            <a:endParaRPr lang="en-US" altLang="zh-CN" sz="4800">
              <a:solidFill>
                <a:schemeClr val="bg1"/>
              </a:solidFill>
              <a:latin typeface="+mj-ea"/>
              <a:ea typeface="+mj-ea"/>
              <a:sym typeface="Calibri" panose="020F0502020204030204" pitchFamily="34" charset="0"/>
            </a:endParaRPr>
          </a:p>
        </p:txBody>
      </p:sp>
      <p:cxnSp>
        <p:nvCxnSpPr>
          <p:cNvPr id="7" name="直接连接符 6"/>
          <p:cNvCxnSpPr/>
          <p:nvPr/>
        </p:nvCxnSpPr>
        <p:spPr>
          <a:xfrm>
            <a:off x="423986" y="3061661"/>
            <a:ext cx="286327"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36" name="组合 35"/>
          <p:cNvGrpSpPr/>
          <p:nvPr/>
        </p:nvGrpSpPr>
        <p:grpSpPr>
          <a:xfrm>
            <a:off x="4848557" y="936038"/>
            <a:ext cx="2874505" cy="544131"/>
            <a:chOff x="4850950" y="936038"/>
            <a:chExt cx="2874505" cy="544131"/>
          </a:xfrm>
        </p:grpSpPr>
        <p:sp>
          <p:nvSpPr>
            <p:cNvPr id="37" name="文本框 6"/>
            <p:cNvSpPr txBox="1">
              <a:spLocks noChangeArrowheads="1"/>
            </p:cNvSpPr>
            <p:nvPr/>
          </p:nvSpPr>
          <p:spPr bwMode="auto">
            <a:xfrm>
              <a:off x="4850950" y="936038"/>
              <a:ext cx="182614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fontAlgn="base">
                <a:spcBef>
                  <a:spcPct val="0"/>
                </a:spcBef>
                <a:spcAft>
                  <a:spcPct val="0"/>
                </a:spcAft>
                <a:defRPr/>
              </a:pPr>
              <a:r>
                <a:rPr lang="zh-CN" altLang="en-US" sz="1600">
                  <a:solidFill>
                    <a:schemeClr val="tx1">
                      <a:lumMod val="95000"/>
                      <a:lumOff val="5000"/>
                    </a:schemeClr>
                  </a:solidFill>
                  <a:latin typeface="+mj-ea"/>
                  <a:ea typeface="+mj-ea"/>
                </a:rPr>
                <a:t>选题的背景与意义</a:t>
              </a:r>
            </a:p>
          </p:txBody>
        </p:sp>
        <p:sp>
          <p:nvSpPr>
            <p:cNvPr id="38" name="矩形 37"/>
            <p:cNvSpPr/>
            <p:nvPr/>
          </p:nvSpPr>
          <p:spPr>
            <a:xfrm>
              <a:off x="4850950" y="1226253"/>
              <a:ext cx="2874505" cy="253916"/>
            </a:xfrm>
            <a:prstGeom prst="rect">
              <a:avLst/>
            </a:prstGeom>
          </p:spPr>
          <p:txBody>
            <a:bodyPr wrap="none">
              <a:spAutoFit/>
            </a:bodyPr>
            <a:lstStyle/>
            <a:p>
              <a:pPr lvl="0" algn="ctr" fontAlgn="base">
                <a:spcBef>
                  <a:spcPct val="0"/>
                </a:spcBef>
                <a:spcAft>
                  <a:spcPct val="0"/>
                </a:spcAft>
                <a:defRPr/>
              </a:pPr>
              <a:r>
                <a:rPr lang="en-US" altLang="zh-CN" sz="1050">
                  <a:solidFill>
                    <a:schemeClr val="tx1">
                      <a:lumMod val="95000"/>
                      <a:lumOff val="5000"/>
                    </a:schemeClr>
                  </a:solidFill>
                  <a:latin typeface="Calibri Light" panose="020F0302020204030204" pitchFamily="34" charset="0"/>
                  <a:ea typeface="方正兰亭黑_GBK"/>
                </a:rPr>
                <a:t>Background and significance of the selected topic</a:t>
              </a:r>
            </a:p>
          </p:txBody>
        </p:sp>
      </p:grpSp>
      <p:sp>
        <p:nvSpPr>
          <p:cNvPr id="39" name="椭圆 38"/>
          <p:cNvSpPr/>
          <p:nvPr/>
        </p:nvSpPr>
        <p:spPr>
          <a:xfrm>
            <a:off x="4455275" y="1018169"/>
            <a:ext cx="379869" cy="379869"/>
          </a:xfrm>
          <a:prstGeom prst="ellipse">
            <a:avLst/>
          </a:prstGeom>
          <a:solidFill>
            <a:srgbClr val="AE0D1D"/>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dirty="0">
                <a:solidFill>
                  <a:srgbClr val="F2F2F2"/>
                </a:solidFill>
              </a:rPr>
              <a:t>1</a:t>
            </a:r>
            <a:endParaRPr lang="zh-CN" altLang="en-US" dirty="0">
              <a:solidFill>
                <a:srgbClr val="F2F2F2"/>
              </a:solidFill>
            </a:endParaRPr>
          </a:p>
        </p:txBody>
      </p:sp>
      <p:grpSp>
        <p:nvGrpSpPr>
          <p:cNvPr id="40" name="组合 39"/>
          <p:cNvGrpSpPr/>
          <p:nvPr/>
        </p:nvGrpSpPr>
        <p:grpSpPr>
          <a:xfrm>
            <a:off x="4848557" y="2027619"/>
            <a:ext cx="1992853" cy="544131"/>
            <a:chOff x="4850950" y="936038"/>
            <a:chExt cx="1992853" cy="544131"/>
          </a:xfrm>
        </p:grpSpPr>
        <p:sp>
          <p:nvSpPr>
            <p:cNvPr id="41" name="文本框 6"/>
            <p:cNvSpPr txBox="1">
              <a:spLocks noChangeArrowheads="1"/>
            </p:cNvSpPr>
            <p:nvPr/>
          </p:nvSpPr>
          <p:spPr bwMode="auto">
            <a:xfrm>
              <a:off x="4850950" y="936038"/>
              <a:ext cx="162095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fontAlgn="base">
                <a:spcBef>
                  <a:spcPct val="0"/>
                </a:spcBef>
                <a:spcAft>
                  <a:spcPct val="0"/>
                </a:spcAft>
                <a:defRPr/>
              </a:pPr>
              <a:r>
                <a:rPr lang="zh-CN" altLang="en-US" sz="1600">
                  <a:solidFill>
                    <a:schemeClr val="tx1">
                      <a:lumMod val="95000"/>
                      <a:lumOff val="5000"/>
                    </a:schemeClr>
                  </a:solidFill>
                  <a:latin typeface="+mj-ea"/>
                  <a:ea typeface="+mj-ea"/>
                </a:rPr>
                <a:t>研究方法及过程</a:t>
              </a:r>
            </a:p>
          </p:txBody>
        </p:sp>
        <p:sp>
          <p:nvSpPr>
            <p:cNvPr id="42" name="矩形 41"/>
            <p:cNvSpPr/>
            <p:nvPr/>
          </p:nvSpPr>
          <p:spPr>
            <a:xfrm>
              <a:off x="4850950" y="1226253"/>
              <a:ext cx="1992853" cy="253916"/>
            </a:xfrm>
            <a:prstGeom prst="rect">
              <a:avLst/>
            </a:prstGeom>
          </p:spPr>
          <p:txBody>
            <a:bodyPr wrap="none">
              <a:spAutoFit/>
            </a:bodyPr>
            <a:lstStyle/>
            <a:p>
              <a:pPr lvl="0" fontAlgn="base">
                <a:spcBef>
                  <a:spcPct val="0"/>
                </a:spcBef>
                <a:spcAft>
                  <a:spcPct val="0"/>
                </a:spcAft>
                <a:defRPr/>
              </a:pPr>
              <a:r>
                <a:rPr lang="en-US" altLang="zh-CN" sz="1050">
                  <a:solidFill>
                    <a:schemeClr val="tx1">
                      <a:lumMod val="95000"/>
                      <a:lumOff val="5000"/>
                    </a:schemeClr>
                  </a:solidFill>
                  <a:latin typeface="Calibri Light" panose="020F0302020204030204" pitchFamily="34" charset="0"/>
                  <a:ea typeface="方正兰亭黑_GBK"/>
                </a:rPr>
                <a:t>Research methods and processes</a:t>
              </a:r>
            </a:p>
          </p:txBody>
        </p:sp>
      </p:grpSp>
      <p:sp>
        <p:nvSpPr>
          <p:cNvPr id="43" name="椭圆 42"/>
          <p:cNvSpPr/>
          <p:nvPr/>
        </p:nvSpPr>
        <p:spPr>
          <a:xfrm>
            <a:off x="4455275" y="2109750"/>
            <a:ext cx="379869" cy="379869"/>
          </a:xfrm>
          <a:prstGeom prst="ellipse">
            <a:avLst/>
          </a:prstGeom>
          <a:solidFill>
            <a:srgbClr val="AE0D1D"/>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dirty="0">
                <a:solidFill>
                  <a:srgbClr val="F2F2F2"/>
                </a:solidFill>
              </a:rPr>
              <a:t>2</a:t>
            </a:r>
            <a:endParaRPr lang="zh-CN" altLang="en-US" dirty="0">
              <a:solidFill>
                <a:srgbClr val="F2F2F2"/>
              </a:solidFill>
            </a:endParaRPr>
          </a:p>
        </p:txBody>
      </p:sp>
      <p:grpSp>
        <p:nvGrpSpPr>
          <p:cNvPr id="44" name="组合 43"/>
          <p:cNvGrpSpPr/>
          <p:nvPr/>
        </p:nvGrpSpPr>
        <p:grpSpPr>
          <a:xfrm>
            <a:off x="4848557" y="3061661"/>
            <a:ext cx="2909771" cy="544131"/>
            <a:chOff x="4850950" y="936038"/>
            <a:chExt cx="2909771" cy="544131"/>
          </a:xfrm>
        </p:grpSpPr>
        <p:sp>
          <p:nvSpPr>
            <p:cNvPr id="45" name="文本框 6"/>
            <p:cNvSpPr txBox="1">
              <a:spLocks noChangeArrowheads="1"/>
            </p:cNvSpPr>
            <p:nvPr/>
          </p:nvSpPr>
          <p:spPr bwMode="auto">
            <a:xfrm>
              <a:off x="4850950" y="936038"/>
              <a:ext cx="20313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fontAlgn="base">
                <a:spcBef>
                  <a:spcPct val="0"/>
                </a:spcBef>
                <a:spcAft>
                  <a:spcPct val="0"/>
                </a:spcAft>
                <a:defRPr/>
              </a:pPr>
              <a:r>
                <a:rPr lang="zh-CN" altLang="en-US" sz="1600">
                  <a:solidFill>
                    <a:schemeClr val="tx1">
                      <a:lumMod val="95000"/>
                      <a:lumOff val="5000"/>
                    </a:schemeClr>
                  </a:solidFill>
                  <a:latin typeface="+mj-ea"/>
                  <a:ea typeface="+mj-ea"/>
                </a:rPr>
                <a:t>研究成果展示及应用</a:t>
              </a:r>
            </a:p>
          </p:txBody>
        </p:sp>
        <p:sp>
          <p:nvSpPr>
            <p:cNvPr id="46" name="矩形 45"/>
            <p:cNvSpPr/>
            <p:nvPr/>
          </p:nvSpPr>
          <p:spPr>
            <a:xfrm>
              <a:off x="4850950" y="1226253"/>
              <a:ext cx="2909771" cy="253916"/>
            </a:xfrm>
            <a:prstGeom prst="rect">
              <a:avLst/>
            </a:prstGeom>
          </p:spPr>
          <p:txBody>
            <a:bodyPr wrap="none">
              <a:spAutoFit/>
            </a:bodyPr>
            <a:lstStyle/>
            <a:p>
              <a:pPr lvl="0" fontAlgn="base">
                <a:spcBef>
                  <a:spcPct val="0"/>
                </a:spcBef>
                <a:spcAft>
                  <a:spcPct val="0"/>
                </a:spcAft>
                <a:defRPr/>
              </a:pPr>
              <a:r>
                <a:rPr lang="en-US" altLang="zh-CN" sz="1050">
                  <a:solidFill>
                    <a:schemeClr val="tx1">
                      <a:lumMod val="95000"/>
                      <a:lumOff val="5000"/>
                    </a:schemeClr>
                  </a:solidFill>
                  <a:latin typeface="Calibri Light" panose="020F0302020204030204" pitchFamily="34" charset="0"/>
                  <a:ea typeface="方正兰亭黑_GBK"/>
                </a:rPr>
                <a:t>Demonstration and application of research results</a:t>
              </a:r>
            </a:p>
          </p:txBody>
        </p:sp>
      </p:grpSp>
      <p:sp>
        <p:nvSpPr>
          <p:cNvPr id="47" name="椭圆 46"/>
          <p:cNvSpPr/>
          <p:nvPr/>
        </p:nvSpPr>
        <p:spPr>
          <a:xfrm>
            <a:off x="4455275" y="3143792"/>
            <a:ext cx="379869" cy="379869"/>
          </a:xfrm>
          <a:prstGeom prst="ellipse">
            <a:avLst/>
          </a:prstGeom>
          <a:solidFill>
            <a:srgbClr val="AE0D1D"/>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dirty="0">
                <a:solidFill>
                  <a:srgbClr val="F2F2F2"/>
                </a:solidFill>
              </a:rPr>
              <a:t>3</a:t>
            </a:r>
            <a:endParaRPr lang="zh-CN" altLang="en-US" dirty="0">
              <a:solidFill>
                <a:srgbClr val="F2F2F2"/>
              </a:solidFill>
            </a:endParaRPr>
          </a:p>
        </p:txBody>
      </p:sp>
      <p:grpSp>
        <p:nvGrpSpPr>
          <p:cNvPr id="48" name="组合 47"/>
          <p:cNvGrpSpPr/>
          <p:nvPr/>
        </p:nvGrpSpPr>
        <p:grpSpPr>
          <a:xfrm>
            <a:off x="4848557" y="4043494"/>
            <a:ext cx="1045479" cy="544131"/>
            <a:chOff x="4850950" y="936038"/>
            <a:chExt cx="1045479" cy="544131"/>
          </a:xfrm>
        </p:grpSpPr>
        <p:sp>
          <p:nvSpPr>
            <p:cNvPr id="49" name="文本框 6"/>
            <p:cNvSpPr txBox="1">
              <a:spLocks noChangeArrowheads="1"/>
            </p:cNvSpPr>
            <p:nvPr/>
          </p:nvSpPr>
          <p:spPr bwMode="auto">
            <a:xfrm>
              <a:off x="4850950" y="936038"/>
              <a:ext cx="100540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fontAlgn="base">
                <a:spcBef>
                  <a:spcPct val="0"/>
                </a:spcBef>
                <a:spcAft>
                  <a:spcPct val="0"/>
                </a:spcAft>
                <a:defRPr/>
              </a:pPr>
              <a:r>
                <a:rPr lang="zh-CN" altLang="en-US" sz="1600">
                  <a:solidFill>
                    <a:schemeClr val="tx1">
                      <a:lumMod val="95000"/>
                      <a:lumOff val="5000"/>
                    </a:schemeClr>
                  </a:solidFill>
                  <a:latin typeface="+mj-ea"/>
                  <a:ea typeface="+mj-ea"/>
                </a:rPr>
                <a:t>论文总结</a:t>
              </a:r>
            </a:p>
          </p:txBody>
        </p:sp>
        <p:sp>
          <p:nvSpPr>
            <p:cNvPr id="50" name="矩形 49"/>
            <p:cNvSpPr/>
            <p:nvPr/>
          </p:nvSpPr>
          <p:spPr>
            <a:xfrm>
              <a:off x="4850950" y="1226253"/>
              <a:ext cx="1045479" cy="253916"/>
            </a:xfrm>
            <a:prstGeom prst="rect">
              <a:avLst/>
            </a:prstGeom>
          </p:spPr>
          <p:txBody>
            <a:bodyPr wrap="none">
              <a:spAutoFit/>
            </a:bodyPr>
            <a:lstStyle/>
            <a:p>
              <a:pPr lvl="0" fontAlgn="base">
                <a:spcBef>
                  <a:spcPct val="0"/>
                </a:spcBef>
                <a:spcAft>
                  <a:spcPct val="0"/>
                </a:spcAft>
                <a:defRPr/>
              </a:pPr>
              <a:r>
                <a:rPr lang="en-US" altLang="zh-CN" sz="1050">
                  <a:solidFill>
                    <a:schemeClr val="tx1">
                      <a:lumMod val="95000"/>
                      <a:lumOff val="5000"/>
                    </a:schemeClr>
                  </a:solidFill>
                  <a:latin typeface="Calibri Light" panose="020F0302020204030204" pitchFamily="34" charset="0"/>
                  <a:ea typeface="方正兰亭黑_GBK"/>
                </a:rPr>
                <a:t>Paper Summary</a:t>
              </a:r>
            </a:p>
          </p:txBody>
        </p:sp>
      </p:grpSp>
      <p:sp>
        <p:nvSpPr>
          <p:cNvPr id="51" name="椭圆 50"/>
          <p:cNvSpPr/>
          <p:nvPr/>
        </p:nvSpPr>
        <p:spPr>
          <a:xfrm>
            <a:off x="4455275" y="4125625"/>
            <a:ext cx="379869" cy="379869"/>
          </a:xfrm>
          <a:prstGeom prst="ellipse">
            <a:avLst/>
          </a:prstGeom>
          <a:solidFill>
            <a:srgbClr val="AE0D1D"/>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dirty="0">
                <a:solidFill>
                  <a:srgbClr val="F2F2F2"/>
                </a:solidFill>
              </a:rPr>
              <a:t>4</a:t>
            </a:r>
            <a:endParaRPr lang="zh-CN" altLang="en-US" dirty="0">
              <a:solidFill>
                <a:srgbClr val="F2F2F2"/>
              </a:solidFill>
            </a:endParaRPr>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rot="5400000">
            <a:off x="3285066" y="-715433"/>
            <a:ext cx="2573867" cy="9144000"/>
          </a:xfrm>
          <a:prstGeom prst="rect">
            <a:avLst/>
          </a:prstGeom>
          <a:solidFill>
            <a:srgbClr val="AE0D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268503" y="749128"/>
            <a:ext cx="8587946" cy="3645244"/>
          </a:xfrm>
          <a:prstGeom prst="rect">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5"/>
          <p:cNvSpPr txBox="1">
            <a:spLocks noChangeArrowheads="1"/>
          </p:cNvSpPr>
          <p:nvPr/>
        </p:nvSpPr>
        <p:spPr bwMode="auto">
          <a:xfrm>
            <a:off x="2633008" y="1888069"/>
            <a:ext cx="387798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3600" b="1">
                <a:solidFill>
                  <a:schemeClr val="accent1"/>
                </a:solidFill>
                <a:latin typeface="+mj-ea"/>
                <a:ea typeface="+mj-ea"/>
              </a:rPr>
              <a:t>选题的背景与意义</a:t>
            </a:r>
          </a:p>
        </p:txBody>
      </p:sp>
      <p:sp>
        <p:nvSpPr>
          <p:cNvPr id="21" name="文本框 6"/>
          <p:cNvSpPr txBox="1">
            <a:spLocks noChangeArrowheads="1"/>
          </p:cNvSpPr>
          <p:nvPr/>
        </p:nvSpPr>
        <p:spPr bwMode="auto">
          <a:xfrm>
            <a:off x="2656989" y="2503133"/>
            <a:ext cx="383002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en-US" altLang="zh-CN" sz="1200">
                <a:solidFill>
                  <a:schemeClr val="accent1"/>
                </a:solidFill>
                <a:latin typeface="方正准圆简体" panose="03000509000000000000" pitchFamily="65" charset="-122"/>
                <a:ea typeface="方正准圆简体" panose="03000509000000000000" pitchFamily="65" charset="-122"/>
              </a:rPr>
              <a:t>Background and significance of the selected topic</a:t>
            </a:r>
          </a:p>
        </p:txBody>
      </p:sp>
      <p:sp>
        <p:nvSpPr>
          <p:cNvPr id="22" name="矩形 21"/>
          <p:cNvSpPr/>
          <p:nvPr/>
        </p:nvSpPr>
        <p:spPr>
          <a:xfrm>
            <a:off x="2633102" y="2811902"/>
            <a:ext cx="3877797" cy="552011"/>
          </a:xfrm>
          <a:prstGeom prst="rect">
            <a:avLst/>
          </a:prstGeom>
        </p:spPr>
        <p:txBody>
          <a:bodyPr wrap="square">
            <a:spAutoFit/>
          </a:bodyPr>
          <a:lstStyle/>
          <a:p>
            <a:pPr marL="0" marR="0" lvl="0" indent="0" algn="ctr" defTabSz="914400" eaLnBrk="1" fontAlgn="auto" latinLnBrk="0" hangingPunct="1">
              <a:lnSpc>
                <a:spcPct val="150000"/>
              </a:lnSpc>
              <a:spcBef>
                <a:spcPts val="0"/>
              </a:spcBef>
              <a:spcAft>
                <a:spcPts val="0"/>
              </a:spcAft>
              <a:buClrTx/>
              <a:buSzTx/>
              <a:buFontTx/>
              <a:buNone/>
              <a:defRPr/>
            </a:pPr>
            <a:r>
              <a:rPr kumimoji="0" lang="en-US" altLang="zh-CN" sz="1050" b="0" i="0" u="none" strike="noStrike" kern="0" cap="none" spc="0" normalizeH="0" baseline="0" noProof="0" dirty="0">
                <a:ln>
                  <a:noFill/>
                </a:ln>
                <a:solidFill>
                  <a:schemeClr val="tx1">
                    <a:lumMod val="85000"/>
                    <a:lumOff val="15000"/>
                  </a:schemeClr>
                </a:solidFill>
                <a:effectLst/>
                <a:uLnTx/>
                <a:uFillTx/>
                <a:cs typeface="Arial" panose="020B0604020202020204" pitchFamily="34" charset="0"/>
              </a:rPr>
              <a:t>Lorem ipsum dolor sit </a:t>
            </a:r>
            <a:r>
              <a:rPr kumimoji="0" lang="en-US" altLang="zh-CN" sz="1050" b="0" i="0" u="none" strike="noStrike" kern="0" cap="none" spc="0" normalizeH="0" baseline="0" noProof="0" dirty="0" err="1">
                <a:ln>
                  <a:noFill/>
                </a:ln>
                <a:solidFill>
                  <a:schemeClr val="tx1">
                    <a:lumMod val="85000"/>
                    <a:lumOff val="15000"/>
                  </a:schemeClr>
                </a:solidFill>
                <a:effectLst/>
                <a:uLnTx/>
                <a:uFillTx/>
                <a:cs typeface="Arial" panose="020B0604020202020204" pitchFamily="34" charset="0"/>
              </a:rPr>
              <a:t>amet</a:t>
            </a:r>
            <a:r>
              <a:rPr kumimoji="0" lang="en-US" altLang="zh-CN" sz="1050" b="0" i="0" u="none" strike="noStrike" kern="0" cap="none" spc="0" normalizeH="0" baseline="0" noProof="0">
                <a:ln>
                  <a:noFill/>
                </a:ln>
                <a:solidFill>
                  <a:schemeClr val="tx1">
                    <a:lumMod val="85000"/>
                    <a:lumOff val="15000"/>
                  </a:schemeClr>
                </a:solidFill>
                <a:effectLst/>
                <a:uLnTx/>
                <a:uFillTx/>
                <a:cs typeface="Arial" panose="020B0604020202020204" pitchFamily="34" charset="0"/>
              </a:rPr>
              <a:t>, consectetuer adipiscing elit. Aenean commodo ligula eget dolor</a:t>
            </a:r>
            <a:endParaRPr kumimoji="0" lang="zh-CN" altLang="en-US" sz="1400" b="0" i="0" u="none" strike="noStrike" kern="0" cap="none" spc="0" normalizeH="0" baseline="0" noProof="0">
              <a:ln>
                <a:noFill/>
              </a:ln>
              <a:solidFill>
                <a:schemeClr val="tx1">
                  <a:lumMod val="85000"/>
                  <a:lumOff val="15000"/>
                </a:schemeClr>
              </a:solidFill>
              <a:effectLst/>
              <a:uLnTx/>
              <a:uFillTx/>
            </a:endParaRPr>
          </a:p>
        </p:txBody>
      </p:sp>
      <p:cxnSp>
        <p:nvCxnSpPr>
          <p:cNvPr id="23" name="直接连接符 22"/>
          <p:cNvCxnSpPr/>
          <p:nvPr/>
        </p:nvCxnSpPr>
        <p:spPr>
          <a:xfrm>
            <a:off x="4463537" y="2819169"/>
            <a:ext cx="216927" cy="0"/>
          </a:xfrm>
          <a:prstGeom prst="line">
            <a:avLst/>
          </a:prstGeom>
          <a:ln w="19050">
            <a:solidFill>
              <a:srgbClr val="AE0D1D"/>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文本框 5"/>
          <p:cNvSpPr txBox="1">
            <a:spLocks noChangeArrowheads="1"/>
          </p:cNvSpPr>
          <p:nvPr/>
        </p:nvSpPr>
        <p:spPr bwMode="auto">
          <a:xfrm>
            <a:off x="3043377" y="87313"/>
            <a:ext cx="305724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2800" b="1">
                <a:solidFill>
                  <a:schemeClr val="tx1">
                    <a:lumMod val="85000"/>
                    <a:lumOff val="15000"/>
                  </a:schemeClr>
                </a:solidFill>
                <a:latin typeface="+mj-ea"/>
                <a:ea typeface="+mj-ea"/>
              </a:rPr>
              <a:t>选题的背景与意义</a:t>
            </a:r>
          </a:p>
        </p:txBody>
      </p:sp>
      <p:sp>
        <p:nvSpPr>
          <p:cNvPr id="74" name="文本框 6"/>
          <p:cNvSpPr txBox="1">
            <a:spLocks noChangeArrowheads="1"/>
          </p:cNvSpPr>
          <p:nvPr/>
        </p:nvSpPr>
        <p:spPr bwMode="auto">
          <a:xfrm>
            <a:off x="2955723" y="532859"/>
            <a:ext cx="323255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en-US" altLang="zh-CN" sz="1200">
                <a:solidFill>
                  <a:schemeClr val="tx1">
                    <a:lumMod val="85000"/>
                    <a:lumOff val="15000"/>
                  </a:schemeClr>
                </a:solidFill>
                <a:ea typeface="方正兰亭黑_GBK"/>
              </a:rPr>
              <a:t>Background and significance of the selected topic</a:t>
            </a:r>
          </a:p>
        </p:txBody>
      </p:sp>
      <p:cxnSp>
        <p:nvCxnSpPr>
          <p:cNvPr id="75" name="直接连接符 74"/>
          <p:cNvCxnSpPr/>
          <p:nvPr/>
        </p:nvCxnSpPr>
        <p:spPr>
          <a:xfrm>
            <a:off x="4433191" y="838402"/>
            <a:ext cx="277619" cy="0"/>
          </a:xfrm>
          <a:prstGeom prst="line">
            <a:avLst/>
          </a:prstGeom>
          <a:ln w="19050">
            <a:solidFill>
              <a:srgbClr val="AE0D1D"/>
            </a:soli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78543" y="866947"/>
            <a:ext cx="8709295" cy="617733"/>
          </a:xfrm>
          <a:prstGeom prst="rect">
            <a:avLst/>
          </a:prstGeom>
        </p:spPr>
        <p:txBody>
          <a:bodyPr wrap="square">
            <a:spAutoFit/>
          </a:bodyPr>
          <a:lstStyle/>
          <a:p>
            <a:pPr>
              <a:lnSpc>
                <a:spcPct val="150000"/>
              </a:lnSpc>
              <a:spcBef>
                <a:spcPts val="600"/>
              </a:spcBef>
            </a:pPr>
            <a:r>
              <a:rPr lang="en-US" altLang="zh-CN" sz="1200">
                <a:solidFill>
                  <a:schemeClr val="tx1">
                    <a:lumMod val="85000"/>
                    <a:lumOff val="15000"/>
                  </a:schemeClr>
                </a:solidFill>
              </a:rPr>
              <a:t>Lorem ipsum dolor sit amet, consectetuer adipiscing elit. Aenean commodo ligula eget dolor. Lorem ipsum dolor sit amet, consectetuer adipiscing elit. Aenean commodo ligula eget dolor. </a:t>
            </a:r>
          </a:p>
        </p:txBody>
      </p:sp>
      <p:sp>
        <p:nvSpPr>
          <p:cNvPr id="4" name="椭圆 3"/>
          <p:cNvSpPr/>
          <p:nvPr/>
        </p:nvSpPr>
        <p:spPr>
          <a:xfrm>
            <a:off x="142876" y="1776546"/>
            <a:ext cx="537143" cy="537143"/>
          </a:xfrm>
          <a:prstGeom prst="ellipse">
            <a:avLst/>
          </a:prstGeom>
          <a:solidFill>
            <a:srgbClr val="AE0D1D"/>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5" name="椭圆 14"/>
          <p:cNvSpPr/>
          <p:nvPr/>
        </p:nvSpPr>
        <p:spPr>
          <a:xfrm>
            <a:off x="142875" y="2757978"/>
            <a:ext cx="537143" cy="537143"/>
          </a:xfrm>
          <a:prstGeom prst="ellipse">
            <a:avLst/>
          </a:prstGeom>
          <a:solidFill>
            <a:srgbClr val="AE0D1D"/>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6" name="椭圆 15"/>
          <p:cNvSpPr/>
          <p:nvPr/>
        </p:nvSpPr>
        <p:spPr>
          <a:xfrm>
            <a:off x="142874" y="3739410"/>
            <a:ext cx="537143" cy="537143"/>
          </a:xfrm>
          <a:prstGeom prst="ellipse">
            <a:avLst/>
          </a:prstGeom>
          <a:solidFill>
            <a:srgbClr val="AE0D1D"/>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9" name="矩形 18"/>
          <p:cNvSpPr/>
          <p:nvPr/>
        </p:nvSpPr>
        <p:spPr>
          <a:xfrm>
            <a:off x="680018" y="1776546"/>
            <a:ext cx="3753174" cy="600164"/>
          </a:xfrm>
          <a:prstGeom prst="rect">
            <a:avLst/>
          </a:prstGeom>
        </p:spPr>
        <p:txBody>
          <a:bodyPr wrap="square">
            <a:spAutoFit/>
          </a:bodyPr>
          <a:lstStyle/>
          <a:p>
            <a:pPr>
              <a:lnSpc>
                <a:spcPct val="150000"/>
              </a:lnSpc>
              <a:spcBef>
                <a:spcPts val="600"/>
              </a:spcBef>
            </a:pPr>
            <a:r>
              <a:rPr lang="en-US" altLang="zh-CN" sz="1100">
                <a:solidFill>
                  <a:schemeClr val="tx1">
                    <a:lumMod val="85000"/>
                    <a:lumOff val="15000"/>
                  </a:schemeClr>
                </a:solidFill>
              </a:rPr>
              <a:t>Lorem ipsum dolor sit amet, consectetuer adipiscing elit. Aenean commodo ligula eget dolor. </a:t>
            </a:r>
          </a:p>
        </p:txBody>
      </p:sp>
      <p:sp>
        <p:nvSpPr>
          <p:cNvPr id="21" name="矩形 20"/>
          <p:cNvSpPr/>
          <p:nvPr/>
        </p:nvSpPr>
        <p:spPr>
          <a:xfrm>
            <a:off x="680018" y="2683735"/>
            <a:ext cx="3753174" cy="600164"/>
          </a:xfrm>
          <a:prstGeom prst="rect">
            <a:avLst/>
          </a:prstGeom>
        </p:spPr>
        <p:txBody>
          <a:bodyPr wrap="square">
            <a:spAutoFit/>
          </a:bodyPr>
          <a:lstStyle/>
          <a:p>
            <a:pPr>
              <a:lnSpc>
                <a:spcPct val="150000"/>
              </a:lnSpc>
              <a:spcBef>
                <a:spcPts val="600"/>
              </a:spcBef>
            </a:pPr>
            <a:r>
              <a:rPr lang="en-US" altLang="zh-CN" sz="1100">
                <a:solidFill>
                  <a:schemeClr val="tx1">
                    <a:lumMod val="85000"/>
                    <a:lumOff val="15000"/>
                  </a:schemeClr>
                </a:solidFill>
              </a:rPr>
              <a:t>Lorem ipsum dolor sit amet, consectetuer adipiscing elit. Aenean commodo ligula eget dolor. </a:t>
            </a:r>
          </a:p>
        </p:txBody>
      </p:sp>
      <p:sp>
        <p:nvSpPr>
          <p:cNvPr id="22" name="矩形 21"/>
          <p:cNvSpPr/>
          <p:nvPr/>
        </p:nvSpPr>
        <p:spPr>
          <a:xfrm>
            <a:off x="680018" y="3728188"/>
            <a:ext cx="3753174" cy="600164"/>
          </a:xfrm>
          <a:prstGeom prst="rect">
            <a:avLst/>
          </a:prstGeom>
        </p:spPr>
        <p:txBody>
          <a:bodyPr wrap="square">
            <a:spAutoFit/>
          </a:bodyPr>
          <a:lstStyle/>
          <a:p>
            <a:pPr>
              <a:lnSpc>
                <a:spcPct val="150000"/>
              </a:lnSpc>
              <a:spcBef>
                <a:spcPts val="600"/>
              </a:spcBef>
            </a:pPr>
            <a:r>
              <a:rPr lang="en-US" altLang="zh-CN" sz="1100">
                <a:solidFill>
                  <a:schemeClr val="tx1">
                    <a:lumMod val="85000"/>
                    <a:lumOff val="15000"/>
                  </a:schemeClr>
                </a:solidFill>
              </a:rPr>
              <a:t>Lorem ipsum dolor sit amet, consectetuer adipiscing elit. Aenean commodo ligula eget dolor. </a:t>
            </a:r>
          </a:p>
        </p:txBody>
      </p:sp>
      <p:pic>
        <p:nvPicPr>
          <p:cNvPr id="6" name="图片 5"/>
          <p:cNvPicPr>
            <a:picLocks noChangeAspect="1"/>
          </p:cNvPicPr>
          <p:nvPr/>
        </p:nvPicPr>
        <p:blipFill>
          <a:blip r:embed="rId3" cstate="print">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tretch>
            <a:fillRect/>
          </a:stretch>
        </p:blipFill>
        <p:spPr>
          <a:xfrm>
            <a:off x="4983912" y="1410511"/>
            <a:ext cx="3480070" cy="348007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p:cNvSpPr/>
          <p:nvPr/>
        </p:nvSpPr>
        <p:spPr>
          <a:xfrm>
            <a:off x="749030" y="1040860"/>
            <a:ext cx="3822970" cy="3861876"/>
          </a:xfrm>
          <a:prstGeom prst="rect">
            <a:avLst/>
          </a:prstGeom>
          <a:solidFill>
            <a:srgbClr val="AE0D1D"/>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32" name="矩形: 圆角 31"/>
          <p:cNvSpPr/>
          <p:nvPr/>
        </p:nvSpPr>
        <p:spPr>
          <a:xfrm>
            <a:off x="953309" y="1367017"/>
            <a:ext cx="2002413" cy="44592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文本框 5"/>
          <p:cNvSpPr txBox="1">
            <a:spLocks noChangeArrowheads="1"/>
          </p:cNvSpPr>
          <p:nvPr/>
        </p:nvSpPr>
        <p:spPr bwMode="auto">
          <a:xfrm>
            <a:off x="3043377" y="87313"/>
            <a:ext cx="305724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2800" b="1">
                <a:solidFill>
                  <a:schemeClr val="tx1">
                    <a:lumMod val="85000"/>
                    <a:lumOff val="15000"/>
                  </a:schemeClr>
                </a:solidFill>
                <a:latin typeface="+mj-ea"/>
                <a:ea typeface="+mj-ea"/>
              </a:rPr>
              <a:t>选题的背景与意义</a:t>
            </a:r>
          </a:p>
        </p:txBody>
      </p:sp>
      <p:sp>
        <p:nvSpPr>
          <p:cNvPr id="74" name="文本框 6"/>
          <p:cNvSpPr txBox="1">
            <a:spLocks noChangeArrowheads="1"/>
          </p:cNvSpPr>
          <p:nvPr/>
        </p:nvSpPr>
        <p:spPr bwMode="auto">
          <a:xfrm>
            <a:off x="2955723" y="532859"/>
            <a:ext cx="323255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en-US" altLang="zh-CN" sz="1200">
                <a:solidFill>
                  <a:schemeClr val="tx1">
                    <a:lumMod val="85000"/>
                    <a:lumOff val="15000"/>
                  </a:schemeClr>
                </a:solidFill>
                <a:ea typeface="方正兰亭黑_GBK"/>
              </a:rPr>
              <a:t>Background and significance of the selected topic</a:t>
            </a:r>
          </a:p>
        </p:txBody>
      </p:sp>
      <p:cxnSp>
        <p:nvCxnSpPr>
          <p:cNvPr id="75" name="直接连接符 74"/>
          <p:cNvCxnSpPr/>
          <p:nvPr/>
        </p:nvCxnSpPr>
        <p:spPr>
          <a:xfrm>
            <a:off x="4433191" y="838402"/>
            <a:ext cx="277619" cy="0"/>
          </a:xfrm>
          <a:prstGeom prst="line">
            <a:avLst/>
          </a:prstGeom>
          <a:ln w="19050">
            <a:solidFill>
              <a:srgbClr val="AE0D1D"/>
            </a:solidFill>
          </a:ln>
        </p:spPr>
        <p:style>
          <a:lnRef idx="1">
            <a:schemeClr val="accent1"/>
          </a:lnRef>
          <a:fillRef idx="0">
            <a:schemeClr val="accent1"/>
          </a:fillRef>
          <a:effectRef idx="0">
            <a:schemeClr val="accent1"/>
          </a:effectRef>
          <a:fontRef idx="minor">
            <a:schemeClr val="tx1"/>
          </a:fontRef>
        </p:style>
      </p:cxnSp>
      <p:sp>
        <p:nvSpPr>
          <p:cNvPr id="37" name="矩形 36"/>
          <p:cNvSpPr/>
          <p:nvPr/>
        </p:nvSpPr>
        <p:spPr>
          <a:xfrm>
            <a:off x="4571999" y="1040860"/>
            <a:ext cx="3822970" cy="3861876"/>
          </a:xfrm>
          <a:prstGeom prst="rect">
            <a:avLst/>
          </a:prstGeom>
          <a:solidFill>
            <a:srgbClr val="AE0D1D"/>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38" name="矩形 37"/>
          <p:cNvSpPr/>
          <p:nvPr/>
        </p:nvSpPr>
        <p:spPr>
          <a:xfrm>
            <a:off x="909139" y="1971585"/>
            <a:ext cx="3744425" cy="1200329"/>
          </a:xfrm>
          <a:prstGeom prst="rect">
            <a:avLst/>
          </a:prstGeom>
        </p:spPr>
        <p:txBody>
          <a:bodyPr wrap="square">
            <a:spAutoFit/>
          </a:bodyPr>
          <a:lstStyle/>
          <a:p>
            <a:pPr>
              <a:lnSpc>
                <a:spcPct val="150000"/>
              </a:lnSpc>
              <a:spcBef>
                <a:spcPts val="600"/>
              </a:spcBef>
            </a:pPr>
            <a:r>
              <a:rPr lang="en-US" altLang="zh-CN" sz="1200">
                <a:solidFill>
                  <a:schemeClr val="bg1"/>
                </a:solidFill>
              </a:rPr>
              <a:t>Lorem ipsum dolor sit amet, consectetuer adipiscing elit. Aenean commodo ligula eget dolor. Lorem ipsum dolor sit amet, consectetuer adipiscing elit. Aenean commodo ligula eget dolor. </a:t>
            </a:r>
          </a:p>
        </p:txBody>
      </p:sp>
      <p:sp>
        <p:nvSpPr>
          <p:cNvPr id="39" name="矩形 38"/>
          <p:cNvSpPr/>
          <p:nvPr/>
        </p:nvSpPr>
        <p:spPr>
          <a:xfrm>
            <a:off x="909139" y="3176776"/>
            <a:ext cx="3744425" cy="1200329"/>
          </a:xfrm>
          <a:prstGeom prst="rect">
            <a:avLst/>
          </a:prstGeom>
        </p:spPr>
        <p:txBody>
          <a:bodyPr wrap="square">
            <a:spAutoFit/>
          </a:bodyPr>
          <a:lstStyle/>
          <a:p>
            <a:pPr>
              <a:lnSpc>
                <a:spcPct val="150000"/>
              </a:lnSpc>
              <a:spcBef>
                <a:spcPts val="600"/>
              </a:spcBef>
            </a:pPr>
            <a:r>
              <a:rPr lang="en-US" altLang="zh-CN" sz="1200">
                <a:solidFill>
                  <a:schemeClr val="bg1"/>
                </a:solidFill>
              </a:rPr>
              <a:t>Lorem ipsum dolor sit amet, consectetuer adipiscing elit. Aenean commodo ligula eget dolor. Lorem ipsum dolor sit amet, consectetuer adipiscing elit. Aenean commodo ligula eget dolor. </a:t>
            </a:r>
          </a:p>
        </p:txBody>
      </p:sp>
      <p:sp>
        <p:nvSpPr>
          <p:cNvPr id="40" name="矩形 39"/>
          <p:cNvSpPr/>
          <p:nvPr/>
        </p:nvSpPr>
        <p:spPr>
          <a:xfrm>
            <a:off x="4710810" y="1971585"/>
            <a:ext cx="3744425" cy="1200329"/>
          </a:xfrm>
          <a:prstGeom prst="rect">
            <a:avLst/>
          </a:prstGeom>
        </p:spPr>
        <p:txBody>
          <a:bodyPr wrap="square">
            <a:spAutoFit/>
          </a:bodyPr>
          <a:lstStyle/>
          <a:p>
            <a:pPr>
              <a:lnSpc>
                <a:spcPct val="150000"/>
              </a:lnSpc>
              <a:spcBef>
                <a:spcPts val="600"/>
              </a:spcBef>
            </a:pPr>
            <a:r>
              <a:rPr lang="en-US" altLang="zh-CN" sz="1200">
                <a:solidFill>
                  <a:schemeClr val="bg1"/>
                </a:solidFill>
              </a:rPr>
              <a:t>Lorem ipsum dolor sit amet, consectetuer adipiscing elit. Aenean commodo ligula eget dolor. Lorem ipsum dolor sit amet, consectetuer adipiscing elit. Aenean commodo ligula eget dolor. </a:t>
            </a:r>
          </a:p>
        </p:txBody>
      </p:sp>
      <p:sp>
        <p:nvSpPr>
          <p:cNvPr id="41" name="矩形 40"/>
          <p:cNvSpPr/>
          <p:nvPr/>
        </p:nvSpPr>
        <p:spPr>
          <a:xfrm>
            <a:off x="4710810" y="3176776"/>
            <a:ext cx="3744425" cy="1200329"/>
          </a:xfrm>
          <a:prstGeom prst="rect">
            <a:avLst/>
          </a:prstGeom>
        </p:spPr>
        <p:txBody>
          <a:bodyPr wrap="square">
            <a:spAutoFit/>
          </a:bodyPr>
          <a:lstStyle/>
          <a:p>
            <a:pPr>
              <a:lnSpc>
                <a:spcPct val="150000"/>
              </a:lnSpc>
              <a:spcBef>
                <a:spcPts val="600"/>
              </a:spcBef>
            </a:pPr>
            <a:r>
              <a:rPr lang="en-US" altLang="zh-CN" sz="1200">
                <a:solidFill>
                  <a:schemeClr val="bg1"/>
                </a:solidFill>
              </a:rPr>
              <a:t>Lorem ipsum dolor sit amet, consectetuer adipiscing elit. Aenean commodo ligula eget dolor. Lorem ipsum dolor sit amet, consectetuer adipiscing elit. Aenean commodo ligula eget dolor. </a:t>
            </a:r>
          </a:p>
        </p:txBody>
      </p:sp>
      <p:sp>
        <p:nvSpPr>
          <p:cNvPr id="29" name="矩形 28"/>
          <p:cNvSpPr/>
          <p:nvPr/>
        </p:nvSpPr>
        <p:spPr>
          <a:xfrm>
            <a:off x="1092740" y="1389922"/>
            <a:ext cx="1723549" cy="400110"/>
          </a:xfrm>
          <a:prstGeom prst="rect">
            <a:avLst/>
          </a:prstGeom>
        </p:spPr>
        <p:txBody>
          <a:bodyPr wrap="none">
            <a:spAutoFit/>
          </a:bodyPr>
          <a:lstStyle/>
          <a:p>
            <a:pPr lvl="0"/>
            <a:r>
              <a:rPr lang="zh-CN" altLang="en-US" sz="2000" b="1">
                <a:solidFill>
                  <a:srgbClr val="AE0D1D"/>
                </a:solidFill>
                <a:latin typeface="+mj-ea"/>
                <a:ea typeface="+mj-ea"/>
              </a:rPr>
              <a:t>国内研究现状</a:t>
            </a:r>
          </a:p>
        </p:txBody>
      </p:sp>
      <p:sp>
        <p:nvSpPr>
          <p:cNvPr id="44" name="矩形: 圆角 43"/>
          <p:cNvSpPr/>
          <p:nvPr/>
        </p:nvSpPr>
        <p:spPr>
          <a:xfrm>
            <a:off x="4735129" y="1389923"/>
            <a:ext cx="2002413" cy="44592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44"/>
          <p:cNvSpPr/>
          <p:nvPr/>
        </p:nvSpPr>
        <p:spPr>
          <a:xfrm>
            <a:off x="4874560" y="1412828"/>
            <a:ext cx="1723549" cy="400110"/>
          </a:xfrm>
          <a:prstGeom prst="rect">
            <a:avLst/>
          </a:prstGeom>
        </p:spPr>
        <p:txBody>
          <a:bodyPr wrap="none">
            <a:spAutoFit/>
          </a:bodyPr>
          <a:lstStyle/>
          <a:p>
            <a:pPr lvl="0"/>
            <a:r>
              <a:rPr lang="zh-CN" altLang="en-US" sz="2000" b="1">
                <a:solidFill>
                  <a:srgbClr val="AE0D1D"/>
                </a:solidFill>
                <a:latin typeface="+mj-ea"/>
                <a:ea typeface="+mj-ea"/>
              </a:rPr>
              <a:t>国外研究现状</a:t>
            </a:r>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rot="5400000">
            <a:off x="3285066" y="-715433"/>
            <a:ext cx="2573867" cy="9144000"/>
          </a:xfrm>
          <a:prstGeom prst="rect">
            <a:avLst/>
          </a:prstGeom>
          <a:solidFill>
            <a:srgbClr val="AE0D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268503" y="749128"/>
            <a:ext cx="8587946" cy="3645244"/>
          </a:xfrm>
          <a:prstGeom prst="rect">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5"/>
          <p:cNvSpPr txBox="1">
            <a:spLocks noChangeArrowheads="1"/>
          </p:cNvSpPr>
          <p:nvPr/>
        </p:nvSpPr>
        <p:spPr bwMode="auto">
          <a:xfrm>
            <a:off x="2863840" y="1888069"/>
            <a:ext cx="341632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3600" b="1">
                <a:solidFill>
                  <a:schemeClr val="accent1"/>
                </a:solidFill>
                <a:latin typeface="+mj-ea"/>
                <a:ea typeface="+mj-ea"/>
              </a:rPr>
              <a:t>研究方法及过程</a:t>
            </a:r>
          </a:p>
        </p:txBody>
      </p:sp>
      <p:sp>
        <p:nvSpPr>
          <p:cNvPr id="21" name="文本框 6"/>
          <p:cNvSpPr txBox="1">
            <a:spLocks noChangeArrowheads="1"/>
          </p:cNvSpPr>
          <p:nvPr/>
        </p:nvSpPr>
        <p:spPr bwMode="auto">
          <a:xfrm>
            <a:off x="2656989" y="2503133"/>
            <a:ext cx="383002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en-US" altLang="zh-CN" sz="1200">
                <a:solidFill>
                  <a:schemeClr val="accent1"/>
                </a:solidFill>
                <a:latin typeface="方正准圆简体" panose="03000509000000000000" pitchFamily="65" charset="-122"/>
                <a:ea typeface="方正准圆简体" panose="03000509000000000000" pitchFamily="65" charset="-122"/>
              </a:rPr>
              <a:t>Demonstration and application of research results</a:t>
            </a:r>
          </a:p>
        </p:txBody>
      </p:sp>
      <p:sp>
        <p:nvSpPr>
          <p:cNvPr id="22" name="矩形 21"/>
          <p:cNvSpPr/>
          <p:nvPr/>
        </p:nvSpPr>
        <p:spPr>
          <a:xfrm>
            <a:off x="2633102" y="2811902"/>
            <a:ext cx="3877797" cy="552011"/>
          </a:xfrm>
          <a:prstGeom prst="rect">
            <a:avLst/>
          </a:prstGeom>
        </p:spPr>
        <p:txBody>
          <a:bodyPr wrap="square">
            <a:spAutoFit/>
          </a:bodyPr>
          <a:lstStyle/>
          <a:p>
            <a:pPr marL="0" marR="0" lvl="0" indent="0" algn="ctr" defTabSz="914400" eaLnBrk="1" fontAlgn="auto" latinLnBrk="0" hangingPunct="1">
              <a:lnSpc>
                <a:spcPct val="150000"/>
              </a:lnSpc>
              <a:spcBef>
                <a:spcPts val="0"/>
              </a:spcBef>
              <a:spcAft>
                <a:spcPts val="0"/>
              </a:spcAft>
              <a:buClrTx/>
              <a:buSzTx/>
              <a:buFontTx/>
              <a:buNone/>
              <a:defRPr/>
            </a:pPr>
            <a:r>
              <a:rPr kumimoji="0" lang="en-US" altLang="zh-CN" sz="1050" b="0" i="0" u="none" strike="noStrike" kern="0" cap="none" spc="0" normalizeH="0" baseline="0" noProof="0" dirty="0">
                <a:ln>
                  <a:noFill/>
                </a:ln>
                <a:solidFill>
                  <a:schemeClr val="tx1">
                    <a:lumMod val="85000"/>
                    <a:lumOff val="15000"/>
                  </a:schemeClr>
                </a:solidFill>
                <a:effectLst/>
                <a:uLnTx/>
                <a:uFillTx/>
                <a:cs typeface="Arial" panose="020B0604020202020204" pitchFamily="34" charset="0"/>
              </a:rPr>
              <a:t>Lorem ipsum dolor sit </a:t>
            </a:r>
            <a:r>
              <a:rPr kumimoji="0" lang="en-US" altLang="zh-CN" sz="1050" b="0" i="0" u="none" strike="noStrike" kern="0" cap="none" spc="0" normalizeH="0" baseline="0" noProof="0" dirty="0" err="1">
                <a:ln>
                  <a:noFill/>
                </a:ln>
                <a:solidFill>
                  <a:schemeClr val="tx1">
                    <a:lumMod val="85000"/>
                    <a:lumOff val="15000"/>
                  </a:schemeClr>
                </a:solidFill>
                <a:effectLst/>
                <a:uLnTx/>
                <a:uFillTx/>
                <a:cs typeface="Arial" panose="020B0604020202020204" pitchFamily="34" charset="0"/>
              </a:rPr>
              <a:t>amet</a:t>
            </a:r>
            <a:r>
              <a:rPr kumimoji="0" lang="en-US" altLang="zh-CN" sz="1050" b="0" i="0" u="none" strike="noStrike" kern="0" cap="none" spc="0" normalizeH="0" baseline="0" noProof="0">
                <a:ln>
                  <a:noFill/>
                </a:ln>
                <a:solidFill>
                  <a:schemeClr val="tx1">
                    <a:lumMod val="85000"/>
                    <a:lumOff val="15000"/>
                  </a:schemeClr>
                </a:solidFill>
                <a:effectLst/>
                <a:uLnTx/>
                <a:uFillTx/>
                <a:cs typeface="Arial" panose="020B0604020202020204" pitchFamily="34" charset="0"/>
              </a:rPr>
              <a:t>, consectetuer adipiscing elit. Aenean commodo ligula eget dolor</a:t>
            </a:r>
            <a:endParaRPr kumimoji="0" lang="zh-CN" altLang="en-US" sz="1400" b="0" i="0" u="none" strike="noStrike" kern="0" cap="none" spc="0" normalizeH="0" baseline="0" noProof="0">
              <a:ln>
                <a:noFill/>
              </a:ln>
              <a:solidFill>
                <a:schemeClr val="tx1">
                  <a:lumMod val="85000"/>
                  <a:lumOff val="15000"/>
                </a:schemeClr>
              </a:solidFill>
              <a:effectLst/>
              <a:uLnTx/>
              <a:uFillTx/>
            </a:endParaRPr>
          </a:p>
        </p:txBody>
      </p:sp>
      <p:cxnSp>
        <p:nvCxnSpPr>
          <p:cNvPr id="23" name="直接连接符 22"/>
          <p:cNvCxnSpPr/>
          <p:nvPr/>
        </p:nvCxnSpPr>
        <p:spPr>
          <a:xfrm>
            <a:off x="4463537" y="2819169"/>
            <a:ext cx="216927" cy="0"/>
          </a:xfrm>
          <a:prstGeom prst="line">
            <a:avLst/>
          </a:prstGeom>
          <a:ln w="19050">
            <a:solidFill>
              <a:srgbClr val="AE0D1D"/>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访问当图网  www.99ppt.com 专业的模板网站 为您提供更多优质模板"/>
          <p:cNvSpPr txBox="1">
            <a:spLocks noChangeArrowheads="1"/>
          </p:cNvSpPr>
          <p:nvPr/>
        </p:nvSpPr>
        <p:spPr bwMode="auto">
          <a:xfrm>
            <a:off x="3222913" y="87313"/>
            <a:ext cx="269817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2800" b="1">
                <a:solidFill>
                  <a:schemeClr val="tx1">
                    <a:lumMod val="85000"/>
                    <a:lumOff val="15000"/>
                  </a:schemeClr>
                </a:solidFill>
                <a:latin typeface="+mj-ea"/>
                <a:ea typeface="+mj-ea"/>
              </a:rPr>
              <a:t>研究方法及过程</a:t>
            </a:r>
          </a:p>
        </p:txBody>
      </p:sp>
      <p:sp>
        <p:nvSpPr>
          <p:cNvPr id="74" name="访问当图网  www.99ppt.com 专业的模板网站 为您提供更多优质模板"/>
          <p:cNvSpPr txBox="1">
            <a:spLocks noChangeArrowheads="1"/>
          </p:cNvSpPr>
          <p:nvPr/>
        </p:nvSpPr>
        <p:spPr bwMode="auto">
          <a:xfrm>
            <a:off x="3455860" y="532859"/>
            <a:ext cx="223227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en-US" altLang="zh-CN" sz="1200">
                <a:solidFill>
                  <a:schemeClr val="tx1">
                    <a:lumMod val="85000"/>
                    <a:lumOff val="15000"/>
                  </a:schemeClr>
                </a:solidFill>
                <a:ea typeface="方正兰亭黑_GBK"/>
              </a:rPr>
              <a:t>Research methods and processes</a:t>
            </a:r>
          </a:p>
        </p:txBody>
      </p:sp>
      <p:cxnSp>
        <p:nvCxnSpPr>
          <p:cNvPr id="75" name="直接连接符 74"/>
          <p:cNvCxnSpPr/>
          <p:nvPr/>
        </p:nvCxnSpPr>
        <p:spPr>
          <a:xfrm>
            <a:off x="4433191" y="838402"/>
            <a:ext cx="277619" cy="0"/>
          </a:xfrm>
          <a:prstGeom prst="line">
            <a:avLst/>
          </a:prstGeom>
          <a:ln w="19050">
            <a:solidFill>
              <a:srgbClr val="AE0D1D"/>
            </a:solidFill>
          </a:ln>
        </p:spPr>
        <p:style>
          <a:lnRef idx="1">
            <a:schemeClr val="accent1"/>
          </a:lnRef>
          <a:fillRef idx="0">
            <a:schemeClr val="accent1"/>
          </a:fillRef>
          <a:effectRef idx="0">
            <a:schemeClr val="accent1"/>
          </a:effectRef>
          <a:fontRef idx="minor">
            <a:schemeClr val="tx1"/>
          </a:fontRef>
        </p:style>
      </p:cxnSp>
      <p:sp>
        <p:nvSpPr>
          <p:cNvPr id="2" name="矩形: 圆角 1"/>
          <p:cNvSpPr/>
          <p:nvPr/>
        </p:nvSpPr>
        <p:spPr>
          <a:xfrm>
            <a:off x="83999" y="1056079"/>
            <a:ext cx="2110903" cy="3706238"/>
          </a:xfrm>
          <a:prstGeom prst="roundRect">
            <a:avLst>
              <a:gd name="adj" fmla="val 8975"/>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4" name="矩形: 圆角 13"/>
          <p:cNvSpPr/>
          <p:nvPr/>
        </p:nvSpPr>
        <p:spPr>
          <a:xfrm>
            <a:off x="2372365" y="1056079"/>
            <a:ext cx="2110903" cy="3706238"/>
          </a:xfrm>
          <a:prstGeom prst="roundRect">
            <a:avLst>
              <a:gd name="adj" fmla="val 8975"/>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7" name="矩形: 圆角 16"/>
          <p:cNvSpPr/>
          <p:nvPr/>
        </p:nvSpPr>
        <p:spPr>
          <a:xfrm>
            <a:off x="4660731" y="1056079"/>
            <a:ext cx="2110903" cy="3706238"/>
          </a:xfrm>
          <a:prstGeom prst="roundRect">
            <a:avLst>
              <a:gd name="adj" fmla="val 8975"/>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8" name="矩形: 圆角 17"/>
          <p:cNvSpPr/>
          <p:nvPr/>
        </p:nvSpPr>
        <p:spPr>
          <a:xfrm>
            <a:off x="6949098" y="1056079"/>
            <a:ext cx="2110903" cy="3706238"/>
          </a:xfrm>
          <a:prstGeom prst="roundRect">
            <a:avLst>
              <a:gd name="adj" fmla="val 8975"/>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3" name="椭圆 2"/>
          <p:cNvSpPr/>
          <p:nvPr/>
        </p:nvSpPr>
        <p:spPr>
          <a:xfrm>
            <a:off x="565520" y="1423890"/>
            <a:ext cx="1147860" cy="1147860"/>
          </a:xfrm>
          <a:prstGeom prst="ellipse">
            <a:avLst/>
          </a:prstGeom>
          <a:solidFill>
            <a:srgbClr val="AE0D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p:cNvSpPr/>
          <p:nvPr/>
        </p:nvSpPr>
        <p:spPr>
          <a:xfrm>
            <a:off x="2853886" y="1423890"/>
            <a:ext cx="1147860" cy="1147860"/>
          </a:xfrm>
          <a:prstGeom prst="ellipse">
            <a:avLst/>
          </a:prstGeom>
          <a:solidFill>
            <a:srgbClr val="AE0D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p:cNvSpPr/>
          <p:nvPr/>
        </p:nvSpPr>
        <p:spPr>
          <a:xfrm>
            <a:off x="5142252" y="1423890"/>
            <a:ext cx="1147860" cy="1147860"/>
          </a:xfrm>
          <a:prstGeom prst="ellipse">
            <a:avLst/>
          </a:prstGeom>
          <a:solidFill>
            <a:srgbClr val="AE0D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p:cNvSpPr/>
          <p:nvPr/>
        </p:nvSpPr>
        <p:spPr>
          <a:xfrm>
            <a:off x="7430619" y="1423890"/>
            <a:ext cx="1147860" cy="1147860"/>
          </a:xfrm>
          <a:prstGeom prst="ellipse">
            <a:avLst/>
          </a:prstGeom>
          <a:solidFill>
            <a:srgbClr val="AE0D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277705" y="3141157"/>
            <a:ext cx="1723491" cy="1061829"/>
          </a:xfrm>
          <a:prstGeom prst="rect">
            <a:avLst/>
          </a:prstGeom>
        </p:spPr>
        <p:txBody>
          <a:bodyPr wrap="square">
            <a:spAutoFit/>
          </a:bodyPr>
          <a:lstStyle/>
          <a:p>
            <a:pPr algn="ctr">
              <a:lnSpc>
                <a:spcPct val="150000"/>
              </a:lnSpc>
            </a:pPr>
            <a:r>
              <a:rPr lang="en-US" altLang="zh-CN" sz="1050">
                <a:solidFill>
                  <a:schemeClr val="tx1">
                    <a:lumMod val="85000"/>
                    <a:lumOff val="15000"/>
                  </a:schemeClr>
                </a:solidFill>
              </a:rPr>
              <a:t>Lorem ipsum dolor sit amet, consectetur adipiscing elit. Donec luctus nibh sit amet sem</a:t>
            </a:r>
            <a:endParaRPr lang="zh-CN" altLang="en-US">
              <a:solidFill>
                <a:schemeClr val="tx1">
                  <a:lumMod val="85000"/>
                  <a:lumOff val="15000"/>
                </a:schemeClr>
              </a:solidFill>
            </a:endParaRPr>
          </a:p>
        </p:txBody>
      </p:sp>
      <p:sp>
        <p:nvSpPr>
          <p:cNvPr id="26" name="文本框 5"/>
          <p:cNvSpPr txBox="1">
            <a:spLocks noChangeArrowheads="1"/>
          </p:cNvSpPr>
          <p:nvPr/>
        </p:nvSpPr>
        <p:spPr bwMode="auto">
          <a:xfrm>
            <a:off x="534156" y="2709143"/>
            <a:ext cx="121058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2000">
                <a:solidFill>
                  <a:srgbClr val="AE0D1D"/>
                </a:solidFill>
                <a:latin typeface="+mj-ea"/>
                <a:ea typeface="+mj-ea"/>
              </a:rPr>
              <a:t>研究方法</a:t>
            </a:r>
          </a:p>
        </p:txBody>
      </p:sp>
      <p:cxnSp>
        <p:nvCxnSpPr>
          <p:cNvPr id="27" name="直接连接符 26"/>
          <p:cNvCxnSpPr/>
          <p:nvPr/>
        </p:nvCxnSpPr>
        <p:spPr>
          <a:xfrm>
            <a:off x="1029344" y="3134155"/>
            <a:ext cx="220212" cy="0"/>
          </a:xfrm>
          <a:prstGeom prst="line">
            <a:avLst/>
          </a:prstGeom>
          <a:ln w="19050">
            <a:solidFill>
              <a:srgbClr val="AE0D1D"/>
            </a:solidFill>
          </a:ln>
        </p:spPr>
        <p:style>
          <a:lnRef idx="1">
            <a:schemeClr val="accent1"/>
          </a:lnRef>
          <a:fillRef idx="0">
            <a:schemeClr val="accent1"/>
          </a:fillRef>
          <a:effectRef idx="0">
            <a:schemeClr val="accent1"/>
          </a:effectRef>
          <a:fontRef idx="minor">
            <a:schemeClr val="tx1"/>
          </a:fontRef>
        </p:style>
      </p:cxnSp>
      <p:sp>
        <p:nvSpPr>
          <p:cNvPr id="28" name="矩形 27"/>
          <p:cNvSpPr/>
          <p:nvPr/>
        </p:nvSpPr>
        <p:spPr>
          <a:xfrm>
            <a:off x="2566071" y="3141157"/>
            <a:ext cx="1723491" cy="1061829"/>
          </a:xfrm>
          <a:prstGeom prst="rect">
            <a:avLst/>
          </a:prstGeom>
        </p:spPr>
        <p:txBody>
          <a:bodyPr wrap="square">
            <a:spAutoFit/>
          </a:bodyPr>
          <a:lstStyle/>
          <a:p>
            <a:pPr algn="ctr">
              <a:lnSpc>
                <a:spcPct val="150000"/>
              </a:lnSpc>
            </a:pPr>
            <a:r>
              <a:rPr lang="en-US" altLang="zh-CN" sz="1050">
                <a:solidFill>
                  <a:schemeClr val="tx1">
                    <a:lumMod val="85000"/>
                    <a:lumOff val="15000"/>
                  </a:schemeClr>
                </a:solidFill>
              </a:rPr>
              <a:t>Lorem ipsum dolor sit amet, consectetur adipiscing elit. Donec luctus nibh sit amet sem</a:t>
            </a:r>
            <a:endParaRPr lang="zh-CN" altLang="en-US">
              <a:solidFill>
                <a:schemeClr val="tx1">
                  <a:lumMod val="85000"/>
                  <a:lumOff val="15000"/>
                </a:schemeClr>
              </a:solidFill>
            </a:endParaRPr>
          </a:p>
        </p:txBody>
      </p:sp>
      <p:sp>
        <p:nvSpPr>
          <p:cNvPr id="29" name="文本框 5"/>
          <p:cNvSpPr txBox="1">
            <a:spLocks noChangeArrowheads="1"/>
          </p:cNvSpPr>
          <p:nvPr/>
        </p:nvSpPr>
        <p:spPr bwMode="auto">
          <a:xfrm>
            <a:off x="2822522" y="2709143"/>
            <a:ext cx="121058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2000">
                <a:solidFill>
                  <a:srgbClr val="AE0D1D"/>
                </a:solidFill>
                <a:latin typeface="+mj-ea"/>
                <a:ea typeface="+mj-ea"/>
              </a:rPr>
              <a:t>研究方法</a:t>
            </a:r>
          </a:p>
        </p:txBody>
      </p:sp>
      <p:cxnSp>
        <p:nvCxnSpPr>
          <p:cNvPr id="30" name="直接连接符 29"/>
          <p:cNvCxnSpPr/>
          <p:nvPr/>
        </p:nvCxnSpPr>
        <p:spPr>
          <a:xfrm>
            <a:off x="3317710" y="3134155"/>
            <a:ext cx="220212" cy="0"/>
          </a:xfrm>
          <a:prstGeom prst="line">
            <a:avLst/>
          </a:prstGeom>
          <a:ln w="19050">
            <a:solidFill>
              <a:srgbClr val="AE0D1D"/>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4854437" y="3141157"/>
            <a:ext cx="1723491" cy="1061829"/>
          </a:xfrm>
          <a:prstGeom prst="rect">
            <a:avLst/>
          </a:prstGeom>
        </p:spPr>
        <p:txBody>
          <a:bodyPr wrap="square">
            <a:spAutoFit/>
          </a:bodyPr>
          <a:lstStyle/>
          <a:p>
            <a:pPr algn="ctr">
              <a:lnSpc>
                <a:spcPct val="150000"/>
              </a:lnSpc>
            </a:pPr>
            <a:r>
              <a:rPr lang="en-US" altLang="zh-CN" sz="1050">
                <a:solidFill>
                  <a:schemeClr val="tx1">
                    <a:lumMod val="85000"/>
                    <a:lumOff val="15000"/>
                  </a:schemeClr>
                </a:solidFill>
              </a:rPr>
              <a:t>Lorem ipsum dolor sit amet, consectetur adipiscing elit. Donec luctus nibh sit amet sem</a:t>
            </a:r>
            <a:endParaRPr lang="zh-CN" altLang="en-US">
              <a:solidFill>
                <a:schemeClr val="tx1">
                  <a:lumMod val="85000"/>
                  <a:lumOff val="15000"/>
                </a:schemeClr>
              </a:solidFill>
            </a:endParaRPr>
          </a:p>
        </p:txBody>
      </p:sp>
      <p:sp>
        <p:nvSpPr>
          <p:cNvPr id="32" name="文本框 5"/>
          <p:cNvSpPr txBox="1">
            <a:spLocks noChangeArrowheads="1"/>
          </p:cNvSpPr>
          <p:nvPr/>
        </p:nvSpPr>
        <p:spPr bwMode="auto">
          <a:xfrm>
            <a:off x="5110888" y="2709143"/>
            <a:ext cx="121058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2000">
                <a:solidFill>
                  <a:srgbClr val="AE0D1D"/>
                </a:solidFill>
                <a:latin typeface="+mj-ea"/>
                <a:ea typeface="+mj-ea"/>
              </a:rPr>
              <a:t>研究方法</a:t>
            </a:r>
          </a:p>
        </p:txBody>
      </p:sp>
      <p:cxnSp>
        <p:nvCxnSpPr>
          <p:cNvPr id="33" name="直接连接符 32"/>
          <p:cNvCxnSpPr/>
          <p:nvPr/>
        </p:nvCxnSpPr>
        <p:spPr>
          <a:xfrm>
            <a:off x="5606076" y="3134155"/>
            <a:ext cx="220212" cy="0"/>
          </a:xfrm>
          <a:prstGeom prst="line">
            <a:avLst/>
          </a:prstGeom>
          <a:ln w="19050">
            <a:solidFill>
              <a:srgbClr val="AE0D1D"/>
            </a:solidFill>
          </a:ln>
        </p:spPr>
        <p:style>
          <a:lnRef idx="1">
            <a:schemeClr val="accent1"/>
          </a:lnRef>
          <a:fillRef idx="0">
            <a:schemeClr val="accent1"/>
          </a:fillRef>
          <a:effectRef idx="0">
            <a:schemeClr val="accent1"/>
          </a:effectRef>
          <a:fontRef idx="minor">
            <a:schemeClr val="tx1"/>
          </a:fontRef>
        </p:style>
      </p:cxnSp>
      <p:sp>
        <p:nvSpPr>
          <p:cNvPr id="34" name="矩形 33"/>
          <p:cNvSpPr/>
          <p:nvPr/>
        </p:nvSpPr>
        <p:spPr>
          <a:xfrm>
            <a:off x="7142804" y="3141157"/>
            <a:ext cx="1723491" cy="1061829"/>
          </a:xfrm>
          <a:prstGeom prst="rect">
            <a:avLst/>
          </a:prstGeom>
        </p:spPr>
        <p:txBody>
          <a:bodyPr wrap="square">
            <a:spAutoFit/>
          </a:bodyPr>
          <a:lstStyle/>
          <a:p>
            <a:pPr algn="ctr">
              <a:lnSpc>
                <a:spcPct val="150000"/>
              </a:lnSpc>
            </a:pPr>
            <a:r>
              <a:rPr lang="en-US" altLang="zh-CN" sz="1050">
                <a:solidFill>
                  <a:schemeClr val="tx1">
                    <a:lumMod val="85000"/>
                    <a:lumOff val="15000"/>
                  </a:schemeClr>
                </a:solidFill>
              </a:rPr>
              <a:t>Lorem ipsum dolor sit amet, consectetur adipiscing elit. Donec luctus nibh sit amet sem</a:t>
            </a:r>
            <a:endParaRPr lang="zh-CN" altLang="en-US">
              <a:solidFill>
                <a:schemeClr val="tx1">
                  <a:lumMod val="85000"/>
                  <a:lumOff val="15000"/>
                </a:schemeClr>
              </a:solidFill>
            </a:endParaRPr>
          </a:p>
        </p:txBody>
      </p:sp>
      <p:sp>
        <p:nvSpPr>
          <p:cNvPr id="35" name="文本框 5"/>
          <p:cNvSpPr txBox="1">
            <a:spLocks noChangeArrowheads="1"/>
          </p:cNvSpPr>
          <p:nvPr/>
        </p:nvSpPr>
        <p:spPr bwMode="auto">
          <a:xfrm>
            <a:off x="7399255" y="2709143"/>
            <a:ext cx="121058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2000">
                <a:solidFill>
                  <a:srgbClr val="AE0D1D"/>
                </a:solidFill>
                <a:latin typeface="+mj-ea"/>
                <a:ea typeface="+mj-ea"/>
              </a:rPr>
              <a:t>研究方法</a:t>
            </a:r>
          </a:p>
        </p:txBody>
      </p:sp>
      <p:cxnSp>
        <p:nvCxnSpPr>
          <p:cNvPr id="36" name="直接连接符 35"/>
          <p:cNvCxnSpPr/>
          <p:nvPr/>
        </p:nvCxnSpPr>
        <p:spPr>
          <a:xfrm>
            <a:off x="7894443" y="3134155"/>
            <a:ext cx="220212" cy="0"/>
          </a:xfrm>
          <a:prstGeom prst="line">
            <a:avLst/>
          </a:prstGeom>
          <a:ln w="19050">
            <a:solidFill>
              <a:srgbClr val="AE0D1D"/>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文本框 5"/>
          <p:cNvSpPr txBox="1">
            <a:spLocks noChangeArrowheads="1"/>
          </p:cNvSpPr>
          <p:nvPr/>
        </p:nvSpPr>
        <p:spPr bwMode="auto">
          <a:xfrm>
            <a:off x="3222913" y="87313"/>
            <a:ext cx="269817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2800" b="1">
                <a:solidFill>
                  <a:schemeClr val="tx1">
                    <a:lumMod val="85000"/>
                    <a:lumOff val="15000"/>
                  </a:schemeClr>
                </a:solidFill>
                <a:latin typeface="+mj-ea"/>
                <a:ea typeface="+mj-ea"/>
              </a:rPr>
              <a:t>研究方法及过程</a:t>
            </a:r>
          </a:p>
        </p:txBody>
      </p:sp>
      <p:sp>
        <p:nvSpPr>
          <p:cNvPr id="74" name="文本框 6"/>
          <p:cNvSpPr txBox="1">
            <a:spLocks noChangeArrowheads="1"/>
          </p:cNvSpPr>
          <p:nvPr/>
        </p:nvSpPr>
        <p:spPr bwMode="auto">
          <a:xfrm>
            <a:off x="3455860" y="532859"/>
            <a:ext cx="223227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en-US" altLang="zh-CN" sz="1200">
                <a:solidFill>
                  <a:schemeClr val="tx1">
                    <a:lumMod val="85000"/>
                    <a:lumOff val="15000"/>
                  </a:schemeClr>
                </a:solidFill>
                <a:ea typeface="方正兰亭黑_GBK"/>
              </a:rPr>
              <a:t>Research methods and processes</a:t>
            </a:r>
          </a:p>
        </p:txBody>
      </p:sp>
      <p:cxnSp>
        <p:nvCxnSpPr>
          <p:cNvPr id="75" name="直接连接符 74"/>
          <p:cNvCxnSpPr/>
          <p:nvPr/>
        </p:nvCxnSpPr>
        <p:spPr>
          <a:xfrm>
            <a:off x="4433191" y="838402"/>
            <a:ext cx="277619" cy="0"/>
          </a:xfrm>
          <a:prstGeom prst="line">
            <a:avLst/>
          </a:prstGeom>
          <a:ln w="19050">
            <a:solidFill>
              <a:srgbClr val="AE0D1D"/>
            </a:solidFill>
          </a:ln>
        </p:spPr>
        <p:style>
          <a:lnRef idx="1">
            <a:schemeClr val="accent1"/>
          </a:lnRef>
          <a:fillRef idx="0">
            <a:schemeClr val="accent1"/>
          </a:fillRef>
          <a:effectRef idx="0">
            <a:schemeClr val="accent1"/>
          </a:effectRef>
          <a:fontRef idx="minor">
            <a:schemeClr val="tx1"/>
          </a:fontRef>
        </p:style>
      </p:cxnSp>
      <p:sp>
        <p:nvSpPr>
          <p:cNvPr id="37" name="Oval 6"/>
          <p:cNvSpPr>
            <a:spLocks noChangeArrowheads="1"/>
          </p:cNvSpPr>
          <p:nvPr/>
        </p:nvSpPr>
        <p:spPr bwMode="auto">
          <a:xfrm>
            <a:off x="1475718" y="2368166"/>
            <a:ext cx="984168" cy="992974"/>
          </a:xfrm>
          <a:prstGeom prst="ellipse">
            <a:avLst/>
          </a:prstGeom>
          <a:solidFill>
            <a:srgbClr val="AE0D1D"/>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lt1"/>
              </a:solidFill>
            </a:endParaRPr>
          </a:p>
        </p:txBody>
      </p:sp>
      <p:sp>
        <p:nvSpPr>
          <p:cNvPr id="38" name="Oval 7"/>
          <p:cNvSpPr>
            <a:spLocks noChangeArrowheads="1"/>
          </p:cNvSpPr>
          <p:nvPr/>
        </p:nvSpPr>
        <p:spPr bwMode="auto">
          <a:xfrm>
            <a:off x="3297874" y="2364766"/>
            <a:ext cx="984168" cy="992974"/>
          </a:xfrm>
          <a:prstGeom prst="ellipse">
            <a:avLst/>
          </a:prstGeom>
          <a:solidFill>
            <a:srgbClr val="AE0D1D"/>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lt1"/>
              </a:solidFill>
            </a:endParaRPr>
          </a:p>
        </p:txBody>
      </p:sp>
      <p:sp>
        <p:nvSpPr>
          <p:cNvPr id="40" name="Freeform 10"/>
          <p:cNvSpPr/>
          <p:nvPr/>
        </p:nvSpPr>
        <p:spPr bwMode="auto">
          <a:xfrm>
            <a:off x="974283" y="1856362"/>
            <a:ext cx="2034628" cy="1144300"/>
          </a:xfrm>
          <a:custGeom>
            <a:avLst/>
            <a:gdLst>
              <a:gd name="T0" fmla="*/ 583 w 597"/>
              <a:gd name="T1" fmla="*/ 291 h 333"/>
              <a:gd name="T2" fmla="*/ 291 w 597"/>
              <a:gd name="T3" fmla="*/ 0 h 333"/>
              <a:gd name="T4" fmla="*/ 0 w 597"/>
              <a:gd name="T5" fmla="*/ 291 h 333"/>
              <a:gd name="T6" fmla="*/ 49 w 597"/>
              <a:gd name="T7" fmla="*/ 291 h 333"/>
              <a:gd name="T8" fmla="*/ 291 w 597"/>
              <a:gd name="T9" fmla="*/ 49 h 333"/>
              <a:gd name="T10" fmla="*/ 534 w 597"/>
              <a:gd name="T11" fmla="*/ 291 h 333"/>
              <a:gd name="T12" fmla="*/ 520 w 597"/>
              <a:gd name="T13" fmla="*/ 291 h 333"/>
              <a:gd name="T14" fmla="*/ 559 w 597"/>
              <a:gd name="T15" fmla="*/ 333 h 333"/>
              <a:gd name="T16" fmla="*/ 597 w 597"/>
              <a:gd name="T17" fmla="*/ 291 h 333"/>
              <a:gd name="T18" fmla="*/ 583 w 597"/>
              <a:gd name="T19" fmla="*/ 291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7" h="333">
                <a:moveTo>
                  <a:pt x="583" y="291"/>
                </a:moveTo>
                <a:cubicBezTo>
                  <a:pt x="583" y="130"/>
                  <a:pt x="453" y="0"/>
                  <a:pt x="291" y="0"/>
                </a:cubicBezTo>
                <a:cubicBezTo>
                  <a:pt x="130" y="0"/>
                  <a:pt x="0" y="130"/>
                  <a:pt x="0" y="291"/>
                </a:cubicBezTo>
                <a:cubicBezTo>
                  <a:pt x="49" y="291"/>
                  <a:pt x="49" y="291"/>
                  <a:pt x="49" y="291"/>
                </a:cubicBezTo>
                <a:cubicBezTo>
                  <a:pt x="49" y="157"/>
                  <a:pt x="158" y="49"/>
                  <a:pt x="291" y="49"/>
                </a:cubicBezTo>
                <a:cubicBezTo>
                  <a:pt x="425" y="49"/>
                  <a:pt x="534" y="157"/>
                  <a:pt x="534" y="291"/>
                </a:cubicBezTo>
                <a:cubicBezTo>
                  <a:pt x="520" y="291"/>
                  <a:pt x="520" y="291"/>
                  <a:pt x="520" y="291"/>
                </a:cubicBezTo>
                <a:cubicBezTo>
                  <a:pt x="559" y="333"/>
                  <a:pt x="559" y="333"/>
                  <a:pt x="559" y="333"/>
                </a:cubicBezTo>
                <a:cubicBezTo>
                  <a:pt x="597" y="291"/>
                  <a:pt x="597" y="291"/>
                  <a:pt x="597" y="291"/>
                </a:cubicBezTo>
                <a:lnTo>
                  <a:pt x="583" y="291"/>
                </a:lnTo>
                <a:close/>
              </a:path>
            </a:pathLst>
          </a:cu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41" name="Oval 11"/>
          <p:cNvSpPr>
            <a:spLocks noChangeArrowheads="1"/>
          </p:cNvSpPr>
          <p:nvPr/>
        </p:nvSpPr>
        <p:spPr bwMode="auto">
          <a:xfrm>
            <a:off x="5113231" y="2368166"/>
            <a:ext cx="985867" cy="992974"/>
          </a:xfrm>
          <a:prstGeom prst="ellipse">
            <a:avLst/>
          </a:prstGeom>
          <a:solidFill>
            <a:srgbClr val="AE0D1D"/>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lt1"/>
              </a:solidFill>
            </a:endParaRPr>
          </a:p>
        </p:txBody>
      </p:sp>
      <p:sp>
        <p:nvSpPr>
          <p:cNvPr id="42" name="Oval 13"/>
          <p:cNvSpPr>
            <a:spLocks noChangeArrowheads="1"/>
          </p:cNvSpPr>
          <p:nvPr/>
        </p:nvSpPr>
        <p:spPr bwMode="auto">
          <a:xfrm>
            <a:off x="6937087" y="2364766"/>
            <a:ext cx="984168" cy="992974"/>
          </a:xfrm>
          <a:prstGeom prst="ellipse">
            <a:avLst/>
          </a:prstGeom>
          <a:solidFill>
            <a:srgbClr val="AE0D1D"/>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lt1"/>
              </a:solidFill>
            </a:endParaRPr>
          </a:p>
        </p:txBody>
      </p:sp>
      <p:sp>
        <p:nvSpPr>
          <p:cNvPr id="43" name="Freeform 14"/>
          <p:cNvSpPr/>
          <p:nvPr/>
        </p:nvSpPr>
        <p:spPr bwMode="auto">
          <a:xfrm>
            <a:off x="4616895" y="1863179"/>
            <a:ext cx="2029527" cy="1144300"/>
          </a:xfrm>
          <a:custGeom>
            <a:avLst/>
            <a:gdLst>
              <a:gd name="T0" fmla="*/ 582 w 596"/>
              <a:gd name="T1" fmla="*/ 291 h 333"/>
              <a:gd name="T2" fmla="*/ 291 w 596"/>
              <a:gd name="T3" fmla="*/ 0 h 333"/>
              <a:gd name="T4" fmla="*/ 0 w 596"/>
              <a:gd name="T5" fmla="*/ 266 h 333"/>
              <a:gd name="T6" fmla="*/ 24 w 596"/>
              <a:gd name="T7" fmla="*/ 240 h 333"/>
              <a:gd name="T8" fmla="*/ 49 w 596"/>
              <a:gd name="T9" fmla="*/ 268 h 333"/>
              <a:gd name="T10" fmla="*/ 291 w 596"/>
              <a:gd name="T11" fmla="*/ 49 h 333"/>
              <a:gd name="T12" fmla="*/ 533 w 596"/>
              <a:gd name="T13" fmla="*/ 291 h 333"/>
              <a:gd name="T14" fmla="*/ 520 w 596"/>
              <a:gd name="T15" fmla="*/ 291 h 333"/>
              <a:gd name="T16" fmla="*/ 558 w 596"/>
              <a:gd name="T17" fmla="*/ 333 h 333"/>
              <a:gd name="T18" fmla="*/ 596 w 596"/>
              <a:gd name="T19" fmla="*/ 291 h 333"/>
              <a:gd name="T20" fmla="*/ 582 w 596"/>
              <a:gd name="T21" fmla="*/ 291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6" h="333">
                <a:moveTo>
                  <a:pt x="582" y="291"/>
                </a:moveTo>
                <a:cubicBezTo>
                  <a:pt x="582" y="130"/>
                  <a:pt x="452" y="0"/>
                  <a:pt x="291" y="0"/>
                </a:cubicBezTo>
                <a:cubicBezTo>
                  <a:pt x="138" y="0"/>
                  <a:pt x="13" y="117"/>
                  <a:pt x="0" y="266"/>
                </a:cubicBezTo>
                <a:cubicBezTo>
                  <a:pt x="24" y="240"/>
                  <a:pt x="24" y="240"/>
                  <a:pt x="24" y="240"/>
                </a:cubicBezTo>
                <a:cubicBezTo>
                  <a:pt x="49" y="268"/>
                  <a:pt x="49" y="268"/>
                  <a:pt x="49" y="268"/>
                </a:cubicBezTo>
                <a:cubicBezTo>
                  <a:pt x="61" y="145"/>
                  <a:pt x="165" y="49"/>
                  <a:pt x="291" y="49"/>
                </a:cubicBezTo>
                <a:cubicBezTo>
                  <a:pt x="425" y="49"/>
                  <a:pt x="533" y="157"/>
                  <a:pt x="533" y="291"/>
                </a:cubicBezTo>
                <a:cubicBezTo>
                  <a:pt x="520" y="291"/>
                  <a:pt x="520" y="291"/>
                  <a:pt x="520" y="291"/>
                </a:cubicBezTo>
                <a:cubicBezTo>
                  <a:pt x="558" y="333"/>
                  <a:pt x="558" y="333"/>
                  <a:pt x="558" y="333"/>
                </a:cubicBezTo>
                <a:cubicBezTo>
                  <a:pt x="596" y="291"/>
                  <a:pt x="596" y="291"/>
                  <a:pt x="596" y="291"/>
                </a:cubicBezTo>
                <a:lnTo>
                  <a:pt x="582" y="291"/>
                </a:lnTo>
                <a:close/>
              </a:path>
            </a:pathLst>
          </a:cu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lt1"/>
              </a:solidFill>
            </a:endParaRPr>
          </a:p>
        </p:txBody>
      </p:sp>
      <p:sp>
        <p:nvSpPr>
          <p:cNvPr id="44" name="Freeform 15"/>
          <p:cNvSpPr/>
          <p:nvPr/>
        </p:nvSpPr>
        <p:spPr bwMode="auto">
          <a:xfrm>
            <a:off x="2796440" y="2721828"/>
            <a:ext cx="2031228" cy="1144300"/>
          </a:xfrm>
          <a:custGeom>
            <a:avLst/>
            <a:gdLst>
              <a:gd name="T0" fmla="*/ 558 w 596"/>
              <a:gd name="T1" fmla="*/ 0 h 333"/>
              <a:gd name="T2" fmla="*/ 520 w 596"/>
              <a:gd name="T3" fmla="*/ 41 h 333"/>
              <a:gd name="T4" fmla="*/ 533 w 596"/>
              <a:gd name="T5" fmla="*/ 41 h 333"/>
              <a:gd name="T6" fmla="*/ 291 w 596"/>
              <a:gd name="T7" fmla="*/ 284 h 333"/>
              <a:gd name="T8" fmla="*/ 49 w 596"/>
              <a:gd name="T9" fmla="*/ 65 h 333"/>
              <a:gd name="T10" fmla="*/ 24 w 596"/>
              <a:gd name="T11" fmla="*/ 93 h 333"/>
              <a:gd name="T12" fmla="*/ 0 w 596"/>
              <a:gd name="T13" fmla="*/ 67 h 333"/>
              <a:gd name="T14" fmla="*/ 291 w 596"/>
              <a:gd name="T15" fmla="*/ 333 h 333"/>
              <a:gd name="T16" fmla="*/ 582 w 596"/>
              <a:gd name="T17" fmla="*/ 41 h 333"/>
              <a:gd name="T18" fmla="*/ 596 w 596"/>
              <a:gd name="T19" fmla="*/ 41 h 333"/>
              <a:gd name="T20" fmla="*/ 558 w 596"/>
              <a:gd name="T21" fmla="*/ 0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6" h="333">
                <a:moveTo>
                  <a:pt x="558" y="0"/>
                </a:moveTo>
                <a:cubicBezTo>
                  <a:pt x="520" y="41"/>
                  <a:pt x="520" y="41"/>
                  <a:pt x="520" y="41"/>
                </a:cubicBezTo>
                <a:cubicBezTo>
                  <a:pt x="533" y="41"/>
                  <a:pt x="533" y="41"/>
                  <a:pt x="533" y="41"/>
                </a:cubicBezTo>
                <a:cubicBezTo>
                  <a:pt x="533" y="175"/>
                  <a:pt x="425" y="284"/>
                  <a:pt x="291" y="284"/>
                </a:cubicBezTo>
                <a:cubicBezTo>
                  <a:pt x="165" y="284"/>
                  <a:pt x="61" y="188"/>
                  <a:pt x="49" y="65"/>
                </a:cubicBezTo>
                <a:cubicBezTo>
                  <a:pt x="24" y="93"/>
                  <a:pt x="24" y="93"/>
                  <a:pt x="24" y="93"/>
                </a:cubicBezTo>
                <a:cubicBezTo>
                  <a:pt x="0" y="67"/>
                  <a:pt x="0" y="67"/>
                  <a:pt x="0" y="67"/>
                </a:cubicBezTo>
                <a:cubicBezTo>
                  <a:pt x="13" y="216"/>
                  <a:pt x="138" y="333"/>
                  <a:pt x="291" y="333"/>
                </a:cubicBezTo>
                <a:cubicBezTo>
                  <a:pt x="452" y="333"/>
                  <a:pt x="582" y="202"/>
                  <a:pt x="582" y="41"/>
                </a:cubicBezTo>
                <a:cubicBezTo>
                  <a:pt x="596" y="41"/>
                  <a:pt x="596" y="41"/>
                  <a:pt x="596" y="41"/>
                </a:cubicBezTo>
                <a:lnTo>
                  <a:pt x="558" y="0"/>
                </a:lnTo>
                <a:close/>
              </a:path>
            </a:pathLst>
          </a:cu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lt1"/>
              </a:solidFill>
            </a:endParaRPr>
          </a:p>
        </p:txBody>
      </p:sp>
      <p:sp>
        <p:nvSpPr>
          <p:cNvPr id="45" name="Freeform 17"/>
          <p:cNvSpPr/>
          <p:nvPr/>
        </p:nvSpPr>
        <p:spPr bwMode="auto">
          <a:xfrm>
            <a:off x="6435652" y="2721828"/>
            <a:ext cx="2031228" cy="1144300"/>
          </a:xfrm>
          <a:custGeom>
            <a:avLst/>
            <a:gdLst>
              <a:gd name="T0" fmla="*/ 558 w 596"/>
              <a:gd name="T1" fmla="*/ 0 h 333"/>
              <a:gd name="T2" fmla="*/ 520 w 596"/>
              <a:gd name="T3" fmla="*/ 41 h 333"/>
              <a:gd name="T4" fmla="*/ 533 w 596"/>
              <a:gd name="T5" fmla="*/ 41 h 333"/>
              <a:gd name="T6" fmla="*/ 291 w 596"/>
              <a:gd name="T7" fmla="*/ 284 h 333"/>
              <a:gd name="T8" fmla="*/ 49 w 596"/>
              <a:gd name="T9" fmla="*/ 65 h 333"/>
              <a:gd name="T10" fmla="*/ 24 w 596"/>
              <a:gd name="T11" fmla="*/ 93 h 333"/>
              <a:gd name="T12" fmla="*/ 0 w 596"/>
              <a:gd name="T13" fmla="*/ 67 h 333"/>
              <a:gd name="T14" fmla="*/ 291 w 596"/>
              <a:gd name="T15" fmla="*/ 333 h 333"/>
              <a:gd name="T16" fmla="*/ 582 w 596"/>
              <a:gd name="T17" fmla="*/ 41 h 333"/>
              <a:gd name="T18" fmla="*/ 596 w 596"/>
              <a:gd name="T19" fmla="*/ 41 h 333"/>
              <a:gd name="T20" fmla="*/ 558 w 596"/>
              <a:gd name="T21" fmla="*/ 0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6" h="333">
                <a:moveTo>
                  <a:pt x="558" y="0"/>
                </a:moveTo>
                <a:cubicBezTo>
                  <a:pt x="520" y="41"/>
                  <a:pt x="520" y="41"/>
                  <a:pt x="520" y="41"/>
                </a:cubicBezTo>
                <a:cubicBezTo>
                  <a:pt x="533" y="41"/>
                  <a:pt x="533" y="41"/>
                  <a:pt x="533" y="41"/>
                </a:cubicBezTo>
                <a:cubicBezTo>
                  <a:pt x="533" y="175"/>
                  <a:pt x="425" y="284"/>
                  <a:pt x="291" y="284"/>
                </a:cubicBezTo>
                <a:cubicBezTo>
                  <a:pt x="165" y="284"/>
                  <a:pt x="61" y="188"/>
                  <a:pt x="49" y="65"/>
                </a:cubicBezTo>
                <a:cubicBezTo>
                  <a:pt x="24" y="93"/>
                  <a:pt x="24" y="93"/>
                  <a:pt x="24" y="93"/>
                </a:cubicBezTo>
                <a:cubicBezTo>
                  <a:pt x="0" y="67"/>
                  <a:pt x="0" y="67"/>
                  <a:pt x="0" y="67"/>
                </a:cubicBezTo>
                <a:cubicBezTo>
                  <a:pt x="14" y="216"/>
                  <a:pt x="139" y="333"/>
                  <a:pt x="291" y="333"/>
                </a:cubicBezTo>
                <a:cubicBezTo>
                  <a:pt x="452" y="333"/>
                  <a:pt x="582" y="202"/>
                  <a:pt x="582" y="41"/>
                </a:cubicBezTo>
                <a:cubicBezTo>
                  <a:pt x="596" y="41"/>
                  <a:pt x="596" y="41"/>
                  <a:pt x="596" y="41"/>
                </a:cubicBezTo>
                <a:lnTo>
                  <a:pt x="558" y="0"/>
                </a:lnTo>
                <a:close/>
              </a:path>
            </a:pathLst>
          </a:cu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lt1"/>
              </a:solidFill>
            </a:endParaRPr>
          </a:p>
        </p:txBody>
      </p:sp>
      <p:sp>
        <p:nvSpPr>
          <p:cNvPr id="47" name="矩形 46"/>
          <p:cNvSpPr/>
          <p:nvPr/>
        </p:nvSpPr>
        <p:spPr>
          <a:xfrm>
            <a:off x="785168" y="3862504"/>
            <a:ext cx="2414561" cy="819455"/>
          </a:xfrm>
          <a:prstGeom prst="rect">
            <a:avLst/>
          </a:prstGeom>
        </p:spPr>
        <p:txBody>
          <a:bodyPr wrap="square">
            <a:spAutoFit/>
          </a:bodyPr>
          <a:lstStyle/>
          <a:p>
            <a:pPr algn="ctr">
              <a:lnSpc>
                <a:spcPct val="150000"/>
              </a:lnSpc>
            </a:pPr>
            <a:r>
              <a:rPr lang="en-US" altLang="zh-CN" sz="1050">
                <a:solidFill>
                  <a:schemeClr val="tx1">
                    <a:lumMod val="85000"/>
                    <a:lumOff val="15000"/>
                  </a:schemeClr>
                </a:solidFill>
              </a:rPr>
              <a:t>Lorem ipsum dolor sit amet, consectetur adipiscing elit. Donec luctus nibh sit amet sem.</a:t>
            </a:r>
            <a:endParaRPr lang="zh-CN" altLang="en-US" sz="1050">
              <a:solidFill>
                <a:schemeClr val="tx1">
                  <a:lumMod val="85000"/>
                  <a:lumOff val="15000"/>
                </a:schemeClr>
              </a:solidFill>
            </a:endParaRPr>
          </a:p>
        </p:txBody>
      </p:sp>
      <p:sp>
        <p:nvSpPr>
          <p:cNvPr id="48" name="文本框 47"/>
          <p:cNvSpPr txBox="1">
            <a:spLocks noChangeArrowheads="1"/>
          </p:cNvSpPr>
          <p:nvPr/>
        </p:nvSpPr>
        <p:spPr bwMode="auto">
          <a:xfrm>
            <a:off x="1111863" y="3539716"/>
            <a:ext cx="1761172" cy="369332"/>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algn="ctr" fontAlgn="base">
              <a:spcBef>
                <a:spcPct val="0"/>
              </a:spcBef>
              <a:spcAft>
                <a:spcPct val="0"/>
              </a:spcAft>
            </a:pPr>
            <a:r>
              <a:rPr lang="zh-CN" altLang="en-US" sz="1800" b="1">
                <a:solidFill>
                  <a:schemeClr val="tx1">
                    <a:lumMod val="85000"/>
                    <a:lumOff val="15000"/>
                  </a:schemeClr>
                </a:solidFill>
                <a:latin typeface="+mj-ea"/>
                <a:ea typeface="+mj-ea"/>
              </a:rPr>
              <a:t>课题调研</a:t>
            </a:r>
          </a:p>
        </p:txBody>
      </p:sp>
      <p:sp>
        <p:nvSpPr>
          <p:cNvPr id="49" name="矩形 48"/>
          <p:cNvSpPr/>
          <p:nvPr/>
        </p:nvSpPr>
        <p:spPr>
          <a:xfrm>
            <a:off x="2636825" y="1430664"/>
            <a:ext cx="2414561" cy="819455"/>
          </a:xfrm>
          <a:prstGeom prst="rect">
            <a:avLst/>
          </a:prstGeom>
        </p:spPr>
        <p:txBody>
          <a:bodyPr wrap="square">
            <a:spAutoFit/>
          </a:bodyPr>
          <a:lstStyle/>
          <a:p>
            <a:pPr algn="ctr">
              <a:lnSpc>
                <a:spcPct val="150000"/>
              </a:lnSpc>
            </a:pPr>
            <a:r>
              <a:rPr lang="en-US" altLang="zh-CN" sz="1050">
                <a:solidFill>
                  <a:schemeClr val="tx1">
                    <a:lumMod val="85000"/>
                    <a:lumOff val="15000"/>
                  </a:schemeClr>
                </a:solidFill>
              </a:rPr>
              <a:t>Lorem ipsum dolor sit amet, consectetur adipiscing elit. Donec luctus nibh sit amet sem.</a:t>
            </a:r>
            <a:endParaRPr lang="zh-CN" altLang="en-US" sz="1050">
              <a:solidFill>
                <a:schemeClr val="tx1">
                  <a:lumMod val="85000"/>
                  <a:lumOff val="15000"/>
                </a:schemeClr>
              </a:solidFill>
            </a:endParaRPr>
          </a:p>
        </p:txBody>
      </p:sp>
      <p:sp>
        <p:nvSpPr>
          <p:cNvPr id="50" name="文本框 49"/>
          <p:cNvSpPr txBox="1">
            <a:spLocks noChangeArrowheads="1"/>
          </p:cNvSpPr>
          <p:nvPr/>
        </p:nvSpPr>
        <p:spPr bwMode="auto">
          <a:xfrm>
            <a:off x="2963521" y="1107876"/>
            <a:ext cx="1761172" cy="369332"/>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algn="ctr" fontAlgn="base">
              <a:spcBef>
                <a:spcPct val="0"/>
              </a:spcBef>
              <a:spcAft>
                <a:spcPct val="0"/>
              </a:spcAft>
            </a:pPr>
            <a:r>
              <a:rPr lang="zh-CN" altLang="en-US" sz="1800" b="1">
                <a:solidFill>
                  <a:schemeClr val="tx1">
                    <a:lumMod val="85000"/>
                    <a:lumOff val="15000"/>
                  </a:schemeClr>
                </a:solidFill>
                <a:latin typeface="+mj-ea"/>
                <a:ea typeface="+mj-ea"/>
              </a:rPr>
              <a:t>实验论证</a:t>
            </a:r>
          </a:p>
        </p:txBody>
      </p:sp>
      <p:sp>
        <p:nvSpPr>
          <p:cNvPr id="51" name="矩形 50"/>
          <p:cNvSpPr/>
          <p:nvPr/>
        </p:nvSpPr>
        <p:spPr>
          <a:xfrm>
            <a:off x="4452182" y="3847768"/>
            <a:ext cx="2414561" cy="819455"/>
          </a:xfrm>
          <a:prstGeom prst="rect">
            <a:avLst/>
          </a:prstGeom>
        </p:spPr>
        <p:txBody>
          <a:bodyPr wrap="square">
            <a:spAutoFit/>
          </a:bodyPr>
          <a:lstStyle/>
          <a:p>
            <a:pPr algn="ctr">
              <a:lnSpc>
                <a:spcPct val="150000"/>
              </a:lnSpc>
            </a:pPr>
            <a:r>
              <a:rPr lang="en-US" altLang="zh-CN" sz="1050">
                <a:solidFill>
                  <a:schemeClr val="tx1">
                    <a:lumMod val="85000"/>
                    <a:lumOff val="15000"/>
                  </a:schemeClr>
                </a:solidFill>
              </a:rPr>
              <a:t>Lorem ipsum dolor sit amet, consectetur adipiscing elit. Donec luctus nibh sit amet sem.</a:t>
            </a:r>
            <a:endParaRPr lang="zh-CN" altLang="en-US" sz="1050">
              <a:solidFill>
                <a:schemeClr val="tx1">
                  <a:lumMod val="85000"/>
                  <a:lumOff val="15000"/>
                </a:schemeClr>
              </a:solidFill>
            </a:endParaRPr>
          </a:p>
        </p:txBody>
      </p:sp>
      <p:sp>
        <p:nvSpPr>
          <p:cNvPr id="52" name="文本框 51"/>
          <p:cNvSpPr txBox="1">
            <a:spLocks noChangeArrowheads="1"/>
          </p:cNvSpPr>
          <p:nvPr/>
        </p:nvSpPr>
        <p:spPr bwMode="auto">
          <a:xfrm>
            <a:off x="4778877" y="3524980"/>
            <a:ext cx="1761172" cy="369332"/>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algn="ctr" fontAlgn="base">
              <a:spcBef>
                <a:spcPct val="0"/>
              </a:spcBef>
              <a:spcAft>
                <a:spcPct val="0"/>
              </a:spcAft>
            </a:pPr>
            <a:r>
              <a:rPr lang="zh-CN" altLang="en-US" sz="1800" b="1">
                <a:solidFill>
                  <a:schemeClr val="tx1">
                    <a:lumMod val="85000"/>
                    <a:lumOff val="15000"/>
                  </a:schemeClr>
                </a:solidFill>
                <a:latin typeface="+mj-ea"/>
                <a:ea typeface="+mj-ea"/>
              </a:rPr>
              <a:t>检查调解</a:t>
            </a:r>
          </a:p>
        </p:txBody>
      </p:sp>
      <p:sp>
        <p:nvSpPr>
          <p:cNvPr id="53" name="矩形 52"/>
          <p:cNvSpPr/>
          <p:nvPr/>
        </p:nvSpPr>
        <p:spPr>
          <a:xfrm>
            <a:off x="6243985" y="1430664"/>
            <a:ext cx="2414561" cy="819455"/>
          </a:xfrm>
          <a:prstGeom prst="rect">
            <a:avLst/>
          </a:prstGeom>
        </p:spPr>
        <p:txBody>
          <a:bodyPr wrap="square">
            <a:spAutoFit/>
          </a:bodyPr>
          <a:lstStyle/>
          <a:p>
            <a:pPr algn="ctr">
              <a:lnSpc>
                <a:spcPct val="150000"/>
              </a:lnSpc>
            </a:pPr>
            <a:r>
              <a:rPr lang="en-US" altLang="zh-CN" sz="1050">
                <a:solidFill>
                  <a:schemeClr val="tx1">
                    <a:lumMod val="85000"/>
                    <a:lumOff val="15000"/>
                  </a:schemeClr>
                </a:solidFill>
              </a:rPr>
              <a:t>Lorem ipsum dolor sit amet, consectetur adipiscing elit. Donec luctus nibh sit amet sem.</a:t>
            </a:r>
            <a:endParaRPr lang="zh-CN" altLang="en-US" sz="1050">
              <a:solidFill>
                <a:schemeClr val="tx1">
                  <a:lumMod val="85000"/>
                  <a:lumOff val="15000"/>
                </a:schemeClr>
              </a:solidFill>
            </a:endParaRPr>
          </a:p>
        </p:txBody>
      </p:sp>
      <p:sp>
        <p:nvSpPr>
          <p:cNvPr id="54" name="文本框 53"/>
          <p:cNvSpPr txBox="1">
            <a:spLocks noChangeArrowheads="1"/>
          </p:cNvSpPr>
          <p:nvPr/>
        </p:nvSpPr>
        <p:spPr bwMode="auto">
          <a:xfrm>
            <a:off x="6540049" y="1107876"/>
            <a:ext cx="1761172" cy="369332"/>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algn="ctr" fontAlgn="base">
              <a:spcBef>
                <a:spcPct val="0"/>
              </a:spcBef>
              <a:spcAft>
                <a:spcPct val="0"/>
              </a:spcAft>
            </a:pPr>
            <a:r>
              <a:rPr lang="zh-CN" altLang="en-US" sz="1800" b="1">
                <a:solidFill>
                  <a:schemeClr val="tx1">
                    <a:lumMod val="85000"/>
                    <a:lumOff val="15000"/>
                  </a:schemeClr>
                </a:solidFill>
                <a:latin typeface="+mj-ea"/>
                <a:ea typeface="+mj-ea"/>
              </a:rPr>
              <a:t>撰写论文</a:t>
            </a:r>
          </a:p>
        </p:txBody>
      </p:sp>
      <p:grpSp>
        <p:nvGrpSpPr>
          <p:cNvPr id="55" name="组合 54"/>
          <p:cNvGrpSpPr/>
          <p:nvPr/>
        </p:nvGrpSpPr>
        <p:grpSpPr>
          <a:xfrm>
            <a:off x="3588699" y="2675558"/>
            <a:ext cx="402518" cy="404299"/>
            <a:chOff x="5394325" y="2859088"/>
            <a:chExt cx="358775" cy="360362"/>
          </a:xfrm>
          <a:solidFill>
            <a:schemeClr val="bg1"/>
          </a:solidFill>
        </p:grpSpPr>
        <p:sp>
          <p:nvSpPr>
            <p:cNvPr id="56" name="AutoShape 37"/>
            <p:cNvSpPr/>
            <p:nvPr/>
          </p:nvSpPr>
          <p:spPr bwMode="auto">
            <a:xfrm>
              <a:off x="5394325" y="2894013"/>
              <a:ext cx="327025" cy="325437"/>
            </a:xfrm>
            <a:custGeom>
              <a:avLst/>
              <a:gdLst>
                <a:gd name="T0" fmla="+- 0 10849 98"/>
                <a:gd name="T1" fmla="*/ T0 w 21502"/>
                <a:gd name="T2" fmla="*/ 10800 h 21600"/>
                <a:gd name="T3" fmla="+- 0 10849 98"/>
                <a:gd name="T4" fmla="*/ T3 w 21502"/>
                <a:gd name="T5" fmla="*/ 10800 h 21600"/>
                <a:gd name="T6" fmla="+- 0 10849 98"/>
                <a:gd name="T7" fmla="*/ T6 w 21502"/>
                <a:gd name="T8" fmla="*/ 10800 h 21600"/>
                <a:gd name="T9" fmla="+- 0 10849 98"/>
                <a:gd name="T10" fmla="*/ T9 w 21502"/>
                <a:gd name="T11" fmla="*/ 10800 h 21600"/>
              </a:gdLst>
              <a:ahLst/>
              <a:cxnLst>
                <a:cxn ang="0">
                  <a:pos x="T1" y="T2"/>
                </a:cxn>
                <a:cxn ang="0">
                  <a:pos x="T4" y="T5"/>
                </a:cxn>
                <a:cxn ang="0">
                  <a:pos x="T7" y="T8"/>
                </a:cxn>
                <a:cxn ang="0">
                  <a:pos x="T10" y="T11"/>
                </a:cxn>
              </a:cxnLst>
              <a:rect l="0" t="0" r="r" b="b"/>
              <a:pathLst>
                <a:path w="21502" h="21600">
                  <a:moveTo>
                    <a:pt x="19917" y="7880"/>
                  </a:moveTo>
                  <a:lnTo>
                    <a:pt x="18875" y="8932"/>
                  </a:lnTo>
                  <a:cubicBezTo>
                    <a:pt x="18730" y="9079"/>
                    <a:pt x="18497" y="9079"/>
                    <a:pt x="18353" y="8932"/>
                  </a:cubicBezTo>
                  <a:lnTo>
                    <a:pt x="17048" y="7617"/>
                  </a:lnTo>
                  <a:lnTo>
                    <a:pt x="15991" y="10290"/>
                  </a:lnTo>
                  <a:lnTo>
                    <a:pt x="16080" y="10064"/>
                  </a:lnTo>
                  <a:cubicBezTo>
                    <a:pt x="13859" y="7826"/>
                    <a:pt x="11601" y="7544"/>
                    <a:pt x="9565" y="7291"/>
                  </a:cubicBezTo>
                  <a:cubicBezTo>
                    <a:pt x="8910" y="7210"/>
                    <a:pt x="8276" y="7126"/>
                    <a:pt x="7652" y="6990"/>
                  </a:cubicBezTo>
                  <a:lnTo>
                    <a:pt x="13918" y="4456"/>
                  </a:lnTo>
                  <a:lnTo>
                    <a:pt x="12652" y="3179"/>
                  </a:lnTo>
                  <a:cubicBezTo>
                    <a:pt x="12508" y="3033"/>
                    <a:pt x="12508" y="2798"/>
                    <a:pt x="12652" y="2652"/>
                  </a:cubicBezTo>
                  <a:lnTo>
                    <a:pt x="13695" y="1598"/>
                  </a:lnTo>
                  <a:cubicBezTo>
                    <a:pt x="13840" y="1453"/>
                    <a:pt x="14073" y="1453"/>
                    <a:pt x="14217" y="1598"/>
                  </a:cubicBezTo>
                  <a:lnTo>
                    <a:pt x="19917" y="7353"/>
                  </a:lnTo>
                  <a:cubicBezTo>
                    <a:pt x="20062" y="7499"/>
                    <a:pt x="20062" y="7734"/>
                    <a:pt x="19917" y="7880"/>
                  </a:cubicBezTo>
                  <a:moveTo>
                    <a:pt x="12292" y="19639"/>
                  </a:moveTo>
                  <a:cubicBezTo>
                    <a:pt x="12200" y="19872"/>
                    <a:pt x="11999" y="20044"/>
                    <a:pt x="11756" y="20095"/>
                  </a:cubicBezTo>
                  <a:cubicBezTo>
                    <a:pt x="11700" y="20106"/>
                    <a:pt x="11643" y="20111"/>
                    <a:pt x="11587" y="20110"/>
                  </a:cubicBezTo>
                  <a:cubicBezTo>
                    <a:pt x="11400" y="20105"/>
                    <a:pt x="11219" y="20030"/>
                    <a:pt x="11084" y="19892"/>
                  </a:cubicBezTo>
                  <a:lnTo>
                    <a:pt x="1692" y="10517"/>
                  </a:lnTo>
                  <a:cubicBezTo>
                    <a:pt x="1519" y="10343"/>
                    <a:pt x="1443" y="10094"/>
                    <a:pt x="1488" y="9852"/>
                  </a:cubicBezTo>
                  <a:cubicBezTo>
                    <a:pt x="1533" y="9610"/>
                    <a:pt x="1695" y="9407"/>
                    <a:pt x="1917" y="9308"/>
                  </a:cubicBezTo>
                  <a:lnTo>
                    <a:pt x="6505" y="7453"/>
                  </a:lnTo>
                  <a:cubicBezTo>
                    <a:pt x="9597" y="8490"/>
                    <a:pt x="12689" y="7491"/>
                    <a:pt x="15781" y="10821"/>
                  </a:cubicBezTo>
                  <a:cubicBezTo>
                    <a:pt x="15781" y="10821"/>
                    <a:pt x="12292" y="19639"/>
                    <a:pt x="12292" y="19639"/>
                  </a:cubicBezTo>
                  <a:close/>
                  <a:moveTo>
                    <a:pt x="15260" y="545"/>
                  </a:moveTo>
                  <a:cubicBezTo>
                    <a:pt x="14912" y="193"/>
                    <a:pt x="14449" y="0"/>
                    <a:pt x="13956" y="0"/>
                  </a:cubicBezTo>
                  <a:cubicBezTo>
                    <a:pt x="13463" y="0"/>
                    <a:pt x="13000" y="193"/>
                    <a:pt x="12651" y="546"/>
                  </a:cubicBezTo>
                  <a:lnTo>
                    <a:pt x="11610" y="1598"/>
                  </a:lnTo>
                  <a:cubicBezTo>
                    <a:pt x="11261" y="1949"/>
                    <a:pt x="11068" y="2417"/>
                    <a:pt x="11068" y="2915"/>
                  </a:cubicBezTo>
                  <a:cubicBezTo>
                    <a:pt x="11068" y="3265"/>
                    <a:pt x="11164" y="3601"/>
                    <a:pt x="11342" y="3893"/>
                  </a:cubicBezTo>
                  <a:lnTo>
                    <a:pt x="1324" y="7944"/>
                  </a:lnTo>
                  <a:cubicBezTo>
                    <a:pt x="654" y="8241"/>
                    <a:pt x="173" y="8851"/>
                    <a:pt x="38" y="9575"/>
                  </a:cubicBezTo>
                  <a:cubicBezTo>
                    <a:pt x="-98" y="10302"/>
                    <a:pt x="130" y="11048"/>
                    <a:pt x="654" y="11576"/>
                  </a:cubicBezTo>
                  <a:lnTo>
                    <a:pt x="10041" y="20946"/>
                  </a:lnTo>
                  <a:cubicBezTo>
                    <a:pt x="10445" y="21354"/>
                    <a:pt x="10982" y="21586"/>
                    <a:pt x="11549" y="21599"/>
                  </a:cubicBezTo>
                  <a:cubicBezTo>
                    <a:pt x="11562" y="21599"/>
                    <a:pt x="11593" y="21599"/>
                    <a:pt x="11605" y="21599"/>
                  </a:cubicBezTo>
                  <a:cubicBezTo>
                    <a:pt x="11754" y="21599"/>
                    <a:pt x="11906" y="21584"/>
                    <a:pt x="12056" y="21553"/>
                  </a:cubicBezTo>
                  <a:cubicBezTo>
                    <a:pt x="12789" y="21399"/>
                    <a:pt x="13390" y="20888"/>
                    <a:pt x="13662" y="20191"/>
                  </a:cubicBezTo>
                  <a:lnTo>
                    <a:pt x="17604" y="10229"/>
                  </a:lnTo>
                  <a:cubicBezTo>
                    <a:pt x="17902" y="10426"/>
                    <a:pt x="18250" y="10532"/>
                    <a:pt x="18613" y="10532"/>
                  </a:cubicBezTo>
                  <a:cubicBezTo>
                    <a:pt x="19107" y="10532"/>
                    <a:pt x="19570" y="10338"/>
                    <a:pt x="19918" y="9986"/>
                  </a:cubicBezTo>
                  <a:lnTo>
                    <a:pt x="20957" y="8937"/>
                  </a:lnTo>
                  <a:cubicBezTo>
                    <a:pt x="21308" y="8585"/>
                    <a:pt x="21502" y="8116"/>
                    <a:pt x="21502" y="7617"/>
                  </a:cubicBezTo>
                  <a:cubicBezTo>
                    <a:pt x="21502" y="7117"/>
                    <a:pt x="21308" y="6648"/>
                    <a:pt x="20961" y="6300"/>
                  </a:cubicBezTo>
                  <a:cubicBezTo>
                    <a:pt x="20961" y="6300"/>
                    <a:pt x="15260" y="545"/>
                    <a:pt x="15260" y="545"/>
                  </a:cubicBezTo>
                  <a:close/>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57" name="AutoShape 38"/>
            <p:cNvSpPr/>
            <p:nvPr/>
          </p:nvSpPr>
          <p:spPr bwMode="auto">
            <a:xfrm>
              <a:off x="5551488" y="3040063"/>
              <a:ext cx="55562" cy="5556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4320"/>
                  </a:moveTo>
                  <a:cubicBezTo>
                    <a:pt x="14381" y="4320"/>
                    <a:pt x="17279" y="7222"/>
                    <a:pt x="17279" y="10800"/>
                  </a:cubicBezTo>
                  <a:cubicBezTo>
                    <a:pt x="17279" y="14377"/>
                    <a:pt x="14381" y="17279"/>
                    <a:pt x="10800" y="17279"/>
                  </a:cubicBezTo>
                  <a:cubicBezTo>
                    <a:pt x="7218" y="17279"/>
                    <a:pt x="4319" y="14377"/>
                    <a:pt x="4319" y="10800"/>
                  </a:cubicBezTo>
                  <a:cubicBezTo>
                    <a:pt x="4319" y="7222"/>
                    <a:pt x="7218" y="4320"/>
                    <a:pt x="10800" y="4320"/>
                  </a:cubicBezTo>
                  <a:moveTo>
                    <a:pt x="10800" y="21599"/>
                  </a:moveTo>
                  <a:cubicBezTo>
                    <a:pt x="16752" y="21599"/>
                    <a:pt x="21600" y="16756"/>
                    <a:pt x="21600" y="10800"/>
                  </a:cubicBezTo>
                  <a:cubicBezTo>
                    <a:pt x="21600" y="4843"/>
                    <a:pt x="16752" y="0"/>
                    <a:pt x="10800" y="0"/>
                  </a:cubicBezTo>
                  <a:cubicBezTo>
                    <a:pt x="4847" y="0"/>
                    <a:pt x="0" y="4843"/>
                    <a:pt x="0" y="10800"/>
                  </a:cubicBezTo>
                  <a:cubicBezTo>
                    <a:pt x="0" y="16756"/>
                    <a:pt x="4847" y="21599"/>
                    <a:pt x="10800" y="21599"/>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58" name="AutoShape 39"/>
            <p:cNvSpPr/>
            <p:nvPr/>
          </p:nvSpPr>
          <p:spPr bwMode="auto">
            <a:xfrm>
              <a:off x="5697538" y="2859088"/>
              <a:ext cx="55562" cy="5715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7279"/>
                  </a:moveTo>
                  <a:cubicBezTo>
                    <a:pt x="7218" y="17279"/>
                    <a:pt x="4320" y="14377"/>
                    <a:pt x="4320" y="10800"/>
                  </a:cubicBezTo>
                  <a:cubicBezTo>
                    <a:pt x="4320" y="7222"/>
                    <a:pt x="7218" y="4320"/>
                    <a:pt x="10800" y="4320"/>
                  </a:cubicBezTo>
                  <a:cubicBezTo>
                    <a:pt x="14381" y="4320"/>
                    <a:pt x="17280" y="7222"/>
                    <a:pt x="17280" y="10800"/>
                  </a:cubicBezTo>
                  <a:cubicBezTo>
                    <a:pt x="17280" y="14377"/>
                    <a:pt x="14381" y="17279"/>
                    <a:pt x="10800" y="17279"/>
                  </a:cubicBezTo>
                  <a:moveTo>
                    <a:pt x="10800" y="0"/>
                  </a:moveTo>
                  <a:cubicBezTo>
                    <a:pt x="4847" y="0"/>
                    <a:pt x="0" y="4843"/>
                    <a:pt x="0" y="10800"/>
                  </a:cubicBezTo>
                  <a:cubicBezTo>
                    <a:pt x="0" y="16756"/>
                    <a:pt x="4847" y="21599"/>
                    <a:pt x="10800" y="21599"/>
                  </a:cubicBezTo>
                  <a:cubicBezTo>
                    <a:pt x="16752" y="21599"/>
                    <a:pt x="21600" y="16756"/>
                    <a:pt x="21600" y="10800"/>
                  </a:cubicBezTo>
                  <a:cubicBezTo>
                    <a:pt x="21600" y="4843"/>
                    <a:pt x="16752" y="0"/>
                    <a:pt x="10800"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59" name="AutoShape 40"/>
            <p:cNvSpPr/>
            <p:nvPr/>
          </p:nvSpPr>
          <p:spPr bwMode="auto">
            <a:xfrm>
              <a:off x="5483225" y="3028950"/>
              <a:ext cx="46038" cy="4445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5400"/>
                  </a:moveTo>
                  <a:cubicBezTo>
                    <a:pt x="13779" y="5400"/>
                    <a:pt x="16199" y="7815"/>
                    <a:pt x="16199" y="10800"/>
                  </a:cubicBezTo>
                  <a:cubicBezTo>
                    <a:pt x="16199" y="13784"/>
                    <a:pt x="13779" y="16200"/>
                    <a:pt x="10800" y="16200"/>
                  </a:cubicBezTo>
                  <a:cubicBezTo>
                    <a:pt x="7820" y="16200"/>
                    <a:pt x="5399" y="13784"/>
                    <a:pt x="5399" y="10800"/>
                  </a:cubicBezTo>
                  <a:cubicBezTo>
                    <a:pt x="5399" y="7815"/>
                    <a:pt x="7820" y="5400"/>
                    <a:pt x="10800" y="5400"/>
                  </a:cubicBezTo>
                  <a:moveTo>
                    <a:pt x="0" y="10800"/>
                  </a:moveTo>
                  <a:cubicBezTo>
                    <a:pt x="0" y="16753"/>
                    <a:pt x="4843" y="21599"/>
                    <a:pt x="10800" y="21599"/>
                  </a:cubicBezTo>
                  <a:cubicBezTo>
                    <a:pt x="16756" y="21599"/>
                    <a:pt x="21600" y="16753"/>
                    <a:pt x="21600" y="10800"/>
                  </a:cubicBezTo>
                  <a:cubicBezTo>
                    <a:pt x="21600" y="4846"/>
                    <a:pt x="16756" y="0"/>
                    <a:pt x="10800" y="0"/>
                  </a:cubicBezTo>
                  <a:cubicBezTo>
                    <a:pt x="4843" y="0"/>
                    <a:pt x="0" y="4846"/>
                    <a:pt x="0" y="1080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60" name="AutoShape 41"/>
            <p:cNvSpPr/>
            <p:nvPr/>
          </p:nvSpPr>
          <p:spPr bwMode="auto">
            <a:xfrm>
              <a:off x="5529263" y="3106738"/>
              <a:ext cx="22225" cy="222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1599"/>
                  </a:moveTo>
                  <a:cubicBezTo>
                    <a:pt x="16758" y="21599"/>
                    <a:pt x="21600" y="16769"/>
                    <a:pt x="21600" y="10800"/>
                  </a:cubicBezTo>
                  <a:cubicBezTo>
                    <a:pt x="21600" y="4830"/>
                    <a:pt x="16758" y="0"/>
                    <a:pt x="10800" y="0"/>
                  </a:cubicBezTo>
                  <a:cubicBezTo>
                    <a:pt x="4841" y="0"/>
                    <a:pt x="0" y="4830"/>
                    <a:pt x="0" y="10800"/>
                  </a:cubicBezTo>
                  <a:cubicBezTo>
                    <a:pt x="0" y="16769"/>
                    <a:pt x="4841" y="21599"/>
                    <a:pt x="10800" y="21599"/>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61" name="AutoShape 42"/>
            <p:cNvSpPr/>
            <p:nvPr/>
          </p:nvSpPr>
          <p:spPr bwMode="auto">
            <a:xfrm>
              <a:off x="5708650" y="2938463"/>
              <a:ext cx="22225" cy="222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0"/>
                  </a:moveTo>
                  <a:cubicBezTo>
                    <a:pt x="4841" y="0"/>
                    <a:pt x="0" y="4830"/>
                    <a:pt x="0" y="10800"/>
                  </a:cubicBezTo>
                  <a:cubicBezTo>
                    <a:pt x="0" y="16769"/>
                    <a:pt x="4841" y="21599"/>
                    <a:pt x="10800" y="21599"/>
                  </a:cubicBezTo>
                  <a:cubicBezTo>
                    <a:pt x="16758" y="21599"/>
                    <a:pt x="21600" y="16769"/>
                    <a:pt x="21600" y="10800"/>
                  </a:cubicBezTo>
                  <a:cubicBezTo>
                    <a:pt x="21600" y="4830"/>
                    <a:pt x="16758" y="0"/>
                    <a:pt x="10800"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grpSp>
        <p:nvGrpSpPr>
          <p:cNvPr id="62" name="组合 61"/>
          <p:cNvGrpSpPr/>
          <p:nvPr/>
        </p:nvGrpSpPr>
        <p:grpSpPr>
          <a:xfrm>
            <a:off x="5404686" y="2663175"/>
            <a:ext cx="402956" cy="402956"/>
            <a:chOff x="5394312" y="2141343"/>
            <a:chExt cx="359165" cy="359165"/>
          </a:xfrm>
          <a:solidFill>
            <a:schemeClr val="bg1"/>
          </a:solidFill>
        </p:grpSpPr>
        <p:sp>
          <p:nvSpPr>
            <p:cNvPr id="63" name="AutoShape 56"/>
            <p:cNvSpPr/>
            <p:nvPr/>
          </p:nvSpPr>
          <p:spPr bwMode="auto">
            <a:xfrm>
              <a:off x="5394312" y="2141343"/>
              <a:ext cx="112353"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88" y="7316"/>
                  </a:moveTo>
                  <a:cubicBezTo>
                    <a:pt x="16954" y="7352"/>
                    <a:pt x="16923" y="7387"/>
                    <a:pt x="16883" y="7423"/>
                  </a:cubicBezTo>
                  <a:cubicBezTo>
                    <a:pt x="16677" y="7601"/>
                    <a:pt x="16414" y="7770"/>
                    <a:pt x="16066" y="7920"/>
                  </a:cubicBezTo>
                  <a:cubicBezTo>
                    <a:pt x="16057" y="7924"/>
                    <a:pt x="16044" y="7927"/>
                    <a:pt x="16038" y="7931"/>
                  </a:cubicBezTo>
                  <a:cubicBezTo>
                    <a:pt x="15662" y="8092"/>
                    <a:pt x="15214" y="8234"/>
                    <a:pt x="14705" y="8354"/>
                  </a:cubicBezTo>
                  <a:cubicBezTo>
                    <a:pt x="14697" y="8357"/>
                    <a:pt x="14692" y="8358"/>
                    <a:pt x="14686" y="8359"/>
                  </a:cubicBezTo>
                  <a:cubicBezTo>
                    <a:pt x="14163" y="8482"/>
                    <a:pt x="13584" y="8581"/>
                    <a:pt x="12960" y="8649"/>
                  </a:cubicBezTo>
                  <a:cubicBezTo>
                    <a:pt x="12279" y="8726"/>
                    <a:pt x="11560" y="8774"/>
                    <a:pt x="10800" y="8774"/>
                  </a:cubicBezTo>
                  <a:cubicBezTo>
                    <a:pt x="10037" y="8774"/>
                    <a:pt x="9318" y="8726"/>
                    <a:pt x="8640" y="8649"/>
                  </a:cubicBezTo>
                  <a:cubicBezTo>
                    <a:pt x="8016" y="8581"/>
                    <a:pt x="7435" y="8482"/>
                    <a:pt x="6914" y="8359"/>
                  </a:cubicBezTo>
                  <a:cubicBezTo>
                    <a:pt x="6908" y="8358"/>
                    <a:pt x="6901" y="8357"/>
                    <a:pt x="6893" y="8354"/>
                  </a:cubicBezTo>
                  <a:cubicBezTo>
                    <a:pt x="6385" y="8234"/>
                    <a:pt x="5937" y="8092"/>
                    <a:pt x="5562" y="7931"/>
                  </a:cubicBezTo>
                  <a:cubicBezTo>
                    <a:pt x="5553" y="7927"/>
                    <a:pt x="5541" y="7924"/>
                    <a:pt x="5531" y="7920"/>
                  </a:cubicBezTo>
                  <a:cubicBezTo>
                    <a:pt x="5184" y="7770"/>
                    <a:pt x="4921" y="7601"/>
                    <a:pt x="4715" y="7423"/>
                  </a:cubicBezTo>
                  <a:cubicBezTo>
                    <a:pt x="4676" y="7387"/>
                    <a:pt x="4644" y="7352"/>
                    <a:pt x="4612" y="7316"/>
                  </a:cubicBezTo>
                  <a:cubicBezTo>
                    <a:pt x="4437" y="7136"/>
                    <a:pt x="4320" y="6947"/>
                    <a:pt x="4320" y="6750"/>
                  </a:cubicBezTo>
                  <a:cubicBezTo>
                    <a:pt x="4320" y="6550"/>
                    <a:pt x="4437" y="6362"/>
                    <a:pt x="4612" y="6181"/>
                  </a:cubicBezTo>
                  <a:cubicBezTo>
                    <a:pt x="4644" y="6146"/>
                    <a:pt x="4676" y="6110"/>
                    <a:pt x="4715" y="6076"/>
                  </a:cubicBezTo>
                  <a:cubicBezTo>
                    <a:pt x="4921" y="5898"/>
                    <a:pt x="5184" y="5729"/>
                    <a:pt x="5531" y="5577"/>
                  </a:cubicBezTo>
                  <a:cubicBezTo>
                    <a:pt x="5541" y="5574"/>
                    <a:pt x="5553" y="5571"/>
                    <a:pt x="5562" y="5567"/>
                  </a:cubicBezTo>
                  <a:cubicBezTo>
                    <a:pt x="5937" y="5407"/>
                    <a:pt x="6385" y="5264"/>
                    <a:pt x="6893" y="5144"/>
                  </a:cubicBezTo>
                  <a:cubicBezTo>
                    <a:pt x="6901" y="5142"/>
                    <a:pt x="6908" y="5140"/>
                    <a:pt x="6914" y="5138"/>
                  </a:cubicBezTo>
                  <a:cubicBezTo>
                    <a:pt x="7435" y="5017"/>
                    <a:pt x="8016" y="4918"/>
                    <a:pt x="8640" y="4848"/>
                  </a:cubicBezTo>
                  <a:cubicBezTo>
                    <a:pt x="9318" y="4773"/>
                    <a:pt x="10037" y="4725"/>
                    <a:pt x="10800" y="4725"/>
                  </a:cubicBezTo>
                  <a:cubicBezTo>
                    <a:pt x="11560" y="4725"/>
                    <a:pt x="12279" y="4773"/>
                    <a:pt x="12960" y="4848"/>
                  </a:cubicBezTo>
                  <a:cubicBezTo>
                    <a:pt x="13584" y="4918"/>
                    <a:pt x="14163" y="5017"/>
                    <a:pt x="14686" y="5138"/>
                  </a:cubicBezTo>
                  <a:cubicBezTo>
                    <a:pt x="14692" y="5140"/>
                    <a:pt x="14697" y="5142"/>
                    <a:pt x="14705" y="5144"/>
                  </a:cubicBezTo>
                  <a:cubicBezTo>
                    <a:pt x="15214" y="5264"/>
                    <a:pt x="15662" y="5407"/>
                    <a:pt x="16038" y="5567"/>
                  </a:cubicBezTo>
                  <a:cubicBezTo>
                    <a:pt x="16044" y="5571"/>
                    <a:pt x="16057" y="5574"/>
                    <a:pt x="16066" y="5577"/>
                  </a:cubicBezTo>
                  <a:cubicBezTo>
                    <a:pt x="16414" y="5729"/>
                    <a:pt x="16677" y="5898"/>
                    <a:pt x="16883" y="6076"/>
                  </a:cubicBezTo>
                  <a:cubicBezTo>
                    <a:pt x="16923" y="6110"/>
                    <a:pt x="16954" y="6146"/>
                    <a:pt x="16988" y="6181"/>
                  </a:cubicBezTo>
                  <a:cubicBezTo>
                    <a:pt x="17161" y="6362"/>
                    <a:pt x="17280" y="6550"/>
                    <a:pt x="17280" y="6750"/>
                  </a:cubicBezTo>
                  <a:cubicBezTo>
                    <a:pt x="17280" y="6947"/>
                    <a:pt x="17161" y="7136"/>
                    <a:pt x="16988" y="7316"/>
                  </a:cubicBezTo>
                  <a:moveTo>
                    <a:pt x="12960" y="19575"/>
                  </a:moveTo>
                  <a:cubicBezTo>
                    <a:pt x="12960" y="19948"/>
                    <a:pt x="11992" y="20249"/>
                    <a:pt x="10800" y="20249"/>
                  </a:cubicBezTo>
                  <a:cubicBezTo>
                    <a:pt x="9606" y="20249"/>
                    <a:pt x="8640" y="19948"/>
                    <a:pt x="8640" y="19575"/>
                  </a:cubicBezTo>
                  <a:lnTo>
                    <a:pt x="8640" y="10056"/>
                  </a:lnTo>
                  <a:cubicBezTo>
                    <a:pt x="9338" y="10101"/>
                    <a:pt x="10059" y="10124"/>
                    <a:pt x="10800" y="10124"/>
                  </a:cubicBezTo>
                  <a:cubicBezTo>
                    <a:pt x="11541" y="10124"/>
                    <a:pt x="12262" y="10101"/>
                    <a:pt x="12960" y="10056"/>
                  </a:cubicBezTo>
                  <a:cubicBezTo>
                    <a:pt x="12960" y="10056"/>
                    <a:pt x="12960" y="19575"/>
                    <a:pt x="12960" y="19575"/>
                  </a:cubicBezTo>
                  <a:close/>
                  <a:moveTo>
                    <a:pt x="8640" y="2025"/>
                  </a:moveTo>
                  <a:cubicBezTo>
                    <a:pt x="8640" y="1651"/>
                    <a:pt x="9606" y="1350"/>
                    <a:pt x="10800" y="1350"/>
                  </a:cubicBezTo>
                  <a:cubicBezTo>
                    <a:pt x="11992" y="1350"/>
                    <a:pt x="12960" y="1651"/>
                    <a:pt x="12960" y="2025"/>
                  </a:cubicBezTo>
                  <a:lnTo>
                    <a:pt x="12960" y="3442"/>
                  </a:lnTo>
                  <a:cubicBezTo>
                    <a:pt x="12262" y="3398"/>
                    <a:pt x="11541" y="3375"/>
                    <a:pt x="10800" y="3375"/>
                  </a:cubicBezTo>
                  <a:cubicBezTo>
                    <a:pt x="10059" y="3375"/>
                    <a:pt x="9338" y="3398"/>
                    <a:pt x="8640" y="3442"/>
                  </a:cubicBezTo>
                  <a:cubicBezTo>
                    <a:pt x="8640" y="3442"/>
                    <a:pt x="8640" y="2025"/>
                    <a:pt x="8640" y="2025"/>
                  </a:cubicBezTo>
                  <a:close/>
                  <a:moveTo>
                    <a:pt x="17280" y="4064"/>
                  </a:moveTo>
                  <a:lnTo>
                    <a:pt x="17280" y="2025"/>
                  </a:lnTo>
                  <a:cubicBezTo>
                    <a:pt x="17280" y="908"/>
                    <a:pt x="14373" y="0"/>
                    <a:pt x="10800" y="0"/>
                  </a:cubicBezTo>
                  <a:cubicBezTo>
                    <a:pt x="7225" y="0"/>
                    <a:pt x="4320" y="908"/>
                    <a:pt x="4320" y="2025"/>
                  </a:cubicBezTo>
                  <a:lnTo>
                    <a:pt x="4320" y="4064"/>
                  </a:lnTo>
                  <a:cubicBezTo>
                    <a:pt x="1710" y="4681"/>
                    <a:pt x="0" y="5649"/>
                    <a:pt x="0" y="6750"/>
                  </a:cubicBezTo>
                  <a:cubicBezTo>
                    <a:pt x="0" y="7850"/>
                    <a:pt x="1710" y="8818"/>
                    <a:pt x="4320" y="9434"/>
                  </a:cubicBezTo>
                  <a:lnTo>
                    <a:pt x="4320" y="19575"/>
                  </a:lnTo>
                  <a:cubicBezTo>
                    <a:pt x="4320" y="20691"/>
                    <a:pt x="7225" y="21599"/>
                    <a:pt x="10800" y="21599"/>
                  </a:cubicBezTo>
                  <a:cubicBezTo>
                    <a:pt x="14373" y="21599"/>
                    <a:pt x="17280" y="20691"/>
                    <a:pt x="17280" y="19575"/>
                  </a:cubicBezTo>
                  <a:lnTo>
                    <a:pt x="17280" y="9434"/>
                  </a:lnTo>
                  <a:cubicBezTo>
                    <a:pt x="19889" y="8818"/>
                    <a:pt x="21600" y="7850"/>
                    <a:pt x="21600" y="6750"/>
                  </a:cubicBezTo>
                  <a:cubicBezTo>
                    <a:pt x="21600" y="5649"/>
                    <a:pt x="19889" y="4681"/>
                    <a:pt x="17280" y="4064"/>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64" name="AutoShape 57"/>
            <p:cNvSpPr/>
            <p:nvPr/>
          </p:nvSpPr>
          <p:spPr bwMode="auto">
            <a:xfrm>
              <a:off x="5641124" y="2141343"/>
              <a:ext cx="112353"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88" y="7316"/>
                  </a:moveTo>
                  <a:cubicBezTo>
                    <a:pt x="16954" y="7352"/>
                    <a:pt x="16923" y="7387"/>
                    <a:pt x="16883" y="7423"/>
                  </a:cubicBezTo>
                  <a:cubicBezTo>
                    <a:pt x="16677" y="7601"/>
                    <a:pt x="16414" y="7770"/>
                    <a:pt x="16066" y="7920"/>
                  </a:cubicBezTo>
                  <a:cubicBezTo>
                    <a:pt x="16057" y="7924"/>
                    <a:pt x="16044" y="7927"/>
                    <a:pt x="16038" y="7931"/>
                  </a:cubicBezTo>
                  <a:cubicBezTo>
                    <a:pt x="15662" y="8092"/>
                    <a:pt x="15214" y="8234"/>
                    <a:pt x="14705" y="8354"/>
                  </a:cubicBezTo>
                  <a:cubicBezTo>
                    <a:pt x="14697" y="8357"/>
                    <a:pt x="14692" y="8358"/>
                    <a:pt x="14686" y="8359"/>
                  </a:cubicBezTo>
                  <a:cubicBezTo>
                    <a:pt x="14163" y="8482"/>
                    <a:pt x="13584" y="8581"/>
                    <a:pt x="12960" y="8649"/>
                  </a:cubicBezTo>
                  <a:cubicBezTo>
                    <a:pt x="12279" y="8726"/>
                    <a:pt x="11560" y="8774"/>
                    <a:pt x="10800" y="8774"/>
                  </a:cubicBezTo>
                  <a:cubicBezTo>
                    <a:pt x="10037" y="8774"/>
                    <a:pt x="9318" y="8726"/>
                    <a:pt x="8640" y="8649"/>
                  </a:cubicBezTo>
                  <a:cubicBezTo>
                    <a:pt x="8016" y="8581"/>
                    <a:pt x="7435" y="8482"/>
                    <a:pt x="6914" y="8359"/>
                  </a:cubicBezTo>
                  <a:cubicBezTo>
                    <a:pt x="6908" y="8358"/>
                    <a:pt x="6901" y="8357"/>
                    <a:pt x="6893" y="8354"/>
                  </a:cubicBezTo>
                  <a:cubicBezTo>
                    <a:pt x="6385" y="8234"/>
                    <a:pt x="5937" y="8092"/>
                    <a:pt x="5562" y="7931"/>
                  </a:cubicBezTo>
                  <a:cubicBezTo>
                    <a:pt x="5553" y="7927"/>
                    <a:pt x="5541" y="7924"/>
                    <a:pt x="5531" y="7920"/>
                  </a:cubicBezTo>
                  <a:cubicBezTo>
                    <a:pt x="5184" y="7770"/>
                    <a:pt x="4921" y="7601"/>
                    <a:pt x="4715" y="7423"/>
                  </a:cubicBezTo>
                  <a:cubicBezTo>
                    <a:pt x="4676" y="7387"/>
                    <a:pt x="4644" y="7352"/>
                    <a:pt x="4612" y="7316"/>
                  </a:cubicBezTo>
                  <a:cubicBezTo>
                    <a:pt x="4437" y="7136"/>
                    <a:pt x="4320" y="6947"/>
                    <a:pt x="4320" y="6750"/>
                  </a:cubicBezTo>
                  <a:cubicBezTo>
                    <a:pt x="4320" y="6550"/>
                    <a:pt x="4437" y="6362"/>
                    <a:pt x="4612" y="6181"/>
                  </a:cubicBezTo>
                  <a:cubicBezTo>
                    <a:pt x="4644" y="6146"/>
                    <a:pt x="4676" y="6110"/>
                    <a:pt x="4715" y="6076"/>
                  </a:cubicBezTo>
                  <a:cubicBezTo>
                    <a:pt x="4921" y="5898"/>
                    <a:pt x="5184" y="5729"/>
                    <a:pt x="5531" y="5577"/>
                  </a:cubicBezTo>
                  <a:cubicBezTo>
                    <a:pt x="5541" y="5574"/>
                    <a:pt x="5553" y="5571"/>
                    <a:pt x="5562" y="5567"/>
                  </a:cubicBezTo>
                  <a:cubicBezTo>
                    <a:pt x="5937" y="5407"/>
                    <a:pt x="6385" y="5264"/>
                    <a:pt x="6893" y="5144"/>
                  </a:cubicBezTo>
                  <a:cubicBezTo>
                    <a:pt x="6901" y="5142"/>
                    <a:pt x="6908" y="5140"/>
                    <a:pt x="6914" y="5138"/>
                  </a:cubicBezTo>
                  <a:cubicBezTo>
                    <a:pt x="7435" y="5017"/>
                    <a:pt x="8016" y="4918"/>
                    <a:pt x="8640" y="4848"/>
                  </a:cubicBezTo>
                  <a:cubicBezTo>
                    <a:pt x="9318" y="4773"/>
                    <a:pt x="10037" y="4725"/>
                    <a:pt x="10800" y="4725"/>
                  </a:cubicBezTo>
                  <a:cubicBezTo>
                    <a:pt x="11560" y="4725"/>
                    <a:pt x="12279" y="4773"/>
                    <a:pt x="12960" y="4848"/>
                  </a:cubicBezTo>
                  <a:cubicBezTo>
                    <a:pt x="13584" y="4918"/>
                    <a:pt x="14163" y="5017"/>
                    <a:pt x="14686" y="5138"/>
                  </a:cubicBezTo>
                  <a:cubicBezTo>
                    <a:pt x="14692" y="5140"/>
                    <a:pt x="14697" y="5142"/>
                    <a:pt x="14705" y="5144"/>
                  </a:cubicBezTo>
                  <a:cubicBezTo>
                    <a:pt x="15214" y="5264"/>
                    <a:pt x="15662" y="5407"/>
                    <a:pt x="16038" y="5567"/>
                  </a:cubicBezTo>
                  <a:cubicBezTo>
                    <a:pt x="16044" y="5571"/>
                    <a:pt x="16057" y="5574"/>
                    <a:pt x="16066" y="5577"/>
                  </a:cubicBezTo>
                  <a:cubicBezTo>
                    <a:pt x="16414" y="5729"/>
                    <a:pt x="16677" y="5898"/>
                    <a:pt x="16883" y="6076"/>
                  </a:cubicBezTo>
                  <a:cubicBezTo>
                    <a:pt x="16923" y="6110"/>
                    <a:pt x="16954" y="6146"/>
                    <a:pt x="16988" y="6181"/>
                  </a:cubicBezTo>
                  <a:cubicBezTo>
                    <a:pt x="17161" y="6362"/>
                    <a:pt x="17280" y="6550"/>
                    <a:pt x="17280" y="6750"/>
                  </a:cubicBezTo>
                  <a:cubicBezTo>
                    <a:pt x="17280" y="6947"/>
                    <a:pt x="17161" y="7136"/>
                    <a:pt x="16988" y="7316"/>
                  </a:cubicBezTo>
                  <a:moveTo>
                    <a:pt x="12960" y="19575"/>
                  </a:moveTo>
                  <a:cubicBezTo>
                    <a:pt x="12960" y="19948"/>
                    <a:pt x="11992" y="20249"/>
                    <a:pt x="10800" y="20249"/>
                  </a:cubicBezTo>
                  <a:cubicBezTo>
                    <a:pt x="9606" y="20249"/>
                    <a:pt x="8640" y="19948"/>
                    <a:pt x="8640" y="19575"/>
                  </a:cubicBezTo>
                  <a:lnTo>
                    <a:pt x="8640" y="10056"/>
                  </a:lnTo>
                  <a:cubicBezTo>
                    <a:pt x="9338" y="10101"/>
                    <a:pt x="10059" y="10124"/>
                    <a:pt x="10800" y="10124"/>
                  </a:cubicBezTo>
                  <a:cubicBezTo>
                    <a:pt x="11541" y="10124"/>
                    <a:pt x="12262" y="10101"/>
                    <a:pt x="12960" y="10056"/>
                  </a:cubicBezTo>
                  <a:cubicBezTo>
                    <a:pt x="12960" y="10056"/>
                    <a:pt x="12960" y="19575"/>
                    <a:pt x="12960" y="19575"/>
                  </a:cubicBezTo>
                  <a:close/>
                  <a:moveTo>
                    <a:pt x="8640" y="2025"/>
                  </a:moveTo>
                  <a:cubicBezTo>
                    <a:pt x="8640" y="1651"/>
                    <a:pt x="9606" y="1350"/>
                    <a:pt x="10800" y="1350"/>
                  </a:cubicBezTo>
                  <a:cubicBezTo>
                    <a:pt x="11992" y="1350"/>
                    <a:pt x="12960" y="1651"/>
                    <a:pt x="12960" y="2025"/>
                  </a:cubicBezTo>
                  <a:lnTo>
                    <a:pt x="12960" y="3442"/>
                  </a:lnTo>
                  <a:cubicBezTo>
                    <a:pt x="12262" y="3398"/>
                    <a:pt x="11541" y="3375"/>
                    <a:pt x="10800" y="3375"/>
                  </a:cubicBezTo>
                  <a:cubicBezTo>
                    <a:pt x="10059" y="3375"/>
                    <a:pt x="9338" y="3398"/>
                    <a:pt x="8640" y="3442"/>
                  </a:cubicBezTo>
                  <a:cubicBezTo>
                    <a:pt x="8640" y="3442"/>
                    <a:pt x="8640" y="2025"/>
                    <a:pt x="8640" y="2025"/>
                  </a:cubicBezTo>
                  <a:close/>
                  <a:moveTo>
                    <a:pt x="17280" y="4064"/>
                  </a:moveTo>
                  <a:lnTo>
                    <a:pt x="17280" y="2025"/>
                  </a:lnTo>
                  <a:cubicBezTo>
                    <a:pt x="17280" y="908"/>
                    <a:pt x="14373" y="0"/>
                    <a:pt x="10800" y="0"/>
                  </a:cubicBezTo>
                  <a:cubicBezTo>
                    <a:pt x="7225" y="0"/>
                    <a:pt x="4320" y="908"/>
                    <a:pt x="4320" y="2025"/>
                  </a:cubicBezTo>
                  <a:lnTo>
                    <a:pt x="4320" y="4064"/>
                  </a:lnTo>
                  <a:cubicBezTo>
                    <a:pt x="1710" y="4681"/>
                    <a:pt x="0" y="5649"/>
                    <a:pt x="0" y="6750"/>
                  </a:cubicBezTo>
                  <a:cubicBezTo>
                    <a:pt x="0" y="7850"/>
                    <a:pt x="1710" y="8818"/>
                    <a:pt x="4320" y="9434"/>
                  </a:cubicBezTo>
                  <a:lnTo>
                    <a:pt x="4320" y="19575"/>
                  </a:lnTo>
                  <a:cubicBezTo>
                    <a:pt x="4320" y="20691"/>
                    <a:pt x="7225" y="21599"/>
                    <a:pt x="10800" y="21599"/>
                  </a:cubicBezTo>
                  <a:cubicBezTo>
                    <a:pt x="14373" y="21599"/>
                    <a:pt x="17280" y="20691"/>
                    <a:pt x="17280" y="19575"/>
                  </a:cubicBezTo>
                  <a:lnTo>
                    <a:pt x="17280" y="9434"/>
                  </a:lnTo>
                  <a:cubicBezTo>
                    <a:pt x="19889" y="8818"/>
                    <a:pt x="21600" y="7850"/>
                    <a:pt x="21600" y="6750"/>
                  </a:cubicBezTo>
                  <a:cubicBezTo>
                    <a:pt x="21600" y="5649"/>
                    <a:pt x="19889" y="4681"/>
                    <a:pt x="17280" y="4064"/>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65" name="AutoShape 58"/>
            <p:cNvSpPr/>
            <p:nvPr/>
          </p:nvSpPr>
          <p:spPr bwMode="auto">
            <a:xfrm>
              <a:off x="5517718" y="2141343"/>
              <a:ext cx="112355"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88" y="15416"/>
                  </a:moveTo>
                  <a:cubicBezTo>
                    <a:pt x="16954" y="15452"/>
                    <a:pt x="16923" y="15487"/>
                    <a:pt x="16883" y="15523"/>
                  </a:cubicBezTo>
                  <a:cubicBezTo>
                    <a:pt x="16677" y="15701"/>
                    <a:pt x="16414" y="15870"/>
                    <a:pt x="16066" y="16020"/>
                  </a:cubicBezTo>
                  <a:cubicBezTo>
                    <a:pt x="16057" y="16024"/>
                    <a:pt x="16044" y="16027"/>
                    <a:pt x="16038" y="16031"/>
                  </a:cubicBezTo>
                  <a:cubicBezTo>
                    <a:pt x="15662" y="16192"/>
                    <a:pt x="15214" y="16334"/>
                    <a:pt x="14705" y="16454"/>
                  </a:cubicBezTo>
                  <a:cubicBezTo>
                    <a:pt x="14697" y="16457"/>
                    <a:pt x="14692" y="16458"/>
                    <a:pt x="14686" y="16459"/>
                  </a:cubicBezTo>
                  <a:cubicBezTo>
                    <a:pt x="14163" y="16582"/>
                    <a:pt x="13584" y="16681"/>
                    <a:pt x="12960" y="16749"/>
                  </a:cubicBezTo>
                  <a:cubicBezTo>
                    <a:pt x="12279" y="16826"/>
                    <a:pt x="11560" y="16875"/>
                    <a:pt x="10800" y="16875"/>
                  </a:cubicBezTo>
                  <a:cubicBezTo>
                    <a:pt x="10037" y="16875"/>
                    <a:pt x="9318" y="16826"/>
                    <a:pt x="8640" y="16749"/>
                  </a:cubicBezTo>
                  <a:cubicBezTo>
                    <a:pt x="8016" y="16681"/>
                    <a:pt x="7435" y="16582"/>
                    <a:pt x="6914" y="16459"/>
                  </a:cubicBezTo>
                  <a:cubicBezTo>
                    <a:pt x="6908" y="16458"/>
                    <a:pt x="6901" y="16457"/>
                    <a:pt x="6893" y="16454"/>
                  </a:cubicBezTo>
                  <a:cubicBezTo>
                    <a:pt x="6385" y="16334"/>
                    <a:pt x="5937" y="16192"/>
                    <a:pt x="5562" y="16031"/>
                  </a:cubicBezTo>
                  <a:cubicBezTo>
                    <a:pt x="5553" y="16027"/>
                    <a:pt x="5541" y="16024"/>
                    <a:pt x="5531" y="16020"/>
                  </a:cubicBezTo>
                  <a:cubicBezTo>
                    <a:pt x="5184" y="15870"/>
                    <a:pt x="4921" y="15701"/>
                    <a:pt x="4715" y="15523"/>
                  </a:cubicBezTo>
                  <a:cubicBezTo>
                    <a:pt x="4676" y="15487"/>
                    <a:pt x="4644" y="15452"/>
                    <a:pt x="4612" y="15416"/>
                  </a:cubicBezTo>
                  <a:cubicBezTo>
                    <a:pt x="4437" y="15236"/>
                    <a:pt x="4320" y="15047"/>
                    <a:pt x="4320" y="14850"/>
                  </a:cubicBezTo>
                  <a:cubicBezTo>
                    <a:pt x="4320" y="14650"/>
                    <a:pt x="4437" y="14462"/>
                    <a:pt x="4612" y="14281"/>
                  </a:cubicBezTo>
                  <a:cubicBezTo>
                    <a:pt x="4644" y="14246"/>
                    <a:pt x="4676" y="14210"/>
                    <a:pt x="4715" y="14176"/>
                  </a:cubicBezTo>
                  <a:cubicBezTo>
                    <a:pt x="4921" y="13998"/>
                    <a:pt x="5184" y="13829"/>
                    <a:pt x="5531" y="13677"/>
                  </a:cubicBezTo>
                  <a:cubicBezTo>
                    <a:pt x="5541" y="13674"/>
                    <a:pt x="5553" y="13671"/>
                    <a:pt x="5562" y="13667"/>
                  </a:cubicBezTo>
                  <a:cubicBezTo>
                    <a:pt x="5937" y="13507"/>
                    <a:pt x="6385" y="13364"/>
                    <a:pt x="6893" y="13244"/>
                  </a:cubicBezTo>
                  <a:cubicBezTo>
                    <a:pt x="6901" y="13242"/>
                    <a:pt x="6908" y="13240"/>
                    <a:pt x="6914" y="13238"/>
                  </a:cubicBezTo>
                  <a:cubicBezTo>
                    <a:pt x="7435" y="13117"/>
                    <a:pt x="8016" y="13018"/>
                    <a:pt x="8640" y="12948"/>
                  </a:cubicBezTo>
                  <a:cubicBezTo>
                    <a:pt x="9318" y="12873"/>
                    <a:pt x="10037" y="12825"/>
                    <a:pt x="10800" y="12825"/>
                  </a:cubicBezTo>
                  <a:cubicBezTo>
                    <a:pt x="11560" y="12825"/>
                    <a:pt x="12279" y="12873"/>
                    <a:pt x="12960" y="12948"/>
                  </a:cubicBezTo>
                  <a:cubicBezTo>
                    <a:pt x="13584" y="13018"/>
                    <a:pt x="14163" y="13117"/>
                    <a:pt x="14686" y="13238"/>
                  </a:cubicBezTo>
                  <a:cubicBezTo>
                    <a:pt x="14692" y="13240"/>
                    <a:pt x="14697" y="13242"/>
                    <a:pt x="14705" y="13244"/>
                  </a:cubicBezTo>
                  <a:cubicBezTo>
                    <a:pt x="15214" y="13364"/>
                    <a:pt x="15662" y="13507"/>
                    <a:pt x="16038" y="13667"/>
                  </a:cubicBezTo>
                  <a:cubicBezTo>
                    <a:pt x="16044" y="13671"/>
                    <a:pt x="16057" y="13674"/>
                    <a:pt x="16066" y="13677"/>
                  </a:cubicBezTo>
                  <a:cubicBezTo>
                    <a:pt x="16414" y="13829"/>
                    <a:pt x="16677" y="13998"/>
                    <a:pt x="16883" y="14176"/>
                  </a:cubicBezTo>
                  <a:cubicBezTo>
                    <a:pt x="16923" y="14210"/>
                    <a:pt x="16954" y="14246"/>
                    <a:pt x="16988" y="14281"/>
                  </a:cubicBezTo>
                  <a:cubicBezTo>
                    <a:pt x="17161" y="14462"/>
                    <a:pt x="17280" y="14650"/>
                    <a:pt x="17280" y="14850"/>
                  </a:cubicBezTo>
                  <a:cubicBezTo>
                    <a:pt x="17280" y="15047"/>
                    <a:pt x="17161" y="15236"/>
                    <a:pt x="16988" y="15416"/>
                  </a:cubicBezTo>
                  <a:moveTo>
                    <a:pt x="12960" y="19575"/>
                  </a:moveTo>
                  <a:cubicBezTo>
                    <a:pt x="12960" y="19948"/>
                    <a:pt x="11992" y="20249"/>
                    <a:pt x="10800" y="20249"/>
                  </a:cubicBezTo>
                  <a:cubicBezTo>
                    <a:pt x="9606" y="20249"/>
                    <a:pt x="8640" y="19948"/>
                    <a:pt x="8640" y="19575"/>
                  </a:cubicBezTo>
                  <a:lnTo>
                    <a:pt x="8640" y="18156"/>
                  </a:lnTo>
                  <a:cubicBezTo>
                    <a:pt x="9338" y="18201"/>
                    <a:pt x="10059" y="18225"/>
                    <a:pt x="10800" y="18225"/>
                  </a:cubicBezTo>
                  <a:cubicBezTo>
                    <a:pt x="11541" y="18225"/>
                    <a:pt x="12262" y="18201"/>
                    <a:pt x="12960" y="18156"/>
                  </a:cubicBezTo>
                  <a:cubicBezTo>
                    <a:pt x="12960" y="18156"/>
                    <a:pt x="12960" y="19575"/>
                    <a:pt x="12960" y="19575"/>
                  </a:cubicBezTo>
                  <a:close/>
                  <a:moveTo>
                    <a:pt x="8640" y="2025"/>
                  </a:moveTo>
                  <a:cubicBezTo>
                    <a:pt x="8640" y="1651"/>
                    <a:pt x="9606" y="1350"/>
                    <a:pt x="10800" y="1350"/>
                  </a:cubicBezTo>
                  <a:cubicBezTo>
                    <a:pt x="11992" y="1350"/>
                    <a:pt x="12960" y="1651"/>
                    <a:pt x="12960" y="2025"/>
                  </a:cubicBezTo>
                  <a:lnTo>
                    <a:pt x="12960" y="11542"/>
                  </a:lnTo>
                  <a:cubicBezTo>
                    <a:pt x="12262" y="11498"/>
                    <a:pt x="11541" y="11475"/>
                    <a:pt x="10800" y="11475"/>
                  </a:cubicBezTo>
                  <a:cubicBezTo>
                    <a:pt x="10059" y="11475"/>
                    <a:pt x="9338" y="11498"/>
                    <a:pt x="8640" y="11542"/>
                  </a:cubicBezTo>
                  <a:cubicBezTo>
                    <a:pt x="8640" y="11542"/>
                    <a:pt x="8640" y="2025"/>
                    <a:pt x="8640" y="2025"/>
                  </a:cubicBezTo>
                  <a:close/>
                  <a:moveTo>
                    <a:pt x="17280" y="12164"/>
                  </a:moveTo>
                  <a:lnTo>
                    <a:pt x="17280" y="2025"/>
                  </a:lnTo>
                  <a:cubicBezTo>
                    <a:pt x="17280" y="908"/>
                    <a:pt x="14373" y="0"/>
                    <a:pt x="10800" y="0"/>
                  </a:cubicBezTo>
                  <a:cubicBezTo>
                    <a:pt x="7225" y="0"/>
                    <a:pt x="4320" y="908"/>
                    <a:pt x="4320" y="2025"/>
                  </a:cubicBezTo>
                  <a:lnTo>
                    <a:pt x="4320" y="12164"/>
                  </a:lnTo>
                  <a:cubicBezTo>
                    <a:pt x="1710" y="12781"/>
                    <a:pt x="0" y="13749"/>
                    <a:pt x="0" y="14850"/>
                  </a:cubicBezTo>
                  <a:cubicBezTo>
                    <a:pt x="0" y="15950"/>
                    <a:pt x="1710" y="16918"/>
                    <a:pt x="4320" y="17534"/>
                  </a:cubicBezTo>
                  <a:lnTo>
                    <a:pt x="4320" y="19575"/>
                  </a:lnTo>
                  <a:cubicBezTo>
                    <a:pt x="4320" y="20691"/>
                    <a:pt x="7225" y="21599"/>
                    <a:pt x="10800" y="21599"/>
                  </a:cubicBezTo>
                  <a:cubicBezTo>
                    <a:pt x="14373" y="21599"/>
                    <a:pt x="17280" y="20691"/>
                    <a:pt x="17280" y="19575"/>
                  </a:cubicBezTo>
                  <a:lnTo>
                    <a:pt x="17280" y="17534"/>
                  </a:lnTo>
                  <a:cubicBezTo>
                    <a:pt x="19889" y="16918"/>
                    <a:pt x="21600" y="15950"/>
                    <a:pt x="21600" y="14850"/>
                  </a:cubicBezTo>
                  <a:cubicBezTo>
                    <a:pt x="21600" y="13749"/>
                    <a:pt x="19889" y="12781"/>
                    <a:pt x="17280" y="12164"/>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sp>
        <p:nvSpPr>
          <p:cNvPr id="66" name="AutoShape 112"/>
          <p:cNvSpPr/>
          <p:nvPr/>
        </p:nvSpPr>
        <p:spPr bwMode="auto">
          <a:xfrm>
            <a:off x="7227021" y="2659995"/>
            <a:ext cx="404300" cy="402518"/>
          </a:xfrm>
          <a:custGeom>
            <a:avLst/>
            <a:gdLst>
              <a:gd name="T0" fmla="*/ 10510 w 21020"/>
              <a:gd name="T1" fmla="*/ 10800 h 21600"/>
              <a:gd name="T2" fmla="*/ 10510 w 21020"/>
              <a:gd name="T3" fmla="*/ 10800 h 21600"/>
              <a:gd name="T4" fmla="*/ 10510 w 21020"/>
              <a:gd name="T5" fmla="*/ 10800 h 21600"/>
              <a:gd name="T6" fmla="*/ 10510 w 21020"/>
              <a:gd name="T7" fmla="*/ 10800 h 21600"/>
            </a:gdLst>
            <a:ahLst/>
            <a:cxnLst>
              <a:cxn ang="0">
                <a:pos x="T0" y="T1"/>
              </a:cxn>
              <a:cxn ang="0">
                <a:pos x="T2" y="T3"/>
              </a:cxn>
              <a:cxn ang="0">
                <a:pos x="T4" y="T5"/>
              </a:cxn>
              <a:cxn ang="0">
                <a:pos x="T6" y="T7"/>
              </a:cxn>
            </a:cxnLst>
            <a:rect l="0" t="0" r="r" b="b"/>
            <a:pathLst>
              <a:path w="21020" h="21600">
                <a:moveTo>
                  <a:pt x="18846" y="7946"/>
                </a:moveTo>
                <a:lnTo>
                  <a:pt x="17740" y="9091"/>
                </a:lnTo>
                <a:cubicBezTo>
                  <a:pt x="17740" y="8939"/>
                  <a:pt x="17758" y="8792"/>
                  <a:pt x="17744" y="8636"/>
                </a:cubicBezTo>
                <a:cubicBezTo>
                  <a:pt x="17629" y="7331"/>
                  <a:pt x="17036" y="6068"/>
                  <a:pt x="16074" y="5080"/>
                </a:cubicBezTo>
                <a:cubicBezTo>
                  <a:pt x="15004" y="3980"/>
                  <a:pt x="13585" y="3348"/>
                  <a:pt x="12180" y="3345"/>
                </a:cubicBezTo>
                <a:lnTo>
                  <a:pt x="13268" y="2218"/>
                </a:lnTo>
                <a:cubicBezTo>
                  <a:pt x="13812" y="1659"/>
                  <a:pt x="14572" y="1350"/>
                  <a:pt x="15403" y="1350"/>
                </a:cubicBezTo>
                <a:cubicBezTo>
                  <a:pt x="16460" y="1350"/>
                  <a:pt x="17546" y="1840"/>
                  <a:pt x="18381" y="2696"/>
                </a:cubicBezTo>
                <a:cubicBezTo>
                  <a:pt x="19165" y="3500"/>
                  <a:pt x="19631" y="4499"/>
                  <a:pt x="19698" y="5510"/>
                </a:cubicBezTo>
                <a:cubicBezTo>
                  <a:pt x="19760" y="6453"/>
                  <a:pt x="19457" y="7317"/>
                  <a:pt x="18846" y="7946"/>
                </a:cubicBezTo>
                <a:moveTo>
                  <a:pt x="5828" y="19329"/>
                </a:moveTo>
                <a:cubicBezTo>
                  <a:pt x="5813" y="18424"/>
                  <a:pt x="5454" y="17481"/>
                  <a:pt x="4730" y="16739"/>
                </a:cubicBezTo>
                <a:cubicBezTo>
                  <a:pt x="4046" y="16034"/>
                  <a:pt x="3150" y="15628"/>
                  <a:pt x="2257" y="15592"/>
                </a:cubicBezTo>
                <a:lnTo>
                  <a:pt x="2911" y="13157"/>
                </a:lnTo>
                <a:cubicBezTo>
                  <a:pt x="2959" y="12995"/>
                  <a:pt x="3052" y="12835"/>
                  <a:pt x="3168" y="12695"/>
                </a:cubicBezTo>
                <a:cubicBezTo>
                  <a:pt x="4485" y="11726"/>
                  <a:pt x="6512" y="12012"/>
                  <a:pt x="7920" y="13460"/>
                </a:cubicBezTo>
                <a:cubicBezTo>
                  <a:pt x="9409" y="14990"/>
                  <a:pt x="9639" y="17230"/>
                  <a:pt x="8492" y="18568"/>
                </a:cubicBezTo>
                <a:cubicBezTo>
                  <a:pt x="8416" y="18609"/>
                  <a:pt x="8339" y="18648"/>
                  <a:pt x="8256" y="18675"/>
                </a:cubicBezTo>
                <a:cubicBezTo>
                  <a:pt x="8256" y="18675"/>
                  <a:pt x="5828" y="19329"/>
                  <a:pt x="5828" y="19329"/>
                </a:cubicBezTo>
                <a:close/>
                <a:moveTo>
                  <a:pt x="2737" y="20164"/>
                </a:moveTo>
                <a:cubicBezTo>
                  <a:pt x="2665" y="20181"/>
                  <a:pt x="2443" y="20239"/>
                  <a:pt x="2291" y="20249"/>
                </a:cubicBezTo>
                <a:cubicBezTo>
                  <a:pt x="1751" y="20244"/>
                  <a:pt x="1313" y="19792"/>
                  <a:pt x="1313" y="19237"/>
                </a:cubicBezTo>
                <a:cubicBezTo>
                  <a:pt x="1321" y="19124"/>
                  <a:pt x="1365" y="18929"/>
                  <a:pt x="1380" y="18857"/>
                </a:cubicBezTo>
                <a:lnTo>
                  <a:pt x="2071" y="16283"/>
                </a:lnTo>
                <a:cubicBezTo>
                  <a:pt x="2822" y="16261"/>
                  <a:pt x="3630" y="16562"/>
                  <a:pt x="4265" y="17215"/>
                </a:cubicBezTo>
                <a:cubicBezTo>
                  <a:pt x="4911" y="17878"/>
                  <a:pt x="5214" y="18725"/>
                  <a:pt x="5181" y="19504"/>
                </a:cubicBezTo>
                <a:cubicBezTo>
                  <a:pt x="5181" y="19504"/>
                  <a:pt x="2737" y="20164"/>
                  <a:pt x="2737" y="20164"/>
                </a:cubicBezTo>
                <a:close/>
                <a:moveTo>
                  <a:pt x="6888" y="11179"/>
                </a:moveTo>
                <a:cubicBezTo>
                  <a:pt x="6280" y="10927"/>
                  <a:pt x="5642" y="10783"/>
                  <a:pt x="5004" y="10774"/>
                </a:cubicBezTo>
                <a:lnTo>
                  <a:pt x="10063" y="5536"/>
                </a:lnTo>
                <a:cubicBezTo>
                  <a:pt x="10838" y="4759"/>
                  <a:pt x="11966" y="4536"/>
                  <a:pt x="13077" y="4819"/>
                </a:cubicBezTo>
                <a:cubicBezTo>
                  <a:pt x="13077" y="4819"/>
                  <a:pt x="6888" y="11179"/>
                  <a:pt x="6888" y="11179"/>
                </a:cubicBezTo>
                <a:close/>
                <a:moveTo>
                  <a:pt x="9717" y="13672"/>
                </a:moveTo>
                <a:cubicBezTo>
                  <a:pt x="9473" y="13258"/>
                  <a:pt x="9194" y="12859"/>
                  <a:pt x="8848" y="12505"/>
                </a:cubicBezTo>
                <a:cubicBezTo>
                  <a:pt x="8447" y="12093"/>
                  <a:pt x="7986" y="11770"/>
                  <a:pt x="7507" y="11498"/>
                </a:cubicBezTo>
                <a:lnTo>
                  <a:pt x="13767" y="5064"/>
                </a:lnTo>
                <a:cubicBezTo>
                  <a:pt x="14259" y="5288"/>
                  <a:pt x="14729" y="5607"/>
                  <a:pt x="15145" y="6035"/>
                </a:cubicBezTo>
                <a:cubicBezTo>
                  <a:pt x="15500" y="6398"/>
                  <a:pt x="15775" y="6806"/>
                  <a:pt x="15987" y="7229"/>
                </a:cubicBezTo>
                <a:cubicBezTo>
                  <a:pt x="15987" y="7229"/>
                  <a:pt x="9717" y="13672"/>
                  <a:pt x="9717" y="13672"/>
                </a:cubicBezTo>
                <a:close/>
                <a:moveTo>
                  <a:pt x="10519" y="16061"/>
                </a:moveTo>
                <a:cubicBezTo>
                  <a:pt x="10465" y="15452"/>
                  <a:pt x="10298" y="14854"/>
                  <a:pt x="10047" y="14288"/>
                </a:cubicBezTo>
                <a:lnTo>
                  <a:pt x="16257" y="7906"/>
                </a:lnTo>
                <a:cubicBezTo>
                  <a:pt x="16637" y="9140"/>
                  <a:pt x="16442" y="10429"/>
                  <a:pt x="15610" y="11284"/>
                </a:cubicBezTo>
                <a:cubicBezTo>
                  <a:pt x="15604" y="11290"/>
                  <a:pt x="15598" y="11293"/>
                  <a:pt x="15593" y="11298"/>
                </a:cubicBezTo>
                <a:lnTo>
                  <a:pt x="15602" y="11306"/>
                </a:lnTo>
                <a:lnTo>
                  <a:pt x="10525" y="16565"/>
                </a:lnTo>
                <a:cubicBezTo>
                  <a:pt x="10527" y="16397"/>
                  <a:pt x="10534" y="16232"/>
                  <a:pt x="10519" y="16061"/>
                </a:cubicBezTo>
                <a:moveTo>
                  <a:pt x="19308" y="1741"/>
                </a:moveTo>
                <a:cubicBezTo>
                  <a:pt x="18228" y="632"/>
                  <a:pt x="16805" y="0"/>
                  <a:pt x="15403" y="0"/>
                </a:cubicBezTo>
                <a:cubicBezTo>
                  <a:pt x="14220" y="0"/>
                  <a:pt x="13131" y="450"/>
                  <a:pt x="12335" y="1266"/>
                </a:cubicBezTo>
                <a:lnTo>
                  <a:pt x="9138" y="4577"/>
                </a:lnTo>
                <a:cubicBezTo>
                  <a:pt x="9129" y="4585"/>
                  <a:pt x="9118" y="4592"/>
                  <a:pt x="9108" y="4602"/>
                </a:cubicBezTo>
                <a:cubicBezTo>
                  <a:pt x="9103" y="4608"/>
                  <a:pt x="9100" y="4614"/>
                  <a:pt x="9095" y="4620"/>
                </a:cubicBezTo>
                <a:lnTo>
                  <a:pt x="9096" y="4621"/>
                </a:lnTo>
                <a:lnTo>
                  <a:pt x="2310" y="11647"/>
                </a:lnTo>
                <a:cubicBezTo>
                  <a:pt x="1998" y="11966"/>
                  <a:pt x="1771" y="12364"/>
                  <a:pt x="1645" y="12797"/>
                </a:cubicBezTo>
                <a:lnTo>
                  <a:pt x="102" y="18541"/>
                </a:lnTo>
                <a:cubicBezTo>
                  <a:pt x="100" y="18557"/>
                  <a:pt x="0" y="19008"/>
                  <a:pt x="0" y="19237"/>
                </a:cubicBezTo>
                <a:cubicBezTo>
                  <a:pt x="0" y="20541"/>
                  <a:pt x="1030" y="21599"/>
                  <a:pt x="2302" y="21599"/>
                </a:cubicBezTo>
                <a:cubicBezTo>
                  <a:pt x="2554" y="21599"/>
                  <a:pt x="3044" y="21475"/>
                  <a:pt x="3062" y="21473"/>
                </a:cubicBezTo>
                <a:lnTo>
                  <a:pt x="8630" y="19969"/>
                </a:lnTo>
                <a:cubicBezTo>
                  <a:pt x="9054" y="19839"/>
                  <a:pt x="9439" y="19604"/>
                  <a:pt x="9750" y="19283"/>
                </a:cubicBezTo>
                <a:lnTo>
                  <a:pt x="19776" y="8899"/>
                </a:lnTo>
                <a:cubicBezTo>
                  <a:pt x="21600" y="7023"/>
                  <a:pt x="21394" y="3881"/>
                  <a:pt x="19308" y="1741"/>
                </a:cubicBezTo>
              </a:path>
            </a:pathLst>
          </a:custGeom>
          <a:solidFill>
            <a:schemeClr val="bg1"/>
          </a:solid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nvGrpSpPr>
          <p:cNvPr id="67" name="组合 66"/>
          <p:cNvGrpSpPr/>
          <p:nvPr/>
        </p:nvGrpSpPr>
        <p:grpSpPr>
          <a:xfrm>
            <a:off x="1752675" y="2676901"/>
            <a:ext cx="402956" cy="402956"/>
            <a:chOff x="2473104" y="2145028"/>
            <a:chExt cx="359165" cy="359165"/>
          </a:xfrm>
          <a:solidFill>
            <a:schemeClr val="bg1"/>
          </a:solidFill>
        </p:grpSpPr>
        <p:sp>
          <p:nvSpPr>
            <p:cNvPr id="68" name="AutoShape 126"/>
            <p:cNvSpPr/>
            <p:nvPr/>
          </p:nvSpPr>
          <p:spPr bwMode="auto">
            <a:xfrm>
              <a:off x="2473104" y="2145028"/>
              <a:ext cx="359165"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3499" y="14850"/>
                  </a:moveTo>
                  <a:cubicBezTo>
                    <a:pt x="9772" y="14850"/>
                    <a:pt x="6749" y="11827"/>
                    <a:pt x="6749" y="8100"/>
                  </a:cubicBezTo>
                  <a:cubicBezTo>
                    <a:pt x="6749" y="4372"/>
                    <a:pt x="9772" y="1350"/>
                    <a:pt x="13499" y="1350"/>
                  </a:cubicBezTo>
                  <a:cubicBezTo>
                    <a:pt x="17227" y="1350"/>
                    <a:pt x="20249" y="4372"/>
                    <a:pt x="20249" y="8100"/>
                  </a:cubicBezTo>
                  <a:cubicBezTo>
                    <a:pt x="20249" y="11827"/>
                    <a:pt x="17227" y="14850"/>
                    <a:pt x="13499" y="14850"/>
                  </a:cubicBezTo>
                  <a:moveTo>
                    <a:pt x="3236" y="20042"/>
                  </a:moveTo>
                  <a:cubicBezTo>
                    <a:pt x="3019" y="20266"/>
                    <a:pt x="2718" y="20408"/>
                    <a:pt x="2382" y="20408"/>
                  </a:cubicBezTo>
                  <a:cubicBezTo>
                    <a:pt x="1724" y="20408"/>
                    <a:pt x="1191" y="19875"/>
                    <a:pt x="1191" y="19218"/>
                  </a:cubicBezTo>
                  <a:cubicBezTo>
                    <a:pt x="1191" y="18881"/>
                    <a:pt x="1332" y="18580"/>
                    <a:pt x="1557" y="18363"/>
                  </a:cubicBezTo>
                  <a:lnTo>
                    <a:pt x="1551" y="18358"/>
                  </a:lnTo>
                  <a:lnTo>
                    <a:pt x="6996" y="12913"/>
                  </a:lnTo>
                  <a:cubicBezTo>
                    <a:pt x="7472" y="13555"/>
                    <a:pt x="8039" y="14122"/>
                    <a:pt x="8680" y="14599"/>
                  </a:cubicBezTo>
                  <a:cubicBezTo>
                    <a:pt x="8680" y="14599"/>
                    <a:pt x="3236" y="20042"/>
                    <a:pt x="3236" y="20042"/>
                  </a:cubicBezTo>
                  <a:close/>
                  <a:moveTo>
                    <a:pt x="13499" y="0"/>
                  </a:moveTo>
                  <a:cubicBezTo>
                    <a:pt x="9026" y="0"/>
                    <a:pt x="5399" y="3626"/>
                    <a:pt x="5399" y="8100"/>
                  </a:cubicBezTo>
                  <a:cubicBezTo>
                    <a:pt x="5399" y="9467"/>
                    <a:pt x="5742" y="10754"/>
                    <a:pt x="6341" y="11884"/>
                  </a:cubicBezTo>
                  <a:lnTo>
                    <a:pt x="709" y="17515"/>
                  </a:lnTo>
                  <a:lnTo>
                    <a:pt x="713" y="17520"/>
                  </a:lnTo>
                  <a:cubicBezTo>
                    <a:pt x="274" y="17953"/>
                    <a:pt x="0" y="18552"/>
                    <a:pt x="0" y="19218"/>
                  </a:cubicBezTo>
                  <a:cubicBezTo>
                    <a:pt x="0" y="20533"/>
                    <a:pt x="1066" y="21599"/>
                    <a:pt x="2382" y="21599"/>
                  </a:cubicBezTo>
                  <a:cubicBezTo>
                    <a:pt x="3047" y="21599"/>
                    <a:pt x="3647" y="21326"/>
                    <a:pt x="4079" y="20885"/>
                  </a:cubicBezTo>
                  <a:lnTo>
                    <a:pt x="4078" y="20884"/>
                  </a:lnTo>
                  <a:lnTo>
                    <a:pt x="9708" y="15255"/>
                  </a:lnTo>
                  <a:cubicBezTo>
                    <a:pt x="10839" y="15856"/>
                    <a:pt x="12128" y="16200"/>
                    <a:pt x="13499" y="16200"/>
                  </a:cubicBezTo>
                  <a:cubicBezTo>
                    <a:pt x="17973" y="16200"/>
                    <a:pt x="21600" y="12573"/>
                    <a:pt x="21600" y="8100"/>
                  </a:cubicBezTo>
                  <a:cubicBezTo>
                    <a:pt x="21600" y="3626"/>
                    <a:pt x="17973" y="0"/>
                    <a:pt x="13499"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69" name="AutoShape 127"/>
            <p:cNvSpPr/>
            <p:nvPr/>
          </p:nvSpPr>
          <p:spPr bwMode="auto">
            <a:xfrm>
              <a:off x="2618611" y="2200897"/>
              <a:ext cx="84727" cy="84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160" y="0"/>
                  </a:moveTo>
                  <a:cubicBezTo>
                    <a:pt x="9025" y="0"/>
                    <a:pt x="0" y="9025"/>
                    <a:pt x="0" y="20160"/>
                  </a:cubicBezTo>
                  <a:cubicBezTo>
                    <a:pt x="0" y="20954"/>
                    <a:pt x="644" y="21600"/>
                    <a:pt x="1440" y="21600"/>
                  </a:cubicBezTo>
                  <a:cubicBezTo>
                    <a:pt x="2235" y="21600"/>
                    <a:pt x="2880" y="20954"/>
                    <a:pt x="2880" y="20160"/>
                  </a:cubicBezTo>
                  <a:cubicBezTo>
                    <a:pt x="2880" y="10618"/>
                    <a:pt x="10617" y="2880"/>
                    <a:pt x="20160" y="2880"/>
                  </a:cubicBezTo>
                  <a:cubicBezTo>
                    <a:pt x="20955" y="2880"/>
                    <a:pt x="21599" y="2234"/>
                    <a:pt x="21599" y="1440"/>
                  </a:cubicBezTo>
                  <a:cubicBezTo>
                    <a:pt x="21599" y="645"/>
                    <a:pt x="20955" y="0"/>
                    <a:pt x="20160"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sp>
        <p:nvSpPr>
          <p:cNvPr id="39" name="Oval 8"/>
          <p:cNvSpPr>
            <a:spLocks noChangeArrowheads="1"/>
          </p:cNvSpPr>
          <p:nvPr/>
        </p:nvSpPr>
        <p:spPr bwMode="auto">
          <a:xfrm>
            <a:off x="980563" y="2942346"/>
            <a:ext cx="154018" cy="154066"/>
          </a:xfrm>
          <a:prstGeom prst="ellipse">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lt1"/>
              </a:solidFill>
            </a:endParaRPr>
          </a:p>
        </p:txBody>
      </p:sp>
      <p:sp>
        <p:nvSpPr>
          <p:cNvPr id="46" name="Oval 8"/>
          <p:cNvSpPr>
            <a:spLocks noChangeArrowheads="1"/>
          </p:cNvSpPr>
          <p:nvPr/>
        </p:nvSpPr>
        <p:spPr bwMode="auto">
          <a:xfrm>
            <a:off x="8268672" y="2505929"/>
            <a:ext cx="154018" cy="154066"/>
          </a:xfrm>
          <a:prstGeom prst="ellipse">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lt1"/>
              </a:solidFill>
            </a:endParaRPr>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rot="5400000">
            <a:off x="3285066" y="-715433"/>
            <a:ext cx="2573867" cy="9144000"/>
          </a:xfrm>
          <a:prstGeom prst="rect">
            <a:avLst/>
          </a:prstGeom>
          <a:solidFill>
            <a:srgbClr val="AE0D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268503" y="749128"/>
            <a:ext cx="8587946" cy="3645244"/>
          </a:xfrm>
          <a:prstGeom prst="rect">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5"/>
          <p:cNvSpPr txBox="1">
            <a:spLocks noChangeArrowheads="1"/>
          </p:cNvSpPr>
          <p:nvPr/>
        </p:nvSpPr>
        <p:spPr bwMode="auto">
          <a:xfrm>
            <a:off x="2402175" y="1888069"/>
            <a:ext cx="43396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3600" b="1">
                <a:solidFill>
                  <a:schemeClr val="accent1"/>
                </a:solidFill>
                <a:latin typeface="+mj-ea"/>
                <a:ea typeface="+mj-ea"/>
              </a:rPr>
              <a:t>研究成果展示及应用</a:t>
            </a:r>
          </a:p>
        </p:txBody>
      </p:sp>
      <p:sp>
        <p:nvSpPr>
          <p:cNvPr id="21" name="文本框 6"/>
          <p:cNvSpPr txBox="1">
            <a:spLocks noChangeArrowheads="1"/>
          </p:cNvSpPr>
          <p:nvPr/>
        </p:nvSpPr>
        <p:spPr bwMode="auto">
          <a:xfrm>
            <a:off x="2688023" y="2503133"/>
            <a:ext cx="376795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en-US" altLang="zh-CN" sz="1200" spc="300">
                <a:solidFill>
                  <a:schemeClr val="accent1"/>
                </a:solidFill>
                <a:latin typeface="方正准圆简体" panose="03000509000000000000" pitchFamily="65" charset="-122"/>
                <a:ea typeface="方正准圆简体" panose="03000509000000000000" pitchFamily="65" charset="-122"/>
              </a:rPr>
              <a:t>Research methods and processes</a:t>
            </a:r>
          </a:p>
        </p:txBody>
      </p:sp>
      <p:sp>
        <p:nvSpPr>
          <p:cNvPr id="22" name="矩形 21"/>
          <p:cNvSpPr/>
          <p:nvPr/>
        </p:nvSpPr>
        <p:spPr>
          <a:xfrm>
            <a:off x="2633102" y="2811902"/>
            <a:ext cx="3877797" cy="552011"/>
          </a:xfrm>
          <a:prstGeom prst="rect">
            <a:avLst/>
          </a:prstGeom>
        </p:spPr>
        <p:txBody>
          <a:bodyPr wrap="square">
            <a:spAutoFit/>
          </a:bodyPr>
          <a:lstStyle/>
          <a:p>
            <a:pPr marL="0" marR="0" lvl="0" indent="0" algn="ctr" defTabSz="914400" eaLnBrk="1" fontAlgn="auto" latinLnBrk="0" hangingPunct="1">
              <a:lnSpc>
                <a:spcPct val="150000"/>
              </a:lnSpc>
              <a:spcBef>
                <a:spcPts val="0"/>
              </a:spcBef>
              <a:spcAft>
                <a:spcPts val="0"/>
              </a:spcAft>
              <a:buClrTx/>
              <a:buSzTx/>
              <a:buFontTx/>
              <a:buNone/>
              <a:defRPr/>
            </a:pPr>
            <a:r>
              <a:rPr kumimoji="0" lang="en-US" altLang="zh-CN" sz="1050" b="0" i="0" u="none" strike="noStrike" kern="0" cap="none" spc="0" normalizeH="0" baseline="0" noProof="0" dirty="0">
                <a:ln>
                  <a:noFill/>
                </a:ln>
                <a:solidFill>
                  <a:schemeClr val="tx1">
                    <a:lumMod val="85000"/>
                    <a:lumOff val="15000"/>
                  </a:schemeClr>
                </a:solidFill>
                <a:effectLst/>
                <a:uLnTx/>
                <a:uFillTx/>
                <a:cs typeface="Arial" panose="020B0604020202020204" pitchFamily="34" charset="0"/>
              </a:rPr>
              <a:t>Lorem ipsum dolor sit </a:t>
            </a:r>
            <a:r>
              <a:rPr kumimoji="0" lang="en-US" altLang="zh-CN" sz="1050" b="0" i="0" u="none" strike="noStrike" kern="0" cap="none" spc="0" normalizeH="0" baseline="0" noProof="0" dirty="0" err="1">
                <a:ln>
                  <a:noFill/>
                </a:ln>
                <a:solidFill>
                  <a:schemeClr val="tx1">
                    <a:lumMod val="85000"/>
                    <a:lumOff val="15000"/>
                  </a:schemeClr>
                </a:solidFill>
                <a:effectLst/>
                <a:uLnTx/>
                <a:uFillTx/>
                <a:cs typeface="Arial" panose="020B0604020202020204" pitchFamily="34" charset="0"/>
              </a:rPr>
              <a:t>amet</a:t>
            </a:r>
            <a:r>
              <a:rPr kumimoji="0" lang="en-US" altLang="zh-CN" sz="1050" b="0" i="0" u="none" strike="noStrike" kern="0" cap="none" spc="0" normalizeH="0" baseline="0" noProof="0">
                <a:ln>
                  <a:noFill/>
                </a:ln>
                <a:solidFill>
                  <a:schemeClr val="tx1">
                    <a:lumMod val="85000"/>
                    <a:lumOff val="15000"/>
                  </a:schemeClr>
                </a:solidFill>
                <a:effectLst/>
                <a:uLnTx/>
                <a:uFillTx/>
                <a:cs typeface="Arial" panose="020B0604020202020204" pitchFamily="34" charset="0"/>
              </a:rPr>
              <a:t>, consectetuer adipiscing elit. Aenean commodo ligula eget dolor</a:t>
            </a:r>
            <a:endParaRPr kumimoji="0" lang="zh-CN" altLang="en-US" sz="1400" b="0" i="0" u="none" strike="noStrike" kern="0" cap="none" spc="0" normalizeH="0" baseline="0" noProof="0">
              <a:ln>
                <a:noFill/>
              </a:ln>
              <a:solidFill>
                <a:schemeClr val="tx1">
                  <a:lumMod val="85000"/>
                  <a:lumOff val="15000"/>
                </a:schemeClr>
              </a:solidFill>
              <a:effectLst/>
              <a:uLnTx/>
              <a:uFillTx/>
            </a:endParaRPr>
          </a:p>
        </p:txBody>
      </p:sp>
      <p:cxnSp>
        <p:nvCxnSpPr>
          <p:cNvPr id="23" name="直接连接符 22"/>
          <p:cNvCxnSpPr/>
          <p:nvPr/>
        </p:nvCxnSpPr>
        <p:spPr>
          <a:xfrm>
            <a:off x="4463537" y="2819169"/>
            <a:ext cx="216927" cy="0"/>
          </a:xfrm>
          <a:prstGeom prst="line">
            <a:avLst/>
          </a:prstGeom>
          <a:ln w="19050">
            <a:solidFill>
              <a:srgbClr val="AE0D1D"/>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a:extLst>
              <a:ext uri="{FF2B5EF4-FFF2-40B4-BE49-F238E27FC236}">
                <a16:creationId xmlns:a16="http://schemas.microsoft.com/office/drawing/2014/main" id="{19F451F1-7C1E-5CB4-F105-EBC354ED25B2}"/>
              </a:ext>
            </a:extLst>
          </p:cNvPr>
          <p:cNvSpPr/>
          <p:nvPr/>
        </p:nvSpPr>
        <p:spPr>
          <a:xfrm>
            <a:off x="0" y="3168309"/>
            <a:ext cx="2987040" cy="1539875"/>
          </a:xfrm>
          <a:prstGeom prst="rect">
            <a:avLst/>
          </a:prstGeom>
          <a:solidFill>
            <a:srgbClr val="AE0D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a:extLst>
              <a:ext uri="{FF2B5EF4-FFF2-40B4-BE49-F238E27FC236}">
                <a16:creationId xmlns:a16="http://schemas.microsoft.com/office/drawing/2014/main" id="{9679CA93-DF85-DE49-BE7F-EF0CA8CB585C}"/>
              </a:ext>
            </a:extLst>
          </p:cNvPr>
          <p:cNvSpPr/>
          <p:nvPr/>
        </p:nvSpPr>
        <p:spPr>
          <a:xfrm>
            <a:off x="3078480" y="3168310"/>
            <a:ext cx="2987040" cy="1539875"/>
          </a:xfrm>
          <a:prstGeom prst="rect">
            <a:avLst/>
          </a:prstGeom>
          <a:solidFill>
            <a:srgbClr val="AE0D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a:extLst>
              <a:ext uri="{FF2B5EF4-FFF2-40B4-BE49-F238E27FC236}">
                <a16:creationId xmlns:a16="http://schemas.microsoft.com/office/drawing/2014/main" id="{02E36062-825E-E217-E965-CEEAB1A91B57}"/>
              </a:ext>
            </a:extLst>
          </p:cNvPr>
          <p:cNvSpPr/>
          <p:nvPr/>
        </p:nvSpPr>
        <p:spPr>
          <a:xfrm>
            <a:off x="6156959" y="3168309"/>
            <a:ext cx="2987040" cy="1539875"/>
          </a:xfrm>
          <a:prstGeom prst="rect">
            <a:avLst/>
          </a:prstGeom>
          <a:solidFill>
            <a:srgbClr val="AE0D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文本框 5"/>
          <p:cNvSpPr txBox="1">
            <a:spLocks noChangeArrowheads="1"/>
          </p:cNvSpPr>
          <p:nvPr/>
        </p:nvSpPr>
        <p:spPr bwMode="auto">
          <a:xfrm>
            <a:off x="2863841" y="87313"/>
            <a:ext cx="341632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2800" b="1">
                <a:solidFill>
                  <a:schemeClr val="tx1">
                    <a:lumMod val="85000"/>
                    <a:lumOff val="15000"/>
                  </a:schemeClr>
                </a:solidFill>
                <a:latin typeface="+mj-ea"/>
                <a:ea typeface="+mj-ea"/>
              </a:rPr>
              <a:t>研究成果展示及应用</a:t>
            </a:r>
          </a:p>
        </p:txBody>
      </p:sp>
      <p:sp>
        <p:nvSpPr>
          <p:cNvPr id="74" name="文本框 6"/>
          <p:cNvSpPr txBox="1">
            <a:spLocks noChangeArrowheads="1"/>
          </p:cNvSpPr>
          <p:nvPr/>
        </p:nvSpPr>
        <p:spPr bwMode="auto">
          <a:xfrm>
            <a:off x="3455860" y="532859"/>
            <a:ext cx="223227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en-US" altLang="zh-CN" sz="1200">
                <a:solidFill>
                  <a:schemeClr val="tx1">
                    <a:lumMod val="85000"/>
                    <a:lumOff val="15000"/>
                  </a:schemeClr>
                </a:solidFill>
                <a:ea typeface="方正兰亭黑_GBK"/>
              </a:rPr>
              <a:t>Research methods and processes</a:t>
            </a:r>
          </a:p>
        </p:txBody>
      </p:sp>
      <p:cxnSp>
        <p:nvCxnSpPr>
          <p:cNvPr id="75" name="直接连接符 74"/>
          <p:cNvCxnSpPr/>
          <p:nvPr/>
        </p:nvCxnSpPr>
        <p:spPr>
          <a:xfrm>
            <a:off x="4433191" y="838402"/>
            <a:ext cx="277619" cy="0"/>
          </a:xfrm>
          <a:prstGeom prst="line">
            <a:avLst/>
          </a:prstGeom>
          <a:ln w="19050">
            <a:solidFill>
              <a:srgbClr val="AE0D1D"/>
            </a:solidFill>
          </a:ln>
        </p:spPr>
        <p:style>
          <a:lnRef idx="1">
            <a:schemeClr val="accent1"/>
          </a:lnRef>
          <a:fillRef idx="0">
            <a:schemeClr val="accent1"/>
          </a:fillRef>
          <a:effectRef idx="0">
            <a:schemeClr val="accent1"/>
          </a:effectRef>
          <a:fontRef idx="minor">
            <a:schemeClr val="tx1"/>
          </a:fontRef>
        </p:style>
      </p:cxnSp>
      <p:pic>
        <p:nvPicPr>
          <p:cNvPr id="6" name="图片占位符 5"/>
          <p:cNvPicPr>
            <a:picLocks noGrp="1" noChangeAspect="1"/>
          </p:cNvPicPr>
          <p:nvPr>
            <p:ph type="pic" sz="quarter" idx="14"/>
          </p:nvPr>
        </p:nvPicPr>
        <p:blipFill>
          <a:blip r:embed="rId3" cstate="print">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rcRect t="8595" b="8595"/>
          <a:stretch>
            <a:fillRect/>
          </a:stretch>
        </p:blipFill>
        <p:spPr/>
      </p:pic>
      <p:pic>
        <p:nvPicPr>
          <p:cNvPr id="8" name="图片占位符 7"/>
          <p:cNvPicPr>
            <a:picLocks noGrp="1" noChangeAspect="1"/>
          </p:cNvPicPr>
          <p:nvPr>
            <p:ph type="pic" sz="quarter" idx="15"/>
          </p:nvPr>
        </p:nvPicPr>
        <p:blipFill>
          <a:blip r:embed="rId5" cstate="print">
            <a:extLst>
              <a:ext uri="{28A0092B-C50C-407E-A947-70E740481C1C}">
                <a14:useLocalDpi xmlns:a14="http://schemas.microsoft.com/office/drawing/2010/main" val="0"/>
              </a:ext>
            </a:extLst>
          </a:blip>
          <a:srcRect t="8595" b="8595"/>
          <a:stretch>
            <a:fillRect/>
          </a:stretch>
        </p:blipFill>
        <p:spPr/>
      </p:pic>
      <p:pic>
        <p:nvPicPr>
          <p:cNvPr id="10" name="图片占位符 9"/>
          <p:cNvPicPr>
            <a:picLocks noGrp="1" noChangeAspect="1"/>
          </p:cNvPicPr>
          <p:nvPr>
            <p:ph type="pic" sz="quarter" idx="16"/>
          </p:nvPr>
        </p:nvPicPr>
        <p:blipFill>
          <a:blip r:embed="rId6" cstate="print">
            <a:extLst>
              <a:ext uri="{BEBA8EAE-BF5A-486C-A8C5-ECC9F3942E4B}">
                <a14:imgProps xmlns:a14="http://schemas.microsoft.com/office/drawing/2010/main">
                  <a14:imgLayer r:embed="rId7">
                    <a14:imgEffect>
                      <a14:saturation sat="0"/>
                    </a14:imgEffect>
                  </a14:imgLayer>
                </a14:imgProps>
              </a:ext>
              <a:ext uri="{28A0092B-C50C-407E-A947-70E740481C1C}">
                <a14:useLocalDpi xmlns:a14="http://schemas.microsoft.com/office/drawing/2010/main" val="0"/>
              </a:ext>
            </a:extLst>
          </a:blip>
          <a:srcRect t="8595" b="8595"/>
          <a:stretch>
            <a:fillRect/>
          </a:stretch>
        </p:blipFill>
        <p:spPr/>
      </p:pic>
      <p:sp>
        <p:nvSpPr>
          <p:cNvPr id="70" name="矩形 69"/>
          <p:cNvSpPr/>
          <p:nvPr/>
        </p:nvSpPr>
        <p:spPr>
          <a:xfrm>
            <a:off x="266847" y="3831574"/>
            <a:ext cx="2282745" cy="632481"/>
          </a:xfrm>
          <a:prstGeom prst="rect">
            <a:avLst/>
          </a:prstGeom>
        </p:spPr>
        <p:txBody>
          <a:bodyPr wrap="square">
            <a:spAutoFit/>
          </a:bodyPr>
          <a:lstStyle/>
          <a:p>
            <a:pPr algn="ctr">
              <a:lnSpc>
                <a:spcPct val="130000"/>
              </a:lnSpc>
              <a:spcBef>
                <a:spcPts val="600"/>
              </a:spcBef>
            </a:pPr>
            <a:r>
              <a:rPr lang="en-US" altLang="zh-CN" sz="900">
                <a:solidFill>
                  <a:schemeClr val="bg1"/>
                </a:solidFill>
              </a:rPr>
              <a:t>Lorem ipsum dolor sit amet, consectetuer adipiscing elit. Aenean commodo ligula eget dolor. </a:t>
            </a:r>
          </a:p>
        </p:txBody>
      </p:sp>
      <p:cxnSp>
        <p:nvCxnSpPr>
          <p:cNvPr id="71" name="直接连接符 70"/>
          <p:cNvCxnSpPr/>
          <p:nvPr/>
        </p:nvCxnSpPr>
        <p:spPr>
          <a:xfrm>
            <a:off x="1321499" y="3818716"/>
            <a:ext cx="17344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72" name="矩形 71"/>
          <p:cNvSpPr/>
          <p:nvPr/>
        </p:nvSpPr>
        <p:spPr>
          <a:xfrm>
            <a:off x="844931" y="3462242"/>
            <a:ext cx="1126577" cy="369332"/>
          </a:xfrm>
          <a:prstGeom prst="rect">
            <a:avLst/>
          </a:prstGeom>
        </p:spPr>
        <p:txBody>
          <a:bodyPr wrap="square">
            <a:spAutoFit/>
          </a:bodyPr>
          <a:lstStyle/>
          <a:p>
            <a:pPr algn="ctr"/>
            <a:r>
              <a:rPr lang="zh-CN" altLang="en-US" sz="1800">
                <a:solidFill>
                  <a:schemeClr val="bg1"/>
                </a:solidFill>
                <a:latin typeface="+mj-ea"/>
                <a:ea typeface="+mj-ea"/>
              </a:rPr>
              <a:t>研究成果</a:t>
            </a:r>
          </a:p>
        </p:txBody>
      </p:sp>
      <p:sp>
        <p:nvSpPr>
          <p:cNvPr id="76" name="矩形 75"/>
          <p:cNvSpPr/>
          <p:nvPr/>
        </p:nvSpPr>
        <p:spPr>
          <a:xfrm>
            <a:off x="3455860" y="3831574"/>
            <a:ext cx="2282745" cy="632481"/>
          </a:xfrm>
          <a:prstGeom prst="rect">
            <a:avLst/>
          </a:prstGeom>
        </p:spPr>
        <p:txBody>
          <a:bodyPr wrap="square">
            <a:spAutoFit/>
          </a:bodyPr>
          <a:lstStyle/>
          <a:p>
            <a:pPr algn="ctr">
              <a:lnSpc>
                <a:spcPct val="130000"/>
              </a:lnSpc>
              <a:spcBef>
                <a:spcPts val="600"/>
              </a:spcBef>
            </a:pPr>
            <a:r>
              <a:rPr lang="en-US" altLang="zh-CN" sz="900">
                <a:solidFill>
                  <a:schemeClr val="bg1"/>
                </a:solidFill>
              </a:rPr>
              <a:t>Lorem ipsum dolor sit amet, consectetuer adipiscing elit. Aenean commodo ligula eget dolor. </a:t>
            </a:r>
          </a:p>
        </p:txBody>
      </p:sp>
      <p:cxnSp>
        <p:nvCxnSpPr>
          <p:cNvPr id="77" name="直接连接符 76"/>
          <p:cNvCxnSpPr/>
          <p:nvPr/>
        </p:nvCxnSpPr>
        <p:spPr>
          <a:xfrm>
            <a:off x="4510512" y="3818716"/>
            <a:ext cx="17344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78" name="矩形 77"/>
          <p:cNvSpPr/>
          <p:nvPr/>
        </p:nvSpPr>
        <p:spPr>
          <a:xfrm>
            <a:off x="4033944" y="3462242"/>
            <a:ext cx="1126577" cy="369332"/>
          </a:xfrm>
          <a:prstGeom prst="rect">
            <a:avLst/>
          </a:prstGeom>
        </p:spPr>
        <p:txBody>
          <a:bodyPr wrap="square">
            <a:spAutoFit/>
          </a:bodyPr>
          <a:lstStyle/>
          <a:p>
            <a:pPr algn="ctr"/>
            <a:r>
              <a:rPr lang="zh-CN" altLang="en-US" sz="1800">
                <a:solidFill>
                  <a:schemeClr val="bg1"/>
                </a:solidFill>
                <a:latin typeface="+mj-ea"/>
                <a:ea typeface="+mj-ea"/>
              </a:rPr>
              <a:t>研究成果</a:t>
            </a:r>
          </a:p>
        </p:txBody>
      </p:sp>
      <p:sp>
        <p:nvSpPr>
          <p:cNvPr id="79" name="矩形 78"/>
          <p:cNvSpPr/>
          <p:nvPr/>
        </p:nvSpPr>
        <p:spPr>
          <a:xfrm>
            <a:off x="6503860" y="3831574"/>
            <a:ext cx="2282745" cy="632481"/>
          </a:xfrm>
          <a:prstGeom prst="rect">
            <a:avLst/>
          </a:prstGeom>
        </p:spPr>
        <p:txBody>
          <a:bodyPr wrap="square">
            <a:spAutoFit/>
          </a:bodyPr>
          <a:lstStyle/>
          <a:p>
            <a:pPr algn="ctr">
              <a:lnSpc>
                <a:spcPct val="130000"/>
              </a:lnSpc>
              <a:spcBef>
                <a:spcPts val="600"/>
              </a:spcBef>
            </a:pPr>
            <a:r>
              <a:rPr lang="en-US" altLang="zh-CN" sz="900">
                <a:solidFill>
                  <a:schemeClr val="bg1"/>
                </a:solidFill>
              </a:rPr>
              <a:t>Lorem ipsum dolor sit amet, consectetuer adipiscing elit. Aenean commodo ligula eget dolor. </a:t>
            </a:r>
          </a:p>
        </p:txBody>
      </p:sp>
      <p:cxnSp>
        <p:nvCxnSpPr>
          <p:cNvPr id="80" name="直接连接符 79"/>
          <p:cNvCxnSpPr/>
          <p:nvPr/>
        </p:nvCxnSpPr>
        <p:spPr>
          <a:xfrm>
            <a:off x="7558512" y="3818716"/>
            <a:ext cx="17344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81" name="矩形 80"/>
          <p:cNvSpPr/>
          <p:nvPr/>
        </p:nvSpPr>
        <p:spPr>
          <a:xfrm>
            <a:off x="7081944" y="3462242"/>
            <a:ext cx="1126577" cy="369332"/>
          </a:xfrm>
          <a:prstGeom prst="rect">
            <a:avLst/>
          </a:prstGeom>
        </p:spPr>
        <p:txBody>
          <a:bodyPr wrap="square">
            <a:spAutoFit/>
          </a:bodyPr>
          <a:lstStyle/>
          <a:p>
            <a:pPr algn="ctr"/>
            <a:r>
              <a:rPr lang="zh-CN" altLang="en-US" sz="1800">
                <a:solidFill>
                  <a:schemeClr val="bg1"/>
                </a:solidFill>
                <a:latin typeface="+mj-ea"/>
                <a:ea typeface="+mj-ea"/>
              </a:rPr>
              <a:t>研究成果</a:t>
            </a:r>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文本框 5"/>
          <p:cNvSpPr txBox="1">
            <a:spLocks noChangeArrowheads="1"/>
          </p:cNvSpPr>
          <p:nvPr/>
        </p:nvSpPr>
        <p:spPr bwMode="auto">
          <a:xfrm>
            <a:off x="2863841" y="87313"/>
            <a:ext cx="341632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2800" b="1">
                <a:solidFill>
                  <a:schemeClr val="tx1">
                    <a:lumMod val="85000"/>
                    <a:lumOff val="15000"/>
                  </a:schemeClr>
                </a:solidFill>
                <a:latin typeface="+mj-ea"/>
                <a:ea typeface="+mj-ea"/>
              </a:rPr>
              <a:t>研究成果展示及应用</a:t>
            </a:r>
          </a:p>
        </p:txBody>
      </p:sp>
      <p:sp>
        <p:nvSpPr>
          <p:cNvPr id="74" name="文本框 6"/>
          <p:cNvSpPr txBox="1">
            <a:spLocks noChangeArrowheads="1"/>
          </p:cNvSpPr>
          <p:nvPr/>
        </p:nvSpPr>
        <p:spPr bwMode="auto">
          <a:xfrm>
            <a:off x="3455860" y="532859"/>
            <a:ext cx="223227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en-US" altLang="zh-CN" sz="1200">
                <a:solidFill>
                  <a:schemeClr val="tx1">
                    <a:lumMod val="85000"/>
                    <a:lumOff val="15000"/>
                  </a:schemeClr>
                </a:solidFill>
                <a:ea typeface="方正兰亭黑_GBK"/>
              </a:rPr>
              <a:t>Research methods and processes</a:t>
            </a:r>
          </a:p>
        </p:txBody>
      </p:sp>
      <p:cxnSp>
        <p:nvCxnSpPr>
          <p:cNvPr id="75" name="直接连接符 74"/>
          <p:cNvCxnSpPr/>
          <p:nvPr/>
        </p:nvCxnSpPr>
        <p:spPr>
          <a:xfrm>
            <a:off x="4433191" y="838402"/>
            <a:ext cx="277619" cy="0"/>
          </a:xfrm>
          <a:prstGeom prst="line">
            <a:avLst/>
          </a:prstGeom>
          <a:ln w="19050">
            <a:solidFill>
              <a:srgbClr val="AE0D1D"/>
            </a:solidFill>
          </a:ln>
        </p:spPr>
        <p:style>
          <a:lnRef idx="1">
            <a:schemeClr val="accent1"/>
          </a:lnRef>
          <a:fillRef idx="0">
            <a:schemeClr val="accent1"/>
          </a:fillRef>
          <a:effectRef idx="0">
            <a:schemeClr val="accent1"/>
          </a:effectRef>
          <a:fontRef idx="minor">
            <a:schemeClr val="tx1"/>
          </a:fontRef>
        </p:style>
      </p:cxnSp>
      <p:sp>
        <p:nvSpPr>
          <p:cNvPr id="11" name="椭圆 10"/>
          <p:cNvSpPr/>
          <p:nvPr/>
        </p:nvSpPr>
        <p:spPr>
          <a:xfrm>
            <a:off x="3081106" y="1465518"/>
            <a:ext cx="2981788" cy="2981788"/>
          </a:xfrm>
          <a:prstGeom prst="ellipse">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2" name="椭圆 11"/>
          <p:cNvSpPr/>
          <p:nvPr/>
        </p:nvSpPr>
        <p:spPr>
          <a:xfrm>
            <a:off x="3076344" y="1872545"/>
            <a:ext cx="523219" cy="523219"/>
          </a:xfrm>
          <a:prstGeom prst="ellipse">
            <a:avLst/>
          </a:prstGeom>
          <a:solidFill>
            <a:srgbClr val="AE0D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椭圆 81"/>
          <p:cNvSpPr/>
          <p:nvPr/>
        </p:nvSpPr>
        <p:spPr>
          <a:xfrm>
            <a:off x="5544439" y="1872545"/>
            <a:ext cx="523219" cy="523219"/>
          </a:xfrm>
          <a:prstGeom prst="ellipse">
            <a:avLst/>
          </a:prstGeom>
          <a:solidFill>
            <a:srgbClr val="AE0D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椭圆 82"/>
          <p:cNvSpPr/>
          <p:nvPr/>
        </p:nvSpPr>
        <p:spPr>
          <a:xfrm>
            <a:off x="5539675" y="3593016"/>
            <a:ext cx="523219" cy="523219"/>
          </a:xfrm>
          <a:prstGeom prst="ellipse">
            <a:avLst/>
          </a:prstGeom>
          <a:solidFill>
            <a:srgbClr val="AE0D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椭圆 83"/>
          <p:cNvSpPr/>
          <p:nvPr/>
        </p:nvSpPr>
        <p:spPr>
          <a:xfrm>
            <a:off x="3086428" y="3593015"/>
            <a:ext cx="523219" cy="523219"/>
          </a:xfrm>
          <a:prstGeom prst="ellipse">
            <a:avLst/>
          </a:prstGeom>
          <a:solidFill>
            <a:srgbClr val="AE0D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矩形 84"/>
          <p:cNvSpPr/>
          <p:nvPr/>
        </p:nvSpPr>
        <p:spPr>
          <a:xfrm>
            <a:off x="274629" y="1986036"/>
            <a:ext cx="2589212" cy="819455"/>
          </a:xfrm>
          <a:prstGeom prst="rect">
            <a:avLst/>
          </a:prstGeom>
        </p:spPr>
        <p:txBody>
          <a:bodyPr wrap="square">
            <a:spAutoFit/>
          </a:bodyPr>
          <a:lstStyle/>
          <a:p>
            <a:pPr algn="r">
              <a:lnSpc>
                <a:spcPct val="150000"/>
              </a:lnSpc>
            </a:pPr>
            <a:r>
              <a:rPr lang="en-US" altLang="zh-CN" sz="1050">
                <a:solidFill>
                  <a:schemeClr val="tx1">
                    <a:lumMod val="85000"/>
                    <a:lumOff val="15000"/>
                  </a:schemeClr>
                </a:solidFill>
              </a:rPr>
              <a:t>Lorem ipsum dolor sit amet, consectetur adipiscing elit. Donec luctus nibh sit amet sem</a:t>
            </a:r>
            <a:endParaRPr lang="zh-CN" altLang="en-US">
              <a:solidFill>
                <a:schemeClr val="tx1">
                  <a:lumMod val="85000"/>
                  <a:lumOff val="15000"/>
                </a:schemeClr>
              </a:solidFill>
            </a:endParaRPr>
          </a:p>
        </p:txBody>
      </p:sp>
      <p:sp>
        <p:nvSpPr>
          <p:cNvPr id="86" name="文本框 5"/>
          <p:cNvSpPr txBox="1">
            <a:spLocks noChangeArrowheads="1"/>
          </p:cNvSpPr>
          <p:nvPr/>
        </p:nvSpPr>
        <p:spPr bwMode="auto">
          <a:xfrm>
            <a:off x="1140291" y="1561024"/>
            <a:ext cx="17235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r" fontAlgn="base">
              <a:spcBef>
                <a:spcPct val="0"/>
              </a:spcBef>
              <a:spcAft>
                <a:spcPct val="0"/>
              </a:spcAft>
              <a:defRPr/>
            </a:pPr>
            <a:r>
              <a:rPr lang="zh-CN" altLang="en-US" sz="2000">
                <a:solidFill>
                  <a:srgbClr val="AE0D1D"/>
                </a:solidFill>
                <a:latin typeface="+mj-ea"/>
                <a:ea typeface="+mj-ea"/>
              </a:rPr>
              <a:t>研究成果应用</a:t>
            </a:r>
          </a:p>
        </p:txBody>
      </p:sp>
      <p:cxnSp>
        <p:nvCxnSpPr>
          <p:cNvPr id="87" name="直接连接符 86"/>
          <p:cNvCxnSpPr/>
          <p:nvPr/>
        </p:nvCxnSpPr>
        <p:spPr>
          <a:xfrm>
            <a:off x="2531659" y="1986036"/>
            <a:ext cx="220212" cy="0"/>
          </a:xfrm>
          <a:prstGeom prst="line">
            <a:avLst/>
          </a:prstGeom>
          <a:ln w="19050">
            <a:solidFill>
              <a:srgbClr val="AE0D1D"/>
            </a:solidFill>
          </a:ln>
        </p:spPr>
        <p:style>
          <a:lnRef idx="1">
            <a:schemeClr val="accent1"/>
          </a:lnRef>
          <a:fillRef idx="0">
            <a:schemeClr val="accent1"/>
          </a:fillRef>
          <a:effectRef idx="0">
            <a:schemeClr val="accent1"/>
          </a:effectRef>
          <a:fontRef idx="minor">
            <a:schemeClr val="tx1"/>
          </a:fontRef>
        </p:style>
      </p:cxnSp>
      <p:sp>
        <p:nvSpPr>
          <p:cNvPr id="88" name="矩形 87"/>
          <p:cNvSpPr/>
          <p:nvPr/>
        </p:nvSpPr>
        <p:spPr>
          <a:xfrm>
            <a:off x="274629" y="3712807"/>
            <a:ext cx="2589212" cy="819455"/>
          </a:xfrm>
          <a:prstGeom prst="rect">
            <a:avLst/>
          </a:prstGeom>
        </p:spPr>
        <p:txBody>
          <a:bodyPr wrap="square">
            <a:spAutoFit/>
          </a:bodyPr>
          <a:lstStyle/>
          <a:p>
            <a:pPr algn="r">
              <a:lnSpc>
                <a:spcPct val="150000"/>
              </a:lnSpc>
            </a:pPr>
            <a:r>
              <a:rPr lang="en-US" altLang="zh-CN" sz="1050">
                <a:solidFill>
                  <a:schemeClr val="tx1">
                    <a:lumMod val="85000"/>
                    <a:lumOff val="15000"/>
                  </a:schemeClr>
                </a:solidFill>
              </a:rPr>
              <a:t>Lorem ipsum dolor sit amet, consectetur adipiscing elit. Donec luctus nibh sit amet sem</a:t>
            </a:r>
            <a:endParaRPr lang="zh-CN" altLang="en-US">
              <a:solidFill>
                <a:schemeClr val="tx1">
                  <a:lumMod val="85000"/>
                  <a:lumOff val="15000"/>
                </a:schemeClr>
              </a:solidFill>
            </a:endParaRPr>
          </a:p>
        </p:txBody>
      </p:sp>
      <p:sp>
        <p:nvSpPr>
          <p:cNvPr id="89" name="文本框 5"/>
          <p:cNvSpPr txBox="1">
            <a:spLocks noChangeArrowheads="1"/>
          </p:cNvSpPr>
          <p:nvPr/>
        </p:nvSpPr>
        <p:spPr bwMode="auto">
          <a:xfrm>
            <a:off x="1140291" y="3287795"/>
            <a:ext cx="17235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r" fontAlgn="base">
              <a:spcBef>
                <a:spcPct val="0"/>
              </a:spcBef>
              <a:spcAft>
                <a:spcPct val="0"/>
              </a:spcAft>
              <a:defRPr/>
            </a:pPr>
            <a:r>
              <a:rPr lang="zh-CN" altLang="en-US" sz="2000">
                <a:solidFill>
                  <a:srgbClr val="AE0D1D"/>
                </a:solidFill>
                <a:latin typeface="+mj-ea"/>
                <a:ea typeface="+mj-ea"/>
              </a:rPr>
              <a:t>研究成果应用</a:t>
            </a:r>
          </a:p>
        </p:txBody>
      </p:sp>
      <p:cxnSp>
        <p:nvCxnSpPr>
          <p:cNvPr id="90" name="直接连接符 89"/>
          <p:cNvCxnSpPr/>
          <p:nvPr/>
        </p:nvCxnSpPr>
        <p:spPr>
          <a:xfrm>
            <a:off x="2531659" y="3712807"/>
            <a:ext cx="220212" cy="0"/>
          </a:xfrm>
          <a:prstGeom prst="line">
            <a:avLst/>
          </a:prstGeom>
          <a:ln w="19050">
            <a:solidFill>
              <a:srgbClr val="AE0D1D"/>
            </a:solidFill>
          </a:ln>
        </p:spPr>
        <p:style>
          <a:lnRef idx="1">
            <a:schemeClr val="accent1"/>
          </a:lnRef>
          <a:fillRef idx="0">
            <a:schemeClr val="accent1"/>
          </a:fillRef>
          <a:effectRef idx="0">
            <a:schemeClr val="accent1"/>
          </a:effectRef>
          <a:fontRef idx="minor">
            <a:schemeClr val="tx1"/>
          </a:fontRef>
        </p:style>
      </p:cxnSp>
      <p:sp>
        <p:nvSpPr>
          <p:cNvPr id="91" name="矩形 90"/>
          <p:cNvSpPr/>
          <p:nvPr/>
        </p:nvSpPr>
        <p:spPr>
          <a:xfrm>
            <a:off x="6193074" y="1986036"/>
            <a:ext cx="2589212" cy="819455"/>
          </a:xfrm>
          <a:prstGeom prst="rect">
            <a:avLst/>
          </a:prstGeom>
        </p:spPr>
        <p:txBody>
          <a:bodyPr wrap="square">
            <a:spAutoFit/>
          </a:bodyPr>
          <a:lstStyle/>
          <a:p>
            <a:pPr>
              <a:lnSpc>
                <a:spcPct val="150000"/>
              </a:lnSpc>
            </a:pPr>
            <a:r>
              <a:rPr lang="en-US" altLang="zh-CN" sz="1050">
                <a:solidFill>
                  <a:schemeClr val="tx1">
                    <a:lumMod val="85000"/>
                    <a:lumOff val="15000"/>
                  </a:schemeClr>
                </a:solidFill>
              </a:rPr>
              <a:t>Lorem ipsum dolor sit amet, consectetur adipiscing elit. Donec luctus nibh sit amet sem</a:t>
            </a:r>
            <a:endParaRPr lang="zh-CN" altLang="en-US">
              <a:solidFill>
                <a:schemeClr val="tx1">
                  <a:lumMod val="85000"/>
                  <a:lumOff val="15000"/>
                </a:schemeClr>
              </a:solidFill>
            </a:endParaRPr>
          </a:p>
        </p:txBody>
      </p:sp>
      <p:sp>
        <p:nvSpPr>
          <p:cNvPr id="92" name="文本框 5"/>
          <p:cNvSpPr txBox="1">
            <a:spLocks noChangeArrowheads="1"/>
          </p:cNvSpPr>
          <p:nvPr/>
        </p:nvSpPr>
        <p:spPr bwMode="auto">
          <a:xfrm>
            <a:off x="6193074" y="1561024"/>
            <a:ext cx="17235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fontAlgn="base">
              <a:spcBef>
                <a:spcPct val="0"/>
              </a:spcBef>
              <a:spcAft>
                <a:spcPct val="0"/>
              </a:spcAft>
              <a:defRPr/>
            </a:pPr>
            <a:r>
              <a:rPr lang="zh-CN" altLang="en-US" sz="2000">
                <a:solidFill>
                  <a:srgbClr val="AE0D1D"/>
                </a:solidFill>
                <a:latin typeface="+mj-ea"/>
                <a:ea typeface="+mj-ea"/>
              </a:rPr>
              <a:t>研究成果应用</a:t>
            </a:r>
          </a:p>
        </p:txBody>
      </p:sp>
      <p:cxnSp>
        <p:nvCxnSpPr>
          <p:cNvPr id="93" name="直接连接符 92"/>
          <p:cNvCxnSpPr/>
          <p:nvPr/>
        </p:nvCxnSpPr>
        <p:spPr>
          <a:xfrm>
            <a:off x="6312817" y="1986036"/>
            <a:ext cx="220212" cy="0"/>
          </a:xfrm>
          <a:prstGeom prst="line">
            <a:avLst/>
          </a:prstGeom>
          <a:ln w="19050">
            <a:solidFill>
              <a:srgbClr val="AE0D1D"/>
            </a:solidFill>
          </a:ln>
        </p:spPr>
        <p:style>
          <a:lnRef idx="1">
            <a:schemeClr val="accent1"/>
          </a:lnRef>
          <a:fillRef idx="0">
            <a:schemeClr val="accent1"/>
          </a:fillRef>
          <a:effectRef idx="0">
            <a:schemeClr val="accent1"/>
          </a:effectRef>
          <a:fontRef idx="minor">
            <a:schemeClr val="tx1"/>
          </a:fontRef>
        </p:style>
      </p:cxnSp>
      <p:sp>
        <p:nvSpPr>
          <p:cNvPr id="94" name="矩形 93"/>
          <p:cNvSpPr/>
          <p:nvPr/>
        </p:nvSpPr>
        <p:spPr>
          <a:xfrm>
            <a:off x="6280159" y="3731473"/>
            <a:ext cx="2589212" cy="819455"/>
          </a:xfrm>
          <a:prstGeom prst="rect">
            <a:avLst/>
          </a:prstGeom>
        </p:spPr>
        <p:txBody>
          <a:bodyPr wrap="square">
            <a:spAutoFit/>
          </a:bodyPr>
          <a:lstStyle/>
          <a:p>
            <a:pPr>
              <a:lnSpc>
                <a:spcPct val="150000"/>
              </a:lnSpc>
            </a:pPr>
            <a:r>
              <a:rPr lang="en-US" altLang="zh-CN" sz="1050">
                <a:solidFill>
                  <a:schemeClr val="tx1">
                    <a:lumMod val="85000"/>
                    <a:lumOff val="15000"/>
                  </a:schemeClr>
                </a:solidFill>
              </a:rPr>
              <a:t>Lorem ipsum dolor sit amet, consectetur adipiscing elit. Donec luctus nibh sit amet sem</a:t>
            </a:r>
            <a:endParaRPr lang="zh-CN" altLang="en-US">
              <a:solidFill>
                <a:schemeClr val="tx1">
                  <a:lumMod val="85000"/>
                  <a:lumOff val="15000"/>
                </a:schemeClr>
              </a:solidFill>
            </a:endParaRPr>
          </a:p>
        </p:txBody>
      </p:sp>
      <p:sp>
        <p:nvSpPr>
          <p:cNvPr id="95" name="文本框 5"/>
          <p:cNvSpPr txBox="1">
            <a:spLocks noChangeArrowheads="1"/>
          </p:cNvSpPr>
          <p:nvPr/>
        </p:nvSpPr>
        <p:spPr bwMode="auto">
          <a:xfrm>
            <a:off x="6280159" y="3306461"/>
            <a:ext cx="17235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fontAlgn="base">
              <a:spcBef>
                <a:spcPct val="0"/>
              </a:spcBef>
              <a:spcAft>
                <a:spcPct val="0"/>
              </a:spcAft>
              <a:defRPr/>
            </a:pPr>
            <a:r>
              <a:rPr lang="zh-CN" altLang="en-US" sz="2000">
                <a:solidFill>
                  <a:srgbClr val="AE0D1D"/>
                </a:solidFill>
                <a:latin typeface="+mj-ea"/>
                <a:ea typeface="+mj-ea"/>
              </a:rPr>
              <a:t>研究成果应用</a:t>
            </a:r>
          </a:p>
        </p:txBody>
      </p:sp>
      <p:cxnSp>
        <p:nvCxnSpPr>
          <p:cNvPr id="96" name="直接连接符 95"/>
          <p:cNvCxnSpPr/>
          <p:nvPr/>
        </p:nvCxnSpPr>
        <p:spPr>
          <a:xfrm>
            <a:off x="6399902" y="3731473"/>
            <a:ext cx="220212" cy="0"/>
          </a:xfrm>
          <a:prstGeom prst="line">
            <a:avLst/>
          </a:prstGeom>
          <a:ln w="19050">
            <a:solidFill>
              <a:srgbClr val="AE0D1D"/>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rot="5400000">
            <a:off x="3285066" y="-715433"/>
            <a:ext cx="2573867" cy="9144000"/>
          </a:xfrm>
          <a:prstGeom prst="rect">
            <a:avLst/>
          </a:prstGeom>
          <a:solidFill>
            <a:srgbClr val="AE0D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268503" y="749128"/>
            <a:ext cx="8587946" cy="3645244"/>
          </a:xfrm>
          <a:prstGeom prst="rect">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5"/>
          <p:cNvSpPr txBox="1">
            <a:spLocks noChangeArrowheads="1"/>
          </p:cNvSpPr>
          <p:nvPr/>
        </p:nvSpPr>
        <p:spPr bwMode="auto">
          <a:xfrm>
            <a:off x="3556337" y="1888069"/>
            <a:ext cx="203132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3600" b="1">
                <a:solidFill>
                  <a:schemeClr val="accent1"/>
                </a:solidFill>
                <a:latin typeface="+mj-ea"/>
                <a:ea typeface="+mj-ea"/>
              </a:rPr>
              <a:t>论文总结</a:t>
            </a:r>
          </a:p>
        </p:txBody>
      </p:sp>
      <p:sp>
        <p:nvSpPr>
          <p:cNvPr id="21" name="文本框 6"/>
          <p:cNvSpPr txBox="1">
            <a:spLocks noChangeArrowheads="1"/>
          </p:cNvSpPr>
          <p:nvPr/>
        </p:nvSpPr>
        <p:spPr bwMode="auto">
          <a:xfrm>
            <a:off x="3646234" y="2503133"/>
            <a:ext cx="185153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en-US" altLang="zh-CN" sz="1200" spc="300">
                <a:solidFill>
                  <a:schemeClr val="accent1"/>
                </a:solidFill>
                <a:latin typeface="方正准圆简体" panose="03000509000000000000" pitchFamily="65" charset="-122"/>
                <a:ea typeface="方正准圆简体" panose="03000509000000000000" pitchFamily="65" charset="-122"/>
              </a:rPr>
              <a:t>Paper Summary</a:t>
            </a:r>
          </a:p>
        </p:txBody>
      </p:sp>
      <p:sp>
        <p:nvSpPr>
          <p:cNvPr id="22" name="矩形 21"/>
          <p:cNvSpPr/>
          <p:nvPr/>
        </p:nvSpPr>
        <p:spPr>
          <a:xfrm>
            <a:off x="2633102" y="2811902"/>
            <a:ext cx="3877797" cy="552011"/>
          </a:xfrm>
          <a:prstGeom prst="rect">
            <a:avLst/>
          </a:prstGeom>
        </p:spPr>
        <p:txBody>
          <a:bodyPr wrap="square">
            <a:spAutoFit/>
          </a:bodyPr>
          <a:lstStyle/>
          <a:p>
            <a:pPr marL="0" marR="0" lvl="0" indent="0" algn="ctr" defTabSz="914400" eaLnBrk="1" fontAlgn="auto" latinLnBrk="0" hangingPunct="1">
              <a:lnSpc>
                <a:spcPct val="150000"/>
              </a:lnSpc>
              <a:spcBef>
                <a:spcPts val="0"/>
              </a:spcBef>
              <a:spcAft>
                <a:spcPts val="0"/>
              </a:spcAft>
              <a:buClrTx/>
              <a:buSzTx/>
              <a:buFontTx/>
              <a:buNone/>
              <a:defRPr/>
            </a:pPr>
            <a:r>
              <a:rPr kumimoji="0" lang="en-US" altLang="zh-CN" sz="1050" b="0" i="0" u="none" strike="noStrike" kern="0" cap="none" spc="0" normalizeH="0" baseline="0" noProof="0" dirty="0">
                <a:ln>
                  <a:noFill/>
                </a:ln>
                <a:solidFill>
                  <a:schemeClr val="tx1">
                    <a:lumMod val="85000"/>
                    <a:lumOff val="15000"/>
                  </a:schemeClr>
                </a:solidFill>
                <a:effectLst/>
                <a:uLnTx/>
                <a:uFillTx/>
                <a:cs typeface="Arial" panose="020B0604020202020204" pitchFamily="34" charset="0"/>
              </a:rPr>
              <a:t>Lorem ipsum dolor sit </a:t>
            </a:r>
            <a:r>
              <a:rPr kumimoji="0" lang="en-US" altLang="zh-CN" sz="1050" b="0" i="0" u="none" strike="noStrike" kern="0" cap="none" spc="0" normalizeH="0" baseline="0" noProof="0" dirty="0" err="1">
                <a:ln>
                  <a:noFill/>
                </a:ln>
                <a:solidFill>
                  <a:schemeClr val="tx1">
                    <a:lumMod val="85000"/>
                    <a:lumOff val="15000"/>
                  </a:schemeClr>
                </a:solidFill>
                <a:effectLst/>
                <a:uLnTx/>
                <a:uFillTx/>
                <a:cs typeface="Arial" panose="020B0604020202020204" pitchFamily="34" charset="0"/>
              </a:rPr>
              <a:t>amet</a:t>
            </a:r>
            <a:r>
              <a:rPr kumimoji="0" lang="en-US" altLang="zh-CN" sz="1050" b="0" i="0" u="none" strike="noStrike" kern="0" cap="none" spc="0" normalizeH="0" baseline="0" noProof="0">
                <a:ln>
                  <a:noFill/>
                </a:ln>
                <a:solidFill>
                  <a:schemeClr val="tx1">
                    <a:lumMod val="85000"/>
                    <a:lumOff val="15000"/>
                  </a:schemeClr>
                </a:solidFill>
                <a:effectLst/>
                <a:uLnTx/>
                <a:uFillTx/>
                <a:cs typeface="Arial" panose="020B0604020202020204" pitchFamily="34" charset="0"/>
              </a:rPr>
              <a:t>, consectetuer adipiscing elit. Aenean commodo ligula eget dolor</a:t>
            </a:r>
            <a:endParaRPr kumimoji="0" lang="zh-CN" altLang="en-US" sz="1400" b="0" i="0" u="none" strike="noStrike" kern="0" cap="none" spc="0" normalizeH="0" baseline="0" noProof="0">
              <a:ln>
                <a:noFill/>
              </a:ln>
              <a:solidFill>
                <a:schemeClr val="tx1">
                  <a:lumMod val="85000"/>
                  <a:lumOff val="15000"/>
                </a:schemeClr>
              </a:solidFill>
              <a:effectLst/>
              <a:uLnTx/>
              <a:uFillTx/>
            </a:endParaRPr>
          </a:p>
        </p:txBody>
      </p:sp>
      <p:cxnSp>
        <p:nvCxnSpPr>
          <p:cNvPr id="23" name="直接连接符 22"/>
          <p:cNvCxnSpPr/>
          <p:nvPr/>
        </p:nvCxnSpPr>
        <p:spPr>
          <a:xfrm>
            <a:off x="4463537" y="2819169"/>
            <a:ext cx="216927" cy="0"/>
          </a:xfrm>
          <a:prstGeom prst="line">
            <a:avLst/>
          </a:prstGeom>
          <a:ln w="19050">
            <a:solidFill>
              <a:srgbClr val="AE0D1D"/>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文本框 5"/>
          <p:cNvSpPr txBox="1">
            <a:spLocks noChangeArrowheads="1"/>
          </p:cNvSpPr>
          <p:nvPr/>
        </p:nvSpPr>
        <p:spPr bwMode="auto">
          <a:xfrm>
            <a:off x="3761522" y="87313"/>
            <a:ext cx="162095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2800" b="1">
                <a:solidFill>
                  <a:schemeClr val="tx1">
                    <a:lumMod val="85000"/>
                    <a:lumOff val="15000"/>
                  </a:schemeClr>
                </a:solidFill>
                <a:latin typeface="+mj-ea"/>
                <a:ea typeface="+mj-ea"/>
              </a:rPr>
              <a:t>论文总结</a:t>
            </a:r>
          </a:p>
        </p:txBody>
      </p:sp>
      <p:sp>
        <p:nvSpPr>
          <p:cNvPr id="74" name="文本框 6"/>
          <p:cNvSpPr txBox="1">
            <a:spLocks noChangeArrowheads="1"/>
          </p:cNvSpPr>
          <p:nvPr/>
        </p:nvSpPr>
        <p:spPr bwMode="auto">
          <a:xfrm>
            <a:off x="3991263" y="532859"/>
            <a:ext cx="116147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en-US" altLang="zh-CN" sz="1200">
                <a:solidFill>
                  <a:schemeClr val="tx1">
                    <a:lumMod val="85000"/>
                    <a:lumOff val="15000"/>
                  </a:schemeClr>
                </a:solidFill>
                <a:ea typeface="方正兰亭黑_GBK"/>
              </a:rPr>
              <a:t>Paper Summary</a:t>
            </a:r>
          </a:p>
        </p:txBody>
      </p:sp>
      <p:cxnSp>
        <p:nvCxnSpPr>
          <p:cNvPr id="75" name="直接连接符 74"/>
          <p:cNvCxnSpPr/>
          <p:nvPr/>
        </p:nvCxnSpPr>
        <p:spPr>
          <a:xfrm>
            <a:off x="4433191" y="838402"/>
            <a:ext cx="277619" cy="0"/>
          </a:xfrm>
          <a:prstGeom prst="line">
            <a:avLst/>
          </a:prstGeom>
          <a:ln w="19050">
            <a:solidFill>
              <a:srgbClr val="AE0D1D"/>
            </a:solidFill>
          </a:ln>
        </p:spPr>
        <p:style>
          <a:lnRef idx="1">
            <a:schemeClr val="accent1"/>
          </a:lnRef>
          <a:fillRef idx="0">
            <a:schemeClr val="accent1"/>
          </a:fillRef>
          <a:effectRef idx="0">
            <a:schemeClr val="accent1"/>
          </a:effectRef>
          <a:fontRef idx="minor">
            <a:schemeClr val="tx1"/>
          </a:fontRef>
        </p:style>
      </p:cxnSp>
      <p:sp>
        <p:nvSpPr>
          <p:cNvPr id="22" name="任意多边形 46"/>
          <p:cNvSpPr/>
          <p:nvPr/>
        </p:nvSpPr>
        <p:spPr>
          <a:xfrm rot="16200000">
            <a:off x="3279125" y="1446566"/>
            <a:ext cx="1260915" cy="1480065"/>
          </a:xfrm>
          <a:custGeom>
            <a:avLst/>
            <a:gdLst>
              <a:gd name="connsiteX0" fmla="*/ 1310781 w 1310781"/>
              <a:gd name="connsiteY0" fmla="*/ 672655 h 1538599"/>
              <a:gd name="connsiteX1" fmla="*/ 1310781 w 1310781"/>
              <a:gd name="connsiteY1" fmla="*/ 1307618 h 1538599"/>
              <a:gd name="connsiteX2" fmla="*/ 1185196 w 1310781"/>
              <a:gd name="connsiteY2" fmla="*/ 1307618 h 1538599"/>
              <a:gd name="connsiteX3" fmla="*/ 958977 w 1310781"/>
              <a:gd name="connsiteY3" fmla="*/ 1538599 h 1538599"/>
              <a:gd name="connsiteX4" fmla="*/ 735140 w 1310781"/>
              <a:gd name="connsiteY4" fmla="*/ 1312380 h 1538599"/>
              <a:gd name="connsiteX5" fmla="*/ 601790 w 1310781"/>
              <a:gd name="connsiteY5" fmla="*/ 1312380 h 1538599"/>
              <a:gd name="connsiteX6" fmla="*/ 601790 w 1310781"/>
              <a:gd name="connsiteY6" fmla="*/ 967755 h 1538599"/>
              <a:gd name="connsiteX7" fmla="*/ 343026 w 1310781"/>
              <a:gd name="connsiteY7" fmla="*/ 708991 h 1538599"/>
              <a:gd name="connsiteX8" fmla="*/ 5522 w 1310781"/>
              <a:gd name="connsiteY8" fmla="*/ 708991 h 1538599"/>
              <a:gd name="connsiteX9" fmla="*/ 7144 w 1310781"/>
              <a:gd name="connsiteY9" fmla="*/ 600387 h 1538599"/>
              <a:gd name="connsiteX10" fmla="*/ 150018 w 1310781"/>
              <a:gd name="connsiteY10" fmla="*/ 362263 h 1538599"/>
              <a:gd name="connsiteX11" fmla="*/ 0 w 1310781"/>
              <a:gd name="connsiteY11" fmla="*/ 95563 h 1538599"/>
              <a:gd name="connsiteX12" fmla="*/ 0 w 1310781"/>
              <a:gd name="connsiteY12" fmla="*/ 0 h 1538599"/>
              <a:gd name="connsiteX13" fmla="*/ 638126 w 1310781"/>
              <a:gd name="connsiteY13" fmla="*/ 0 h 1538599"/>
              <a:gd name="connsiteX14" fmla="*/ 1310781 w 1310781"/>
              <a:gd name="connsiteY14" fmla="*/ 672655 h 1538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10781" h="1538599">
                <a:moveTo>
                  <a:pt x="1310781" y="672655"/>
                </a:moveTo>
                <a:lnTo>
                  <a:pt x="1310781" y="1307618"/>
                </a:lnTo>
                <a:lnTo>
                  <a:pt x="1185196" y="1307618"/>
                </a:lnTo>
                <a:cubicBezTo>
                  <a:pt x="1183609" y="1498913"/>
                  <a:pt x="1046289" y="1537805"/>
                  <a:pt x="958977" y="1538599"/>
                </a:cubicBezTo>
                <a:cubicBezTo>
                  <a:pt x="863728" y="1537012"/>
                  <a:pt x="739902" y="1499705"/>
                  <a:pt x="735140" y="1312380"/>
                </a:cubicBezTo>
                <a:lnTo>
                  <a:pt x="601790" y="1312380"/>
                </a:lnTo>
                <a:lnTo>
                  <a:pt x="601790" y="967755"/>
                </a:lnTo>
                <a:cubicBezTo>
                  <a:pt x="601790" y="824844"/>
                  <a:pt x="485937" y="708991"/>
                  <a:pt x="343026" y="708991"/>
                </a:cubicBezTo>
                <a:lnTo>
                  <a:pt x="5522" y="708991"/>
                </a:lnTo>
                <a:lnTo>
                  <a:pt x="7144" y="600387"/>
                </a:lnTo>
                <a:cubicBezTo>
                  <a:pt x="108744" y="553557"/>
                  <a:pt x="150812" y="442431"/>
                  <a:pt x="150018" y="362263"/>
                </a:cubicBezTo>
                <a:cubicBezTo>
                  <a:pt x="147637" y="278126"/>
                  <a:pt x="142875" y="177319"/>
                  <a:pt x="0" y="95563"/>
                </a:cubicBezTo>
                <a:lnTo>
                  <a:pt x="0" y="0"/>
                </a:lnTo>
                <a:lnTo>
                  <a:pt x="638126" y="0"/>
                </a:lnTo>
                <a:cubicBezTo>
                  <a:pt x="1009623" y="0"/>
                  <a:pt x="1310781" y="301158"/>
                  <a:pt x="1310781" y="672655"/>
                </a:cubicBezTo>
                <a:close/>
              </a:path>
            </a:pathLst>
          </a:cu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3" name="矩形 22"/>
          <p:cNvSpPr/>
          <p:nvPr/>
        </p:nvSpPr>
        <p:spPr>
          <a:xfrm>
            <a:off x="4186556" y="1696672"/>
            <a:ext cx="476553" cy="369332"/>
          </a:xfrm>
          <a:prstGeom prst="rect">
            <a:avLst/>
          </a:prstGeom>
          <a:noFill/>
        </p:spPr>
        <p:txBody>
          <a:bodyPr wrap="square">
            <a:spAutoFit/>
          </a:bodyPr>
          <a:lstStyle/>
          <a:p>
            <a:pPr algn="ctr"/>
            <a:r>
              <a:rPr lang="en-US" altLang="zh-CN" sz="1800" dirty="0">
                <a:solidFill>
                  <a:schemeClr val="tx1">
                    <a:lumMod val="85000"/>
                    <a:lumOff val="15000"/>
                  </a:schemeClr>
                </a:solidFill>
                <a:latin typeface="+mj-lt"/>
                <a:ea typeface="Segoe UI" panose="020B0502040204020203" pitchFamily="34" charset="0"/>
                <a:cs typeface="Segoe UI" panose="020B0502040204020203" pitchFamily="34" charset="0"/>
              </a:rPr>
              <a:t>01</a:t>
            </a:r>
            <a:endParaRPr lang="zh-CN" altLang="en-US" sz="1800" dirty="0">
              <a:solidFill>
                <a:schemeClr val="tx1">
                  <a:lumMod val="85000"/>
                  <a:lumOff val="15000"/>
                </a:schemeClr>
              </a:solidFill>
              <a:latin typeface="+mj-lt"/>
              <a:ea typeface="Arial Unicode MS" panose="020B0604020202020204" pitchFamily="34" charset="-122"/>
              <a:cs typeface="Segoe UI" panose="020B0502040204020203" pitchFamily="34" charset="0"/>
            </a:endParaRPr>
          </a:p>
        </p:txBody>
      </p:sp>
      <p:sp>
        <p:nvSpPr>
          <p:cNvPr id="24" name="任意多边形 49"/>
          <p:cNvSpPr/>
          <p:nvPr/>
        </p:nvSpPr>
        <p:spPr>
          <a:xfrm rot="16200000">
            <a:off x="4541433" y="1671194"/>
            <a:ext cx="1487182" cy="1257072"/>
          </a:xfrm>
          <a:custGeom>
            <a:avLst/>
            <a:gdLst>
              <a:gd name="connsiteX0" fmla="*/ 1545997 w 1545997"/>
              <a:gd name="connsiteY0" fmla="*/ 0 h 1306787"/>
              <a:gd name="connsiteX1" fmla="*/ 1545997 w 1545997"/>
              <a:gd name="connsiteY1" fmla="*/ 634132 h 1306787"/>
              <a:gd name="connsiteX2" fmla="*/ 873342 w 1545997"/>
              <a:gd name="connsiteY2" fmla="*/ 1306787 h 1306787"/>
              <a:gd name="connsiteX3" fmla="*/ 230981 w 1545997"/>
              <a:gd name="connsiteY3" fmla="*/ 1306787 h 1306787"/>
              <a:gd name="connsiteX4" fmla="*/ 230981 w 1545997"/>
              <a:gd name="connsiteY4" fmla="*/ 1161117 h 1306787"/>
              <a:gd name="connsiteX5" fmla="*/ 0 w 1545997"/>
              <a:gd name="connsiteY5" fmla="*/ 934898 h 1306787"/>
              <a:gd name="connsiteX6" fmla="*/ 226219 w 1545997"/>
              <a:gd name="connsiteY6" fmla="*/ 711061 h 1306787"/>
              <a:gd name="connsiteX7" fmla="*/ 226219 w 1545997"/>
              <a:gd name="connsiteY7" fmla="*/ 597796 h 1306787"/>
              <a:gd name="connsiteX8" fmla="*/ 578242 w 1545997"/>
              <a:gd name="connsiteY8" fmla="*/ 597796 h 1306787"/>
              <a:gd name="connsiteX9" fmla="*/ 837006 w 1545997"/>
              <a:gd name="connsiteY9" fmla="*/ 339032 h 1306787"/>
              <a:gd name="connsiteX10" fmla="*/ 837006 w 1545997"/>
              <a:gd name="connsiteY10" fmla="*/ 5544 h 1306787"/>
              <a:gd name="connsiteX11" fmla="*/ 944163 w 1545997"/>
              <a:gd name="connsiteY11" fmla="*/ 7144 h 1306787"/>
              <a:gd name="connsiteX12" fmla="*/ 1182287 w 1545997"/>
              <a:gd name="connsiteY12" fmla="*/ 150018 h 1306787"/>
              <a:gd name="connsiteX13" fmla="*/ 1448987 w 1545997"/>
              <a:gd name="connsiteY13" fmla="*/ 0 h 1306787"/>
              <a:gd name="connsiteX14" fmla="*/ 1545997 w 1545997"/>
              <a:gd name="connsiteY14" fmla="*/ 0 h 1306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45997" h="1306787">
                <a:moveTo>
                  <a:pt x="1545997" y="0"/>
                </a:moveTo>
                <a:lnTo>
                  <a:pt x="1545997" y="634132"/>
                </a:lnTo>
                <a:cubicBezTo>
                  <a:pt x="1545997" y="1005629"/>
                  <a:pt x="1244839" y="1306787"/>
                  <a:pt x="873342" y="1306787"/>
                </a:cubicBezTo>
                <a:lnTo>
                  <a:pt x="230981" y="1306787"/>
                </a:lnTo>
                <a:lnTo>
                  <a:pt x="230981" y="1161117"/>
                </a:lnTo>
                <a:cubicBezTo>
                  <a:pt x="39686" y="1159530"/>
                  <a:pt x="794" y="1022210"/>
                  <a:pt x="0" y="934898"/>
                </a:cubicBezTo>
                <a:cubicBezTo>
                  <a:pt x="1587" y="839649"/>
                  <a:pt x="38894" y="715823"/>
                  <a:pt x="226219" y="711061"/>
                </a:cubicBezTo>
                <a:lnTo>
                  <a:pt x="226219" y="597796"/>
                </a:lnTo>
                <a:lnTo>
                  <a:pt x="578242" y="597796"/>
                </a:lnTo>
                <a:cubicBezTo>
                  <a:pt x="721153" y="597796"/>
                  <a:pt x="837006" y="481943"/>
                  <a:pt x="837006" y="339032"/>
                </a:cubicBezTo>
                <a:lnTo>
                  <a:pt x="837006" y="5544"/>
                </a:lnTo>
                <a:lnTo>
                  <a:pt x="944163" y="7144"/>
                </a:lnTo>
                <a:cubicBezTo>
                  <a:pt x="990993" y="108744"/>
                  <a:pt x="1102119" y="150812"/>
                  <a:pt x="1182287" y="150018"/>
                </a:cubicBezTo>
                <a:cubicBezTo>
                  <a:pt x="1266424" y="147637"/>
                  <a:pt x="1367231" y="142875"/>
                  <a:pt x="1448987" y="0"/>
                </a:cubicBezTo>
                <a:lnTo>
                  <a:pt x="1545997" y="0"/>
                </a:lnTo>
                <a:close/>
              </a:path>
            </a:pathLst>
          </a:custGeom>
          <a:solidFill>
            <a:srgbClr val="AE0D1D"/>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5" name="矩形 24"/>
          <p:cNvSpPr/>
          <p:nvPr/>
        </p:nvSpPr>
        <p:spPr>
          <a:xfrm>
            <a:off x="5338789" y="2649460"/>
            <a:ext cx="476553" cy="369332"/>
          </a:xfrm>
          <a:prstGeom prst="rect">
            <a:avLst/>
          </a:prstGeom>
          <a:noFill/>
        </p:spPr>
        <p:txBody>
          <a:bodyPr wrap="square">
            <a:spAutoFit/>
          </a:bodyPr>
          <a:lstStyle/>
          <a:p>
            <a:pPr algn="ctr"/>
            <a:r>
              <a:rPr lang="en-US" altLang="zh-CN" sz="1800" dirty="0">
                <a:solidFill>
                  <a:schemeClr val="bg1"/>
                </a:solidFill>
                <a:latin typeface="+mj-lt"/>
                <a:ea typeface="Segoe UI" panose="020B0502040204020203" pitchFamily="34" charset="0"/>
                <a:cs typeface="Segoe UI" panose="020B0502040204020203" pitchFamily="34" charset="0"/>
              </a:rPr>
              <a:t>02</a:t>
            </a:r>
            <a:endParaRPr lang="zh-CN" altLang="en-US" sz="1800" dirty="0">
              <a:solidFill>
                <a:schemeClr val="bg1"/>
              </a:solidFill>
              <a:latin typeface="+mj-lt"/>
              <a:ea typeface="Segoe UI" panose="020B0502040204020203" pitchFamily="34" charset="0"/>
              <a:cs typeface="Segoe UI" panose="020B0502040204020203" pitchFamily="34" charset="0"/>
            </a:endParaRPr>
          </a:p>
        </p:txBody>
      </p:sp>
      <p:sp>
        <p:nvSpPr>
          <p:cNvPr id="26" name="任意多边形 52"/>
          <p:cNvSpPr/>
          <p:nvPr/>
        </p:nvSpPr>
        <p:spPr>
          <a:xfrm rot="16200000">
            <a:off x="4547655" y="2934245"/>
            <a:ext cx="1249956" cy="1481857"/>
          </a:xfrm>
          <a:custGeom>
            <a:avLst/>
            <a:gdLst>
              <a:gd name="connsiteX0" fmla="*/ 1299389 w 1299389"/>
              <a:gd name="connsiteY0" fmla="*/ 1423366 h 1540461"/>
              <a:gd name="connsiteX1" fmla="*/ 1299389 w 1299389"/>
              <a:gd name="connsiteY1" fmla="*/ 1540461 h 1540461"/>
              <a:gd name="connsiteX2" fmla="*/ 672655 w 1299389"/>
              <a:gd name="connsiteY2" fmla="*/ 1540461 h 1540461"/>
              <a:gd name="connsiteX3" fmla="*/ 0 w 1299389"/>
              <a:gd name="connsiteY3" fmla="*/ 867806 h 1540461"/>
              <a:gd name="connsiteX4" fmla="*/ 0 w 1299389"/>
              <a:gd name="connsiteY4" fmla="*/ 230981 h 1540461"/>
              <a:gd name="connsiteX5" fmla="*/ 140701 w 1299389"/>
              <a:gd name="connsiteY5" fmla="*/ 230981 h 1540461"/>
              <a:gd name="connsiteX6" fmla="*/ 366920 w 1299389"/>
              <a:gd name="connsiteY6" fmla="*/ 0 h 1540461"/>
              <a:gd name="connsiteX7" fmla="*/ 590757 w 1299389"/>
              <a:gd name="connsiteY7" fmla="*/ 226219 h 1540461"/>
              <a:gd name="connsiteX8" fmla="*/ 708991 w 1299389"/>
              <a:gd name="connsiteY8" fmla="*/ 226219 h 1540461"/>
              <a:gd name="connsiteX9" fmla="*/ 708991 w 1299389"/>
              <a:gd name="connsiteY9" fmla="*/ 572706 h 1540461"/>
              <a:gd name="connsiteX10" fmla="*/ 967755 w 1299389"/>
              <a:gd name="connsiteY10" fmla="*/ 831470 h 1540461"/>
              <a:gd name="connsiteX11" fmla="*/ 1293545 w 1299389"/>
              <a:gd name="connsiteY11" fmla="*/ 831470 h 1540461"/>
              <a:gd name="connsiteX12" fmla="*/ 1292245 w 1299389"/>
              <a:gd name="connsiteY12" fmla="*/ 918542 h 1540461"/>
              <a:gd name="connsiteX13" fmla="*/ 1149371 w 1299389"/>
              <a:gd name="connsiteY13" fmla="*/ 1156666 h 1540461"/>
              <a:gd name="connsiteX14" fmla="*/ 1299389 w 1299389"/>
              <a:gd name="connsiteY14" fmla="*/ 1423366 h 1540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99389" h="1540461">
                <a:moveTo>
                  <a:pt x="1299389" y="1423366"/>
                </a:moveTo>
                <a:lnTo>
                  <a:pt x="1299389" y="1540461"/>
                </a:lnTo>
                <a:lnTo>
                  <a:pt x="672655" y="1540461"/>
                </a:lnTo>
                <a:cubicBezTo>
                  <a:pt x="301158" y="1540461"/>
                  <a:pt x="0" y="1239303"/>
                  <a:pt x="0" y="867806"/>
                </a:cubicBezTo>
                <a:lnTo>
                  <a:pt x="0" y="230981"/>
                </a:lnTo>
                <a:lnTo>
                  <a:pt x="140701" y="230981"/>
                </a:lnTo>
                <a:cubicBezTo>
                  <a:pt x="142288" y="39686"/>
                  <a:pt x="279608" y="794"/>
                  <a:pt x="366920" y="0"/>
                </a:cubicBezTo>
                <a:cubicBezTo>
                  <a:pt x="462169" y="1587"/>
                  <a:pt x="585995" y="38894"/>
                  <a:pt x="590757" y="226219"/>
                </a:cubicBezTo>
                <a:lnTo>
                  <a:pt x="708991" y="226219"/>
                </a:lnTo>
                <a:lnTo>
                  <a:pt x="708991" y="572706"/>
                </a:lnTo>
                <a:cubicBezTo>
                  <a:pt x="708991" y="715617"/>
                  <a:pt x="824844" y="831470"/>
                  <a:pt x="967755" y="831470"/>
                </a:cubicBezTo>
                <a:lnTo>
                  <a:pt x="1293545" y="831470"/>
                </a:lnTo>
                <a:lnTo>
                  <a:pt x="1292245" y="918542"/>
                </a:lnTo>
                <a:cubicBezTo>
                  <a:pt x="1190645" y="965372"/>
                  <a:pt x="1148577" y="1076498"/>
                  <a:pt x="1149371" y="1156666"/>
                </a:cubicBezTo>
                <a:cubicBezTo>
                  <a:pt x="1151752" y="1240803"/>
                  <a:pt x="1156514" y="1341610"/>
                  <a:pt x="1299389" y="1423366"/>
                </a:cubicBezTo>
                <a:close/>
              </a:path>
            </a:pathLst>
          </a:cu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7" name="矩形 26"/>
          <p:cNvSpPr/>
          <p:nvPr/>
        </p:nvSpPr>
        <p:spPr>
          <a:xfrm>
            <a:off x="4431703" y="3732901"/>
            <a:ext cx="476553" cy="369332"/>
          </a:xfrm>
          <a:prstGeom prst="rect">
            <a:avLst/>
          </a:prstGeom>
          <a:noFill/>
        </p:spPr>
        <p:txBody>
          <a:bodyPr wrap="square">
            <a:spAutoFit/>
          </a:bodyPr>
          <a:lstStyle/>
          <a:p>
            <a:pPr algn="ctr"/>
            <a:r>
              <a:rPr lang="en-US" altLang="zh-CN" sz="1800" dirty="0">
                <a:solidFill>
                  <a:schemeClr val="tx1">
                    <a:lumMod val="85000"/>
                    <a:lumOff val="15000"/>
                  </a:schemeClr>
                </a:solidFill>
                <a:latin typeface="+mj-lt"/>
                <a:ea typeface="Segoe UI" panose="020B0502040204020203" pitchFamily="34" charset="0"/>
                <a:cs typeface="Segoe UI" panose="020B0502040204020203" pitchFamily="34" charset="0"/>
              </a:rPr>
              <a:t>03</a:t>
            </a:r>
            <a:endParaRPr lang="zh-CN" altLang="en-US" sz="1800" dirty="0">
              <a:solidFill>
                <a:schemeClr val="tx1">
                  <a:lumMod val="85000"/>
                  <a:lumOff val="15000"/>
                </a:schemeClr>
              </a:solidFill>
              <a:latin typeface="+mj-lt"/>
              <a:ea typeface="Segoe UI" panose="020B0502040204020203" pitchFamily="34" charset="0"/>
              <a:cs typeface="Segoe UI" panose="020B0502040204020203" pitchFamily="34" charset="0"/>
            </a:endParaRPr>
          </a:p>
        </p:txBody>
      </p:sp>
      <p:sp>
        <p:nvSpPr>
          <p:cNvPr id="28" name="任意多边形 55"/>
          <p:cNvSpPr/>
          <p:nvPr/>
        </p:nvSpPr>
        <p:spPr>
          <a:xfrm rot="16200000">
            <a:off x="3059079" y="2934398"/>
            <a:ext cx="1476225" cy="1255281"/>
          </a:xfrm>
          <a:custGeom>
            <a:avLst/>
            <a:gdLst>
              <a:gd name="connsiteX0" fmla="*/ 1534606 w 1534606"/>
              <a:gd name="connsiteY0" fmla="*/ 350357 h 1304925"/>
              <a:gd name="connsiteX1" fmla="*/ 1308387 w 1534606"/>
              <a:gd name="connsiteY1" fmla="*/ 574194 h 1304925"/>
              <a:gd name="connsiteX2" fmla="*/ 1308387 w 1534606"/>
              <a:gd name="connsiteY2" fmla="*/ 708991 h 1304925"/>
              <a:gd name="connsiteX3" fmla="*/ 967755 w 1534606"/>
              <a:gd name="connsiteY3" fmla="*/ 708991 h 1304925"/>
              <a:gd name="connsiteX4" fmla="*/ 708991 w 1534606"/>
              <a:gd name="connsiteY4" fmla="*/ 967755 h 1304925"/>
              <a:gd name="connsiteX5" fmla="*/ 708991 w 1534606"/>
              <a:gd name="connsiteY5" fmla="*/ 1299155 h 1304925"/>
              <a:gd name="connsiteX6" fmla="*/ 616950 w 1534606"/>
              <a:gd name="connsiteY6" fmla="*/ 1297781 h 1304925"/>
              <a:gd name="connsiteX7" fmla="*/ 378826 w 1534606"/>
              <a:gd name="connsiteY7" fmla="*/ 1154907 h 1304925"/>
              <a:gd name="connsiteX8" fmla="*/ 112126 w 1534606"/>
              <a:gd name="connsiteY8" fmla="*/ 1304925 h 1304925"/>
              <a:gd name="connsiteX9" fmla="*/ 0 w 1534606"/>
              <a:gd name="connsiteY9" fmla="*/ 1304925 h 1304925"/>
              <a:gd name="connsiteX10" fmla="*/ 0 w 1534606"/>
              <a:gd name="connsiteY10" fmla="*/ 672655 h 1304925"/>
              <a:gd name="connsiteX11" fmla="*/ 672655 w 1534606"/>
              <a:gd name="connsiteY11" fmla="*/ 0 h 1304925"/>
              <a:gd name="connsiteX12" fmla="*/ 1303624 w 1534606"/>
              <a:gd name="connsiteY12" fmla="*/ 0 h 1304925"/>
              <a:gd name="connsiteX13" fmla="*/ 1303624 w 1534606"/>
              <a:gd name="connsiteY13" fmla="*/ 124138 h 1304925"/>
              <a:gd name="connsiteX14" fmla="*/ 1534606 w 1534606"/>
              <a:gd name="connsiteY14" fmla="*/ 350357 h 1304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34606" h="1304925">
                <a:moveTo>
                  <a:pt x="1534606" y="350357"/>
                </a:moveTo>
                <a:cubicBezTo>
                  <a:pt x="1533019" y="445606"/>
                  <a:pt x="1495712" y="569432"/>
                  <a:pt x="1308387" y="574194"/>
                </a:cubicBezTo>
                <a:lnTo>
                  <a:pt x="1308387" y="708991"/>
                </a:lnTo>
                <a:lnTo>
                  <a:pt x="967755" y="708991"/>
                </a:lnTo>
                <a:cubicBezTo>
                  <a:pt x="824844" y="708991"/>
                  <a:pt x="708991" y="824844"/>
                  <a:pt x="708991" y="967755"/>
                </a:cubicBezTo>
                <a:lnTo>
                  <a:pt x="708991" y="1299155"/>
                </a:lnTo>
                <a:lnTo>
                  <a:pt x="616950" y="1297781"/>
                </a:lnTo>
                <a:cubicBezTo>
                  <a:pt x="570120" y="1196181"/>
                  <a:pt x="458994" y="1154113"/>
                  <a:pt x="378826" y="1154907"/>
                </a:cubicBezTo>
                <a:cubicBezTo>
                  <a:pt x="294689" y="1157288"/>
                  <a:pt x="193882" y="1162050"/>
                  <a:pt x="112126" y="1304925"/>
                </a:cubicBezTo>
                <a:lnTo>
                  <a:pt x="0" y="1304925"/>
                </a:lnTo>
                <a:lnTo>
                  <a:pt x="0" y="672655"/>
                </a:lnTo>
                <a:cubicBezTo>
                  <a:pt x="0" y="301158"/>
                  <a:pt x="301158" y="0"/>
                  <a:pt x="672655" y="0"/>
                </a:cubicBezTo>
                <a:lnTo>
                  <a:pt x="1303624" y="0"/>
                </a:lnTo>
                <a:lnTo>
                  <a:pt x="1303624" y="124138"/>
                </a:lnTo>
                <a:cubicBezTo>
                  <a:pt x="1494920" y="125725"/>
                  <a:pt x="1533812" y="263045"/>
                  <a:pt x="1534606" y="350357"/>
                </a:cubicBezTo>
                <a:close/>
              </a:path>
            </a:pathLst>
          </a:custGeom>
          <a:solidFill>
            <a:srgbClr val="AE0D1D"/>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9" name="矩形 28"/>
          <p:cNvSpPr/>
          <p:nvPr/>
        </p:nvSpPr>
        <p:spPr>
          <a:xfrm>
            <a:off x="3260249" y="2861230"/>
            <a:ext cx="476553" cy="369332"/>
          </a:xfrm>
          <a:prstGeom prst="rect">
            <a:avLst/>
          </a:prstGeom>
          <a:noFill/>
        </p:spPr>
        <p:txBody>
          <a:bodyPr wrap="square">
            <a:spAutoFit/>
          </a:bodyPr>
          <a:lstStyle/>
          <a:p>
            <a:pPr algn="ctr"/>
            <a:r>
              <a:rPr lang="en-US" altLang="zh-CN" sz="1800" dirty="0">
                <a:solidFill>
                  <a:schemeClr val="bg1"/>
                </a:solidFill>
                <a:latin typeface="+mj-lt"/>
                <a:ea typeface="Segoe UI" panose="020B0502040204020203" pitchFamily="34" charset="0"/>
                <a:cs typeface="Segoe UI" panose="020B0502040204020203" pitchFamily="34" charset="0"/>
              </a:rPr>
              <a:t>04</a:t>
            </a:r>
            <a:endParaRPr lang="zh-CN" altLang="en-US" sz="1800" dirty="0">
              <a:solidFill>
                <a:schemeClr val="bg1"/>
              </a:solidFill>
              <a:latin typeface="+mj-lt"/>
              <a:ea typeface="Segoe UI" panose="020B0502040204020203" pitchFamily="34" charset="0"/>
              <a:cs typeface="Segoe UI" panose="020B0502040204020203" pitchFamily="34" charset="0"/>
            </a:endParaRPr>
          </a:p>
        </p:txBody>
      </p:sp>
      <p:sp>
        <p:nvSpPr>
          <p:cNvPr id="30" name="文本框 29"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SpPr txBox="1">
            <a:spLocks noChangeArrowheads="1"/>
          </p:cNvSpPr>
          <p:nvPr/>
        </p:nvSpPr>
        <p:spPr bwMode="auto">
          <a:xfrm>
            <a:off x="536082" y="1636556"/>
            <a:ext cx="100540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fontAlgn="base">
              <a:spcBef>
                <a:spcPct val="0"/>
              </a:spcBef>
              <a:spcAft>
                <a:spcPct val="0"/>
              </a:spcAft>
            </a:pPr>
            <a:r>
              <a:rPr lang="zh-CN" altLang="en-US" sz="1600">
                <a:solidFill>
                  <a:schemeClr val="accent1"/>
                </a:solidFill>
                <a:latin typeface="+mj-ea"/>
                <a:ea typeface="+mj-ea"/>
                <a:sym typeface="Calibri" panose="020F0502020204030204" pitchFamily="34" charset="0"/>
              </a:rPr>
              <a:t>论文总结</a:t>
            </a:r>
          </a:p>
        </p:txBody>
      </p:sp>
      <p:sp>
        <p:nvSpPr>
          <p:cNvPr id="31" name="矩形 30"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SpPr/>
          <p:nvPr/>
        </p:nvSpPr>
        <p:spPr>
          <a:xfrm>
            <a:off x="536082" y="1973547"/>
            <a:ext cx="2515027" cy="486352"/>
          </a:xfrm>
          <a:prstGeom prst="rect">
            <a:avLst/>
          </a:prstGeom>
        </p:spPr>
        <p:txBody>
          <a:bodyPr wrap="square">
            <a:spAutoFit/>
          </a:bodyPr>
          <a:lstStyle/>
          <a:p>
            <a:pPr fontAlgn="base">
              <a:lnSpc>
                <a:spcPct val="150000"/>
              </a:lnSpc>
              <a:spcBef>
                <a:spcPct val="0"/>
              </a:spcBef>
              <a:spcAft>
                <a:spcPct val="0"/>
              </a:spcAft>
            </a:pPr>
            <a:r>
              <a:rPr lang="en-US" altLang="zh-CN" sz="900">
                <a:solidFill>
                  <a:schemeClr val="tx1">
                    <a:lumMod val="85000"/>
                    <a:lumOff val="15000"/>
                  </a:schemeClr>
                </a:solidFill>
                <a:ea typeface="微软雅黑" panose="020B0503020204020204" pitchFamily="34" charset="-122"/>
                <a:cs typeface="Arial" panose="020B0604020202020204" pitchFamily="34" charset="0"/>
                <a:sym typeface="Calibri" panose="020F0502020204030204" pitchFamily="34" charset="0"/>
              </a:rPr>
              <a:t>Lorem ipsum dolor sit amet, consectetuer adipiscing elit. Aenean commodo ligula eget dolor. </a:t>
            </a:r>
          </a:p>
        </p:txBody>
      </p:sp>
      <p:cxnSp>
        <p:nvCxnSpPr>
          <p:cNvPr id="32" name="直接连接符 31"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CxnSpPr/>
          <p:nvPr/>
        </p:nvCxnSpPr>
        <p:spPr>
          <a:xfrm>
            <a:off x="641327" y="1973547"/>
            <a:ext cx="186507" cy="0"/>
          </a:xfrm>
          <a:prstGeom prst="line">
            <a:avLst/>
          </a:prstGeom>
          <a:ln w="19050">
            <a:solidFill>
              <a:srgbClr val="AE0D1D"/>
            </a:solidFill>
          </a:ln>
        </p:spPr>
        <p:style>
          <a:lnRef idx="1">
            <a:schemeClr val="accent1"/>
          </a:lnRef>
          <a:fillRef idx="0">
            <a:schemeClr val="accent1"/>
          </a:fillRef>
          <a:effectRef idx="0">
            <a:schemeClr val="accent1"/>
          </a:effectRef>
          <a:fontRef idx="minor">
            <a:schemeClr val="tx1"/>
          </a:fontRef>
        </p:style>
      </p:cxnSp>
      <p:sp>
        <p:nvSpPr>
          <p:cNvPr id="33" name="文本框 32"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SpPr txBox="1">
            <a:spLocks noChangeArrowheads="1"/>
          </p:cNvSpPr>
          <p:nvPr/>
        </p:nvSpPr>
        <p:spPr bwMode="auto">
          <a:xfrm>
            <a:off x="536082" y="3225048"/>
            <a:ext cx="100540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fontAlgn="base">
              <a:spcBef>
                <a:spcPct val="0"/>
              </a:spcBef>
              <a:spcAft>
                <a:spcPct val="0"/>
              </a:spcAft>
            </a:pPr>
            <a:r>
              <a:rPr lang="zh-CN" altLang="en-US" sz="1600">
                <a:solidFill>
                  <a:schemeClr val="accent1"/>
                </a:solidFill>
                <a:latin typeface="+mj-ea"/>
                <a:ea typeface="+mj-ea"/>
                <a:sym typeface="Calibri" panose="020F0502020204030204" pitchFamily="34" charset="0"/>
              </a:rPr>
              <a:t>论文总结</a:t>
            </a:r>
          </a:p>
        </p:txBody>
      </p:sp>
      <p:sp>
        <p:nvSpPr>
          <p:cNvPr id="34" name="矩形 33"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SpPr/>
          <p:nvPr/>
        </p:nvSpPr>
        <p:spPr>
          <a:xfrm>
            <a:off x="536082" y="3562039"/>
            <a:ext cx="2515027" cy="486352"/>
          </a:xfrm>
          <a:prstGeom prst="rect">
            <a:avLst/>
          </a:prstGeom>
        </p:spPr>
        <p:txBody>
          <a:bodyPr wrap="square">
            <a:spAutoFit/>
          </a:bodyPr>
          <a:lstStyle/>
          <a:p>
            <a:pPr fontAlgn="base">
              <a:lnSpc>
                <a:spcPct val="150000"/>
              </a:lnSpc>
              <a:spcBef>
                <a:spcPct val="0"/>
              </a:spcBef>
              <a:spcAft>
                <a:spcPct val="0"/>
              </a:spcAft>
            </a:pPr>
            <a:r>
              <a:rPr lang="en-US" altLang="zh-CN" sz="900">
                <a:solidFill>
                  <a:schemeClr val="tx1">
                    <a:lumMod val="85000"/>
                    <a:lumOff val="15000"/>
                  </a:schemeClr>
                </a:solidFill>
                <a:ea typeface="微软雅黑" panose="020B0503020204020204" pitchFamily="34" charset="-122"/>
                <a:cs typeface="Arial" panose="020B0604020202020204" pitchFamily="34" charset="0"/>
                <a:sym typeface="Calibri" panose="020F0502020204030204" pitchFamily="34" charset="0"/>
              </a:rPr>
              <a:t>Lorem ipsum dolor sit amet, consectetuer adipiscing elit. Aenean commodo ligula eget dolor. </a:t>
            </a:r>
          </a:p>
        </p:txBody>
      </p:sp>
      <p:cxnSp>
        <p:nvCxnSpPr>
          <p:cNvPr id="35" name="直接连接符 34"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CxnSpPr/>
          <p:nvPr/>
        </p:nvCxnSpPr>
        <p:spPr>
          <a:xfrm>
            <a:off x="641327" y="3562039"/>
            <a:ext cx="186507" cy="0"/>
          </a:xfrm>
          <a:prstGeom prst="line">
            <a:avLst/>
          </a:prstGeom>
          <a:ln w="19050">
            <a:solidFill>
              <a:srgbClr val="AE0D1D"/>
            </a:solidFill>
          </a:ln>
        </p:spPr>
        <p:style>
          <a:lnRef idx="1">
            <a:schemeClr val="accent1"/>
          </a:lnRef>
          <a:fillRef idx="0">
            <a:schemeClr val="accent1"/>
          </a:fillRef>
          <a:effectRef idx="0">
            <a:schemeClr val="accent1"/>
          </a:effectRef>
          <a:fontRef idx="minor">
            <a:schemeClr val="tx1"/>
          </a:fontRef>
        </p:style>
      </p:cxnSp>
      <p:sp>
        <p:nvSpPr>
          <p:cNvPr id="36" name="文本框 35"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SpPr txBox="1">
            <a:spLocks noChangeArrowheads="1"/>
          </p:cNvSpPr>
          <p:nvPr/>
        </p:nvSpPr>
        <p:spPr bwMode="auto">
          <a:xfrm>
            <a:off x="7545372" y="3303666"/>
            <a:ext cx="100540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algn="r" fontAlgn="base">
              <a:spcBef>
                <a:spcPct val="0"/>
              </a:spcBef>
              <a:spcAft>
                <a:spcPct val="0"/>
              </a:spcAft>
            </a:pPr>
            <a:r>
              <a:rPr lang="zh-CN" altLang="en-US" sz="1600">
                <a:solidFill>
                  <a:schemeClr val="accent1"/>
                </a:solidFill>
                <a:latin typeface="+mj-ea"/>
                <a:ea typeface="+mj-ea"/>
                <a:sym typeface="Calibri" panose="020F0502020204030204" pitchFamily="34" charset="0"/>
              </a:rPr>
              <a:t>论文总结</a:t>
            </a:r>
          </a:p>
        </p:txBody>
      </p:sp>
      <p:sp>
        <p:nvSpPr>
          <p:cNvPr id="37" name="矩形 36"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SpPr/>
          <p:nvPr/>
        </p:nvSpPr>
        <p:spPr>
          <a:xfrm>
            <a:off x="5978738" y="3640657"/>
            <a:ext cx="2572038" cy="486352"/>
          </a:xfrm>
          <a:prstGeom prst="rect">
            <a:avLst/>
          </a:prstGeom>
        </p:spPr>
        <p:txBody>
          <a:bodyPr wrap="square">
            <a:spAutoFit/>
          </a:bodyPr>
          <a:lstStyle/>
          <a:p>
            <a:pPr algn="r" fontAlgn="base">
              <a:lnSpc>
                <a:spcPct val="150000"/>
              </a:lnSpc>
              <a:spcBef>
                <a:spcPct val="0"/>
              </a:spcBef>
              <a:spcAft>
                <a:spcPct val="0"/>
              </a:spcAft>
            </a:pPr>
            <a:r>
              <a:rPr lang="en-US" altLang="zh-CN" sz="900">
                <a:solidFill>
                  <a:schemeClr val="tx1">
                    <a:lumMod val="85000"/>
                    <a:lumOff val="15000"/>
                  </a:schemeClr>
                </a:solidFill>
                <a:ea typeface="微软雅黑" panose="020B0503020204020204" pitchFamily="34" charset="-122"/>
                <a:cs typeface="Arial" panose="020B0604020202020204" pitchFamily="34" charset="0"/>
                <a:sym typeface="Calibri" panose="020F0502020204030204" pitchFamily="34" charset="0"/>
              </a:rPr>
              <a:t>Lorem ipsum dolor sit amet, consectetuer adipiscing elit. Aenean commodo ligula eget dolor. </a:t>
            </a:r>
          </a:p>
        </p:txBody>
      </p:sp>
      <p:cxnSp>
        <p:nvCxnSpPr>
          <p:cNvPr id="38" name="直接连接符 37"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CxnSpPr/>
          <p:nvPr/>
        </p:nvCxnSpPr>
        <p:spPr>
          <a:xfrm>
            <a:off x="8246823" y="3640657"/>
            <a:ext cx="186507" cy="0"/>
          </a:xfrm>
          <a:prstGeom prst="line">
            <a:avLst/>
          </a:prstGeom>
          <a:ln w="19050">
            <a:solidFill>
              <a:srgbClr val="AE0D1D"/>
            </a:solidFill>
          </a:ln>
        </p:spPr>
        <p:style>
          <a:lnRef idx="1">
            <a:schemeClr val="accent1"/>
          </a:lnRef>
          <a:fillRef idx="0">
            <a:schemeClr val="accent1"/>
          </a:fillRef>
          <a:effectRef idx="0">
            <a:schemeClr val="accent1"/>
          </a:effectRef>
          <a:fontRef idx="minor">
            <a:schemeClr val="tx1"/>
          </a:fontRef>
        </p:style>
      </p:cxnSp>
      <p:sp>
        <p:nvSpPr>
          <p:cNvPr id="39" name="文本框 38"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SpPr txBox="1">
            <a:spLocks noChangeArrowheads="1"/>
          </p:cNvSpPr>
          <p:nvPr/>
        </p:nvSpPr>
        <p:spPr bwMode="auto">
          <a:xfrm>
            <a:off x="7622201" y="1636556"/>
            <a:ext cx="100540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algn="r" fontAlgn="base">
              <a:spcBef>
                <a:spcPct val="0"/>
              </a:spcBef>
              <a:spcAft>
                <a:spcPct val="0"/>
              </a:spcAft>
            </a:pPr>
            <a:r>
              <a:rPr lang="zh-CN" altLang="en-US" sz="1600">
                <a:solidFill>
                  <a:schemeClr val="accent1"/>
                </a:solidFill>
                <a:latin typeface="+mj-ea"/>
                <a:ea typeface="+mj-ea"/>
                <a:sym typeface="Calibri" panose="020F0502020204030204" pitchFamily="34" charset="0"/>
              </a:rPr>
              <a:t>论文总结</a:t>
            </a:r>
          </a:p>
        </p:txBody>
      </p:sp>
      <p:sp>
        <p:nvSpPr>
          <p:cNvPr id="40" name="矩形 39"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SpPr/>
          <p:nvPr/>
        </p:nvSpPr>
        <p:spPr>
          <a:xfrm>
            <a:off x="6055567" y="1973547"/>
            <a:ext cx="2572038" cy="486352"/>
          </a:xfrm>
          <a:prstGeom prst="rect">
            <a:avLst/>
          </a:prstGeom>
        </p:spPr>
        <p:txBody>
          <a:bodyPr wrap="square">
            <a:spAutoFit/>
          </a:bodyPr>
          <a:lstStyle/>
          <a:p>
            <a:pPr algn="r" fontAlgn="base">
              <a:lnSpc>
                <a:spcPct val="150000"/>
              </a:lnSpc>
              <a:spcBef>
                <a:spcPct val="0"/>
              </a:spcBef>
              <a:spcAft>
                <a:spcPct val="0"/>
              </a:spcAft>
            </a:pPr>
            <a:r>
              <a:rPr lang="en-US" altLang="zh-CN" sz="900">
                <a:solidFill>
                  <a:schemeClr val="tx1">
                    <a:lumMod val="85000"/>
                    <a:lumOff val="15000"/>
                  </a:schemeClr>
                </a:solidFill>
                <a:ea typeface="微软雅黑" panose="020B0503020204020204" pitchFamily="34" charset="-122"/>
                <a:cs typeface="Arial" panose="020B0604020202020204" pitchFamily="34" charset="0"/>
                <a:sym typeface="Calibri" panose="020F0502020204030204" pitchFamily="34" charset="0"/>
              </a:rPr>
              <a:t>Lorem ipsum dolor sit amet, consectetuer adipiscing elit. Aenean commodo ligula eget dolor. </a:t>
            </a:r>
          </a:p>
        </p:txBody>
      </p:sp>
      <p:cxnSp>
        <p:nvCxnSpPr>
          <p:cNvPr id="41" name="直接连接符 40"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CxnSpPr/>
          <p:nvPr/>
        </p:nvCxnSpPr>
        <p:spPr>
          <a:xfrm>
            <a:off x="8323652" y="1973547"/>
            <a:ext cx="186507" cy="0"/>
          </a:xfrm>
          <a:prstGeom prst="line">
            <a:avLst/>
          </a:prstGeom>
          <a:ln w="19050">
            <a:solidFill>
              <a:srgbClr val="AE0D1D"/>
            </a:solidFill>
          </a:ln>
        </p:spPr>
        <p:style>
          <a:lnRef idx="1">
            <a:schemeClr val="accent1"/>
          </a:lnRef>
          <a:fillRef idx="0">
            <a:schemeClr val="accent1"/>
          </a:fillRef>
          <a:effectRef idx="0">
            <a:schemeClr val="accent1"/>
          </a:effectRef>
          <a:fontRef idx="minor">
            <a:schemeClr val="tx1"/>
          </a:fontRef>
        </p:style>
      </p:cxnSp>
      <p:sp>
        <p:nvSpPr>
          <p:cNvPr id="42" name="椭圆 41"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SpPr/>
          <p:nvPr/>
        </p:nvSpPr>
        <p:spPr>
          <a:xfrm>
            <a:off x="169283" y="1683214"/>
            <a:ext cx="366799" cy="366799"/>
          </a:xfrm>
          <a:prstGeom prst="ellipse">
            <a:avLst/>
          </a:prstGeom>
          <a:solidFill>
            <a:srgbClr val="AE0D1D"/>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43" name="椭圆 42"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SpPr/>
          <p:nvPr/>
        </p:nvSpPr>
        <p:spPr>
          <a:xfrm>
            <a:off x="161772" y="3259729"/>
            <a:ext cx="366799" cy="366799"/>
          </a:xfrm>
          <a:prstGeom prst="ellipse">
            <a:avLst/>
          </a:prstGeom>
          <a:solidFill>
            <a:srgbClr val="AE0D1D"/>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44" name="椭圆 43"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SpPr/>
          <p:nvPr/>
        </p:nvSpPr>
        <p:spPr>
          <a:xfrm>
            <a:off x="8627605" y="1696547"/>
            <a:ext cx="366799" cy="366799"/>
          </a:xfrm>
          <a:prstGeom prst="ellipse">
            <a:avLst/>
          </a:prstGeom>
          <a:solidFill>
            <a:srgbClr val="AE0D1D"/>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45" name="椭圆 44"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SpPr/>
          <p:nvPr/>
        </p:nvSpPr>
        <p:spPr>
          <a:xfrm>
            <a:off x="8620094" y="3273062"/>
            <a:ext cx="366799" cy="366799"/>
          </a:xfrm>
          <a:prstGeom prst="ellipse">
            <a:avLst/>
          </a:prstGeom>
          <a:solidFill>
            <a:srgbClr val="AE0D1D"/>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nvGrpSpPr>
          <p:cNvPr id="46" name="Group 112"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GrpSpPr/>
          <p:nvPr/>
        </p:nvGrpSpPr>
        <p:grpSpPr>
          <a:xfrm>
            <a:off x="8709940" y="3368815"/>
            <a:ext cx="187106" cy="175292"/>
            <a:chOff x="5368132" y="3540125"/>
            <a:chExt cx="465138" cy="435769"/>
          </a:xfrm>
          <a:solidFill>
            <a:schemeClr val="bg1"/>
          </a:solidFill>
        </p:grpSpPr>
        <p:sp>
          <p:nvSpPr>
            <p:cNvPr id="47" name="AutoShape 110"/>
            <p:cNvSpPr/>
            <p:nvPr/>
          </p:nvSpPr>
          <p:spPr bwMode="auto">
            <a:xfrm>
              <a:off x="5426869" y="3598069"/>
              <a:ext cx="347663" cy="2325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699" y="20255"/>
                  </a:moveTo>
                  <a:lnTo>
                    <a:pt x="899" y="20255"/>
                  </a:lnTo>
                  <a:lnTo>
                    <a:pt x="899" y="1350"/>
                  </a:lnTo>
                  <a:lnTo>
                    <a:pt x="20699" y="1350"/>
                  </a:lnTo>
                  <a:cubicBezTo>
                    <a:pt x="20699" y="1350"/>
                    <a:pt x="20699" y="20255"/>
                    <a:pt x="20699" y="20255"/>
                  </a:cubicBezTo>
                  <a:close/>
                  <a:moveTo>
                    <a:pt x="20699" y="0"/>
                  </a:moveTo>
                  <a:lnTo>
                    <a:pt x="899" y="5"/>
                  </a:lnTo>
                  <a:cubicBezTo>
                    <a:pt x="402" y="5"/>
                    <a:pt x="0" y="603"/>
                    <a:pt x="0" y="1350"/>
                  </a:cubicBezTo>
                  <a:lnTo>
                    <a:pt x="0" y="20249"/>
                  </a:lnTo>
                  <a:cubicBezTo>
                    <a:pt x="0" y="20996"/>
                    <a:pt x="402" y="21599"/>
                    <a:pt x="899" y="21599"/>
                  </a:cubicBezTo>
                  <a:lnTo>
                    <a:pt x="20699" y="21599"/>
                  </a:lnTo>
                  <a:cubicBezTo>
                    <a:pt x="21197" y="21599"/>
                    <a:pt x="21600" y="20996"/>
                    <a:pt x="21600" y="20249"/>
                  </a:cubicBezTo>
                  <a:lnTo>
                    <a:pt x="21600" y="1350"/>
                  </a:lnTo>
                  <a:cubicBezTo>
                    <a:pt x="21600" y="603"/>
                    <a:pt x="21197" y="0"/>
                    <a:pt x="20699"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chemeClr val="tx1">
                    <a:lumMod val="85000"/>
                    <a:lumOff val="15000"/>
                  </a:schemeClr>
                </a:solidFill>
                <a:effectLst>
                  <a:outerShdw blurRad="38100" dist="38100" dir="2700000" algn="tl">
                    <a:srgbClr val="000000"/>
                  </a:outerShdw>
                </a:effectLst>
                <a:uLnTx/>
                <a:uFillTx/>
                <a:latin typeface="Gill Sans" charset="0"/>
                <a:sym typeface="Gill Sans" charset="0"/>
              </a:endParaRPr>
            </a:p>
          </p:txBody>
        </p:sp>
        <p:sp>
          <p:nvSpPr>
            <p:cNvPr id="48" name="AutoShape 111"/>
            <p:cNvSpPr/>
            <p:nvPr/>
          </p:nvSpPr>
          <p:spPr bwMode="auto">
            <a:xfrm>
              <a:off x="5368132" y="3540125"/>
              <a:ext cx="465138" cy="4357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6562"/>
                  </a:moveTo>
                  <a:cubicBezTo>
                    <a:pt x="20249" y="16959"/>
                    <a:pt x="19946" y="17282"/>
                    <a:pt x="19575" y="17282"/>
                  </a:cubicBezTo>
                  <a:lnTo>
                    <a:pt x="13499" y="17282"/>
                  </a:lnTo>
                  <a:lnTo>
                    <a:pt x="8099" y="17282"/>
                  </a:lnTo>
                  <a:lnTo>
                    <a:pt x="2024" y="17282"/>
                  </a:lnTo>
                  <a:cubicBezTo>
                    <a:pt x="1651" y="17282"/>
                    <a:pt x="1349" y="16959"/>
                    <a:pt x="1349" y="16562"/>
                  </a:cubicBezTo>
                  <a:lnTo>
                    <a:pt x="1349" y="2160"/>
                  </a:lnTo>
                  <a:cubicBezTo>
                    <a:pt x="1349" y="1762"/>
                    <a:pt x="1651" y="1440"/>
                    <a:pt x="2024" y="1440"/>
                  </a:cubicBezTo>
                  <a:lnTo>
                    <a:pt x="19575" y="1440"/>
                  </a:lnTo>
                  <a:cubicBezTo>
                    <a:pt x="19946" y="1440"/>
                    <a:pt x="20249" y="1762"/>
                    <a:pt x="20249" y="2160"/>
                  </a:cubicBezTo>
                  <a:cubicBezTo>
                    <a:pt x="20249" y="2160"/>
                    <a:pt x="20249" y="16562"/>
                    <a:pt x="20249" y="16562"/>
                  </a:cubicBezTo>
                  <a:close/>
                  <a:moveTo>
                    <a:pt x="19575" y="0"/>
                  </a:moveTo>
                  <a:lnTo>
                    <a:pt x="2024" y="0"/>
                  </a:lnTo>
                  <a:cubicBezTo>
                    <a:pt x="905" y="0"/>
                    <a:pt x="0" y="966"/>
                    <a:pt x="0" y="2160"/>
                  </a:cubicBezTo>
                  <a:lnTo>
                    <a:pt x="0" y="16562"/>
                  </a:lnTo>
                  <a:cubicBezTo>
                    <a:pt x="0" y="17753"/>
                    <a:pt x="903" y="18718"/>
                    <a:pt x="2018" y="18721"/>
                  </a:cubicBezTo>
                  <a:lnTo>
                    <a:pt x="8774" y="18721"/>
                  </a:lnTo>
                  <a:lnTo>
                    <a:pt x="8774" y="19597"/>
                  </a:lnTo>
                  <a:lnTo>
                    <a:pt x="4561" y="20181"/>
                  </a:lnTo>
                  <a:cubicBezTo>
                    <a:pt x="4260" y="20262"/>
                    <a:pt x="4049" y="20549"/>
                    <a:pt x="4049" y="20879"/>
                  </a:cubicBezTo>
                  <a:cubicBezTo>
                    <a:pt x="4049" y="21277"/>
                    <a:pt x="4351" y="21599"/>
                    <a:pt x="4724" y="21599"/>
                  </a:cubicBezTo>
                  <a:lnTo>
                    <a:pt x="16874" y="21599"/>
                  </a:lnTo>
                  <a:cubicBezTo>
                    <a:pt x="17248" y="21599"/>
                    <a:pt x="17549" y="21277"/>
                    <a:pt x="17549" y="20879"/>
                  </a:cubicBezTo>
                  <a:cubicBezTo>
                    <a:pt x="17549" y="20549"/>
                    <a:pt x="17339" y="20262"/>
                    <a:pt x="17038" y="20181"/>
                  </a:cubicBezTo>
                  <a:lnTo>
                    <a:pt x="12824" y="19597"/>
                  </a:lnTo>
                  <a:lnTo>
                    <a:pt x="12824" y="18721"/>
                  </a:lnTo>
                  <a:lnTo>
                    <a:pt x="19581" y="18721"/>
                  </a:lnTo>
                  <a:cubicBezTo>
                    <a:pt x="20696" y="18718"/>
                    <a:pt x="21600" y="17753"/>
                    <a:pt x="21600" y="16562"/>
                  </a:cubicBezTo>
                  <a:lnTo>
                    <a:pt x="21600" y="2160"/>
                  </a:lnTo>
                  <a:cubicBezTo>
                    <a:pt x="21600" y="966"/>
                    <a:pt x="20692" y="0"/>
                    <a:pt x="19575"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chemeClr val="tx1">
                    <a:lumMod val="85000"/>
                    <a:lumOff val="15000"/>
                  </a:schemeClr>
                </a:solidFill>
                <a:effectLst>
                  <a:outerShdw blurRad="38100" dist="38100" dir="2700000" algn="tl">
                    <a:srgbClr val="000000"/>
                  </a:outerShdw>
                </a:effectLst>
                <a:uLnTx/>
                <a:uFillTx/>
                <a:latin typeface="Gill Sans" charset="0"/>
                <a:sym typeface="Gill Sans" charset="0"/>
              </a:endParaRPr>
            </a:p>
          </p:txBody>
        </p:sp>
      </p:grpSp>
      <p:sp>
        <p:nvSpPr>
          <p:cNvPr id="49" name="AutoShape 112"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SpPr/>
          <p:nvPr/>
        </p:nvSpPr>
        <p:spPr bwMode="auto">
          <a:xfrm>
            <a:off x="251466" y="3364332"/>
            <a:ext cx="187410" cy="186584"/>
          </a:xfrm>
          <a:custGeom>
            <a:avLst/>
            <a:gdLst>
              <a:gd name="T0" fmla="*/ 10510 w 21020"/>
              <a:gd name="T1" fmla="*/ 10800 h 21600"/>
              <a:gd name="T2" fmla="*/ 10510 w 21020"/>
              <a:gd name="T3" fmla="*/ 10800 h 21600"/>
              <a:gd name="T4" fmla="*/ 10510 w 21020"/>
              <a:gd name="T5" fmla="*/ 10800 h 21600"/>
              <a:gd name="T6" fmla="*/ 10510 w 21020"/>
              <a:gd name="T7" fmla="*/ 10800 h 21600"/>
            </a:gdLst>
            <a:ahLst/>
            <a:cxnLst>
              <a:cxn ang="0">
                <a:pos x="T0" y="T1"/>
              </a:cxn>
              <a:cxn ang="0">
                <a:pos x="T2" y="T3"/>
              </a:cxn>
              <a:cxn ang="0">
                <a:pos x="T4" y="T5"/>
              </a:cxn>
              <a:cxn ang="0">
                <a:pos x="T6" y="T7"/>
              </a:cxn>
            </a:cxnLst>
            <a:rect l="0" t="0" r="r" b="b"/>
            <a:pathLst>
              <a:path w="21020" h="21600">
                <a:moveTo>
                  <a:pt x="18846" y="7946"/>
                </a:moveTo>
                <a:lnTo>
                  <a:pt x="17740" y="9091"/>
                </a:lnTo>
                <a:cubicBezTo>
                  <a:pt x="17740" y="8939"/>
                  <a:pt x="17758" y="8792"/>
                  <a:pt x="17744" y="8636"/>
                </a:cubicBezTo>
                <a:cubicBezTo>
                  <a:pt x="17629" y="7331"/>
                  <a:pt x="17036" y="6068"/>
                  <a:pt x="16074" y="5080"/>
                </a:cubicBezTo>
                <a:cubicBezTo>
                  <a:pt x="15004" y="3980"/>
                  <a:pt x="13585" y="3348"/>
                  <a:pt x="12180" y="3345"/>
                </a:cubicBezTo>
                <a:lnTo>
                  <a:pt x="13268" y="2218"/>
                </a:lnTo>
                <a:cubicBezTo>
                  <a:pt x="13812" y="1659"/>
                  <a:pt x="14572" y="1350"/>
                  <a:pt x="15403" y="1350"/>
                </a:cubicBezTo>
                <a:cubicBezTo>
                  <a:pt x="16460" y="1350"/>
                  <a:pt x="17546" y="1840"/>
                  <a:pt x="18381" y="2696"/>
                </a:cubicBezTo>
                <a:cubicBezTo>
                  <a:pt x="19165" y="3500"/>
                  <a:pt x="19631" y="4499"/>
                  <a:pt x="19698" y="5510"/>
                </a:cubicBezTo>
                <a:cubicBezTo>
                  <a:pt x="19760" y="6453"/>
                  <a:pt x="19457" y="7317"/>
                  <a:pt x="18846" y="7946"/>
                </a:cubicBezTo>
                <a:moveTo>
                  <a:pt x="5828" y="19329"/>
                </a:moveTo>
                <a:cubicBezTo>
                  <a:pt x="5813" y="18424"/>
                  <a:pt x="5454" y="17481"/>
                  <a:pt x="4730" y="16739"/>
                </a:cubicBezTo>
                <a:cubicBezTo>
                  <a:pt x="4046" y="16034"/>
                  <a:pt x="3150" y="15628"/>
                  <a:pt x="2257" y="15592"/>
                </a:cubicBezTo>
                <a:lnTo>
                  <a:pt x="2911" y="13157"/>
                </a:lnTo>
                <a:cubicBezTo>
                  <a:pt x="2959" y="12995"/>
                  <a:pt x="3052" y="12835"/>
                  <a:pt x="3168" y="12695"/>
                </a:cubicBezTo>
                <a:cubicBezTo>
                  <a:pt x="4485" y="11726"/>
                  <a:pt x="6512" y="12012"/>
                  <a:pt x="7920" y="13460"/>
                </a:cubicBezTo>
                <a:cubicBezTo>
                  <a:pt x="9409" y="14990"/>
                  <a:pt x="9639" y="17230"/>
                  <a:pt x="8492" y="18568"/>
                </a:cubicBezTo>
                <a:cubicBezTo>
                  <a:pt x="8416" y="18609"/>
                  <a:pt x="8339" y="18648"/>
                  <a:pt x="8256" y="18675"/>
                </a:cubicBezTo>
                <a:cubicBezTo>
                  <a:pt x="8256" y="18675"/>
                  <a:pt x="5828" y="19329"/>
                  <a:pt x="5828" y="19329"/>
                </a:cubicBezTo>
                <a:close/>
                <a:moveTo>
                  <a:pt x="2737" y="20164"/>
                </a:moveTo>
                <a:cubicBezTo>
                  <a:pt x="2665" y="20181"/>
                  <a:pt x="2443" y="20239"/>
                  <a:pt x="2291" y="20249"/>
                </a:cubicBezTo>
                <a:cubicBezTo>
                  <a:pt x="1751" y="20244"/>
                  <a:pt x="1313" y="19792"/>
                  <a:pt x="1313" y="19237"/>
                </a:cubicBezTo>
                <a:cubicBezTo>
                  <a:pt x="1321" y="19124"/>
                  <a:pt x="1365" y="18929"/>
                  <a:pt x="1380" y="18857"/>
                </a:cubicBezTo>
                <a:lnTo>
                  <a:pt x="2071" y="16283"/>
                </a:lnTo>
                <a:cubicBezTo>
                  <a:pt x="2822" y="16261"/>
                  <a:pt x="3630" y="16562"/>
                  <a:pt x="4265" y="17215"/>
                </a:cubicBezTo>
                <a:cubicBezTo>
                  <a:pt x="4911" y="17878"/>
                  <a:pt x="5214" y="18725"/>
                  <a:pt x="5181" y="19504"/>
                </a:cubicBezTo>
                <a:cubicBezTo>
                  <a:pt x="5181" y="19504"/>
                  <a:pt x="2737" y="20164"/>
                  <a:pt x="2737" y="20164"/>
                </a:cubicBezTo>
                <a:close/>
                <a:moveTo>
                  <a:pt x="6888" y="11179"/>
                </a:moveTo>
                <a:cubicBezTo>
                  <a:pt x="6280" y="10927"/>
                  <a:pt x="5642" y="10783"/>
                  <a:pt x="5004" y="10774"/>
                </a:cubicBezTo>
                <a:lnTo>
                  <a:pt x="10063" y="5536"/>
                </a:lnTo>
                <a:cubicBezTo>
                  <a:pt x="10838" y="4759"/>
                  <a:pt x="11966" y="4536"/>
                  <a:pt x="13077" y="4819"/>
                </a:cubicBezTo>
                <a:cubicBezTo>
                  <a:pt x="13077" y="4819"/>
                  <a:pt x="6888" y="11179"/>
                  <a:pt x="6888" y="11179"/>
                </a:cubicBezTo>
                <a:close/>
                <a:moveTo>
                  <a:pt x="9717" y="13672"/>
                </a:moveTo>
                <a:cubicBezTo>
                  <a:pt x="9473" y="13258"/>
                  <a:pt x="9194" y="12859"/>
                  <a:pt x="8848" y="12505"/>
                </a:cubicBezTo>
                <a:cubicBezTo>
                  <a:pt x="8447" y="12093"/>
                  <a:pt x="7986" y="11770"/>
                  <a:pt x="7507" y="11498"/>
                </a:cubicBezTo>
                <a:lnTo>
                  <a:pt x="13767" y="5064"/>
                </a:lnTo>
                <a:cubicBezTo>
                  <a:pt x="14259" y="5288"/>
                  <a:pt x="14729" y="5607"/>
                  <a:pt x="15145" y="6035"/>
                </a:cubicBezTo>
                <a:cubicBezTo>
                  <a:pt x="15500" y="6398"/>
                  <a:pt x="15775" y="6806"/>
                  <a:pt x="15987" y="7229"/>
                </a:cubicBezTo>
                <a:cubicBezTo>
                  <a:pt x="15987" y="7229"/>
                  <a:pt x="9717" y="13672"/>
                  <a:pt x="9717" y="13672"/>
                </a:cubicBezTo>
                <a:close/>
                <a:moveTo>
                  <a:pt x="10519" y="16061"/>
                </a:moveTo>
                <a:cubicBezTo>
                  <a:pt x="10465" y="15452"/>
                  <a:pt x="10298" y="14854"/>
                  <a:pt x="10047" y="14288"/>
                </a:cubicBezTo>
                <a:lnTo>
                  <a:pt x="16257" y="7906"/>
                </a:lnTo>
                <a:cubicBezTo>
                  <a:pt x="16637" y="9140"/>
                  <a:pt x="16442" y="10429"/>
                  <a:pt x="15610" y="11284"/>
                </a:cubicBezTo>
                <a:cubicBezTo>
                  <a:pt x="15604" y="11290"/>
                  <a:pt x="15598" y="11293"/>
                  <a:pt x="15593" y="11298"/>
                </a:cubicBezTo>
                <a:lnTo>
                  <a:pt x="15602" y="11306"/>
                </a:lnTo>
                <a:lnTo>
                  <a:pt x="10525" y="16565"/>
                </a:lnTo>
                <a:cubicBezTo>
                  <a:pt x="10527" y="16397"/>
                  <a:pt x="10534" y="16232"/>
                  <a:pt x="10519" y="16061"/>
                </a:cubicBezTo>
                <a:moveTo>
                  <a:pt x="19308" y="1741"/>
                </a:moveTo>
                <a:cubicBezTo>
                  <a:pt x="18228" y="632"/>
                  <a:pt x="16805" y="0"/>
                  <a:pt x="15403" y="0"/>
                </a:cubicBezTo>
                <a:cubicBezTo>
                  <a:pt x="14220" y="0"/>
                  <a:pt x="13131" y="450"/>
                  <a:pt x="12335" y="1266"/>
                </a:cubicBezTo>
                <a:lnTo>
                  <a:pt x="9138" y="4577"/>
                </a:lnTo>
                <a:cubicBezTo>
                  <a:pt x="9129" y="4585"/>
                  <a:pt x="9118" y="4592"/>
                  <a:pt x="9108" y="4602"/>
                </a:cubicBezTo>
                <a:cubicBezTo>
                  <a:pt x="9103" y="4608"/>
                  <a:pt x="9100" y="4614"/>
                  <a:pt x="9095" y="4620"/>
                </a:cubicBezTo>
                <a:lnTo>
                  <a:pt x="9096" y="4621"/>
                </a:lnTo>
                <a:lnTo>
                  <a:pt x="2310" y="11647"/>
                </a:lnTo>
                <a:cubicBezTo>
                  <a:pt x="1998" y="11966"/>
                  <a:pt x="1771" y="12364"/>
                  <a:pt x="1645" y="12797"/>
                </a:cubicBezTo>
                <a:lnTo>
                  <a:pt x="102" y="18541"/>
                </a:lnTo>
                <a:cubicBezTo>
                  <a:pt x="100" y="18557"/>
                  <a:pt x="0" y="19008"/>
                  <a:pt x="0" y="19237"/>
                </a:cubicBezTo>
                <a:cubicBezTo>
                  <a:pt x="0" y="20541"/>
                  <a:pt x="1030" y="21599"/>
                  <a:pt x="2302" y="21599"/>
                </a:cubicBezTo>
                <a:cubicBezTo>
                  <a:pt x="2554" y="21599"/>
                  <a:pt x="3044" y="21475"/>
                  <a:pt x="3062" y="21473"/>
                </a:cubicBezTo>
                <a:lnTo>
                  <a:pt x="8630" y="19969"/>
                </a:lnTo>
                <a:cubicBezTo>
                  <a:pt x="9054" y="19839"/>
                  <a:pt x="9439" y="19604"/>
                  <a:pt x="9750" y="19283"/>
                </a:cubicBezTo>
                <a:lnTo>
                  <a:pt x="19776" y="8899"/>
                </a:lnTo>
                <a:cubicBezTo>
                  <a:pt x="21600" y="7023"/>
                  <a:pt x="21394" y="3881"/>
                  <a:pt x="19308" y="1741"/>
                </a:cubicBezTo>
              </a:path>
            </a:pathLst>
          </a:custGeom>
          <a:solidFill>
            <a:schemeClr val="bg1"/>
          </a:solid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chemeClr val="tx1">
                  <a:lumMod val="85000"/>
                  <a:lumOff val="15000"/>
                </a:schemeClr>
              </a:solidFill>
              <a:effectLst>
                <a:outerShdw blurRad="38100" dist="38100" dir="2700000" algn="tl">
                  <a:srgbClr val="000000"/>
                </a:outerShdw>
              </a:effectLst>
              <a:uLnTx/>
              <a:uFillTx/>
              <a:latin typeface="Gill Sans" charset="0"/>
              <a:sym typeface="Gill Sans" charset="0"/>
            </a:endParaRPr>
          </a:p>
        </p:txBody>
      </p:sp>
      <p:grpSp>
        <p:nvGrpSpPr>
          <p:cNvPr id="50" name="Group 124"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GrpSpPr/>
          <p:nvPr/>
        </p:nvGrpSpPr>
        <p:grpSpPr>
          <a:xfrm>
            <a:off x="8717451" y="1801241"/>
            <a:ext cx="187106" cy="157411"/>
            <a:chOff x="5368132" y="2625725"/>
            <a:chExt cx="465138" cy="391319"/>
          </a:xfrm>
          <a:solidFill>
            <a:schemeClr val="bg1"/>
          </a:solidFill>
        </p:grpSpPr>
        <p:sp>
          <p:nvSpPr>
            <p:cNvPr id="51" name="AutoShape 120"/>
            <p:cNvSpPr/>
            <p:nvPr/>
          </p:nvSpPr>
          <p:spPr bwMode="auto">
            <a:xfrm>
              <a:off x="5484813" y="2727325"/>
              <a:ext cx="231775" cy="2317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48" y="16070"/>
                  </a:moveTo>
                  <a:cubicBezTo>
                    <a:pt x="14037" y="19468"/>
                    <a:pt x="8925" y="19859"/>
                    <a:pt x="5529" y="16948"/>
                  </a:cubicBezTo>
                  <a:cubicBezTo>
                    <a:pt x="2130" y="14038"/>
                    <a:pt x="1740" y="8924"/>
                    <a:pt x="4651" y="5527"/>
                  </a:cubicBezTo>
                  <a:cubicBezTo>
                    <a:pt x="7559" y="2131"/>
                    <a:pt x="12674" y="1740"/>
                    <a:pt x="16070" y="4650"/>
                  </a:cubicBezTo>
                  <a:cubicBezTo>
                    <a:pt x="19466" y="7560"/>
                    <a:pt x="19859" y="12673"/>
                    <a:pt x="16948" y="16070"/>
                  </a:cubicBezTo>
                  <a:moveTo>
                    <a:pt x="10800" y="0"/>
                  </a:moveTo>
                  <a:cubicBezTo>
                    <a:pt x="4833" y="0"/>
                    <a:pt x="0" y="4834"/>
                    <a:pt x="0" y="10800"/>
                  </a:cubicBezTo>
                  <a:cubicBezTo>
                    <a:pt x="0" y="16765"/>
                    <a:pt x="4833" y="21599"/>
                    <a:pt x="10800" y="21599"/>
                  </a:cubicBezTo>
                  <a:cubicBezTo>
                    <a:pt x="16764" y="21599"/>
                    <a:pt x="21600" y="16765"/>
                    <a:pt x="21600" y="10800"/>
                  </a:cubicBezTo>
                  <a:cubicBezTo>
                    <a:pt x="21600" y="4834"/>
                    <a:pt x="16764" y="0"/>
                    <a:pt x="10800"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chemeClr val="tx1">
                    <a:lumMod val="85000"/>
                    <a:lumOff val="15000"/>
                  </a:schemeClr>
                </a:solidFill>
                <a:effectLst>
                  <a:outerShdw blurRad="38100" dist="38100" dir="2700000" algn="tl">
                    <a:srgbClr val="000000"/>
                  </a:outerShdw>
                </a:effectLst>
                <a:uLnTx/>
                <a:uFillTx/>
                <a:latin typeface="Gill Sans" charset="0"/>
                <a:sym typeface="Gill Sans" charset="0"/>
              </a:endParaRPr>
            </a:p>
          </p:txBody>
        </p:sp>
        <p:sp>
          <p:nvSpPr>
            <p:cNvPr id="52" name="AutoShape 121"/>
            <p:cNvSpPr/>
            <p:nvPr/>
          </p:nvSpPr>
          <p:spPr bwMode="auto">
            <a:xfrm>
              <a:off x="5542757" y="2785269"/>
              <a:ext cx="65088" cy="6508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200" y="0"/>
                  </a:moveTo>
                  <a:cubicBezTo>
                    <a:pt x="8596" y="0"/>
                    <a:pt x="0" y="8596"/>
                    <a:pt x="0" y="19195"/>
                  </a:cubicBezTo>
                  <a:lnTo>
                    <a:pt x="0" y="19199"/>
                  </a:lnTo>
                  <a:cubicBezTo>
                    <a:pt x="0" y="20524"/>
                    <a:pt x="1068" y="21599"/>
                    <a:pt x="2400" y="21599"/>
                  </a:cubicBezTo>
                  <a:cubicBezTo>
                    <a:pt x="3721" y="21599"/>
                    <a:pt x="4800" y="20524"/>
                    <a:pt x="4800" y="19199"/>
                  </a:cubicBezTo>
                  <a:lnTo>
                    <a:pt x="4800" y="19195"/>
                  </a:lnTo>
                  <a:cubicBezTo>
                    <a:pt x="4800" y="11247"/>
                    <a:pt x="11240" y="4799"/>
                    <a:pt x="19200" y="4799"/>
                  </a:cubicBezTo>
                  <a:cubicBezTo>
                    <a:pt x="20521" y="4799"/>
                    <a:pt x="21600" y="3724"/>
                    <a:pt x="21600" y="2399"/>
                  </a:cubicBezTo>
                  <a:cubicBezTo>
                    <a:pt x="21600" y="1075"/>
                    <a:pt x="20521" y="0"/>
                    <a:pt x="19200"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chemeClr val="tx1">
                    <a:lumMod val="85000"/>
                    <a:lumOff val="15000"/>
                  </a:schemeClr>
                </a:solidFill>
                <a:effectLst>
                  <a:outerShdw blurRad="38100" dist="38100" dir="2700000" algn="tl">
                    <a:srgbClr val="000000"/>
                  </a:outerShdw>
                </a:effectLst>
                <a:uLnTx/>
                <a:uFillTx/>
                <a:latin typeface="Gill Sans" charset="0"/>
                <a:sym typeface="Gill Sans" charset="0"/>
              </a:endParaRPr>
            </a:p>
          </p:txBody>
        </p:sp>
        <p:sp>
          <p:nvSpPr>
            <p:cNvPr id="53" name="AutoShape 122"/>
            <p:cNvSpPr/>
            <p:nvPr/>
          </p:nvSpPr>
          <p:spPr bwMode="auto">
            <a:xfrm>
              <a:off x="5368132" y="2625725"/>
              <a:ext cx="465138" cy="39131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9199"/>
                  </a:moveTo>
                  <a:cubicBezTo>
                    <a:pt x="20249" y="19642"/>
                    <a:pt x="19948" y="19999"/>
                    <a:pt x="19575" y="19999"/>
                  </a:cubicBezTo>
                  <a:lnTo>
                    <a:pt x="2024" y="19999"/>
                  </a:lnTo>
                  <a:cubicBezTo>
                    <a:pt x="1651" y="19999"/>
                    <a:pt x="1349" y="19642"/>
                    <a:pt x="1349" y="19199"/>
                  </a:cubicBezTo>
                  <a:lnTo>
                    <a:pt x="1349" y="7200"/>
                  </a:lnTo>
                  <a:cubicBezTo>
                    <a:pt x="1349" y="6809"/>
                    <a:pt x="1588" y="6475"/>
                    <a:pt x="1914" y="6411"/>
                  </a:cubicBezTo>
                  <a:lnTo>
                    <a:pt x="5588" y="5684"/>
                  </a:lnTo>
                  <a:lnTo>
                    <a:pt x="6797" y="2103"/>
                  </a:lnTo>
                  <a:cubicBezTo>
                    <a:pt x="6900" y="1799"/>
                    <a:pt x="7148" y="1600"/>
                    <a:pt x="7424" y="1600"/>
                  </a:cubicBezTo>
                  <a:lnTo>
                    <a:pt x="14174" y="1600"/>
                  </a:lnTo>
                  <a:cubicBezTo>
                    <a:pt x="14450" y="1600"/>
                    <a:pt x="14698" y="1799"/>
                    <a:pt x="14801" y="2103"/>
                  </a:cubicBezTo>
                  <a:lnTo>
                    <a:pt x="16010" y="5684"/>
                  </a:lnTo>
                  <a:lnTo>
                    <a:pt x="19685" y="6411"/>
                  </a:lnTo>
                  <a:cubicBezTo>
                    <a:pt x="20011" y="6475"/>
                    <a:pt x="20249" y="6809"/>
                    <a:pt x="20249" y="7200"/>
                  </a:cubicBezTo>
                  <a:cubicBezTo>
                    <a:pt x="20249" y="7200"/>
                    <a:pt x="20249" y="19199"/>
                    <a:pt x="20249" y="19199"/>
                  </a:cubicBezTo>
                  <a:close/>
                  <a:moveTo>
                    <a:pt x="19907" y="4832"/>
                  </a:moveTo>
                  <a:lnTo>
                    <a:pt x="16981" y="4254"/>
                  </a:lnTo>
                  <a:lnTo>
                    <a:pt x="16054" y="1507"/>
                  </a:lnTo>
                  <a:cubicBezTo>
                    <a:pt x="15745" y="591"/>
                    <a:pt x="15006" y="0"/>
                    <a:pt x="14174" y="0"/>
                  </a:cubicBezTo>
                  <a:lnTo>
                    <a:pt x="7424" y="0"/>
                  </a:lnTo>
                  <a:cubicBezTo>
                    <a:pt x="6593" y="0"/>
                    <a:pt x="5854" y="591"/>
                    <a:pt x="5543" y="1509"/>
                  </a:cubicBezTo>
                  <a:lnTo>
                    <a:pt x="4618" y="4254"/>
                  </a:lnTo>
                  <a:lnTo>
                    <a:pt x="1692" y="4832"/>
                  </a:lnTo>
                  <a:cubicBezTo>
                    <a:pt x="711" y="5025"/>
                    <a:pt x="0" y="6020"/>
                    <a:pt x="0" y="7200"/>
                  </a:cubicBezTo>
                  <a:lnTo>
                    <a:pt x="0" y="19199"/>
                  </a:lnTo>
                  <a:cubicBezTo>
                    <a:pt x="0" y="20523"/>
                    <a:pt x="908" y="21600"/>
                    <a:pt x="2024" y="21600"/>
                  </a:cubicBezTo>
                  <a:lnTo>
                    <a:pt x="19575" y="21600"/>
                  </a:lnTo>
                  <a:cubicBezTo>
                    <a:pt x="20691" y="21600"/>
                    <a:pt x="21600" y="20523"/>
                    <a:pt x="21600" y="19199"/>
                  </a:cubicBezTo>
                  <a:lnTo>
                    <a:pt x="21600" y="7200"/>
                  </a:lnTo>
                  <a:cubicBezTo>
                    <a:pt x="21600" y="6020"/>
                    <a:pt x="20888" y="5025"/>
                    <a:pt x="19907" y="4832"/>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chemeClr val="tx1">
                    <a:lumMod val="85000"/>
                    <a:lumOff val="15000"/>
                  </a:schemeClr>
                </a:solidFill>
                <a:effectLst>
                  <a:outerShdw blurRad="38100" dist="38100" dir="2700000" algn="tl">
                    <a:srgbClr val="000000"/>
                  </a:outerShdw>
                </a:effectLst>
                <a:uLnTx/>
                <a:uFillTx/>
                <a:latin typeface="Gill Sans" charset="0"/>
                <a:sym typeface="Gill Sans" charset="0"/>
              </a:endParaRPr>
            </a:p>
          </p:txBody>
        </p:sp>
      </p:grpSp>
      <p:grpSp>
        <p:nvGrpSpPr>
          <p:cNvPr id="54" name="组合 53"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GrpSpPr/>
          <p:nvPr/>
        </p:nvGrpSpPr>
        <p:grpSpPr>
          <a:xfrm>
            <a:off x="259289" y="1773220"/>
            <a:ext cx="186787" cy="186787"/>
            <a:chOff x="3191434" y="2145028"/>
            <a:chExt cx="359165" cy="359165"/>
          </a:xfrm>
          <a:solidFill>
            <a:schemeClr val="bg1"/>
          </a:solidFill>
        </p:grpSpPr>
        <p:sp>
          <p:nvSpPr>
            <p:cNvPr id="55" name="AutoShape 123"/>
            <p:cNvSpPr/>
            <p:nvPr/>
          </p:nvSpPr>
          <p:spPr bwMode="auto">
            <a:xfrm>
              <a:off x="3191434" y="2145028"/>
              <a:ext cx="359165"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180" y="12132"/>
                  </a:moveTo>
                  <a:cubicBezTo>
                    <a:pt x="17710" y="12226"/>
                    <a:pt x="17327" y="12561"/>
                    <a:pt x="17170" y="13012"/>
                  </a:cubicBezTo>
                  <a:cubicBezTo>
                    <a:pt x="17083" y="13261"/>
                    <a:pt x="16981" y="13503"/>
                    <a:pt x="16868" y="13738"/>
                  </a:cubicBezTo>
                  <a:cubicBezTo>
                    <a:pt x="16658" y="14169"/>
                    <a:pt x="16694" y="14677"/>
                    <a:pt x="16959" y="15075"/>
                  </a:cubicBezTo>
                  <a:lnTo>
                    <a:pt x="18131" y="16833"/>
                  </a:lnTo>
                  <a:lnTo>
                    <a:pt x="16832" y="18132"/>
                  </a:lnTo>
                  <a:lnTo>
                    <a:pt x="15075" y="16960"/>
                  </a:lnTo>
                  <a:cubicBezTo>
                    <a:pt x="14850" y="16810"/>
                    <a:pt x="14589" y="16733"/>
                    <a:pt x="14326" y="16733"/>
                  </a:cubicBezTo>
                  <a:cubicBezTo>
                    <a:pt x="14126" y="16733"/>
                    <a:pt x="13924" y="16778"/>
                    <a:pt x="13738" y="16868"/>
                  </a:cubicBezTo>
                  <a:cubicBezTo>
                    <a:pt x="13504" y="16981"/>
                    <a:pt x="13262" y="17083"/>
                    <a:pt x="13012" y="17170"/>
                  </a:cubicBezTo>
                  <a:cubicBezTo>
                    <a:pt x="12561" y="17327"/>
                    <a:pt x="12226" y="17712"/>
                    <a:pt x="12133" y="18180"/>
                  </a:cubicBezTo>
                  <a:lnTo>
                    <a:pt x="11717" y="20249"/>
                  </a:lnTo>
                  <a:lnTo>
                    <a:pt x="9881" y="20249"/>
                  </a:lnTo>
                  <a:lnTo>
                    <a:pt x="9467" y="18180"/>
                  </a:lnTo>
                  <a:cubicBezTo>
                    <a:pt x="9373" y="17712"/>
                    <a:pt x="9039" y="17327"/>
                    <a:pt x="8588" y="17170"/>
                  </a:cubicBezTo>
                  <a:cubicBezTo>
                    <a:pt x="8339" y="17083"/>
                    <a:pt x="8096" y="16983"/>
                    <a:pt x="7861" y="16869"/>
                  </a:cubicBezTo>
                  <a:cubicBezTo>
                    <a:pt x="7675" y="16778"/>
                    <a:pt x="7474" y="16733"/>
                    <a:pt x="7273" y="16733"/>
                  </a:cubicBezTo>
                  <a:cubicBezTo>
                    <a:pt x="7011" y="16733"/>
                    <a:pt x="6750" y="16810"/>
                    <a:pt x="6525" y="16960"/>
                  </a:cubicBezTo>
                  <a:lnTo>
                    <a:pt x="4767" y="18132"/>
                  </a:lnTo>
                  <a:lnTo>
                    <a:pt x="3468" y="16833"/>
                  </a:lnTo>
                  <a:lnTo>
                    <a:pt x="4639" y="15075"/>
                  </a:lnTo>
                  <a:cubicBezTo>
                    <a:pt x="4904" y="14677"/>
                    <a:pt x="4939" y="14169"/>
                    <a:pt x="4732" y="13738"/>
                  </a:cubicBezTo>
                  <a:cubicBezTo>
                    <a:pt x="4618" y="13504"/>
                    <a:pt x="4516" y="13263"/>
                    <a:pt x="4429" y="13013"/>
                  </a:cubicBezTo>
                  <a:cubicBezTo>
                    <a:pt x="4273" y="12561"/>
                    <a:pt x="3888" y="12227"/>
                    <a:pt x="3419" y="12133"/>
                  </a:cubicBezTo>
                  <a:lnTo>
                    <a:pt x="1350" y="11718"/>
                  </a:lnTo>
                  <a:lnTo>
                    <a:pt x="1349" y="9882"/>
                  </a:lnTo>
                  <a:lnTo>
                    <a:pt x="3419" y="9468"/>
                  </a:lnTo>
                  <a:cubicBezTo>
                    <a:pt x="3888" y="9374"/>
                    <a:pt x="4273" y="9039"/>
                    <a:pt x="4429" y="8588"/>
                  </a:cubicBezTo>
                  <a:cubicBezTo>
                    <a:pt x="4516" y="8338"/>
                    <a:pt x="4617" y="8096"/>
                    <a:pt x="4731" y="7862"/>
                  </a:cubicBezTo>
                  <a:cubicBezTo>
                    <a:pt x="4940" y="7431"/>
                    <a:pt x="4905" y="6923"/>
                    <a:pt x="4639" y="6524"/>
                  </a:cubicBezTo>
                  <a:lnTo>
                    <a:pt x="3468" y="4767"/>
                  </a:lnTo>
                  <a:lnTo>
                    <a:pt x="4767" y="3468"/>
                  </a:lnTo>
                  <a:lnTo>
                    <a:pt x="6525" y="4639"/>
                  </a:lnTo>
                  <a:cubicBezTo>
                    <a:pt x="6750" y="4790"/>
                    <a:pt x="7011" y="4866"/>
                    <a:pt x="7273" y="4866"/>
                  </a:cubicBezTo>
                  <a:cubicBezTo>
                    <a:pt x="7474" y="4866"/>
                    <a:pt x="7674" y="4822"/>
                    <a:pt x="7861" y="4732"/>
                  </a:cubicBezTo>
                  <a:cubicBezTo>
                    <a:pt x="8095" y="4619"/>
                    <a:pt x="8337" y="4517"/>
                    <a:pt x="8586" y="4430"/>
                  </a:cubicBezTo>
                  <a:cubicBezTo>
                    <a:pt x="9039" y="4272"/>
                    <a:pt x="9373" y="3888"/>
                    <a:pt x="9467" y="3420"/>
                  </a:cubicBezTo>
                  <a:lnTo>
                    <a:pt x="9881" y="1350"/>
                  </a:lnTo>
                  <a:lnTo>
                    <a:pt x="11717" y="1350"/>
                  </a:lnTo>
                  <a:lnTo>
                    <a:pt x="12131" y="3420"/>
                  </a:lnTo>
                  <a:cubicBezTo>
                    <a:pt x="12225" y="3888"/>
                    <a:pt x="12560" y="4272"/>
                    <a:pt x="13012" y="4430"/>
                  </a:cubicBezTo>
                  <a:cubicBezTo>
                    <a:pt x="13261" y="4517"/>
                    <a:pt x="13502" y="4617"/>
                    <a:pt x="13737" y="4731"/>
                  </a:cubicBezTo>
                  <a:cubicBezTo>
                    <a:pt x="13924" y="4822"/>
                    <a:pt x="14125" y="4866"/>
                    <a:pt x="14326" y="4866"/>
                  </a:cubicBezTo>
                  <a:cubicBezTo>
                    <a:pt x="14589" y="4866"/>
                    <a:pt x="14850" y="4790"/>
                    <a:pt x="15075" y="4639"/>
                  </a:cubicBezTo>
                  <a:lnTo>
                    <a:pt x="16832" y="3468"/>
                  </a:lnTo>
                  <a:lnTo>
                    <a:pt x="18131" y="4767"/>
                  </a:lnTo>
                  <a:lnTo>
                    <a:pt x="16959" y="6524"/>
                  </a:lnTo>
                  <a:cubicBezTo>
                    <a:pt x="16694" y="6923"/>
                    <a:pt x="16660" y="7431"/>
                    <a:pt x="16867" y="7861"/>
                  </a:cubicBezTo>
                  <a:cubicBezTo>
                    <a:pt x="16980" y="8096"/>
                    <a:pt x="17083" y="8337"/>
                    <a:pt x="17170" y="8587"/>
                  </a:cubicBezTo>
                  <a:cubicBezTo>
                    <a:pt x="17327" y="9039"/>
                    <a:pt x="17710" y="9373"/>
                    <a:pt x="18180" y="9467"/>
                  </a:cubicBezTo>
                  <a:lnTo>
                    <a:pt x="20248" y="9882"/>
                  </a:lnTo>
                  <a:lnTo>
                    <a:pt x="20250" y="11718"/>
                  </a:lnTo>
                  <a:cubicBezTo>
                    <a:pt x="20250" y="11718"/>
                    <a:pt x="18180" y="12132"/>
                    <a:pt x="18180" y="12132"/>
                  </a:cubicBezTo>
                  <a:close/>
                  <a:moveTo>
                    <a:pt x="20513" y="8558"/>
                  </a:moveTo>
                  <a:lnTo>
                    <a:pt x="18445" y="8143"/>
                  </a:lnTo>
                  <a:cubicBezTo>
                    <a:pt x="18341" y="7844"/>
                    <a:pt x="18218" y="7554"/>
                    <a:pt x="18082" y="7273"/>
                  </a:cubicBezTo>
                  <a:lnTo>
                    <a:pt x="19254" y="5516"/>
                  </a:lnTo>
                  <a:cubicBezTo>
                    <a:pt x="19611" y="4980"/>
                    <a:pt x="19540" y="4268"/>
                    <a:pt x="19085" y="3813"/>
                  </a:cubicBezTo>
                  <a:lnTo>
                    <a:pt x="17787" y="2514"/>
                  </a:lnTo>
                  <a:cubicBezTo>
                    <a:pt x="17526" y="2253"/>
                    <a:pt x="17181" y="2118"/>
                    <a:pt x="16831" y="2118"/>
                  </a:cubicBezTo>
                  <a:cubicBezTo>
                    <a:pt x="16573" y="2118"/>
                    <a:pt x="16312" y="2193"/>
                    <a:pt x="16084" y="2345"/>
                  </a:cubicBezTo>
                  <a:lnTo>
                    <a:pt x="14326" y="3516"/>
                  </a:lnTo>
                  <a:cubicBezTo>
                    <a:pt x="14044" y="3380"/>
                    <a:pt x="13754" y="3258"/>
                    <a:pt x="13455" y="3155"/>
                  </a:cubicBezTo>
                  <a:lnTo>
                    <a:pt x="13041" y="1085"/>
                  </a:lnTo>
                  <a:cubicBezTo>
                    <a:pt x="12916" y="454"/>
                    <a:pt x="12361" y="0"/>
                    <a:pt x="11717" y="0"/>
                  </a:cubicBezTo>
                  <a:lnTo>
                    <a:pt x="9881" y="0"/>
                  </a:lnTo>
                  <a:cubicBezTo>
                    <a:pt x="9238" y="0"/>
                    <a:pt x="8684" y="454"/>
                    <a:pt x="8557" y="1085"/>
                  </a:cubicBezTo>
                  <a:lnTo>
                    <a:pt x="8143" y="3155"/>
                  </a:lnTo>
                  <a:cubicBezTo>
                    <a:pt x="7843" y="3258"/>
                    <a:pt x="7554" y="3381"/>
                    <a:pt x="7273" y="3516"/>
                  </a:cubicBezTo>
                  <a:lnTo>
                    <a:pt x="5516" y="2345"/>
                  </a:lnTo>
                  <a:cubicBezTo>
                    <a:pt x="5287" y="2193"/>
                    <a:pt x="5026" y="2118"/>
                    <a:pt x="4767" y="2118"/>
                  </a:cubicBezTo>
                  <a:cubicBezTo>
                    <a:pt x="4419" y="2118"/>
                    <a:pt x="4073" y="2253"/>
                    <a:pt x="3812" y="2514"/>
                  </a:cubicBezTo>
                  <a:lnTo>
                    <a:pt x="2514" y="3813"/>
                  </a:lnTo>
                  <a:cubicBezTo>
                    <a:pt x="2059" y="4268"/>
                    <a:pt x="1988" y="4980"/>
                    <a:pt x="2345" y="5516"/>
                  </a:cubicBezTo>
                  <a:lnTo>
                    <a:pt x="3516" y="7273"/>
                  </a:lnTo>
                  <a:cubicBezTo>
                    <a:pt x="3380" y="7555"/>
                    <a:pt x="3258" y="7844"/>
                    <a:pt x="3154" y="8144"/>
                  </a:cubicBezTo>
                  <a:lnTo>
                    <a:pt x="1085" y="8558"/>
                  </a:lnTo>
                  <a:cubicBezTo>
                    <a:pt x="454" y="8684"/>
                    <a:pt x="0" y="9238"/>
                    <a:pt x="0" y="9882"/>
                  </a:cubicBezTo>
                  <a:lnTo>
                    <a:pt x="0" y="11718"/>
                  </a:lnTo>
                  <a:cubicBezTo>
                    <a:pt x="0" y="12361"/>
                    <a:pt x="454" y="12916"/>
                    <a:pt x="1085" y="13042"/>
                  </a:cubicBezTo>
                  <a:lnTo>
                    <a:pt x="3154" y="13456"/>
                  </a:lnTo>
                  <a:cubicBezTo>
                    <a:pt x="3258" y="13755"/>
                    <a:pt x="3380" y="14046"/>
                    <a:pt x="3516" y="14326"/>
                  </a:cubicBezTo>
                  <a:lnTo>
                    <a:pt x="2345" y="16083"/>
                  </a:lnTo>
                  <a:cubicBezTo>
                    <a:pt x="1988" y="16619"/>
                    <a:pt x="2059" y="17332"/>
                    <a:pt x="2514" y="17787"/>
                  </a:cubicBezTo>
                  <a:lnTo>
                    <a:pt x="3812" y="19086"/>
                  </a:lnTo>
                  <a:cubicBezTo>
                    <a:pt x="4073" y="19346"/>
                    <a:pt x="4419" y="19482"/>
                    <a:pt x="4767" y="19482"/>
                  </a:cubicBezTo>
                  <a:cubicBezTo>
                    <a:pt x="5026" y="19482"/>
                    <a:pt x="5287" y="19406"/>
                    <a:pt x="5516" y="19254"/>
                  </a:cubicBezTo>
                  <a:lnTo>
                    <a:pt x="7273" y="18083"/>
                  </a:lnTo>
                  <a:cubicBezTo>
                    <a:pt x="7554" y="18220"/>
                    <a:pt x="7843" y="18341"/>
                    <a:pt x="8143" y="18445"/>
                  </a:cubicBezTo>
                  <a:lnTo>
                    <a:pt x="8557" y="20514"/>
                  </a:lnTo>
                  <a:cubicBezTo>
                    <a:pt x="8684" y="21146"/>
                    <a:pt x="9238" y="21599"/>
                    <a:pt x="9881" y="21599"/>
                  </a:cubicBezTo>
                  <a:lnTo>
                    <a:pt x="11717" y="21599"/>
                  </a:lnTo>
                  <a:cubicBezTo>
                    <a:pt x="12361" y="21599"/>
                    <a:pt x="12916" y="21146"/>
                    <a:pt x="13041" y="20514"/>
                  </a:cubicBezTo>
                  <a:lnTo>
                    <a:pt x="13456" y="18445"/>
                  </a:lnTo>
                  <a:cubicBezTo>
                    <a:pt x="13755" y="18341"/>
                    <a:pt x="14046" y="18219"/>
                    <a:pt x="14326" y="18083"/>
                  </a:cubicBezTo>
                  <a:lnTo>
                    <a:pt x="16084" y="19254"/>
                  </a:lnTo>
                  <a:cubicBezTo>
                    <a:pt x="16312" y="19406"/>
                    <a:pt x="16573" y="19482"/>
                    <a:pt x="16831" y="19482"/>
                  </a:cubicBezTo>
                  <a:cubicBezTo>
                    <a:pt x="17181" y="19482"/>
                    <a:pt x="17526" y="19346"/>
                    <a:pt x="17787" y="19086"/>
                  </a:cubicBezTo>
                  <a:lnTo>
                    <a:pt x="19085" y="17787"/>
                  </a:lnTo>
                  <a:cubicBezTo>
                    <a:pt x="19540" y="17332"/>
                    <a:pt x="19611" y="16619"/>
                    <a:pt x="19254" y="16083"/>
                  </a:cubicBezTo>
                  <a:lnTo>
                    <a:pt x="18082" y="14326"/>
                  </a:lnTo>
                  <a:cubicBezTo>
                    <a:pt x="18219" y="14045"/>
                    <a:pt x="18341" y="13755"/>
                    <a:pt x="18445" y="13456"/>
                  </a:cubicBezTo>
                  <a:lnTo>
                    <a:pt x="20513" y="13042"/>
                  </a:lnTo>
                  <a:cubicBezTo>
                    <a:pt x="21145" y="12916"/>
                    <a:pt x="21599" y="12361"/>
                    <a:pt x="21599" y="11718"/>
                  </a:cubicBezTo>
                  <a:lnTo>
                    <a:pt x="21599" y="9882"/>
                  </a:lnTo>
                  <a:cubicBezTo>
                    <a:pt x="21599" y="9238"/>
                    <a:pt x="21145" y="8684"/>
                    <a:pt x="20513" y="8558"/>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chemeClr val="tx1">
                    <a:lumMod val="85000"/>
                    <a:lumOff val="15000"/>
                  </a:schemeClr>
                </a:solidFill>
                <a:effectLst>
                  <a:outerShdw blurRad="38100" dist="38100" dir="2700000" algn="tl">
                    <a:srgbClr val="000000"/>
                  </a:outerShdw>
                </a:effectLst>
                <a:uLnTx/>
                <a:uFillTx/>
                <a:latin typeface="Gill Sans" charset="0"/>
                <a:sym typeface="Gill Sans" charset="0"/>
              </a:endParaRPr>
            </a:p>
          </p:txBody>
        </p:sp>
        <p:sp>
          <p:nvSpPr>
            <p:cNvPr id="56" name="AutoShape 124"/>
            <p:cNvSpPr/>
            <p:nvPr/>
          </p:nvSpPr>
          <p:spPr bwMode="auto">
            <a:xfrm>
              <a:off x="3292736" y="2245717"/>
              <a:ext cx="157173" cy="15717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0250"/>
                  </a:moveTo>
                  <a:cubicBezTo>
                    <a:pt x="5580" y="20250"/>
                    <a:pt x="1350" y="16017"/>
                    <a:pt x="1350" y="10800"/>
                  </a:cubicBezTo>
                  <a:cubicBezTo>
                    <a:pt x="1350" y="5582"/>
                    <a:pt x="5580" y="1349"/>
                    <a:pt x="10800" y="1349"/>
                  </a:cubicBezTo>
                  <a:cubicBezTo>
                    <a:pt x="16016" y="1349"/>
                    <a:pt x="20250" y="5582"/>
                    <a:pt x="20250" y="10800"/>
                  </a:cubicBezTo>
                  <a:cubicBezTo>
                    <a:pt x="20250" y="16017"/>
                    <a:pt x="16016" y="20250"/>
                    <a:pt x="10800" y="20250"/>
                  </a:cubicBezTo>
                  <a:moveTo>
                    <a:pt x="10800" y="0"/>
                  </a:moveTo>
                  <a:cubicBezTo>
                    <a:pt x="4836" y="0"/>
                    <a:pt x="0" y="4836"/>
                    <a:pt x="0" y="10800"/>
                  </a:cubicBezTo>
                  <a:cubicBezTo>
                    <a:pt x="0" y="16763"/>
                    <a:pt x="4836" y="21600"/>
                    <a:pt x="10800" y="21600"/>
                  </a:cubicBezTo>
                  <a:cubicBezTo>
                    <a:pt x="16763" y="21600"/>
                    <a:pt x="21599" y="16763"/>
                    <a:pt x="21599" y="10800"/>
                  </a:cubicBezTo>
                  <a:cubicBezTo>
                    <a:pt x="21599" y="4836"/>
                    <a:pt x="16763" y="0"/>
                    <a:pt x="10800"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chemeClr val="tx1">
                    <a:lumMod val="85000"/>
                    <a:lumOff val="15000"/>
                  </a:schemeClr>
                </a:solidFill>
                <a:effectLst>
                  <a:outerShdw blurRad="38100" dist="38100" dir="2700000" algn="tl">
                    <a:srgbClr val="000000"/>
                  </a:outerShdw>
                </a:effectLst>
                <a:uLnTx/>
                <a:uFillTx/>
                <a:latin typeface="Gill Sans" charset="0"/>
                <a:sym typeface="Gill Sans" charset="0"/>
              </a:endParaRPr>
            </a:p>
          </p:txBody>
        </p:sp>
        <p:sp>
          <p:nvSpPr>
            <p:cNvPr id="57" name="AutoShape 125"/>
            <p:cNvSpPr/>
            <p:nvPr/>
          </p:nvSpPr>
          <p:spPr bwMode="auto">
            <a:xfrm>
              <a:off x="3325891" y="2279484"/>
              <a:ext cx="90253" cy="9025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8900"/>
                  </a:moveTo>
                  <a:cubicBezTo>
                    <a:pt x="6328" y="18900"/>
                    <a:pt x="2699" y="15271"/>
                    <a:pt x="2699" y="10800"/>
                  </a:cubicBezTo>
                  <a:cubicBezTo>
                    <a:pt x="2699" y="6329"/>
                    <a:pt x="6328" y="2700"/>
                    <a:pt x="10800" y="2700"/>
                  </a:cubicBezTo>
                  <a:cubicBezTo>
                    <a:pt x="15271" y="2700"/>
                    <a:pt x="18899" y="6329"/>
                    <a:pt x="18899" y="10800"/>
                  </a:cubicBezTo>
                  <a:cubicBezTo>
                    <a:pt x="18899" y="15271"/>
                    <a:pt x="15271" y="18900"/>
                    <a:pt x="10800" y="18900"/>
                  </a:cubicBezTo>
                  <a:moveTo>
                    <a:pt x="10800" y="0"/>
                  </a:moveTo>
                  <a:cubicBezTo>
                    <a:pt x="4830" y="0"/>
                    <a:pt x="0" y="4833"/>
                    <a:pt x="0" y="10800"/>
                  </a:cubicBezTo>
                  <a:cubicBezTo>
                    <a:pt x="0" y="16766"/>
                    <a:pt x="4830" y="21599"/>
                    <a:pt x="10800" y="21599"/>
                  </a:cubicBezTo>
                  <a:cubicBezTo>
                    <a:pt x="16764" y="21599"/>
                    <a:pt x="21600" y="16766"/>
                    <a:pt x="21600" y="10800"/>
                  </a:cubicBezTo>
                  <a:cubicBezTo>
                    <a:pt x="21600" y="4833"/>
                    <a:pt x="16764" y="0"/>
                    <a:pt x="10800"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chemeClr val="tx1">
                    <a:lumMod val="85000"/>
                    <a:lumOff val="15000"/>
                  </a:schemeClr>
                </a:solidFill>
                <a:effectLst>
                  <a:outerShdw blurRad="38100" dist="38100" dir="2700000" algn="tl">
                    <a:srgbClr val="000000"/>
                  </a:outerShdw>
                </a:effectLst>
                <a:uLnTx/>
                <a:uFillTx/>
                <a:latin typeface="Gill Sans" charset="0"/>
                <a:sym typeface="Gill Sans" charset="0"/>
              </a:endParaRPr>
            </a:p>
          </p:txBody>
        </p:sp>
      </p:gr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圆角矩形 43" descr="e7d195523061f1c09e9d68d7cf438b91ef959ecb14fc25d26BBA7F7DBC18E55DFF4014AF651F0BF2569D4B6C1DA7F1A4683A481403BD872FC687266AD13265C1DE7C373772FD8728ABDD69ADD03BFF5BE2862BC891DBB79EEBC94C9DFDC16E046D6941B99547B168C9310459A6A36518BEA3402FB7A878504F0D6FA8AE2C1ACFBFE35F9F679CA70F919E73C0EC9AE042"/>
          <p:cNvSpPr/>
          <p:nvPr/>
        </p:nvSpPr>
        <p:spPr>
          <a:xfrm>
            <a:off x="1007789" y="1175636"/>
            <a:ext cx="7680931" cy="3393917"/>
          </a:xfrm>
          <a:prstGeom prst="roundRect">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45" name="椭圆 44" descr="e7d195523061f1c09e9d68d7cf438b91ef959ecb14fc25d26BBA7F7DBC18E55DFF4014AF651F0BF2569D4B6C1DA7F1A4683A481403BD872FC687266AD13265C1DE7C373772FD8728ABDD69ADD03BFF5BE2862BC891DBB79EEBC94C9DFDC16E046D6941B99547B168C9310459A6A36518BEA3402FB7A878504F0D6FA8AE2C1ACFBFE35F9F679CA70F919E73C0EC9AE042"/>
          <p:cNvSpPr/>
          <p:nvPr/>
        </p:nvSpPr>
        <p:spPr>
          <a:xfrm flipH="1">
            <a:off x="121466" y="1611623"/>
            <a:ext cx="485930" cy="485932"/>
          </a:xfrm>
          <a:prstGeom prst="ellipse">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lt1"/>
              </a:solidFill>
            </a:endParaRPr>
          </a:p>
        </p:txBody>
      </p:sp>
      <p:sp>
        <p:nvSpPr>
          <p:cNvPr id="47" name="椭圆 46" descr="e7d195523061f1c09e9d68d7cf438b91ef959ecb14fc25d26BBA7F7DBC18E55DFF4014AF651F0BF2569D4B6C1DA7F1A4683A481403BD872FC687266AD13265C1DE7C373772FD8728ABDD69ADD03BFF5BE2862BC891DBB79EEBC94C9DFDC16E046D6941B99547B168C9310459A6A36518BEA3402FB7A878504F0D6FA8AE2C1ACFBFE35F9F679CA70F919E73C0EC9AE042"/>
          <p:cNvSpPr/>
          <p:nvPr/>
        </p:nvSpPr>
        <p:spPr>
          <a:xfrm flipH="1">
            <a:off x="108664" y="1004194"/>
            <a:ext cx="237105" cy="237105"/>
          </a:xfrm>
          <a:prstGeom prst="ellipse">
            <a:avLst/>
          </a:prstGeom>
          <a:solidFill>
            <a:srgbClr val="AE0D1D"/>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48" name="椭圆 47" descr="e7d195523061f1c09e9d68d7cf438b91ef959ecb14fc25d26BBA7F7DBC18E55DFF4014AF651F0BF2569D4B6C1DA7F1A4683A481403BD872FC687266AD13265C1DE7C373772FD8728ABDD69ADD03BFF5BE2862BC891DBB79EEBC94C9DFDC16E046D6941B99547B168C9310459A6A36518BEA3402FB7A878504F0D6FA8AE2C1ACFBFE35F9F679CA70F919E73C0EC9AE042"/>
          <p:cNvSpPr/>
          <p:nvPr/>
        </p:nvSpPr>
        <p:spPr>
          <a:xfrm flipH="1">
            <a:off x="1699075" y="651829"/>
            <a:ext cx="237105" cy="237105"/>
          </a:xfrm>
          <a:prstGeom prst="ellipse">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lt1"/>
              </a:solidFill>
            </a:endParaRPr>
          </a:p>
        </p:txBody>
      </p:sp>
      <p:sp>
        <p:nvSpPr>
          <p:cNvPr id="49" name="椭圆 48" descr="e7d195523061f1c09e9d68d7cf438b91ef959ecb14fc25d26BBA7F7DBC18E55DFF4014AF651F0BF2569D4B6C1DA7F1A4683A481403BD872FC687266AD13265C1DE7C373772FD8728ABDD69ADD03BFF5BE2862BC891DBB79EEBC94C9DFDC16E046D6941B99547B168C9310459A6A36518BEA3402FB7A878504F0D6FA8AE2C1ACFBFE35F9F679CA70F919E73C0EC9AE042"/>
          <p:cNvSpPr/>
          <p:nvPr/>
        </p:nvSpPr>
        <p:spPr>
          <a:xfrm flipH="1">
            <a:off x="7811685" y="4632510"/>
            <a:ext cx="237105" cy="237105"/>
          </a:xfrm>
          <a:prstGeom prst="ellipse">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lt1"/>
              </a:solidFill>
            </a:endParaRPr>
          </a:p>
        </p:txBody>
      </p:sp>
      <p:sp>
        <p:nvSpPr>
          <p:cNvPr id="50" name="椭圆 49" descr="e7d195523061f1c09e9d68d7cf438b91ef959ecb14fc25d26BBA7F7DBC18E55DFF4014AF651F0BF2569D4B6C1DA7F1A4683A481403BD872FC687266AD13265C1DE7C373772FD8728ABDD69ADD03BFF5BE2862BC891DBB79EEBC94C9DFDC16E046D6941B99547B168C9310459A6A36518BEA3402FB7A878504F0D6FA8AE2C1ACFBFE35F9F679CA70F919E73C0EC9AE042"/>
          <p:cNvSpPr/>
          <p:nvPr/>
        </p:nvSpPr>
        <p:spPr>
          <a:xfrm flipH="1">
            <a:off x="8853019" y="4030370"/>
            <a:ext cx="182316" cy="182316"/>
          </a:xfrm>
          <a:prstGeom prst="ellipse">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lt1"/>
              </a:solidFill>
            </a:endParaRPr>
          </a:p>
        </p:txBody>
      </p:sp>
      <p:sp>
        <p:nvSpPr>
          <p:cNvPr id="51" name="矩形 50" descr="e7d195523061f1c09e9d68d7cf438b91ef959ecb14fc25d26BBA7F7DBC18E55DFF4014AF651F0BF2569D4B6C1DA7F1A4683A481403BD872FC687266AD13265C1DE7C373772FD8728ABDD69ADD03BFF5BE2862BC891DBB79E18FD61712FE23F67B60ED145344A5F6796FDB0D6E7341B73A4E64E1B81AE0A4EA80BC639DEFCC56FBB1C8095BD40FB585CB21CB06B382855"/>
          <p:cNvSpPr/>
          <p:nvPr/>
        </p:nvSpPr>
        <p:spPr>
          <a:xfrm>
            <a:off x="1288389" y="1715760"/>
            <a:ext cx="7281423" cy="1674305"/>
          </a:xfrm>
          <a:prstGeom prst="rect">
            <a:avLst/>
          </a:prstGeom>
        </p:spPr>
        <p:txBody>
          <a:bodyPr wrap="square">
            <a:spAutoFit/>
          </a:bodyPr>
          <a:lstStyle/>
          <a:p>
            <a:pPr>
              <a:lnSpc>
                <a:spcPct val="150000"/>
              </a:lnSpc>
            </a:pPr>
            <a:r>
              <a:rPr lang="zh-CN" altLang="en-US" sz="1400" dirty="0">
                <a:solidFill>
                  <a:schemeClr val="tx1">
                    <a:lumMod val="85000"/>
                    <a:lumOff val="15000"/>
                  </a:schemeClr>
                </a:solidFill>
                <a:latin typeface="+mj-ea"/>
                <a:ea typeface="+mj-ea"/>
              </a:rPr>
              <a:t>       这次的毕业论文设计总结是在我的指导老师当图老师亲切关怀和悉心指导下完成的。从毕业设计选题到设计完成，当图老师给予了我耐心指导与细心关怀，有了当图老师耐心指导与细心关怀我才不会在设计的过程中迷失方向，失去前进动力。</a:t>
            </a:r>
            <a:endParaRPr lang="en-US" altLang="zh-CN" sz="1400" dirty="0">
              <a:solidFill>
                <a:schemeClr val="tx1">
                  <a:lumMod val="85000"/>
                  <a:lumOff val="15000"/>
                </a:schemeClr>
              </a:solidFill>
              <a:latin typeface="+mj-ea"/>
              <a:ea typeface="+mj-ea"/>
            </a:endParaRPr>
          </a:p>
          <a:p>
            <a:pPr>
              <a:lnSpc>
                <a:spcPct val="150000"/>
              </a:lnSpc>
            </a:pPr>
            <a:r>
              <a:rPr lang="zh-CN" altLang="en-US" sz="1400" dirty="0">
                <a:solidFill>
                  <a:schemeClr val="tx1">
                    <a:lumMod val="85000"/>
                    <a:lumOff val="15000"/>
                  </a:schemeClr>
                </a:solidFill>
                <a:latin typeface="+mj-ea"/>
                <a:ea typeface="+mj-ea"/>
              </a:rPr>
              <a:t>当图老师有严肃的科学态度，严谨的治学精神和精益求精的工作作风，这些都是我所需要学习的，感谢当图老师给予了我这样一个学习机会，谢谢</a:t>
            </a:r>
            <a:r>
              <a:rPr lang="en-US" altLang="zh-CN" sz="1400" dirty="0">
                <a:solidFill>
                  <a:schemeClr val="tx1">
                    <a:lumMod val="85000"/>
                    <a:lumOff val="15000"/>
                  </a:schemeClr>
                </a:solidFill>
                <a:latin typeface="+mj-ea"/>
                <a:ea typeface="+mj-ea"/>
              </a:rPr>
              <a:t>!</a:t>
            </a:r>
          </a:p>
        </p:txBody>
      </p:sp>
      <p:sp>
        <p:nvSpPr>
          <p:cNvPr id="52" name="矩形 51" descr="e7d195523061f1c09e9d68d7cf438b91ef959ecb14fc25d26BBA7F7DBC18E55DFF4014AF651F0BF2569D4B6C1DA7F1A4683A481403BD872FC687266AD13265C1DE7C373772FD8728ABDD69ADD03BFF5BE2862BC891DBB79E18FD61712FE23F67B60ED145344A5F6796FDB0D6E7341B73A4E64E1B81AE0A4EA80BC639DEFCC56FBB1C8095BD40FB585CB21CB06B382855"/>
          <p:cNvSpPr/>
          <p:nvPr/>
        </p:nvSpPr>
        <p:spPr>
          <a:xfrm>
            <a:off x="1192248" y="3446149"/>
            <a:ext cx="7260906" cy="738664"/>
          </a:xfrm>
          <a:prstGeom prst="rect">
            <a:avLst/>
          </a:prstGeom>
        </p:spPr>
        <p:txBody>
          <a:bodyPr wrap="square">
            <a:spAutoFit/>
          </a:bodyPr>
          <a:lstStyle/>
          <a:p>
            <a:pPr lvl="0">
              <a:lnSpc>
                <a:spcPct val="150000"/>
              </a:lnSpc>
            </a:pPr>
            <a:r>
              <a:rPr lang="zh-CN" altLang="en-US" sz="1400">
                <a:solidFill>
                  <a:schemeClr val="tx1">
                    <a:lumMod val="85000"/>
                    <a:lumOff val="15000"/>
                  </a:schemeClr>
                </a:solidFill>
                <a:latin typeface="+mj-ea"/>
                <a:ea typeface="+mj-ea"/>
              </a:rPr>
              <a:t>       感谢与我并肩作战的舍友与同学们，感谢关心我支持我的朋友们，感谢学校领导、老师们，感谢你们给予我的帮助与关怀</a:t>
            </a:r>
            <a:r>
              <a:rPr lang="en-US" altLang="zh-CN" sz="1400">
                <a:solidFill>
                  <a:schemeClr val="tx1">
                    <a:lumMod val="85000"/>
                    <a:lumOff val="15000"/>
                  </a:schemeClr>
                </a:solidFill>
                <a:latin typeface="+mj-ea"/>
                <a:ea typeface="+mj-ea"/>
              </a:rPr>
              <a:t>;</a:t>
            </a:r>
            <a:r>
              <a:rPr lang="zh-CN" altLang="en-US" sz="1400">
                <a:solidFill>
                  <a:schemeClr val="tx1">
                    <a:lumMod val="85000"/>
                    <a:lumOff val="15000"/>
                  </a:schemeClr>
                </a:solidFill>
                <a:latin typeface="+mj-ea"/>
                <a:ea typeface="+mj-ea"/>
              </a:rPr>
              <a:t> 特别感谢学院四年来为我提供的良好学习环境，谢谢</a:t>
            </a:r>
            <a:r>
              <a:rPr lang="en-US" altLang="zh-CN" sz="1400">
                <a:solidFill>
                  <a:schemeClr val="tx1">
                    <a:lumMod val="85000"/>
                    <a:lumOff val="15000"/>
                  </a:schemeClr>
                </a:solidFill>
                <a:latin typeface="+mj-ea"/>
                <a:ea typeface="+mj-ea"/>
              </a:rPr>
              <a:t>!</a:t>
            </a:r>
            <a:endParaRPr lang="zh-CN" altLang="en-US" sz="1400">
              <a:solidFill>
                <a:schemeClr val="tx1">
                  <a:lumMod val="85000"/>
                  <a:lumOff val="15000"/>
                </a:schemeClr>
              </a:solidFill>
              <a:latin typeface="+mj-ea"/>
              <a:ea typeface="+mj-ea"/>
            </a:endParaRPr>
          </a:p>
        </p:txBody>
      </p:sp>
      <p:sp>
        <p:nvSpPr>
          <p:cNvPr id="54" name="Freeform 5"/>
          <p:cNvSpPr/>
          <p:nvPr/>
        </p:nvSpPr>
        <p:spPr bwMode="auto">
          <a:xfrm>
            <a:off x="499414" y="685494"/>
            <a:ext cx="1385668" cy="124933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AE0D1D"/>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lt1"/>
              </a:solidFill>
            </a:endParaRPr>
          </a:p>
        </p:txBody>
      </p:sp>
      <p:sp>
        <p:nvSpPr>
          <p:cNvPr id="55" name="TextBox 156"/>
          <p:cNvSpPr txBox="1"/>
          <p:nvPr/>
        </p:nvSpPr>
        <p:spPr>
          <a:xfrm>
            <a:off x="683703" y="1016119"/>
            <a:ext cx="1010670" cy="584775"/>
          </a:xfrm>
          <a:prstGeom prst="rect">
            <a:avLst/>
          </a:prstGeom>
          <a:noFill/>
        </p:spPr>
        <p:txBody>
          <a:bodyPr wrap="square" rtlCol="0">
            <a:spAutoFit/>
          </a:bodyPr>
          <a:lstStyle/>
          <a:p>
            <a:pPr algn="ctr"/>
            <a:r>
              <a:rPr lang="zh-CN" altLang="en-US" sz="3200" b="1">
                <a:solidFill>
                  <a:schemeClr val="bg1"/>
                </a:solidFill>
                <a:latin typeface="+mj-ea"/>
                <a:ea typeface="+mj-ea"/>
              </a:rPr>
              <a:t>致谢</a:t>
            </a:r>
            <a:endParaRPr lang="zh-CN" altLang="en-US" sz="3200" b="1" dirty="0">
              <a:solidFill>
                <a:schemeClr val="bg1"/>
              </a:solidFill>
              <a:latin typeface="+mj-ea"/>
              <a:ea typeface="+mj-ea"/>
            </a:endParaRPr>
          </a:p>
        </p:txBody>
      </p:sp>
      <p:sp>
        <p:nvSpPr>
          <p:cNvPr id="56" name="Freeform 5"/>
          <p:cNvSpPr/>
          <p:nvPr/>
        </p:nvSpPr>
        <p:spPr bwMode="auto">
          <a:xfrm>
            <a:off x="8125666" y="4102183"/>
            <a:ext cx="811279" cy="731459"/>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AE0D1D"/>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6" name="文本框 5"/>
          <p:cNvSpPr txBox="1">
            <a:spLocks noChangeArrowheads="1"/>
          </p:cNvSpPr>
          <p:nvPr/>
        </p:nvSpPr>
        <p:spPr bwMode="auto">
          <a:xfrm>
            <a:off x="3761522" y="87313"/>
            <a:ext cx="162095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2800" b="1">
                <a:solidFill>
                  <a:schemeClr val="tx1">
                    <a:lumMod val="85000"/>
                    <a:lumOff val="15000"/>
                  </a:schemeClr>
                </a:solidFill>
                <a:latin typeface="+mj-ea"/>
                <a:ea typeface="+mj-ea"/>
              </a:rPr>
              <a:t>论文总结</a:t>
            </a:r>
          </a:p>
        </p:txBody>
      </p:sp>
      <p:sp>
        <p:nvSpPr>
          <p:cNvPr id="17" name="文本框 6"/>
          <p:cNvSpPr txBox="1">
            <a:spLocks noChangeArrowheads="1"/>
          </p:cNvSpPr>
          <p:nvPr/>
        </p:nvSpPr>
        <p:spPr bwMode="auto">
          <a:xfrm>
            <a:off x="3991263" y="532859"/>
            <a:ext cx="116147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en-US" altLang="zh-CN" sz="1200">
                <a:solidFill>
                  <a:schemeClr val="tx1">
                    <a:lumMod val="85000"/>
                    <a:lumOff val="15000"/>
                  </a:schemeClr>
                </a:solidFill>
                <a:ea typeface="方正兰亭黑_GBK"/>
              </a:rPr>
              <a:t>Paper Summary</a:t>
            </a:r>
          </a:p>
        </p:txBody>
      </p:sp>
      <p:cxnSp>
        <p:nvCxnSpPr>
          <p:cNvPr id="18" name="直接连接符 17"/>
          <p:cNvCxnSpPr/>
          <p:nvPr/>
        </p:nvCxnSpPr>
        <p:spPr>
          <a:xfrm>
            <a:off x="4433191" y="838402"/>
            <a:ext cx="277619" cy="0"/>
          </a:xfrm>
          <a:prstGeom prst="line">
            <a:avLst/>
          </a:prstGeom>
          <a:ln w="19050">
            <a:solidFill>
              <a:srgbClr val="AE0D1D"/>
            </a:solidFill>
          </a:ln>
        </p:spPr>
        <p:style>
          <a:lnRef idx="1">
            <a:schemeClr val="accent1"/>
          </a:lnRef>
          <a:fillRef idx="0">
            <a:schemeClr val="accent1"/>
          </a:fillRef>
          <a:effectRef idx="0">
            <a:schemeClr val="accent1"/>
          </a:effectRef>
          <a:fontRef idx="minor">
            <a:schemeClr val="tx1"/>
          </a:fontRef>
        </p:style>
      </p:cxnSp>
      <p:pic>
        <p:nvPicPr>
          <p:cNvPr id="19" name="图片 18">
            <a:extLst>
              <a:ext uri="{FF2B5EF4-FFF2-40B4-BE49-F238E27FC236}">
                <a16:creationId xmlns:a16="http://schemas.microsoft.com/office/drawing/2014/main" id="{147456D7-D1F0-DB02-F1E5-88EC6C305F2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80167" y="273885"/>
            <a:ext cx="1872852" cy="100109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351899" y="0"/>
            <a:ext cx="3755938" cy="5143500"/>
          </a:xfrm>
          <a:prstGeom prst="rect">
            <a:avLst/>
          </a:prstGeom>
          <a:solidFill>
            <a:srgbClr val="AE0D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268503" y="749128"/>
            <a:ext cx="8587946" cy="3645244"/>
          </a:xfrm>
          <a:prstGeom prst="rect">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p:cNvSpPr txBox="1">
            <a:spLocks noChangeArrowheads="1"/>
          </p:cNvSpPr>
          <p:nvPr/>
        </p:nvSpPr>
        <p:spPr bwMode="auto">
          <a:xfrm>
            <a:off x="2116500" y="1861747"/>
            <a:ext cx="5393600" cy="707886"/>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algn="ctr" defTabSz="514350" fontAlgn="base">
              <a:spcBef>
                <a:spcPct val="0"/>
              </a:spcBef>
              <a:spcAft>
                <a:spcPct val="0"/>
              </a:spcAft>
              <a:tabLst>
                <a:tab pos="2149475" algn="l"/>
              </a:tabLst>
            </a:pPr>
            <a:r>
              <a:rPr lang="zh-CN" altLang="en-US" sz="4000" b="1" dirty="0">
                <a:solidFill>
                  <a:srgbClr val="AE0D1D"/>
                </a:solidFill>
                <a:latin typeface="+mj-ea"/>
                <a:ea typeface="+mj-ea"/>
                <a:sym typeface="Calibri" panose="020F0502020204030204" pitchFamily="34" charset="0"/>
              </a:rPr>
              <a:t>感谢各位专家批评指正</a:t>
            </a:r>
          </a:p>
        </p:txBody>
      </p:sp>
      <p:sp>
        <p:nvSpPr>
          <p:cNvPr id="63" name="文本框 62"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p:cNvSpPr txBox="1">
            <a:spLocks noChangeArrowheads="1"/>
          </p:cNvSpPr>
          <p:nvPr/>
        </p:nvSpPr>
        <p:spPr bwMode="auto">
          <a:xfrm>
            <a:off x="1814538" y="2636308"/>
            <a:ext cx="5997525" cy="307777"/>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algn="ctr" defTabSz="514350" fontAlgn="base">
              <a:spcBef>
                <a:spcPct val="0"/>
              </a:spcBef>
              <a:spcAft>
                <a:spcPct val="0"/>
              </a:spcAft>
              <a:tabLst>
                <a:tab pos="2149475" algn="l"/>
              </a:tabLst>
            </a:pPr>
            <a:r>
              <a:rPr lang="en-US" altLang="zh-CN" sz="1400" spc="300">
                <a:solidFill>
                  <a:srgbClr val="AE0D1D"/>
                </a:solidFill>
                <a:latin typeface="方正准圆简体" panose="03000509000000000000" pitchFamily="65" charset="-122"/>
                <a:ea typeface="方正准圆简体" panose="03000509000000000000" pitchFamily="65" charset="-122"/>
                <a:sym typeface="Calibri" panose="020F0502020204030204" pitchFamily="34" charset="0"/>
              </a:rPr>
              <a:t>Thank you for the criticism of the experts</a:t>
            </a:r>
          </a:p>
        </p:txBody>
      </p:sp>
      <p:cxnSp>
        <p:nvCxnSpPr>
          <p:cNvPr id="65" name="直接连接符 64"/>
          <p:cNvCxnSpPr/>
          <p:nvPr/>
        </p:nvCxnSpPr>
        <p:spPr>
          <a:xfrm>
            <a:off x="4633275" y="2983936"/>
            <a:ext cx="279543" cy="0"/>
          </a:xfrm>
          <a:prstGeom prst="line">
            <a:avLst/>
          </a:prstGeom>
          <a:ln w="19050">
            <a:solidFill>
              <a:srgbClr val="AE0D1D"/>
            </a:solidFill>
          </a:ln>
        </p:spPr>
        <p:style>
          <a:lnRef idx="1">
            <a:schemeClr val="accent1"/>
          </a:lnRef>
          <a:fillRef idx="0">
            <a:schemeClr val="accent1"/>
          </a:fillRef>
          <a:effectRef idx="0">
            <a:schemeClr val="accent1"/>
          </a:effectRef>
          <a:fontRef idx="minor">
            <a:schemeClr val="tx1"/>
          </a:fontRef>
        </p:style>
      </p:cxnSp>
      <p:sp>
        <p:nvSpPr>
          <p:cNvPr id="67" name="椭圆 66"/>
          <p:cNvSpPr/>
          <p:nvPr/>
        </p:nvSpPr>
        <p:spPr>
          <a:xfrm>
            <a:off x="2916825" y="3169801"/>
            <a:ext cx="351052" cy="351052"/>
          </a:xfrm>
          <a:prstGeom prst="ellipse">
            <a:avLst/>
          </a:prstGeom>
          <a:solidFill>
            <a:srgbClr val="AE0D1D"/>
          </a:solidFill>
          <a:ln>
            <a:noFill/>
          </a:ln>
          <a:effectLst>
            <a:outerShdw blurRad="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rgbClr val="212834"/>
              </a:solidFill>
            </a:endParaRPr>
          </a:p>
        </p:txBody>
      </p:sp>
      <p:sp>
        <p:nvSpPr>
          <p:cNvPr id="68" name="文本框 67"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p:cNvSpPr txBox="1">
            <a:spLocks noChangeArrowheads="1"/>
          </p:cNvSpPr>
          <p:nvPr/>
        </p:nvSpPr>
        <p:spPr bwMode="auto">
          <a:xfrm>
            <a:off x="3254582" y="3213076"/>
            <a:ext cx="2071900" cy="307777"/>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defTabSz="514350" fontAlgn="base">
              <a:spcBef>
                <a:spcPct val="0"/>
              </a:spcBef>
              <a:spcAft>
                <a:spcPct val="0"/>
              </a:spcAft>
              <a:tabLst>
                <a:tab pos="2149475" algn="l"/>
              </a:tabLst>
            </a:pPr>
            <a:r>
              <a:rPr lang="zh-CN" altLang="en-US" sz="1400" dirty="0">
                <a:solidFill>
                  <a:srgbClr val="AE0D1D"/>
                </a:solidFill>
                <a:latin typeface="方正准圆简体" panose="03000509000000000000" pitchFamily="65" charset="-122"/>
                <a:ea typeface="方正准圆简体" panose="03000509000000000000" pitchFamily="65" charset="-122"/>
                <a:sym typeface="Calibri" panose="020F0502020204030204" pitchFamily="34" charset="0"/>
              </a:rPr>
              <a:t>日期：2019.5.25</a:t>
            </a:r>
            <a:r>
              <a:rPr lang="en-US" altLang="zh-CN" sz="1400" dirty="0">
                <a:solidFill>
                  <a:srgbClr val="AE0D1D"/>
                </a:solidFill>
                <a:latin typeface="方正准圆简体" panose="03000509000000000000" pitchFamily="65" charset="-122"/>
                <a:ea typeface="方正准圆简体" panose="03000509000000000000" pitchFamily="65" charset="-122"/>
                <a:sym typeface="Calibri" panose="020F0502020204030204" pitchFamily="34" charset="0"/>
              </a:rPr>
              <a:t/>
            </a:r>
            <a:endParaRPr lang="zh-CN" altLang="en-US" sz="1400" dirty="0">
              <a:solidFill>
                <a:srgbClr val="212834"/>
              </a:solidFill>
              <a:latin typeface="方正准圆简体" panose="03000509000000000000" pitchFamily="65" charset="-122"/>
              <a:ea typeface="方正准圆简体" panose="03000509000000000000" pitchFamily="65" charset="-122"/>
              <a:sym typeface="Calibri" panose="020F0502020204030204" pitchFamily="34" charset="0"/>
            </a:endParaRPr>
          </a:p>
        </p:txBody>
      </p:sp>
      <p:sp>
        <p:nvSpPr>
          <p:cNvPr id="69" name="椭圆 68"/>
          <p:cNvSpPr/>
          <p:nvPr/>
        </p:nvSpPr>
        <p:spPr>
          <a:xfrm>
            <a:off x="4975430" y="3166749"/>
            <a:ext cx="351052" cy="351052"/>
          </a:xfrm>
          <a:prstGeom prst="ellipse">
            <a:avLst/>
          </a:prstGeom>
          <a:solidFill>
            <a:srgbClr val="AE0D1D"/>
          </a:solidFill>
          <a:ln>
            <a:noFill/>
          </a:ln>
          <a:effectLst>
            <a:outerShdw blurRad="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rgbClr val="212834"/>
              </a:solidFill>
            </a:endParaRPr>
          </a:p>
        </p:txBody>
      </p:sp>
      <p:sp>
        <p:nvSpPr>
          <p:cNvPr id="70" name="文本框 69"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p:cNvSpPr txBox="1">
            <a:spLocks noChangeArrowheads="1"/>
          </p:cNvSpPr>
          <p:nvPr/>
        </p:nvSpPr>
        <p:spPr bwMode="auto">
          <a:xfrm>
            <a:off x="5313187" y="3210024"/>
            <a:ext cx="2071900" cy="307777"/>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defTabSz="514350" fontAlgn="base">
              <a:spcBef>
                <a:spcPct val="0"/>
              </a:spcBef>
              <a:spcAft>
                <a:spcPct val="0"/>
              </a:spcAft>
              <a:tabLst>
                <a:tab pos="2149475" algn="l"/>
              </a:tabLst>
            </a:pPr>
            <a:r>
              <a:rPr lang="zh-CN" altLang="en-US" sz="1400" dirty="0">
                <a:solidFill>
                  <a:srgbClr val="AE0D1D"/>
                </a:solidFill>
                <a:latin typeface="方正准圆简体" panose="03000509000000000000" pitchFamily="65" charset="-122"/>
                <a:ea typeface="方正准圆简体" panose="03000509000000000000" pitchFamily="65" charset="-122"/>
                <a:sym typeface="Calibri" panose="020F0502020204030204" pitchFamily="34" charset="0"/>
              </a:rPr>
              <a:t>答辩人：xxx</a:t>
            </a:r>
            <a:r>
              <a:rPr lang="en-US" altLang="zh-CN" sz="1400" dirty="0">
                <a:solidFill>
                  <a:srgbClr val="AE0D1D"/>
                </a:solidFill>
                <a:latin typeface="方正准圆简体" panose="03000509000000000000" pitchFamily="65" charset="-122"/>
                <a:ea typeface="方正准圆简体" panose="03000509000000000000" pitchFamily="65" charset="-122"/>
                <a:sym typeface="Calibri" panose="020F0502020204030204" pitchFamily="34" charset="0"/>
              </a:rPr>
              <a:t/>
            </a:r>
            <a:endParaRPr lang="zh-CN" altLang="en-US" sz="1400" dirty="0">
              <a:solidFill>
                <a:srgbClr val="212834"/>
              </a:solidFill>
              <a:latin typeface="方正准圆简体" panose="03000509000000000000" pitchFamily="65" charset="-122"/>
              <a:ea typeface="方正准圆简体" panose="03000509000000000000" pitchFamily="65" charset="-122"/>
              <a:sym typeface="Calibri" panose="020F0502020204030204" pitchFamily="34" charset="0"/>
            </a:endParaRPr>
          </a:p>
        </p:txBody>
      </p:sp>
      <p:grpSp>
        <p:nvGrpSpPr>
          <p:cNvPr id="72" name="Group 59"/>
          <p:cNvGrpSpPr>
            <a:grpSpLocks noChangeAspect="1"/>
          </p:cNvGrpSpPr>
          <p:nvPr/>
        </p:nvGrpSpPr>
        <p:grpSpPr bwMode="auto">
          <a:xfrm>
            <a:off x="2980954" y="3225028"/>
            <a:ext cx="218168" cy="238153"/>
            <a:chOff x="1066" y="1985"/>
            <a:chExt cx="262" cy="286"/>
          </a:xfrm>
          <a:solidFill>
            <a:schemeClr val="bg1"/>
          </a:solidFill>
        </p:grpSpPr>
        <p:sp>
          <p:nvSpPr>
            <p:cNvPr id="74" name="Freeform 60"/>
            <p:cNvSpPr>
              <a:spLocks noEditPoints="1"/>
            </p:cNvSpPr>
            <p:nvPr/>
          </p:nvSpPr>
          <p:spPr bwMode="auto">
            <a:xfrm>
              <a:off x="1066" y="2005"/>
              <a:ext cx="262" cy="266"/>
            </a:xfrm>
            <a:custGeom>
              <a:avLst/>
              <a:gdLst>
                <a:gd name="T0" fmla="*/ 572 w 642"/>
                <a:gd name="T1" fmla="*/ 655 h 655"/>
                <a:gd name="T2" fmla="*/ 70 w 642"/>
                <a:gd name="T3" fmla="*/ 655 h 655"/>
                <a:gd name="T4" fmla="*/ 19 w 642"/>
                <a:gd name="T5" fmla="*/ 630 h 655"/>
                <a:gd name="T6" fmla="*/ 0 w 642"/>
                <a:gd name="T7" fmla="*/ 575 h 655"/>
                <a:gd name="T8" fmla="*/ 0 w 642"/>
                <a:gd name="T9" fmla="*/ 80 h 655"/>
                <a:gd name="T10" fmla="*/ 19 w 642"/>
                <a:gd name="T11" fmla="*/ 25 h 655"/>
                <a:gd name="T12" fmla="*/ 70 w 642"/>
                <a:gd name="T13" fmla="*/ 0 h 655"/>
                <a:gd name="T14" fmla="*/ 93 w 642"/>
                <a:gd name="T15" fmla="*/ 0 h 655"/>
                <a:gd name="T16" fmla="*/ 111 w 642"/>
                <a:gd name="T17" fmla="*/ 18 h 655"/>
                <a:gd name="T18" fmla="*/ 93 w 642"/>
                <a:gd name="T19" fmla="*/ 36 h 655"/>
                <a:gd name="T20" fmla="*/ 70 w 642"/>
                <a:gd name="T21" fmla="*/ 36 h 655"/>
                <a:gd name="T22" fmla="*/ 47 w 642"/>
                <a:gd name="T23" fmla="*/ 48 h 655"/>
                <a:gd name="T24" fmla="*/ 36 w 642"/>
                <a:gd name="T25" fmla="*/ 80 h 655"/>
                <a:gd name="T26" fmla="*/ 36 w 642"/>
                <a:gd name="T27" fmla="*/ 575 h 655"/>
                <a:gd name="T28" fmla="*/ 47 w 642"/>
                <a:gd name="T29" fmla="*/ 607 h 655"/>
                <a:gd name="T30" fmla="*/ 70 w 642"/>
                <a:gd name="T31" fmla="*/ 619 h 655"/>
                <a:gd name="T32" fmla="*/ 572 w 642"/>
                <a:gd name="T33" fmla="*/ 619 h 655"/>
                <a:gd name="T34" fmla="*/ 595 w 642"/>
                <a:gd name="T35" fmla="*/ 607 h 655"/>
                <a:gd name="T36" fmla="*/ 606 w 642"/>
                <a:gd name="T37" fmla="*/ 575 h 655"/>
                <a:gd name="T38" fmla="*/ 606 w 642"/>
                <a:gd name="T39" fmla="*/ 80 h 655"/>
                <a:gd name="T40" fmla="*/ 595 w 642"/>
                <a:gd name="T41" fmla="*/ 48 h 655"/>
                <a:gd name="T42" fmla="*/ 572 w 642"/>
                <a:gd name="T43" fmla="*/ 36 h 655"/>
                <a:gd name="T44" fmla="*/ 547 w 642"/>
                <a:gd name="T45" fmla="*/ 36 h 655"/>
                <a:gd name="T46" fmla="*/ 529 w 642"/>
                <a:gd name="T47" fmla="*/ 18 h 655"/>
                <a:gd name="T48" fmla="*/ 547 w 642"/>
                <a:gd name="T49" fmla="*/ 0 h 655"/>
                <a:gd name="T50" fmla="*/ 572 w 642"/>
                <a:gd name="T51" fmla="*/ 0 h 655"/>
                <a:gd name="T52" fmla="*/ 622 w 642"/>
                <a:gd name="T53" fmla="*/ 25 h 655"/>
                <a:gd name="T54" fmla="*/ 642 w 642"/>
                <a:gd name="T55" fmla="*/ 80 h 655"/>
                <a:gd name="T56" fmla="*/ 642 w 642"/>
                <a:gd name="T57" fmla="*/ 575 h 655"/>
                <a:gd name="T58" fmla="*/ 622 w 642"/>
                <a:gd name="T59" fmla="*/ 630 h 655"/>
                <a:gd name="T60" fmla="*/ 572 w 642"/>
                <a:gd name="T61" fmla="*/ 655 h 655"/>
                <a:gd name="T62" fmla="*/ 418 w 642"/>
                <a:gd name="T63" fmla="*/ 36 h 655"/>
                <a:gd name="T64" fmla="*/ 224 w 642"/>
                <a:gd name="T65" fmla="*/ 36 h 655"/>
                <a:gd name="T66" fmla="*/ 206 w 642"/>
                <a:gd name="T67" fmla="*/ 18 h 655"/>
                <a:gd name="T68" fmla="*/ 224 w 642"/>
                <a:gd name="T69" fmla="*/ 0 h 655"/>
                <a:gd name="T70" fmla="*/ 418 w 642"/>
                <a:gd name="T71" fmla="*/ 0 h 655"/>
                <a:gd name="T72" fmla="*/ 436 w 642"/>
                <a:gd name="T73" fmla="*/ 18 h 655"/>
                <a:gd name="T74" fmla="*/ 418 w 642"/>
                <a:gd name="T75" fmla="*/ 36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42" h="655">
                  <a:moveTo>
                    <a:pt x="572" y="655"/>
                  </a:moveTo>
                  <a:cubicBezTo>
                    <a:pt x="70" y="655"/>
                    <a:pt x="70" y="655"/>
                    <a:pt x="70" y="655"/>
                  </a:cubicBezTo>
                  <a:cubicBezTo>
                    <a:pt x="51" y="655"/>
                    <a:pt x="33" y="646"/>
                    <a:pt x="19" y="630"/>
                  </a:cubicBezTo>
                  <a:cubicBezTo>
                    <a:pt x="7" y="615"/>
                    <a:pt x="0" y="596"/>
                    <a:pt x="0" y="575"/>
                  </a:cubicBezTo>
                  <a:cubicBezTo>
                    <a:pt x="0" y="80"/>
                    <a:pt x="0" y="80"/>
                    <a:pt x="0" y="80"/>
                  </a:cubicBezTo>
                  <a:cubicBezTo>
                    <a:pt x="0" y="60"/>
                    <a:pt x="7" y="40"/>
                    <a:pt x="19" y="25"/>
                  </a:cubicBezTo>
                  <a:cubicBezTo>
                    <a:pt x="33" y="9"/>
                    <a:pt x="51" y="0"/>
                    <a:pt x="70" y="0"/>
                  </a:cubicBezTo>
                  <a:cubicBezTo>
                    <a:pt x="93" y="0"/>
                    <a:pt x="93" y="0"/>
                    <a:pt x="93" y="0"/>
                  </a:cubicBezTo>
                  <a:cubicBezTo>
                    <a:pt x="103" y="0"/>
                    <a:pt x="111" y="8"/>
                    <a:pt x="111" y="18"/>
                  </a:cubicBezTo>
                  <a:cubicBezTo>
                    <a:pt x="111" y="28"/>
                    <a:pt x="103" y="36"/>
                    <a:pt x="93" y="36"/>
                  </a:cubicBezTo>
                  <a:cubicBezTo>
                    <a:pt x="70" y="36"/>
                    <a:pt x="70" y="36"/>
                    <a:pt x="70" y="36"/>
                  </a:cubicBezTo>
                  <a:cubicBezTo>
                    <a:pt x="61" y="36"/>
                    <a:pt x="53" y="40"/>
                    <a:pt x="47" y="48"/>
                  </a:cubicBezTo>
                  <a:cubicBezTo>
                    <a:pt x="40" y="56"/>
                    <a:pt x="36" y="68"/>
                    <a:pt x="36" y="80"/>
                  </a:cubicBezTo>
                  <a:cubicBezTo>
                    <a:pt x="36" y="575"/>
                    <a:pt x="36" y="575"/>
                    <a:pt x="36" y="575"/>
                  </a:cubicBezTo>
                  <a:cubicBezTo>
                    <a:pt x="36" y="587"/>
                    <a:pt x="40" y="599"/>
                    <a:pt x="47" y="607"/>
                  </a:cubicBezTo>
                  <a:cubicBezTo>
                    <a:pt x="53" y="615"/>
                    <a:pt x="61" y="619"/>
                    <a:pt x="70" y="619"/>
                  </a:cubicBezTo>
                  <a:cubicBezTo>
                    <a:pt x="572" y="619"/>
                    <a:pt x="572" y="619"/>
                    <a:pt x="572" y="619"/>
                  </a:cubicBezTo>
                  <a:cubicBezTo>
                    <a:pt x="580" y="619"/>
                    <a:pt x="588" y="615"/>
                    <a:pt x="595" y="607"/>
                  </a:cubicBezTo>
                  <a:cubicBezTo>
                    <a:pt x="602" y="599"/>
                    <a:pt x="606" y="587"/>
                    <a:pt x="606" y="575"/>
                  </a:cubicBezTo>
                  <a:cubicBezTo>
                    <a:pt x="606" y="80"/>
                    <a:pt x="606" y="80"/>
                    <a:pt x="606" y="80"/>
                  </a:cubicBezTo>
                  <a:cubicBezTo>
                    <a:pt x="606" y="68"/>
                    <a:pt x="602" y="56"/>
                    <a:pt x="595" y="48"/>
                  </a:cubicBezTo>
                  <a:cubicBezTo>
                    <a:pt x="588" y="40"/>
                    <a:pt x="580" y="36"/>
                    <a:pt x="572" y="36"/>
                  </a:cubicBezTo>
                  <a:cubicBezTo>
                    <a:pt x="547" y="36"/>
                    <a:pt x="547" y="36"/>
                    <a:pt x="547" y="36"/>
                  </a:cubicBezTo>
                  <a:cubicBezTo>
                    <a:pt x="537" y="36"/>
                    <a:pt x="529" y="28"/>
                    <a:pt x="529" y="18"/>
                  </a:cubicBezTo>
                  <a:cubicBezTo>
                    <a:pt x="529" y="8"/>
                    <a:pt x="537" y="0"/>
                    <a:pt x="547" y="0"/>
                  </a:cubicBezTo>
                  <a:cubicBezTo>
                    <a:pt x="572" y="0"/>
                    <a:pt x="572" y="0"/>
                    <a:pt x="572" y="0"/>
                  </a:cubicBezTo>
                  <a:cubicBezTo>
                    <a:pt x="591" y="0"/>
                    <a:pt x="609" y="9"/>
                    <a:pt x="622" y="25"/>
                  </a:cubicBezTo>
                  <a:cubicBezTo>
                    <a:pt x="635" y="40"/>
                    <a:pt x="642" y="60"/>
                    <a:pt x="642" y="80"/>
                  </a:cubicBezTo>
                  <a:cubicBezTo>
                    <a:pt x="642" y="575"/>
                    <a:pt x="642" y="575"/>
                    <a:pt x="642" y="575"/>
                  </a:cubicBezTo>
                  <a:cubicBezTo>
                    <a:pt x="642" y="596"/>
                    <a:pt x="635" y="615"/>
                    <a:pt x="622" y="630"/>
                  </a:cubicBezTo>
                  <a:cubicBezTo>
                    <a:pt x="609" y="646"/>
                    <a:pt x="591" y="655"/>
                    <a:pt x="572" y="655"/>
                  </a:cubicBezTo>
                  <a:close/>
                  <a:moveTo>
                    <a:pt x="418" y="36"/>
                  </a:moveTo>
                  <a:cubicBezTo>
                    <a:pt x="224" y="36"/>
                    <a:pt x="224" y="36"/>
                    <a:pt x="224" y="36"/>
                  </a:cubicBezTo>
                  <a:cubicBezTo>
                    <a:pt x="214" y="36"/>
                    <a:pt x="206" y="28"/>
                    <a:pt x="206" y="18"/>
                  </a:cubicBezTo>
                  <a:cubicBezTo>
                    <a:pt x="206" y="8"/>
                    <a:pt x="214" y="0"/>
                    <a:pt x="224" y="0"/>
                  </a:cubicBezTo>
                  <a:cubicBezTo>
                    <a:pt x="418" y="0"/>
                    <a:pt x="418" y="0"/>
                    <a:pt x="418" y="0"/>
                  </a:cubicBezTo>
                  <a:cubicBezTo>
                    <a:pt x="428" y="0"/>
                    <a:pt x="436" y="8"/>
                    <a:pt x="436" y="18"/>
                  </a:cubicBezTo>
                  <a:cubicBezTo>
                    <a:pt x="436" y="28"/>
                    <a:pt x="428" y="36"/>
                    <a:pt x="418" y="3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rgbClr val="212834"/>
                </a:solidFill>
              </a:endParaRPr>
            </a:p>
          </p:txBody>
        </p:sp>
        <p:sp>
          <p:nvSpPr>
            <p:cNvPr id="75" name="Freeform 61"/>
            <p:cNvSpPr>
              <a:spLocks noEditPoints="1"/>
            </p:cNvSpPr>
            <p:nvPr/>
          </p:nvSpPr>
          <p:spPr bwMode="auto">
            <a:xfrm>
              <a:off x="1124" y="1985"/>
              <a:ext cx="146" cy="64"/>
            </a:xfrm>
            <a:custGeom>
              <a:avLst/>
              <a:gdLst>
                <a:gd name="T0" fmla="*/ 18 w 357"/>
                <a:gd name="T1" fmla="*/ 0 h 157"/>
                <a:gd name="T2" fmla="*/ 36 w 357"/>
                <a:gd name="T3" fmla="*/ 18 h 157"/>
                <a:gd name="T4" fmla="*/ 36 w 357"/>
                <a:gd name="T5" fmla="*/ 139 h 157"/>
                <a:gd name="T6" fmla="*/ 18 w 357"/>
                <a:gd name="T7" fmla="*/ 157 h 157"/>
                <a:gd name="T8" fmla="*/ 0 w 357"/>
                <a:gd name="T9" fmla="*/ 139 h 157"/>
                <a:gd name="T10" fmla="*/ 0 w 357"/>
                <a:gd name="T11" fmla="*/ 18 h 157"/>
                <a:gd name="T12" fmla="*/ 18 w 357"/>
                <a:gd name="T13" fmla="*/ 0 h 157"/>
                <a:gd name="T14" fmla="*/ 339 w 357"/>
                <a:gd name="T15" fmla="*/ 0 h 157"/>
                <a:gd name="T16" fmla="*/ 357 w 357"/>
                <a:gd name="T17" fmla="*/ 18 h 157"/>
                <a:gd name="T18" fmla="*/ 357 w 357"/>
                <a:gd name="T19" fmla="*/ 139 h 157"/>
                <a:gd name="T20" fmla="*/ 339 w 357"/>
                <a:gd name="T21" fmla="*/ 157 h 157"/>
                <a:gd name="T22" fmla="*/ 321 w 357"/>
                <a:gd name="T23" fmla="*/ 139 h 157"/>
                <a:gd name="T24" fmla="*/ 321 w 357"/>
                <a:gd name="T25" fmla="*/ 18 h 157"/>
                <a:gd name="T26" fmla="*/ 339 w 357"/>
                <a:gd name="T27"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57" h="157">
                  <a:moveTo>
                    <a:pt x="18" y="0"/>
                  </a:moveTo>
                  <a:cubicBezTo>
                    <a:pt x="28" y="0"/>
                    <a:pt x="36" y="8"/>
                    <a:pt x="36" y="18"/>
                  </a:cubicBezTo>
                  <a:cubicBezTo>
                    <a:pt x="36" y="139"/>
                    <a:pt x="36" y="139"/>
                    <a:pt x="36" y="139"/>
                  </a:cubicBezTo>
                  <a:cubicBezTo>
                    <a:pt x="36" y="149"/>
                    <a:pt x="28" y="157"/>
                    <a:pt x="18" y="157"/>
                  </a:cubicBezTo>
                  <a:cubicBezTo>
                    <a:pt x="8" y="157"/>
                    <a:pt x="0" y="149"/>
                    <a:pt x="0" y="139"/>
                  </a:cubicBezTo>
                  <a:cubicBezTo>
                    <a:pt x="0" y="18"/>
                    <a:pt x="0" y="18"/>
                    <a:pt x="0" y="18"/>
                  </a:cubicBezTo>
                  <a:cubicBezTo>
                    <a:pt x="0" y="8"/>
                    <a:pt x="8" y="0"/>
                    <a:pt x="18" y="0"/>
                  </a:cubicBezTo>
                  <a:close/>
                  <a:moveTo>
                    <a:pt x="339" y="0"/>
                  </a:moveTo>
                  <a:cubicBezTo>
                    <a:pt x="349" y="0"/>
                    <a:pt x="357" y="8"/>
                    <a:pt x="357" y="18"/>
                  </a:cubicBezTo>
                  <a:cubicBezTo>
                    <a:pt x="357" y="139"/>
                    <a:pt x="357" y="139"/>
                    <a:pt x="357" y="139"/>
                  </a:cubicBezTo>
                  <a:cubicBezTo>
                    <a:pt x="357" y="149"/>
                    <a:pt x="349" y="157"/>
                    <a:pt x="339" y="157"/>
                  </a:cubicBezTo>
                  <a:cubicBezTo>
                    <a:pt x="329" y="157"/>
                    <a:pt x="321" y="149"/>
                    <a:pt x="321" y="139"/>
                  </a:cubicBezTo>
                  <a:cubicBezTo>
                    <a:pt x="321" y="18"/>
                    <a:pt x="321" y="18"/>
                    <a:pt x="321" y="18"/>
                  </a:cubicBezTo>
                  <a:cubicBezTo>
                    <a:pt x="321" y="8"/>
                    <a:pt x="329" y="0"/>
                    <a:pt x="33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rgbClr val="212834"/>
                </a:solidFill>
              </a:endParaRPr>
            </a:p>
          </p:txBody>
        </p:sp>
        <p:sp>
          <p:nvSpPr>
            <p:cNvPr id="76" name="Freeform 62"/>
            <p:cNvSpPr>
              <a:spLocks noEditPoints="1"/>
            </p:cNvSpPr>
            <p:nvPr/>
          </p:nvSpPr>
          <p:spPr bwMode="auto">
            <a:xfrm>
              <a:off x="1074" y="2044"/>
              <a:ext cx="246" cy="183"/>
            </a:xfrm>
            <a:custGeom>
              <a:avLst/>
              <a:gdLst>
                <a:gd name="T0" fmla="*/ 0 w 603"/>
                <a:gd name="T1" fmla="*/ 18 h 450"/>
                <a:gd name="T2" fmla="*/ 18 w 603"/>
                <a:gd name="T3" fmla="*/ 0 h 450"/>
                <a:gd name="T4" fmla="*/ 585 w 603"/>
                <a:gd name="T5" fmla="*/ 0 h 450"/>
                <a:gd name="T6" fmla="*/ 603 w 603"/>
                <a:gd name="T7" fmla="*/ 18 h 450"/>
                <a:gd name="T8" fmla="*/ 585 w 603"/>
                <a:gd name="T9" fmla="*/ 36 h 450"/>
                <a:gd name="T10" fmla="*/ 18 w 603"/>
                <a:gd name="T11" fmla="*/ 36 h 450"/>
                <a:gd name="T12" fmla="*/ 0 w 603"/>
                <a:gd name="T13" fmla="*/ 18 h 450"/>
                <a:gd name="T14" fmla="*/ 306 w 603"/>
                <a:gd name="T15" fmla="*/ 450 h 450"/>
                <a:gd name="T16" fmla="*/ 184 w 603"/>
                <a:gd name="T17" fmla="*/ 400 h 450"/>
                <a:gd name="T18" fmla="*/ 134 w 603"/>
                <a:gd name="T19" fmla="*/ 279 h 450"/>
                <a:gd name="T20" fmla="*/ 184 w 603"/>
                <a:gd name="T21" fmla="*/ 158 h 450"/>
                <a:gd name="T22" fmla="*/ 306 w 603"/>
                <a:gd name="T23" fmla="*/ 107 h 450"/>
                <a:gd name="T24" fmla="*/ 324 w 603"/>
                <a:gd name="T25" fmla="*/ 125 h 450"/>
                <a:gd name="T26" fmla="*/ 306 w 603"/>
                <a:gd name="T27" fmla="*/ 143 h 450"/>
                <a:gd name="T28" fmla="*/ 170 w 603"/>
                <a:gd name="T29" fmla="*/ 279 h 450"/>
                <a:gd name="T30" fmla="*/ 306 w 603"/>
                <a:gd name="T31" fmla="*/ 414 h 450"/>
                <a:gd name="T32" fmla="*/ 441 w 603"/>
                <a:gd name="T33" fmla="*/ 279 h 450"/>
                <a:gd name="T34" fmla="*/ 459 w 603"/>
                <a:gd name="T35" fmla="*/ 261 h 450"/>
                <a:gd name="T36" fmla="*/ 477 w 603"/>
                <a:gd name="T37" fmla="*/ 279 h 450"/>
                <a:gd name="T38" fmla="*/ 427 w 603"/>
                <a:gd name="T39" fmla="*/ 400 h 450"/>
                <a:gd name="T40" fmla="*/ 306 w 603"/>
                <a:gd name="T41" fmla="*/ 450 h 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03" h="450">
                  <a:moveTo>
                    <a:pt x="0" y="18"/>
                  </a:moveTo>
                  <a:cubicBezTo>
                    <a:pt x="0" y="8"/>
                    <a:pt x="8" y="0"/>
                    <a:pt x="18" y="0"/>
                  </a:cubicBezTo>
                  <a:cubicBezTo>
                    <a:pt x="585" y="0"/>
                    <a:pt x="585" y="0"/>
                    <a:pt x="585" y="0"/>
                  </a:cubicBezTo>
                  <a:cubicBezTo>
                    <a:pt x="595" y="0"/>
                    <a:pt x="603" y="8"/>
                    <a:pt x="603" y="18"/>
                  </a:cubicBezTo>
                  <a:cubicBezTo>
                    <a:pt x="603" y="28"/>
                    <a:pt x="595" y="36"/>
                    <a:pt x="585" y="36"/>
                  </a:cubicBezTo>
                  <a:cubicBezTo>
                    <a:pt x="18" y="36"/>
                    <a:pt x="18" y="36"/>
                    <a:pt x="18" y="36"/>
                  </a:cubicBezTo>
                  <a:cubicBezTo>
                    <a:pt x="8" y="36"/>
                    <a:pt x="0" y="28"/>
                    <a:pt x="0" y="18"/>
                  </a:cubicBezTo>
                  <a:close/>
                  <a:moveTo>
                    <a:pt x="306" y="450"/>
                  </a:moveTo>
                  <a:cubicBezTo>
                    <a:pt x="260" y="450"/>
                    <a:pt x="217" y="433"/>
                    <a:pt x="184" y="400"/>
                  </a:cubicBezTo>
                  <a:cubicBezTo>
                    <a:pt x="152" y="368"/>
                    <a:pt x="134" y="325"/>
                    <a:pt x="134" y="279"/>
                  </a:cubicBezTo>
                  <a:cubicBezTo>
                    <a:pt x="134" y="233"/>
                    <a:pt x="152" y="190"/>
                    <a:pt x="184" y="158"/>
                  </a:cubicBezTo>
                  <a:cubicBezTo>
                    <a:pt x="217" y="125"/>
                    <a:pt x="260" y="107"/>
                    <a:pt x="306" y="107"/>
                  </a:cubicBezTo>
                  <a:cubicBezTo>
                    <a:pt x="316" y="107"/>
                    <a:pt x="324" y="115"/>
                    <a:pt x="324" y="125"/>
                  </a:cubicBezTo>
                  <a:cubicBezTo>
                    <a:pt x="324" y="135"/>
                    <a:pt x="316" y="143"/>
                    <a:pt x="306" y="143"/>
                  </a:cubicBezTo>
                  <a:cubicBezTo>
                    <a:pt x="231" y="143"/>
                    <a:pt x="170" y="204"/>
                    <a:pt x="170" y="279"/>
                  </a:cubicBezTo>
                  <a:cubicBezTo>
                    <a:pt x="170" y="354"/>
                    <a:pt x="231" y="414"/>
                    <a:pt x="306" y="414"/>
                  </a:cubicBezTo>
                  <a:cubicBezTo>
                    <a:pt x="380" y="414"/>
                    <a:pt x="441" y="354"/>
                    <a:pt x="441" y="279"/>
                  </a:cubicBezTo>
                  <a:cubicBezTo>
                    <a:pt x="441" y="269"/>
                    <a:pt x="449" y="261"/>
                    <a:pt x="459" y="261"/>
                  </a:cubicBezTo>
                  <a:cubicBezTo>
                    <a:pt x="469" y="261"/>
                    <a:pt x="477" y="269"/>
                    <a:pt x="477" y="279"/>
                  </a:cubicBezTo>
                  <a:cubicBezTo>
                    <a:pt x="477" y="325"/>
                    <a:pt x="459" y="368"/>
                    <a:pt x="427" y="400"/>
                  </a:cubicBezTo>
                  <a:cubicBezTo>
                    <a:pt x="395" y="433"/>
                    <a:pt x="351" y="450"/>
                    <a:pt x="306" y="45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rgbClr val="212834"/>
                </a:solidFill>
              </a:endParaRPr>
            </a:p>
          </p:txBody>
        </p:sp>
        <p:sp>
          <p:nvSpPr>
            <p:cNvPr id="77" name="Freeform 63"/>
            <p:cNvSpPr/>
            <p:nvPr/>
          </p:nvSpPr>
          <p:spPr bwMode="auto">
            <a:xfrm>
              <a:off x="1193" y="2088"/>
              <a:ext cx="53" cy="72"/>
            </a:xfrm>
            <a:custGeom>
              <a:avLst/>
              <a:gdLst>
                <a:gd name="T0" fmla="*/ 113 w 131"/>
                <a:gd name="T1" fmla="*/ 176 h 176"/>
                <a:gd name="T2" fmla="*/ 18 w 131"/>
                <a:gd name="T3" fmla="*/ 176 h 176"/>
                <a:gd name="T4" fmla="*/ 0 w 131"/>
                <a:gd name="T5" fmla="*/ 158 h 176"/>
                <a:gd name="T6" fmla="*/ 0 w 131"/>
                <a:gd name="T7" fmla="*/ 18 h 176"/>
                <a:gd name="T8" fmla="*/ 18 w 131"/>
                <a:gd name="T9" fmla="*/ 0 h 176"/>
                <a:gd name="T10" fmla="*/ 36 w 131"/>
                <a:gd name="T11" fmla="*/ 18 h 176"/>
                <a:gd name="T12" fmla="*/ 36 w 131"/>
                <a:gd name="T13" fmla="*/ 140 h 176"/>
                <a:gd name="T14" fmla="*/ 113 w 131"/>
                <a:gd name="T15" fmla="*/ 140 h 176"/>
                <a:gd name="T16" fmla="*/ 131 w 131"/>
                <a:gd name="T17" fmla="*/ 158 h 176"/>
                <a:gd name="T18" fmla="*/ 113 w 131"/>
                <a:gd name="T19" fmla="*/ 176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1" h="176">
                  <a:moveTo>
                    <a:pt x="113" y="176"/>
                  </a:moveTo>
                  <a:cubicBezTo>
                    <a:pt x="18" y="176"/>
                    <a:pt x="18" y="176"/>
                    <a:pt x="18" y="176"/>
                  </a:cubicBezTo>
                  <a:cubicBezTo>
                    <a:pt x="8" y="176"/>
                    <a:pt x="0" y="168"/>
                    <a:pt x="0" y="158"/>
                  </a:cubicBezTo>
                  <a:cubicBezTo>
                    <a:pt x="0" y="18"/>
                    <a:pt x="0" y="18"/>
                    <a:pt x="0" y="18"/>
                  </a:cubicBezTo>
                  <a:cubicBezTo>
                    <a:pt x="0" y="8"/>
                    <a:pt x="8" y="0"/>
                    <a:pt x="18" y="0"/>
                  </a:cubicBezTo>
                  <a:cubicBezTo>
                    <a:pt x="28" y="0"/>
                    <a:pt x="36" y="8"/>
                    <a:pt x="36" y="18"/>
                  </a:cubicBezTo>
                  <a:cubicBezTo>
                    <a:pt x="36" y="140"/>
                    <a:pt x="36" y="140"/>
                    <a:pt x="36" y="140"/>
                  </a:cubicBezTo>
                  <a:cubicBezTo>
                    <a:pt x="113" y="140"/>
                    <a:pt x="113" y="140"/>
                    <a:pt x="113" y="140"/>
                  </a:cubicBezTo>
                  <a:cubicBezTo>
                    <a:pt x="123" y="140"/>
                    <a:pt x="131" y="148"/>
                    <a:pt x="131" y="158"/>
                  </a:cubicBezTo>
                  <a:cubicBezTo>
                    <a:pt x="131" y="168"/>
                    <a:pt x="123" y="176"/>
                    <a:pt x="113" y="1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rgbClr val="212834"/>
                </a:solidFill>
              </a:endParaRPr>
            </a:p>
          </p:txBody>
        </p:sp>
      </p:grpSp>
      <p:grpSp>
        <p:nvGrpSpPr>
          <p:cNvPr id="79" name="Group 66"/>
          <p:cNvGrpSpPr>
            <a:grpSpLocks noChangeAspect="1"/>
          </p:cNvGrpSpPr>
          <p:nvPr/>
        </p:nvGrpSpPr>
        <p:grpSpPr bwMode="auto">
          <a:xfrm>
            <a:off x="5054913" y="3240290"/>
            <a:ext cx="192087" cy="207963"/>
            <a:chOff x="2111" y="2322"/>
            <a:chExt cx="121" cy="131"/>
          </a:xfrm>
          <a:solidFill>
            <a:schemeClr val="bg1"/>
          </a:solidFill>
        </p:grpSpPr>
        <p:sp>
          <p:nvSpPr>
            <p:cNvPr id="81" name="Freeform 67"/>
            <p:cNvSpPr/>
            <p:nvPr/>
          </p:nvSpPr>
          <p:spPr bwMode="auto">
            <a:xfrm>
              <a:off x="2159" y="2350"/>
              <a:ext cx="40" cy="37"/>
            </a:xfrm>
            <a:custGeom>
              <a:avLst/>
              <a:gdLst>
                <a:gd name="T0" fmla="*/ 89 w 213"/>
                <a:gd name="T1" fmla="*/ 19 h 198"/>
                <a:gd name="T2" fmla="*/ 196 w 213"/>
                <a:gd name="T3" fmla="*/ 143 h 198"/>
                <a:gd name="T4" fmla="*/ 208 w 213"/>
                <a:gd name="T5" fmla="*/ 189 h 198"/>
                <a:gd name="T6" fmla="*/ 206 w 213"/>
                <a:gd name="T7" fmla="*/ 191 h 198"/>
                <a:gd name="T8" fmla="*/ 158 w 213"/>
                <a:gd name="T9" fmla="*/ 186 h 198"/>
                <a:gd name="T10" fmla="*/ 22 w 213"/>
                <a:gd name="T11" fmla="*/ 92 h 198"/>
                <a:gd name="T12" fmla="*/ 13 w 213"/>
                <a:gd name="T13" fmla="*/ 44 h 198"/>
                <a:gd name="T14" fmla="*/ 40 w 213"/>
                <a:gd name="T15" fmla="*/ 15 h 198"/>
                <a:gd name="T16" fmla="*/ 89 w 213"/>
                <a:gd name="T17" fmla="*/ 19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3" h="198">
                  <a:moveTo>
                    <a:pt x="89" y="19"/>
                  </a:moveTo>
                  <a:cubicBezTo>
                    <a:pt x="196" y="143"/>
                    <a:pt x="196" y="143"/>
                    <a:pt x="196" y="143"/>
                  </a:cubicBezTo>
                  <a:cubicBezTo>
                    <a:pt x="210" y="160"/>
                    <a:pt x="213" y="183"/>
                    <a:pt x="208" y="189"/>
                  </a:cubicBezTo>
                  <a:cubicBezTo>
                    <a:pt x="206" y="191"/>
                    <a:pt x="206" y="191"/>
                    <a:pt x="206" y="191"/>
                  </a:cubicBezTo>
                  <a:cubicBezTo>
                    <a:pt x="200" y="197"/>
                    <a:pt x="176" y="198"/>
                    <a:pt x="158" y="186"/>
                  </a:cubicBezTo>
                  <a:cubicBezTo>
                    <a:pt x="22" y="92"/>
                    <a:pt x="22" y="92"/>
                    <a:pt x="22" y="92"/>
                  </a:cubicBezTo>
                  <a:cubicBezTo>
                    <a:pt x="4" y="80"/>
                    <a:pt x="0" y="58"/>
                    <a:pt x="13" y="44"/>
                  </a:cubicBezTo>
                  <a:cubicBezTo>
                    <a:pt x="40" y="15"/>
                    <a:pt x="40" y="15"/>
                    <a:pt x="40" y="15"/>
                  </a:cubicBezTo>
                  <a:cubicBezTo>
                    <a:pt x="53" y="0"/>
                    <a:pt x="74" y="2"/>
                    <a:pt x="89" y="19"/>
                  </a:cubicBezTo>
                  <a:close/>
                </a:path>
              </a:pathLst>
            </a:custGeom>
            <a:grpFill/>
            <a:ln w="9525">
              <a:noFill/>
              <a:round/>
            </a:ln>
          </p:spPr>
          <p:txBody>
            <a:bodyPr vert="horz" wrap="square" lIns="91440" tIns="45720" rIns="91440" bIns="45720" numCol="1" anchor="t" anchorCtr="0" compatLnSpc="1"/>
            <a:lstStyle/>
            <a:p>
              <a:endParaRPr lang="zh-CN" altLang="en-US">
                <a:solidFill>
                  <a:srgbClr val="212834"/>
                </a:solidFill>
              </a:endParaRPr>
            </a:p>
          </p:txBody>
        </p:sp>
        <p:sp>
          <p:nvSpPr>
            <p:cNvPr id="82" name="Freeform 68"/>
            <p:cNvSpPr>
              <a:spLocks noEditPoints="1"/>
            </p:cNvSpPr>
            <p:nvPr/>
          </p:nvSpPr>
          <p:spPr bwMode="auto">
            <a:xfrm>
              <a:off x="2129" y="2322"/>
              <a:ext cx="71" cy="90"/>
            </a:xfrm>
            <a:custGeom>
              <a:avLst/>
              <a:gdLst>
                <a:gd name="T0" fmla="*/ 142 w 381"/>
                <a:gd name="T1" fmla="*/ 449 h 481"/>
                <a:gd name="T2" fmla="*/ 348 w 381"/>
                <a:gd name="T3" fmla="*/ 236 h 481"/>
                <a:gd name="T4" fmla="*/ 374 w 381"/>
                <a:gd name="T5" fmla="*/ 235 h 481"/>
                <a:gd name="T6" fmla="*/ 374 w 381"/>
                <a:gd name="T7" fmla="*/ 260 h 481"/>
                <a:gd name="T8" fmla="*/ 168 w 381"/>
                <a:gd name="T9" fmla="*/ 474 h 481"/>
                <a:gd name="T10" fmla="*/ 142 w 381"/>
                <a:gd name="T11" fmla="*/ 474 h 481"/>
                <a:gd name="T12" fmla="*/ 142 w 381"/>
                <a:gd name="T13" fmla="*/ 449 h 481"/>
                <a:gd name="T14" fmla="*/ 122 w 381"/>
                <a:gd name="T15" fmla="*/ 245 h 481"/>
                <a:gd name="T16" fmla="*/ 0 w 381"/>
                <a:gd name="T17" fmla="*/ 123 h 481"/>
                <a:gd name="T18" fmla="*/ 20 w 381"/>
                <a:gd name="T19" fmla="*/ 56 h 481"/>
                <a:gd name="T20" fmla="*/ 45 w 381"/>
                <a:gd name="T21" fmla="*/ 51 h 481"/>
                <a:gd name="T22" fmla="*/ 50 w 381"/>
                <a:gd name="T23" fmla="*/ 76 h 481"/>
                <a:gd name="T24" fmla="*/ 36 w 381"/>
                <a:gd name="T25" fmla="*/ 123 h 481"/>
                <a:gd name="T26" fmla="*/ 122 w 381"/>
                <a:gd name="T27" fmla="*/ 209 h 481"/>
                <a:gd name="T28" fmla="*/ 209 w 381"/>
                <a:gd name="T29" fmla="*/ 123 h 481"/>
                <a:gd name="T30" fmla="*/ 133 w 381"/>
                <a:gd name="T31" fmla="*/ 37 h 481"/>
                <a:gd name="T32" fmla="*/ 117 w 381"/>
                <a:gd name="T33" fmla="*/ 17 h 481"/>
                <a:gd name="T34" fmla="*/ 137 w 381"/>
                <a:gd name="T35" fmla="*/ 2 h 481"/>
                <a:gd name="T36" fmla="*/ 245 w 381"/>
                <a:gd name="T37" fmla="*/ 123 h 481"/>
                <a:gd name="T38" fmla="*/ 122 w 381"/>
                <a:gd name="T39" fmla="*/ 245 h 481"/>
                <a:gd name="T40" fmla="*/ 67 w 381"/>
                <a:gd name="T41" fmla="*/ 52 h 481"/>
                <a:gd name="T42" fmla="*/ 52 w 381"/>
                <a:gd name="T43" fmla="*/ 44 h 481"/>
                <a:gd name="T44" fmla="*/ 58 w 381"/>
                <a:gd name="T45" fmla="*/ 19 h 481"/>
                <a:gd name="T46" fmla="*/ 81 w 381"/>
                <a:gd name="T47" fmla="*/ 8 h 481"/>
                <a:gd name="T48" fmla="*/ 104 w 381"/>
                <a:gd name="T49" fmla="*/ 19 h 481"/>
                <a:gd name="T50" fmla="*/ 93 w 381"/>
                <a:gd name="T51" fmla="*/ 42 h 481"/>
                <a:gd name="T52" fmla="*/ 77 w 381"/>
                <a:gd name="T53" fmla="*/ 50 h 481"/>
                <a:gd name="T54" fmla="*/ 67 w 381"/>
                <a:gd name="T55" fmla="*/ 52 h 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81" h="481">
                  <a:moveTo>
                    <a:pt x="142" y="449"/>
                  </a:moveTo>
                  <a:cubicBezTo>
                    <a:pt x="348" y="236"/>
                    <a:pt x="348" y="236"/>
                    <a:pt x="348" y="236"/>
                  </a:cubicBezTo>
                  <a:cubicBezTo>
                    <a:pt x="355" y="228"/>
                    <a:pt x="366" y="228"/>
                    <a:pt x="374" y="235"/>
                  </a:cubicBezTo>
                  <a:cubicBezTo>
                    <a:pt x="381" y="242"/>
                    <a:pt x="381" y="253"/>
                    <a:pt x="374" y="260"/>
                  </a:cubicBezTo>
                  <a:cubicBezTo>
                    <a:pt x="168" y="474"/>
                    <a:pt x="168" y="474"/>
                    <a:pt x="168" y="474"/>
                  </a:cubicBezTo>
                  <a:cubicBezTo>
                    <a:pt x="161" y="481"/>
                    <a:pt x="150" y="481"/>
                    <a:pt x="142" y="474"/>
                  </a:cubicBezTo>
                  <a:cubicBezTo>
                    <a:pt x="135" y="467"/>
                    <a:pt x="135" y="456"/>
                    <a:pt x="142" y="449"/>
                  </a:cubicBezTo>
                  <a:close/>
                  <a:moveTo>
                    <a:pt x="122" y="245"/>
                  </a:moveTo>
                  <a:cubicBezTo>
                    <a:pt x="55" y="245"/>
                    <a:pt x="0" y="190"/>
                    <a:pt x="0" y="123"/>
                  </a:cubicBezTo>
                  <a:cubicBezTo>
                    <a:pt x="0" y="99"/>
                    <a:pt x="7" y="76"/>
                    <a:pt x="20" y="56"/>
                  </a:cubicBezTo>
                  <a:cubicBezTo>
                    <a:pt x="26" y="48"/>
                    <a:pt x="37" y="45"/>
                    <a:pt x="45" y="51"/>
                  </a:cubicBezTo>
                  <a:cubicBezTo>
                    <a:pt x="53" y="56"/>
                    <a:pt x="56" y="67"/>
                    <a:pt x="50" y="76"/>
                  </a:cubicBezTo>
                  <a:cubicBezTo>
                    <a:pt x="41" y="90"/>
                    <a:pt x="36" y="106"/>
                    <a:pt x="36" y="123"/>
                  </a:cubicBezTo>
                  <a:cubicBezTo>
                    <a:pt x="36" y="171"/>
                    <a:pt x="75" y="209"/>
                    <a:pt x="122" y="209"/>
                  </a:cubicBezTo>
                  <a:cubicBezTo>
                    <a:pt x="170" y="209"/>
                    <a:pt x="209" y="171"/>
                    <a:pt x="209" y="123"/>
                  </a:cubicBezTo>
                  <a:cubicBezTo>
                    <a:pt x="209" y="79"/>
                    <a:pt x="176" y="42"/>
                    <a:pt x="133" y="37"/>
                  </a:cubicBezTo>
                  <a:cubicBezTo>
                    <a:pt x="123" y="36"/>
                    <a:pt x="116" y="27"/>
                    <a:pt x="117" y="17"/>
                  </a:cubicBezTo>
                  <a:cubicBezTo>
                    <a:pt x="118" y="7"/>
                    <a:pt x="127" y="0"/>
                    <a:pt x="137" y="2"/>
                  </a:cubicBezTo>
                  <a:cubicBezTo>
                    <a:pt x="198" y="9"/>
                    <a:pt x="245" y="61"/>
                    <a:pt x="245" y="123"/>
                  </a:cubicBezTo>
                  <a:cubicBezTo>
                    <a:pt x="245" y="190"/>
                    <a:pt x="190" y="245"/>
                    <a:pt x="122" y="245"/>
                  </a:cubicBezTo>
                  <a:close/>
                  <a:moveTo>
                    <a:pt x="67" y="52"/>
                  </a:moveTo>
                  <a:cubicBezTo>
                    <a:pt x="61" y="52"/>
                    <a:pt x="55" y="50"/>
                    <a:pt x="52" y="44"/>
                  </a:cubicBezTo>
                  <a:cubicBezTo>
                    <a:pt x="47" y="36"/>
                    <a:pt x="49" y="25"/>
                    <a:pt x="58" y="19"/>
                  </a:cubicBezTo>
                  <a:cubicBezTo>
                    <a:pt x="65" y="15"/>
                    <a:pt x="73" y="11"/>
                    <a:pt x="81" y="8"/>
                  </a:cubicBezTo>
                  <a:cubicBezTo>
                    <a:pt x="91" y="5"/>
                    <a:pt x="101" y="9"/>
                    <a:pt x="104" y="19"/>
                  </a:cubicBezTo>
                  <a:cubicBezTo>
                    <a:pt x="107" y="28"/>
                    <a:pt x="103" y="38"/>
                    <a:pt x="93" y="42"/>
                  </a:cubicBezTo>
                  <a:cubicBezTo>
                    <a:pt x="87" y="44"/>
                    <a:pt x="82" y="47"/>
                    <a:pt x="77" y="50"/>
                  </a:cubicBezTo>
                  <a:cubicBezTo>
                    <a:pt x="74" y="52"/>
                    <a:pt x="71" y="52"/>
                    <a:pt x="67" y="52"/>
                  </a:cubicBezTo>
                  <a:close/>
                </a:path>
              </a:pathLst>
            </a:custGeom>
            <a:grpFill/>
            <a:ln w="9525">
              <a:noFill/>
              <a:round/>
            </a:ln>
          </p:spPr>
          <p:txBody>
            <a:bodyPr vert="horz" wrap="square" lIns="91440" tIns="45720" rIns="91440" bIns="45720" numCol="1" anchor="t" anchorCtr="0" compatLnSpc="1"/>
            <a:lstStyle/>
            <a:p>
              <a:endParaRPr lang="zh-CN" altLang="en-US">
                <a:solidFill>
                  <a:srgbClr val="212834"/>
                </a:solidFill>
              </a:endParaRPr>
            </a:p>
          </p:txBody>
        </p:sp>
        <p:sp>
          <p:nvSpPr>
            <p:cNvPr id="83" name="Freeform 69"/>
            <p:cNvSpPr>
              <a:spLocks noEditPoints="1"/>
            </p:cNvSpPr>
            <p:nvPr/>
          </p:nvSpPr>
          <p:spPr bwMode="auto">
            <a:xfrm>
              <a:off x="2111" y="2406"/>
              <a:ext cx="121" cy="47"/>
            </a:xfrm>
            <a:custGeom>
              <a:avLst/>
              <a:gdLst>
                <a:gd name="T0" fmla="*/ 597 w 648"/>
                <a:gd name="T1" fmla="*/ 249 h 249"/>
                <a:gd name="T2" fmla="*/ 50 w 648"/>
                <a:gd name="T3" fmla="*/ 249 h 249"/>
                <a:gd name="T4" fmla="*/ 0 w 648"/>
                <a:gd name="T5" fmla="*/ 198 h 249"/>
                <a:gd name="T6" fmla="*/ 0 w 648"/>
                <a:gd name="T7" fmla="*/ 50 h 249"/>
                <a:gd name="T8" fmla="*/ 50 w 648"/>
                <a:gd name="T9" fmla="*/ 0 h 249"/>
                <a:gd name="T10" fmla="*/ 597 w 648"/>
                <a:gd name="T11" fmla="*/ 0 h 249"/>
                <a:gd name="T12" fmla="*/ 648 w 648"/>
                <a:gd name="T13" fmla="*/ 50 h 249"/>
                <a:gd name="T14" fmla="*/ 648 w 648"/>
                <a:gd name="T15" fmla="*/ 198 h 249"/>
                <a:gd name="T16" fmla="*/ 597 w 648"/>
                <a:gd name="T17" fmla="*/ 249 h 249"/>
                <a:gd name="T18" fmla="*/ 50 w 648"/>
                <a:gd name="T19" fmla="*/ 35 h 249"/>
                <a:gd name="T20" fmla="*/ 36 w 648"/>
                <a:gd name="T21" fmla="*/ 50 h 249"/>
                <a:gd name="T22" fmla="*/ 36 w 648"/>
                <a:gd name="T23" fmla="*/ 198 h 249"/>
                <a:gd name="T24" fmla="*/ 50 w 648"/>
                <a:gd name="T25" fmla="*/ 213 h 249"/>
                <a:gd name="T26" fmla="*/ 597 w 648"/>
                <a:gd name="T27" fmla="*/ 213 h 249"/>
                <a:gd name="T28" fmla="*/ 612 w 648"/>
                <a:gd name="T29" fmla="*/ 198 h 249"/>
                <a:gd name="T30" fmla="*/ 612 w 648"/>
                <a:gd name="T31" fmla="*/ 50 h 249"/>
                <a:gd name="T32" fmla="*/ 597 w 648"/>
                <a:gd name="T33" fmla="*/ 35 h 249"/>
                <a:gd name="T34" fmla="*/ 50 w 648"/>
                <a:gd name="T35" fmla="*/ 35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48" h="249">
                  <a:moveTo>
                    <a:pt x="597" y="249"/>
                  </a:moveTo>
                  <a:cubicBezTo>
                    <a:pt x="50" y="249"/>
                    <a:pt x="50" y="249"/>
                    <a:pt x="50" y="249"/>
                  </a:cubicBezTo>
                  <a:cubicBezTo>
                    <a:pt x="22" y="249"/>
                    <a:pt x="0" y="226"/>
                    <a:pt x="0" y="198"/>
                  </a:cubicBezTo>
                  <a:cubicBezTo>
                    <a:pt x="0" y="50"/>
                    <a:pt x="0" y="50"/>
                    <a:pt x="0" y="50"/>
                  </a:cubicBezTo>
                  <a:cubicBezTo>
                    <a:pt x="0" y="22"/>
                    <a:pt x="22" y="0"/>
                    <a:pt x="50" y="0"/>
                  </a:cubicBezTo>
                  <a:cubicBezTo>
                    <a:pt x="597" y="0"/>
                    <a:pt x="597" y="0"/>
                    <a:pt x="597" y="0"/>
                  </a:cubicBezTo>
                  <a:cubicBezTo>
                    <a:pt x="625" y="0"/>
                    <a:pt x="648" y="22"/>
                    <a:pt x="648" y="50"/>
                  </a:cubicBezTo>
                  <a:cubicBezTo>
                    <a:pt x="648" y="198"/>
                    <a:pt x="648" y="198"/>
                    <a:pt x="648" y="198"/>
                  </a:cubicBezTo>
                  <a:cubicBezTo>
                    <a:pt x="648" y="226"/>
                    <a:pt x="625" y="249"/>
                    <a:pt x="597" y="249"/>
                  </a:cubicBezTo>
                  <a:close/>
                  <a:moveTo>
                    <a:pt x="50" y="35"/>
                  </a:moveTo>
                  <a:cubicBezTo>
                    <a:pt x="42" y="35"/>
                    <a:pt x="36" y="42"/>
                    <a:pt x="36" y="50"/>
                  </a:cubicBezTo>
                  <a:cubicBezTo>
                    <a:pt x="36" y="198"/>
                    <a:pt x="36" y="198"/>
                    <a:pt x="36" y="198"/>
                  </a:cubicBezTo>
                  <a:cubicBezTo>
                    <a:pt x="36" y="206"/>
                    <a:pt x="42" y="213"/>
                    <a:pt x="50" y="213"/>
                  </a:cubicBezTo>
                  <a:cubicBezTo>
                    <a:pt x="597" y="213"/>
                    <a:pt x="597" y="213"/>
                    <a:pt x="597" y="213"/>
                  </a:cubicBezTo>
                  <a:cubicBezTo>
                    <a:pt x="605" y="213"/>
                    <a:pt x="612" y="206"/>
                    <a:pt x="612" y="198"/>
                  </a:cubicBezTo>
                  <a:cubicBezTo>
                    <a:pt x="612" y="50"/>
                    <a:pt x="612" y="50"/>
                    <a:pt x="612" y="50"/>
                  </a:cubicBezTo>
                  <a:cubicBezTo>
                    <a:pt x="612" y="42"/>
                    <a:pt x="605" y="35"/>
                    <a:pt x="597" y="35"/>
                  </a:cubicBezTo>
                  <a:lnTo>
                    <a:pt x="50" y="35"/>
                  </a:lnTo>
                  <a:close/>
                </a:path>
              </a:pathLst>
            </a:custGeom>
            <a:grpFill/>
            <a:ln w="9525">
              <a:noFill/>
              <a:round/>
            </a:ln>
          </p:spPr>
          <p:txBody>
            <a:bodyPr vert="horz" wrap="square" lIns="91440" tIns="45720" rIns="91440" bIns="45720" numCol="1" anchor="t" anchorCtr="0" compatLnSpc="1"/>
            <a:lstStyle/>
            <a:p>
              <a:endParaRPr lang="zh-CN" altLang="en-US">
                <a:solidFill>
                  <a:srgbClr val="212834"/>
                </a:solidFill>
              </a:endParaRPr>
            </a:p>
          </p:txBody>
        </p:sp>
      </p:grpSp>
      <p:pic>
        <p:nvPicPr>
          <p:cNvPr id="84" name="Picture 83" descr="118-苏州大学-logo.png"/>
          <p:cNvPicPr>
            <a:picLocks noChangeAspect="1"/>
          </p:cNvPicPr>
          <p:nvPr/>
        </p:nvPicPr>
        <p:blipFill>
          <a:blip r:embed="rId4"/>
          <a:stretch>
            <a:fillRect/>
          </a:stretch>
        </p:blipFill>
        <p:spPr>
          <a:xfrm>
            <a:off x="956509" y="1925218"/>
            <a:ext cx="1058722" cy="1058722"/>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当图网 www.99ppt.com"/>
</p:tagLst>
</file>

<file path=ppt/theme/theme1.xml><?xml version="1.0" encoding="utf-8"?>
<a:theme xmlns:a="http://schemas.openxmlformats.org/drawingml/2006/main" name=".">
  <a:themeElements>
    <a:clrScheme name="深蓝质感1">
      <a:dk1>
        <a:sysClr val="windowText" lastClr="000000"/>
      </a:dk1>
      <a:lt1>
        <a:sysClr val="window" lastClr="FFFFFF"/>
      </a:lt1>
      <a:dk2>
        <a:srgbClr val="44546A"/>
      </a:dk2>
      <a:lt2>
        <a:srgbClr val="E7E6E6"/>
      </a:lt2>
      <a:accent1>
        <a:srgbClr val="212834"/>
      </a:accent1>
      <a:accent2>
        <a:srgbClr val="FEDA5B"/>
      </a:accent2>
      <a:accent3>
        <a:srgbClr val="F5821F"/>
      </a:accent3>
      <a:accent4>
        <a:srgbClr val="BCBEC0"/>
      </a:accent4>
      <a:accent5>
        <a:srgbClr val="4472C4"/>
      </a:accent5>
      <a:accent6>
        <a:srgbClr val="70AD47"/>
      </a:accent6>
      <a:hlink>
        <a:srgbClr val="000000"/>
      </a:hlink>
      <a:folHlink>
        <a:srgbClr val="954F72"/>
      </a:folHlink>
    </a:clrScheme>
    <a:fontScheme name="标准1">
      <a:majorFont>
        <a:latin typeface="微软雅黑"/>
        <a:ea typeface="微软雅黑"/>
        <a:cs typeface=""/>
      </a:majorFont>
      <a:minorFont>
        <a:latin typeface="Calibri Light"/>
        <a:ea typeface="微软雅黑 Light"/>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167</TotalTime>
  <Words>983</Words>
  <Application>Microsoft Office PowerPoint</Application>
  <PresentationFormat>全屏显示(16:9)</PresentationFormat>
  <Paragraphs>123</Paragraphs>
  <Slides>15</Slides>
  <Notes>15</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15</vt:i4>
      </vt:variant>
    </vt:vector>
  </HeadingPairs>
  <TitlesOfParts>
    <vt:vector size="22" baseType="lpstr">
      <vt:lpstr>Gill Sans</vt:lpstr>
      <vt:lpstr>方正准圆简体</vt:lpstr>
      <vt:lpstr>Arial</vt:lpstr>
      <vt:lpstr>Calibri</vt:lpstr>
      <vt:lpstr>Calibri Light</vt:lpstr>
      <vt:lpstr>微软雅黑</vt:lpstr>
      <vt:lpstr>.</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淘宝店铺:想搞设计</dc:title>
  <dc:subject>淘宝店铺:想搞设计</dc:subject>
  <dc:creator>淘宝店铺:想搞设计</dc:creator>
  <cp:keywords>淘宝店铺:想搞设计</cp:keywords>
  <dc:description>淘宝店铺:想搞设计</dc:description>
  <cp:lastModifiedBy>pompeya 1</cp:lastModifiedBy>
  <cp:revision>17</cp:revision>
  <dcterms:created xsi:type="dcterms:W3CDTF">2017-06-30T01:20:00Z</dcterms:created>
  <dcterms:modified xsi:type="dcterms:W3CDTF">2022-07-02T15:52:05Z</dcterms:modified>
  <cp:category>淘宝店铺:想搞设计</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FAC70D407B314D898B4D5F52BB42F06E</vt:lpwstr>
  </property>
  <property fmtid="{D5CDD505-2E9C-101B-9397-08002B2CF9AE}" pid="3" name="KSOProductBuildVer">
    <vt:lpwstr>2052-11.1.0.11115</vt:lpwstr>
  </property>
</Properties>
</file>