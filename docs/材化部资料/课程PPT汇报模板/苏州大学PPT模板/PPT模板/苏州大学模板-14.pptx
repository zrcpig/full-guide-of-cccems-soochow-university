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7" r:id="rId2"/>
    <p:sldId id="259" r:id="rId3"/>
    <p:sldId id="260" r:id="rId4"/>
    <p:sldId id="262" r:id="rId5"/>
    <p:sldId id="258" r:id="rId6"/>
    <p:sldId id="263" r:id="rId7"/>
    <p:sldId id="264" r:id="rId8"/>
    <p:sldId id="265" r:id="rId9"/>
    <p:sldId id="266" r:id="rId10"/>
    <p:sldId id="267" r:id="rId11"/>
    <p:sldId id="268" r:id="rId12"/>
    <p:sldId id="269" r:id="rId13"/>
    <p:sldId id="270" r:id="rId14"/>
    <p:sldId id="271" r:id="rId15"/>
    <p:sldId id="272" r:id="rId16"/>
    <p:sldId id="274" r:id="rId17"/>
    <p:sldId id="275" r:id="rId18"/>
    <p:sldId id="27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9589"/>
    <a:srgbClr val="B4CAE1"/>
    <a:srgbClr val="0055AB"/>
    <a:srgbClr val="FFFFFF"/>
    <a:srgbClr val="2E74B4"/>
    <a:srgbClr val="247269"/>
    <a:srgbClr val="3BB7A8"/>
    <a:srgbClr val="2F9185"/>
    <a:srgbClr val="34A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559" autoAdjust="0"/>
  </p:normalViewPr>
  <p:slideViewPr>
    <p:cSldViewPr snapToGrid="0" showGuides="1">
      <p:cViewPr>
        <p:scale>
          <a:sx n="125" d="100"/>
          <a:sy n="125" d="100"/>
        </p:scale>
        <p:origin x="-2940" y="-89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2022-07-02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80FF5-8216-40C8-BE9B-D7287F5820E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jp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wmf"/><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microsoft.com/office/2007/relationships/hdphoto" Target="../media/hdphoto1.wdp"/><Relationship Id="rId5" Type="http://schemas.openxmlformats.org/officeDocument/2006/relationships/image" Target="../media/image4.png"/><Relationship Id="rId6" Type="http://schemas.openxmlformats.org/officeDocument/2006/relationships/image" Target="../media/image9.jpeg"/><Relationship Id="rId7"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290" y="0"/>
            <a:ext cx="12192000" cy="6858000"/>
          </a:xfrm>
          <a:prstGeom prst="rect">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3" name="Freeform 27"/>
          <p:cNvSpPr/>
          <p:nvPr/>
        </p:nvSpPr>
        <p:spPr bwMode="auto">
          <a:xfrm>
            <a:off x="4919227" y="-1234439"/>
            <a:ext cx="9324188" cy="4477513"/>
          </a:xfrm>
          <a:custGeom>
            <a:avLst/>
            <a:gdLst>
              <a:gd name="T0" fmla="*/ 944 w 2050"/>
              <a:gd name="T1" fmla="*/ 28 h 988"/>
              <a:gd name="T2" fmla="*/ 1101 w 2050"/>
              <a:gd name="T3" fmla="*/ 25 h 988"/>
              <a:gd name="T4" fmla="*/ 2021 w 2050"/>
              <a:gd name="T5" fmla="*/ 464 h 988"/>
              <a:gd name="T6" fmla="*/ 2049 w 2050"/>
              <a:gd name="T7" fmla="*/ 497 h 988"/>
              <a:gd name="T8" fmla="*/ 2022 w 2050"/>
              <a:gd name="T9" fmla="*/ 526 h 988"/>
              <a:gd name="T10" fmla="*/ 1090 w 2050"/>
              <a:gd name="T11" fmla="*/ 970 h 988"/>
              <a:gd name="T12" fmla="*/ 966 w 2050"/>
              <a:gd name="T13" fmla="*/ 973 h 988"/>
              <a:gd name="T14" fmla="*/ 637 w 2050"/>
              <a:gd name="T15" fmla="*/ 817 h 988"/>
              <a:gd name="T16" fmla="*/ 573 w 2050"/>
              <a:gd name="T17" fmla="*/ 784 h 988"/>
              <a:gd name="T18" fmla="*/ 579 w 2050"/>
              <a:gd name="T19" fmla="*/ 763 h 988"/>
              <a:gd name="T20" fmla="*/ 972 w 2050"/>
              <a:gd name="T21" fmla="*/ 559 h 988"/>
              <a:gd name="T22" fmla="*/ 1099 w 2050"/>
              <a:gd name="T23" fmla="*/ 550 h 988"/>
              <a:gd name="T24" fmla="*/ 1138 w 2050"/>
              <a:gd name="T25" fmla="*/ 500 h 988"/>
              <a:gd name="T26" fmla="*/ 1110 w 2050"/>
              <a:gd name="T27" fmla="*/ 448 h 988"/>
              <a:gd name="T28" fmla="*/ 996 w 2050"/>
              <a:gd name="T29" fmla="*/ 427 h 988"/>
              <a:gd name="T30" fmla="*/ 922 w 2050"/>
              <a:gd name="T31" fmla="*/ 466 h 988"/>
              <a:gd name="T32" fmla="*/ 916 w 2050"/>
              <a:gd name="T33" fmla="*/ 516 h 988"/>
              <a:gd name="T34" fmla="*/ 521 w 2050"/>
              <a:gd name="T35" fmla="*/ 721 h 988"/>
              <a:gd name="T36" fmla="*/ 500 w 2050"/>
              <a:gd name="T37" fmla="*/ 749 h 988"/>
              <a:gd name="T38" fmla="*/ 269 w 2050"/>
              <a:gd name="T39" fmla="*/ 641 h 988"/>
              <a:gd name="T40" fmla="*/ 28 w 2050"/>
              <a:gd name="T41" fmla="*/ 526 h 988"/>
              <a:gd name="T42" fmla="*/ 1 w 2050"/>
              <a:gd name="T43" fmla="*/ 493 h 988"/>
              <a:gd name="T44" fmla="*/ 31 w 2050"/>
              <a:gd name="T45" fmla="*/ 463 h 988"/>
              <a:gd name="T46" fmla="*/ 944 w 2050"/>
              <a:gd name="T47" fmla="*/ 28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50" h="988">
                <a:moveTo>
                  <a:pt x="944" y="28"/>
                </a:moveTo>
                <a:cubicBezTo>
                  <a:pt x="992" y="1"/>
                  <a:pt x="1053" y="0"/>
                  <a:pt x="1101" y="25"/>
                </a:cubicBezTo>
                <a:cubicBezTo>
                  <a:pt x="1408" y="172"/>
                  <a:pt x="1715" y="318"/>
                  <a:pt x="2021" y="464"/>
                </a:cubicBezTo>
                <a:cubicBezTo>
                  <a:pt x="2035" y="470"/>
                  <a:pt x="2050" y="481"/>
                  <a:pt x="2049" y="497"/>
                </a:cubicBezTo>
                <a:cubicBezTo>
                  <a:pt x="2047" y="512"/>
                  <a:pt x="2034" y="521"/>
                  <a:pt x="2022" y="526"/>
                </a:cubicBezTo>
                <a:cubicBezTo>
                  <a:pt x="1711" y="674"/>
                  <a:pt x="1400" y="822"/>
                  <a:pt x="1090" y="970"/>
                </a:cubicBezTo>
                <a:cubicBezTo>
                  <a:pt x="1051" y="988"/>
                  <a:pt x="1005" y="988"/>
                  <a:pt x="966" y="973"/>
                </a:cubicBezTo>
                <a:cubicBezTo>
                  <a:pt x="856" y="921"/>
                  <a:pt x="747" y="869"/>
                  <a:pt x="637" y="817"/>
                </a:cubicBezTo>
                <a:cubicBezTo>
                  <a:pt x="616" y="806"/>
                  <a:pt x="594" y="797"/>
                  <a:pt x="573" y="784"/>
                </a:cubicBezTo>
                <a:cubicBezTo>
                  <a:pt x="567" y="777"/>
                  <a:pt x="570" y="766"/>
                  <a:pt x="579" y="763"/>
                </a:cubicBezTo>
                <a:cubicBezTo>
                  <a:pt x="710" y="695"/>
                  <a:pt x="841" y="627"/>
                  <a:pt x="972" y="559"/>
                </a:cubicBezTo>
                <a:cubicBezTo>
                  <a:pt x="1013" y="572"/>
                  <a:pt x="1060" y="570"/>
                  <a:pt x="1099" y="550"/>
                </a:cubicBezTo>
                <a:cubicBezTo>
                  <a:pt x="1118" y="540"/>
                  <a:pt x="1136" y="523"/>
                  <a:pt x="1138" y="500"/>
                </a:cubicBezTo>
                <a:cubicBezTo>
                  <a:pt x="1141" y="479"/>
                  <a:pt x="1126" y="460"/>
                  <a:pt x="1110" y="448"/>
                </a:cubicBezTo>
                <a:cubicBezTo>
                  <a:pt x="1077" y="426"/>
                  <a:pt x="1035" y="421"/>
                  <a:pt x="996" y="427"/>
                </a:cubicBezTo>
                <a:cubicBezTo>
                  <a:pt x="968" y="432"/>
                  <a:pt x="940" y="443"/>
                  <a:pt x="922" y="466"/>
                </a:cubicBezTo>
                <a:cubicBezTo>
                  <a:pt x="911" y="480"/>
                  <a:pt x="908" y="499"/>
                  <a:pt x="916" y="516"/>
                </a:cubicBezTo>
                <a:cubicBezTo>
                  <a:pt x="784" y="584"/>
                  <a:pt x="652" y="652"/>
                  <a:pt x="521" y="721"/>
                </a:cubicBezTo>
                <a:cubicBezTo>
                  <a:pt x="509" y="725"/>
                  <a:pt x="500" y="736"/>
                  <a:pt x="500" y="749"/>
                </a:cubicBezTo>
                <a:cubicBezTo>
                  <a:pt x="422" y="715"/>
                  <a:pt x="346" y="677"/>
                  <a:pt x="269" y="641"/>
                </a:cubicBezTo>
                <a:cubicBezTo>
                  <a:pt x="189" y="602"/>
                  <a:pt x="108" y="564"/>
                  <a:pt x="28" y="526"/>
                </a:cubicBezTo>
                <a:cubicBezTo>
                  <a:pt x="15" y="520"/>
                  <a:pt x="0" y="509"/>
                  <a:pt x="1" y="493"/>
                </a:cubicBezTo>
                <a:cubicBezTo>
                  <a:pt x="3" y="478"/>
                  <a:pt x="18" y="469"/>
                  <a:pt x="31" y="463"/>
                </a:cubicBezTo>
                <a:cubicBezTo>
                  <a:pt x="335" y="318"/>
                  <a:pt x="640" y="173"/>
                  <a:pt x="944" y="28"/>
                </a:cubicBezTo>
                <a:close/>
              </a:path>
            </a:pathLst>
          </a:custGeom>
          <a:solidFill>
            <a:srgbClr val="A70C1B"/>
          </a:solidFill>
          <a:ln>
            <a:noFill/>
          </a:ln>
        </p:spPr>
        <p:txBody>
          <a:bodyPr vert="horz" wrap="square" lIns="91440" tIns="45720" rIns="91440" bIns="45720" numCol="1" anchor="t" anchorCtr="0" compatLnSpc="1"/>
          <a:lstStyle/>
          <a:p>
            <a:endParaRPr lang="zh-CN" altLang="en-US"/>
          </a:p>
        </p:txBody>
      </p:sp>
      <p:sp>
        <p:nvSpPr>
          <p:cNvPr id="54" name="Freeform 28"/>
          <p:cNvSpPr/>
          <p:nvPr/>
        </p:nvSpPr>
        <p:spPr bwMode="auto">
          <a:xfrm>
            <a:off x="6642782" y="2178139"/>
            <a:ext cx="395701" cy="1625289"/>
          </a:xfrm>
          <a:custGeom>
            <a:avLst/>
            <a:gdLst>
              <a:gd name="T0" fmla="*/ 0 w 87"/>
              <a:gd name="T1" fmla="*/ 0 h 359"/>
              <a:gd name="T2" fmla="*/ 87 w 87"/>
              <a:gd name="T3" fmla="*/ 42 h 359"/>
              <a:gd name="T4" fmla="*/ 48 w 87"/>
              <a:gd name="T5" fmla="*/ 359 h 359"/>
              <a:gd name="T6" fmla="*/ 0 w 87"/>
              <a:gd name="T7" fmla="*/ 252 h 359"/>
              <a:gd name="T8" fmla="*/ 0 w 87"/>
              <a:gd name="T9" fmla="*/ 0 h 359"/>
            </a:gdLst>
            <a:ahLst/>
            <a:cxnLst>
              <a:cxn ang="0">
                <a:pos x="T0" y="T1"/>
              </a:cxn>
              <a:cxn ang="0">
                <a:pos x="T2" y="T3"/>
              </a:cxn>
              <a:cxn ang="0">
                <a:pos x="T4" y="T5"/>
              </a:cxn>
              <a:cxn ang="0">
                <a:pos x="T6" y="T7"/>
              </a:cxn>
              <a:cxn ang="0">
                <a:pos x="T8" y="T9"/>
              </a:cxn>
            </a:cxnLst>
            <a:rect l="0" t="0" r="r" b="b"/>
            <a:pathLst>
              <a:path w="87" h="359">
                <a:moveTo>
                  <a:pt x="0" y="0"/>
                </a:moveTo>
                <a:cubicBezTo>
                  <a:pt x="29" y="14"/>
                  <a:pt x="58" y="28"/>
                  <a:pt x="87" y="42"/>
                </a:cubicBezTo>
                <a:cubicBezTo>
                  <a:pt x="74" y="148"/>
                  <a:pt x="61" y="253"/>
                  <a:pt x="48" y="359"/>
                </a:cubicBezTo>
                <a:cubicBezTo>
                  <a:pt x="23" y="328"/>
                  <a:pt x="0" y="293"/>
                  <a:pt x="0" y="252"/>
                </a:cubicBezTo>
                <a:cubicBezTo>
                  <a:pt x="1" y="168"/>
                  <a:pt x="0" y="84"/>
                  <a:pt x="0" y="0"/>
                </a:cubicBezTo>
                <a:close/>
              </a:path>
            </a:pathLst>
          </a:custGeom>
          <a:solidFill>
            <a:srgbClr val="A70C1B"/>
          </a:solidFill>
          <a:ln>
            <a:noFill/>
          </a:ln>
        </p:spPr>
        <p:txBody>
          <a:bodyPr vert="horz" wrap="square" lIns="91440" tIns="45720" rIns="91440" bIns="45720" numCol="1" anchor="t" anchorCtr="0" compatLnSpc="1"/>
          <a:lstStyle/>
          <a:p>
            <a:endParaRPr lang="zh-CN" altLang="en-US"/>
          </a:p>
        </p:txBody>
      </p:sp>
      <p:sp>
        <p:nvSpPr>
          <p:cNvPr id="55" name="Freeform 29"/>
          <p:cNvSpPr/>
          <p:nvPr/>
        </p:nvSpPr>
        <p:spPr bwMode="auto">
          <a:xfrm>
            <a:off x="7630705" y="2191416"/>
            <a:ext cx="4851977" cy="2833635"/>
          </a:xfrm>
          <a:custGeom>
            <a:avLst/>
            <a:gdLst>
              <a:gd name="T0" fmla="*/ 496 w 1067"/>
              <a:gd name="T1" fmla="*/ 275 h 625"/>
              <a:gd name="T2" fmla="*/ 1067 w 1067"/>
              <a:gd name="T3" fmla="*/ 0 h 625"/>
              <a:gd name="T4" fmla="*/ 1067 w 1067"/>
              <a:gd name="T5" fmla="*/ 253 h 625"/>
              <a:gd name="T6" fmla="*/ 1022 w 1067"/>
              <a:gd name="T7" fmla="*/ 353 h 625"/>
              <a:gd name="T8" fmla="*/ 871 w 1067"/>
              <a:gd name="T9" fmla="*/ 479 h 625"/>
              <a:gd name="T10" fmla="*/ 285 w 1067"/>
              <a:gd name="T11" fmla="*/ 591 h 625"/>
              <a:gd name="T12" fmla="*/ 52 w 1067"/>
              <a:gd name="T13" fmla="*/ 518 h 625"/>
              <a:gd name="T14" fmla="*/ 0 w 1067"/>
              <a:gd name="T15" fmla="*/ 101 h 625"/>
              <a:gd name="T16" fmla="*/ 356 w 1067"/>
              <a:gd name="T17" fmla="*/ 273 h 625"/>
              <a:gd name="T18" fmla="*/ 496 w 1067"/>
              <a:gd name="T19" fmla="*/ 275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7" h="625">
                <a:moveTo>
                  <a:pt x="496" y="275"/>
                </a:moveTo>
                <a:cubicBezTo>
                  <a:pt x="686" y="184"/>
                  <a:pt x="876" y="92"/>
                  <a:pt x="1067" y="0"/>
                </a:cubicBezTo>
                <a:cubicBezTo>
                  <a:pt x="1066" y="85"/>
                  <a:pt x="1067" y="169"/>
                  <a:pt x="1067" y="253"/>
                </a:cubicBezTo>
                <a:cubicBezTo>
                  <a:pt x="1065" y="291"/>
                  <a:pt x="1044" y="324"/>
                  <a:pt x="1022" y="353"/>
                </a:cubicBezTo>
                <a:cubicBezTo>
                  <a:pt x="980" y="404"/>
                  <a:pt x="927" y="445"/>
                  <a:pt x="871" y="479"/>
                </a:cubicBezTo>
                <a:cubicBezTo>
                  <a:pt x="697" y="583"/>
                  <a:pt x="486" y="625"/>
                  <a:pt x="285" y="591"/>
                </a:cubicBezTo>
                <a:cubicBezTo>
                  <a:pt x="204" y="578"/>
                  <a:pt x="126" y="552"/>
                  <a:pt x="52" y="518"/>
                </a:cubicBezTo>
                <a:cubicBezTo>
                  <a:pt x="34" y="379"/>
                  <a:pt x="17" y="240"/>
                  <a:pt x="0" y="101"/>
                </a:cubicBezTo>
                <a:cubicBezTo>
                  <a:pt x="118" y="159"/>
                  <a:pt x="238" y="216"/>
                  <a:pt x="356" y="273"/>
                </a:cubicBezTo>
                <a:cubicBezTo>
                  <a:pt x="400" y="295"/>
                  <a:pt x="452" y="297"/>
                  <a:pt x="496" y="275"/>
                </a:cubicBezTo>
                <a:close/>
              </a:path>
            </a:pathLst>
          </a:custGeom>
          <a:solidFill>
            <a:srgbClr val="A70C1B"/>
          </a:solidFill>
          <a:ln>
            <a:noFill/>
          </a:ln>
        </p:spPr>
        <p:txBody>
          <a:bodyPr vert="horz" wrap="square" lIns="91440" tIns="45720" rIns="91440" bIns="45720" numCol="1" anchor="t" anchorCtr="0" compatLnSpc="1"/>
          <a:lstStyle/>
          <a:p>
            <a:endParaRPr lang="zh-CN" altLang="en-US"/>
          </a:p>
        </p:txBody>
      </p:sp>
      <p:sp>
        <p:nvSpPr>
          <p:cNvPr id="56" name="Freeform 30"/>
          <p:cNvSpPr/>
          <p:nvPr/>
        </p:nvSpPr>
        <p:spPr bwMode="auto">
          <a:xfrm>
            <a:off x="6980056" y="2504789"/>
            <a:ext cx="677206" cy="2892060"/>
          </a:xfrm>
          <a:custGeom>
            <a:avLst/>
            <a:gdLst>
              <a:gd name="T0" fmla="*/ 0 w 149"/>
              <a:gd name="T1" fmla="*/ 568 h 638"/>
              <a:gd name="T2" fmla="*/ 74 w 149"/>
              <a:gd name="T3" fmla="*/ 0 h 638"/>
              <a:gd name="T4" fmla="*/ 145 w 149"/>
              <a:gd name="T5" fmla="*/ 538 h 638"/>
              <a:gd name="T6" fmla="*/ 149 w 149"/>
              <a:gd name="T7" fmla="*/ 572 h 638"/>
              <a:gd name="T8" fmla="*/ 101 w 149"/>
              <a:gd name="T9" fmla="*/ 629 h 638"/>
              <a:gd name="T10" fmla="*/ 27 w 149"/>
              <a:gd name="T11" fmla="*/ 617 h 638"/>
              <a:gd name="T12" fmla="*/ 0 w 149"/>
              <a:gd name="T13" fmla="*/ 568 h 638"/>
            </a:gdLst>
            <a:ahLst/>
            <a:cxnLst>
              <a:cxn ang="0">
                <a:pos x="T0" y="T1"/>
              </a:cxn>
              <a:cxn ang="0">
                <a:pos x="T2" y="T3"/>
              </a:cxn>
              <a:cxn ang="0">
                <a:pos x="T4" y="T5"/>
              </a:cxn>
              <a:cxn ang="0">
                <a:pos x="T6" y="T7"/>
              </a:cxn>
              <a:cxn ang="0">
                <a:pos x="T8" y="T9"/>
              </a:cxn>
              <a:cxn ang="0">
                <a:pos x="T10" y="T11"/>
              </a:cxn>
              <a:cxn ang="0">
                <a:pos x="T12" y="T13"/>
              </a:cxn>
            </a:cxnLst>
            <a:rect l="0" t="0" r="r" b="b"/>
            <a:pathLst>
              <a:path w="149" h="638">
                <a:moveTo>
                  <a:pt x="0" y="568"/>
                </a:moveTo>
                <a:cubicBezTo>
                  <a:pt x="24" y="379"/>
                  <a:pt x="49" y="190"/>
                  <a:pt x="74" y="0"/>
                </a:cubicBezTo>
                <a:cubicBezTo>
                  <a:pt x="98" y="180"/>
                  <a:pt x="121" y="359"/>
                  <a:pt x="145" y="538"/>
                </a:cubicBezTo>
                <a:cubicBezTo>
                  <a:pt x="146" y="549"/>
                  <a:pt x="148" y="560"/>
                  <a:pt x="149" y="572"/>
                </a:cubicBezTo>
                <a:cubicBezTo>
                  <a:pt x="142" y="596"/>
                  <a:pt x="126" y="620"/>
                  <a:pt x="101" y="629"/>
                </a:cubicBezTo>
                <a:cubicBezTo>
                  <a:pt x="77" y="638"/>
                  <a:pt x="47" y="635"/>
                  <a:pt x="27" y="617"/>
                </a:cubicBezTo>
                <a:cubicBezTo>
                  <a:pt x="13" y="605"/>
                  <a:pt x="2" y="587"/>
                  <a:pt x="0" y="568"/>
                </a:cubicBezTo>
                <a:close/>
              </a:path>
            </a:pathLst>
          </a:custGeom>
          <a:solidFill>
            <a:srgbClr val="A70C1B"/>
          </a:solidFill>
          <a:ln>
            <a:noFill/>
          </a:ln>
        </p:spPr>
        <p:txBody>
          <a:bodyPr vert="horz" wrap="square" lIns="91440" tIns="45720" rIns="91440" bIns="45720" numCol="1" anchor="t" anchorCtr="0" compatLnSpc="1"/>
          <a:lstStyle/>
          <a:p>
            <a:endParaRPr lang="zh-CN" altLang="en-US"/>
          </a:p>
        </p:txBody>
      </p:sp>
      <p:grpSp>
        <p:nvGrpSpPr>
          <p:cNvPr id="16" name="Group 32"/>
          <p:cNvGrpSpPr/>
          <p:nvPr/>
        </p:nvGrpSpPr>
        <p:grpSpPr>
          <a:xfrm>
            <a:off x="954259" y="2453926"/>
            <a:ext cx="2342226" cy="2346960"/>
            <a:chOff x="3692576" y="1742634"/>
            <a:chExt cx="2790379" cy="2796023"/>
          </a:xfrm>
        </p:grpSpPr>
        <p:grpSp>
          <p:nvGrpSpPr>
            <p:cNvPr id="17" name="组合 79"/>
            <p:cNvGrpSpPr/>
            <p:nvPr/>
          </p:nvGrpSpPr>
          <p:grpSpPr bwMode="auto">
            <a:xfrm>
              <a:off x="3692576" y="1742634"/>
              <a:ext cx="2790379" cy="2796023"/>
              <a:chOff x="6379729" y="2488774"/>
              <a:chExt cx="2513016" cy="2513016"/>
            </a:xfrm>
          </p:grpSpPr>
          <p:sp>
            <p:nvSpPr>
              <p:cNvPr id="1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0"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8" name="椭圆 80"/>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6" name="文本框 4"/>
          <p:cNvSpPr txBox="1"/>
          <p:nvPr/>
        </p:nvSpPr>
        <p:spPr>
          <a:xfrm>
            <a:off x="3942522" y="2406978"/>
            <a:ext cx="824415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rgbClr val="FFFFFF"/>
                </a:solidFill>
                <a:latin typeface="微软雅黑" panose="020B0503020204020204" pitchFamily="34" charset="-122"/>
                <a:ea typeface="微软雅黑" panose="020B0503020204020204" pitchFamily="34" charset="-122"/>
              </a:rPr>
              <a:t>苏州大学模板</a:t>
            </a:r>
            <a:r>
              <a:rPr lang="zh-CN" altLang="en-US" sz="6000" dirty="0">
                <a:solidFill>
                  <a:srgbClr val="FFFFFF"/>
                </a:solidFill>
                <a:latin typeface="微软雅黑" panose="020B0503020204020204" pitchFamily="34" charset="-122"/>
                <a:ea typeface="微软雅黑" panose="020B0503020204020204" pitchFamily="34" charset="-122"/>
              </a:rPr>
              <a:t/>
            </a:r>
          </a:p>
        </p:txBody>
      </p:sp>
      <p:sp>
        <p:nvSpPr>
          <p:cNvPr id="27" name="文本框 5"/>
          <p:cNvSpPr txBox="1"/>
          <p:nvPr/>
        </p:nvSpPr>
        <p:spPr>
          <a:xfrm>
            <a:off x="3942521" y="3910183"/>
            <a:ext cx="8244158" cy="307777"/>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r>
              <a:rPr lang="en-US" altLang="zh-CN" sz="1400" b="0" dirty="0">
                <a:solidFill>
                  <a:schemeClr val="bg1"/>
                </a:solidFill>
                <a:latin typeface="微软雅黑" panose="020B0503020204020204" pitchFamily="34" charset="-122"/>
                <a:ea typeface="微软雅黑" panose="020B0503020204020204" pitchFamily="34" charset="-122"/>
              </a:rPr>
              <a:t>PROFESSIONAL GENERATION GRADUATION REPORT POWERPOINT TEMPLATE</a:t>
            </a:r>
            <a:endParaRPr lang="zh-CN" altLang="en-US" sz="1400" b="0"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3940810" y="4347845"/>
            <a:ext cx="4573905" cy="337185"/>
            <a:chOff x="2957979" y="6517260"/>
            <a:chExt cx="3919760" cy="343540"/>
          </a:xfrm>
          <a:noFill/>
        </p:grpSpPr>
        <p:sp>
          <p:nvSpPr>
            <p:cNvPr id="29" name="文本框 6"/>
            <p:cNvSpPr txBox="1"/>
            <p:nvPr/>
          </p:nvSpPr>
          <p:spPr>
            <a:xfrm>
              <a:off x="2957979" y="6517260"/>
              <a:ext cx="1621278"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答辩人：</a:t>
              </a:r>
            </a:p>
          </p:txBody>
        </p:sp>
        <p:sp>
          <p:nvSpPr>
            <p:cNvPr id="30" name="文本框 7"/>
            <p:cNvSpPr txBox="1"/>
            <p:nvPr/>
          </p:nvSpPr>
          <p:spPr>
            <a:xfrm>
              <a:off x="4980689" y="6517260"/>
              <a:ext cx="1897050"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指导老师：</a:t>
              </a:r>
            </a:p>
          </p:txBody>
        </p:sp>
      </p:grpSp>
      <p:cxnSp>
        <p:nvCxnSpPr>
          <p:cNvPr id="50" name="直接连接符 49"/>
          <p:cNvCxnSpPr/>
          <p:nvPr/>
        </p:nvCxnSpPr>
        <p:spPr>
          <a:xfrm>
            <a:off x="3999506" y="3627404"/>
            <a:ext cx="615541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7" name="Picture 56" descr="118-苏州大学-logo.png"/>
          <p:cNvPicPr>
            <a:picLocks noChangeAspect="1"/>
          </p:cNvPicPr>
          <p:nvPr/>
        </p:nvPicPr>
        <p:blipFill>
          <a:blip r:embed="rId5"/>
          <a:stretch>
            <a:fillRect/>
          </a:stretch>
        </p:blipFill>
        <p:spPr>
          <a:xfrm>
            <a:off x="1312542" y="2807046"/>
            <a:ext cx="1666248" cy="1666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6266917" y="1438305"/>
            <a:ext cx="3942456" cy="3906406"/>
            <a:chOff x="6392125" y="1438305"/>
            <a:chExt cx="3942456" cy="3906406"/>
          </a:xfrm>
        </p:grpSpPr>
        <p:sp>
          <p:nvSpPr>
            <p:cNvPr id="28" name="椭圆 27"/>
            <p:cNvSpPr/>
            <p:nvPr/>
          </p:nvSpPr>
          <p:spPr>
            <a:xfrm>
              <a:off x="6623041" y="178185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9" name="椭圆 28"/>
            <p:cNvSpPr/>
            <p:nvPr/>
          </p:nvSpPr>
          <p:spPr>
            <a:xfrm>
              <a:off x="6623041" y="2560143"/>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0" name="椭圆 29"/>
            <p:cNvSpPr/>
            <p:nvPr/>
          </p:nvSpPr>
          <p:spPr>
            <a:xfrm>
              <a:off x="6623041" y="331239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1" name="椭圆 30"/>
            <p:cNvSpPr/>
            <p:nvPr/>
          </p:nvSpPr>
          <p:spPr>
            <a:xfrm>
              <a:off x="6623041" y="405243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2" name="椭圆 31"/>
            <p:cNvSpPr/>
            <p:nvPr/>
          </p:nvSpPr>
          <p:spPr>
            <a:xfrm>
              <a:off x="6623041" y="482340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3" name="文本框 32"/>
            <p:cNvSpPr txBox="1"/>
            <p:nvPr/>
          </p:nvSpPr>
          <p:spPr>
            <a:xfrm>
              <a:off x="6392125" y="2216591"/>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E1F"/>
                  </a:solidFill>
                  <a:latin typeface="微软雅黑" panose="020B0503020204020204" pitchFamily="34" charset="-122"/>
                  <a:ea typeface="微软雅黑" panose="020B0503020204020204" pitchFamily="34" charset="-122"/>
                </a:rPr>
                <a:t>02</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6392125" y="2968845"/>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E1F"/>
                  </a:solidFill>
                  <a:latin typeface="微软雅黑" panose="020B0503020204020204" pitchFamily="34" charset="-122"/>
                  <a:ea typeface="微软雅黑" panose="020B0503020204020204" pitchFamily="34" charset="-122"/>
                </a:rPr>
                <a:t>03</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392125" y="3708878"/>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E1F"/>
                  </a:solidFill>
                  <a:latin typeface="微软雅黑" panose="020B0503020204020204" pitchFamily="34" charset="-122"/>
                  <a:ea typeface="微软雅黑" panose="020B0503020204020204" pitchFamily="34" charset="-122"/>
                </a:rPr>
                <a:t>04</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6392125" y="4479848"/>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E1F"/>
                  </a:solidFill>
                  <a:latin typeface="微软雅黑" panose="020B0503020204020204" pitchFamily="34" charset="-122"/>
                  <a:ea typeface="微软雅黑" panose="020B0503020204020204" pitchFamily="34" charset="-122"/>
                </a:rPr>
                <a:t>05</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392125" y="1438305"/>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E1F"/>
                  </a:solidFill>
                  <a:latin typeface="微软雅黑" panose="020B0503020204020204" pitchFamily="34" charset="-122"/>
                  <a:ea typeface="微软雅黑" panose="020B0503020204020204" pitchFamily="34" charset="-122"/>
                </a:rPr>
                <a:t>01</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100884" y="1564726"/>
              <a:ext cx="3233697" cy="3716901"/>
              <a:chOff x="4470289" y="1522630"/>
              <a:chExt cx="3233697" cy="3716901"/>
            </a:xfrm>
          </p:grpSpPr>
          <p:sp>
            <p:nvSpPr>
              <p:cNvPr id="39" name="矩形 38"/>
              <p:cNvSpPr/>
              <p:nvPr/>
            </p:nvSpPr>
            <p:spPr>
              <a:xfrm>
                <a:off x="4483113" y="2274884"/>
                <a:ext cx="2749471"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课题研究的思路与方法</a:t>
                </a:r>
              </a:p>
            </p:txBody>
          </p:sp>
          <p:sp>
            <p:nvSpPr>
              <p:cNvPr id="40" name="矩形 39"/>
              <p:cNvSpPr/>
              <p:nvPr/>
            </p:nvSpPr>
            <p:spPr>
              <a:xfrm>
                <a:off x="4488014" y="3779392"/>
                <a:ext cx="3215972" cy="615040"/>
              </a:xfrm>
              <a:prstGeom prst="rect">
                <a:avLst/>
              </a:prstGeom>
            </p:spPr>
            <p:txBody>
              <a:bodyPr wrap="squar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课题实践的可行性</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1" name="矩形 40"/>
              <p:cNvSpPr/>
              <p:nvPr/>
            </p:nvSpPr>
            <p:spPr>
              <a:xfrm>
                <a:off x="4483113" y="4531645"/>
                <a:ext cx="1980029"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课题研究的结论</a:t>
                </a:r>
              </a:p>
            </p:txBody>
          </p:sp>
          <p:sp>
            <p:nvSpPr>
              <p:cNvPr id="42" name="矩形 41"/>
              <p:cNvSpPr/>
              <p:nvPr/>
            </p:nvSpPr>
            <p:spPr>
              <a:xfrm>
                <a:off x="4470289" y="1522630"/>
                <a:ext cx="2236510"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选题的背景与意义</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3" name="矩形 42"/>
              <p:cNvSpPr/>
              <p:nvPr/>
            </p:nvSpPr>
            <p:spPr>
              <a:xfrm>
                <a:off x="4483113" y="3027138"/>
                <a:ext cx="1980029"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课题研究的进展</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grpSp>
      <p:grpSp>
        <p:nvGrpSpPr>
          <p:cNvPr id="52" name="组合 51"/>
          <p:cNvGrpSpPr/>
          <p:nvPr/>
        </p:nvGrpSpPr>
        <p:grpSpPr>
          <a:xfrm>
            <a:off x="2187369" y="1670323"/>
            <a:ext cx="1623312" cy="3247580"/>
            <a:chOff x="5369321" y="1870736"/>
            <a:chExt cx="1623312" cy="3247580"/>
          </a:xfrm>
        </p:grpSpPr>
        <p:sp>
          <p:nvSpPr>
            <p:cNvPr id="44" name="文本框 43"/>
            <p:cNvSpPr txBox="1"/>
            <p:nvPr/>
          </p:nvSpPr>
          <p:spPr>
            <a:xfrm>
              <a:off x="6192414" y="2157672"/>
              <a:ext cx="800219" cy="1349908"/>
            </a:xfrm>
            <a:prstGeom prst="rect">
              <a:avLst/>
            </a:prstGeom>
            <a:noFill/>
          </p:spPr>
          <p:txBody>
            <a:bodyPr vert="eaVert" wrap="square" rtlCol="0">
              <a:spAutoFit/>
            </a:bodyPr>
            <a:lstStyle/>
            <a:p>
              <a:r>
                <a:rPr lang="zh-CN" altLang="en-US" sz="4000" b="1" dirty="0">
                  <a:solidFill>
                    <a:schemeClr val="bg1"/>
                  </a:solidFill>
                  <a:latin typeface="微软雅黑" panose="020B0503020204020204" pitchFamily="34" charset="-122"/>
                  <a:ea typeface="微软雅黑" panose="020B0503020204020204" pitchFamily="34" charset="-122"/>
                </a:rPr>
                <a:t>目 录</a:t>
              </a:r>
            </a:p>
          </p:txBody>
        </p:sp>
        <p:sp>
          <p:nvSpPr>
            <p:cNvPr id="45" name="文本框 44"/>
            <p:cNvSpPr txBox="1"/>
            <p:nvPr/>
          </p:nvSpPr>
          <p:spPr>
            <a:xfrm>
              <a:off x="5369321" y="3537789"/>
              <a:ext cx="492443" cy="1226435"/>
            </a:xfrm>
            <a:prstGeom prst="rect">
              <a:avLst/>
            </a:prstGeom>
            <a:solidFill>
              <a:schemeClr val="bg1"/>
            </a:solidFill>
          </p:spPr>
          <p:txBody>
            <a:bodyPr vert="eaVert" wrap="square" rtlCol="0">
              <a:spAutoFit/>
            </a:bodyPr>
            <a:lstStyle/>
            <a:p>
              <a:r>
                <a:rPr lang="en-US" altLang="zh-CN" sz="2000" dirty="0">
                  <a:solidFill>
                    <a:srgbClr val="B10D1D"/>
                  </a:solidFill>
                  <a:latin typeface="微软雅黑" panose="020B0503020204020204" pitchFamily="34" charset="-122"/>
                  <a:ea typeface="微软雅黑" panose="020B0503020204020204" pitchFamily="34" charset="-122"/>
                </a:rPr>
                <a:t>Contents</a:t>
              </a:r>
              <a:endParaRPr lang="zh-CN" altLang="en-US" sz="2000" dirty="0">
                <a:solidFill>
                  <a:srgbClr val="3BB7A8"/>
                </a:solidFill>
                <a:latin typeface="微软雅黑" panose="020B0503020204020204" pitchFamily="34" charset="-122"/>
                <a:ea typeface="微软雅黑" panose="020B0503020204020204" pitchFamily="34" charset="-122"/>
              </a:endParaRPr>
            </a:p>
          </p:txBody>
        </p:sp>
        <p:cxnSp>
          <p:nvCxnSpPr>
            <p:cNvPr id="46" name="直接连接符 45"/>
            <p:cNvCxnSpPr/>
            <p:nvPr/>
          </p:nvCxnSpPr>
          <p:spPr>
            <a:xfrm flipV="1">
              <a:off x="5615540" y="1870736"/>
              <a:ext cx="0" cy="1441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15540" y="1870736"/>
              <a:ext cx="99364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6609181" y="1870737"/>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609181" y="3537789"/>
              <a:ext cx="0" cy="158052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5615540" y="5118316"/>
              <a:ext cx="99364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5615540" y="4831380"/>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reeform 13"/>
          <p:cNvSpPr>
            <a:spLocks noEditPoints="1"/>
          </p:cNvSpPr>
          <p:nvPr/>
        </p:nvSpPr>
        <p:spPr bwMode="auto">
          <a:xfrm>
            <a:off x="1198176" y="2099996"/>
            <a:ext cx="2698350" cy="2698350"/>
          </a:xfrm>
          <a:custGeom>
            <a:avLst/>
            <a:gdLst/>
            <a:ahLst/>
            <a:cxnLst>
              <a:cxn ang="0">
                <a:pos x="226" y="180"/>
              </a:cxn>
              <a:cxn ang="0">
                <a:pos x="0" y="690"/>
              </a:cxn>
              <a:cxn ang="0">
                <a:pos x="202" y="1180"/>
              </a:cxn>
              <a:cxn ang="0">
                <a:pos x="690" y="1382"/>
              </a:cxn>
              <a:cxn ang="0">
                <a:pos x="1202" y="1156"/>
              </a:cxn>
              <a:cxn ang="0">
                <a:pos x="1380" y="654"/>
              </a:cxn>
              <a:cxn ang="0">
                <a:pos x="1130" y="158"/>
              </a:cxn>
              <a:cxn ang="0">
                <a:pos x="1346" y="684"/>
              </a:cxn>
              <a:cxn ang="0">
                <a:pos x="1152" y="232"/>
              </a:cxn>
              <a:cxn ang="0">
                <a:pos x="308" y="168"/>
              </a:cxn>
              <a:cxn ang="0">
                <a:pos x="102" y="648"/>
              </a:cxn>
              <a:cxn ang="0">
                <a:pos x="186" y="718"/>
              </a:cxn>
              <a:cxn ang="0">
                <a:pos x="320" y="946"/>
              </a:cxn>
              <a:cxn ang="0">
                <a:pos x="350" y="1250"/>
              </a:cxn>
              <a:cxn ang="0">
                <a:pos x="1278" y="980"/>
              </a:cxn>
              <a:cxn ang="0">
                <a:pos x="1098" y="1202"/>
              </a:cxn>
              <a:cxn ang="0">
                <a:pos x="532" y="1326"/>
              </a:cxn>
              <a:cxn ang="0">
                <a:pos x="496" y="1176"/>
              </a:cxn>
              <a:cxn ang="0">
                <a:pos x="628" y="1002"/>
              </a:cxn>
              <a:cxn ang="0">
                <a:pos x="472" y="792"/>
              </a:cxn>
              <a:cxn ang="0">
                <a:pos x="324" y="778"/>
              </a:cxn>
              <a:cxn ang="0">
                <a:pos x="264" y="700"/>
              </a:cxn>
              <a:cxn ang="0">
                <a:pos x="204" y="674"/>
              </a:cxn>
              <a:cxn ang="0">
                <a:pos x="304" y="618"/>
              </a:cxn>
              <a:cxn ang="0">
                <a:pos x="358" y="554"/>
              </a:cxn>
              <a:cxn ang="0">
                <a:pos x="466" y="428"/>
              </a:cxn>
              <a:cxn ang="0">
                <a:pos x="520" y="380"/>
              </a:cxn>
              <a:cxn ang="0">
                <a:pos x="542" y="428"/>
              </a:cxn>
              <a:cxn ang="0">
                <a:pos x="472" y="296"/>
              </a:cxn>
              <a:cxn ang="0">
                <a:pos x="400" y="250"/>
              </a:cxn>
              <a:cxn ang="0">
                <a:pos x="346" y="332"/>
              </a:cxn>
              <a:cxn ang="0">
                <a:pos x="344" y="238"/>
              </a:cxn>
              <a:cxn ang="0">
                <a:pos x="390" y="244"/>
              </a:cxn>
              <a:cxn ang="0">
                <a:pos x="428" y="168"/>
              </a:cxn>
              <a:cxn ang="0">
                <a:pos x="438" y="242"/>
              </a:cxn>
              <a:cxn ang="0">
                <a:pos x="478" y="220"/>
              </a:cxn>
              <a:cxn ang="0">
                <a:pos x="472" y="150"/>
              </a:cxn>
              <a:cxn ang="0">
                <a:pos x="428" y="118"/>
              </a:cxn>
              <a:cxn ang="0">
                <a:pos x="370" y="170"/>
              </a:cxn>
              <a:cxn ang="0">
                <a:pos x="322" y="150"/>
              </a:cxn>
              <a:cxn ang="0">
                <a:pos x="570" y="118"/>
              </a:cxn>
              <a:cxn ang="0">
                <a:pos x="578" y="186"/>
              </a:cxn>
              <a:cxn ang="0">
                <a:pos x="672" y="224"/>
              </a:cxn>
              <a:cxn ang="0">
                <a:pos x="802" y="98"/>
              </a:cxn>
              <a:cxn ang="0">
                <a:pos x="862" y="58"/>
              </a:cxn>
              <a:cxn ang="0">
                <a:pos x="996" y="252"/>
              </a:cxn>
              <a:cxn ang="0">
                <a:pos x="1022" y="336"/>
              </a:cxn>
              <a:cxn ang="0">
                <a:pos x="944" y="398"/>
              </a:cxn>
              <a:cxn ang="0">
                <a:pos x="918" y="466"/>
              </a:cxn>
              <a:cxn ang="0">
                <a:pos x="862" y="516"/>
              </a:cxn>
              <a:cxn ang="0">
                <a:pos x="994" y="466"/>
              </a:cxn>
              <a:cxn ang="0">
                <a:pos x="1044" y="524"/>
              </a:cxn>
              <a:cxn ang="0">
                <a:pos x="1090" y="534"/>
              </a:cxn>
              <a:cxn ang="0">
                <a:pos x="1128" y="532"/>
              </a:cxn>
              <a:cxn ang="0">
                <a:pos x="1172" y="592"/>
              </a:cxn>
              <a:cxn ang="0">
                <a:pos x="1076" y="598"/>
              </a:cxn>
              <a:cxn ang="0">
                <a:pos x="866" y="574"/>
              </a:cxn>
              <a:cxn ang="0">
                <a:pos x="814" y="778"/>
              </a:cxn>
              <a:cxn ang="0">
                <a:pos x="998" y="840"/>
              </a:cxn>
              <a:cxn ang="0">
                <a:pos x="1026" y="1056"/>
              </a:cxn>
              <a:cxn ang="0">
                <a:pos x="1210" y="1016"/>
              </a:cxn>
              <a:cxn ang="0">
                <a:pos x="1278" y="776"/>
              </a:cxn>
              <a:cxn ang="0">
                <a:pos x="1342" y="768"/>
              </a:cxn>
            </a:cxnLst>
            <a:rect l="0" t="0" r="r" b="b"/>
            <a:pathLst>
              <a:path w="1382" h="1382">
                <a:moveTo>
                  <a:pt x="690" y="0"/>
                </a:moveTo>
                <a:lnTo>
                  <a:pt x="690" y="0"/>
                </a:lnTo>
                <a:lnTo>
                  <a:pt x="656" y="0"/>
                </a:lnTo>
                <a:lnTo>
                  <a:pt x="620" y="4"/>
                </a:lnTo>
                <a:lnTo>
                  <a:pt x="586" y="8"/>
                </a:lnTo>
                <a:lnTo>
                  <a:pt x="552" y="14"/>
                </a:lnTo>
                <a:lnTo>
                  <a:pt x="518" y="22"/>
                </a:lnTo>
                <a:lnTo>
                  <a:pt x="486" y="30"/>
                </a:lnTo>
                <a:lnTo>
                  <a:pt x="454" y="42"/>
                </a:lnTo>
                <a:lnTo>
                  <a:pt x="422" y="54"/>
                </a:lnTo>
                <a:lnTo>
                  <a:pt x="392" y="68"/>
                </a:lnTo>
                <a:lnTo>
                  <a:pt x="362" y="84"/>
                </a:lnTo>
                <a:lnTo>
                  <a:pt x="332" y="100"/>
                </a:lnTo>
                <a:lnTo>
                  <a:pt x="304" y="118"/>
                </a:lnTo>
                <a:lnTo>
                  <a:pt x="278" y="136"/>
                </a:lnTo>
                <a:lnTo>
                  <a:pt x="252" y="158"/>
                </a:lnTo>
                <a:lnTo>
                  <a:pt x="226" y="180"/>
                </a:lnTo>
                <a:lnTo>
                  <a:pt x="202" y="202"/>
                </a:lnTo>
                <a:lnTo>
                  <a:pt x="180" y="226"/>
                </a:lnTo>
                <a:lnTo>
                  <a:pt x="158" y="252"/>
                </a:lnTo>
                <a:lnTo>
                  <a:pt x="138" y="278"/>
                </a:lnTo>
                <a:lnTo>
                  <a:pt x="118" y="304"/>
                </a:lnTo>
                <a:lnTo>
                  <a:pt x="100" y="332"/>
                </a:lnTo>
                <a:lnTo>
                  <a:pt x="84" y="362"/>
                </a:lnTo>
                <a:lnTo>
                  <a:pt x="68" y="390"/>
                </a:lnTo>
                <a:lnTo>
                  <a:pt x="54" y="422"/>
                </a:lnTo>
                <a:lnTo>
                  <a:pt x="42" y="452"/>
                </a:lnTo>
                <a:lnTo>
                  <a:pt x="32" y="486"/>
                </a:lnTo>
                <a:lnTo>
                  <a:pt x="22" y="518"/>
                </a:lnTo>
                <a:lnTo>
                  <a:pt x="14" y="552"/>
                </a:lnTo>
                <a:lnTo>
                  <a:pt x="8" y="586"/>
                </a:lnTo>
                <a:lnTo>
                  <a:pt x="4" y="620"/>
                </a:lnTo>
                <a:lnTo>
                  <a:pt x="0" y="654"/>
                </a:lnTo>
                <a:lnTo>
                  <a:pt x="0" y="690"/>
                </a:lnTo>
                <a:lnTo>
                  <a:pt x="0" y="690"/>
                </a:lnTo>
                <a:lnTo>
                  <a:pt x="0" y="726"/>
                </a:lnTo>
                <a:lnTo>
                  <a:pt x="4" y="762"/>
                </a:lnTo>
                <a:lnTo>
                  <a:pt x="8" y="796"/>
                </a:lnTo>
                <a:lnTo>
                  <a:pt x="14" y="830"/>
                </a:lnTo>
                <a:lnTo>
                  <a:pt x="22" y="864"/>
                </a:lnTo>
                <a:lnTo>
                  <a:pt x="32" y="896"/>
                </a:lnTo>
                <a:lnTo>
                  <a:pt x="42" y="928"/>
                </a:lnTo>
                <a:lnTo>
                  <a:pt x="54" y="960"/>
                </a:lnTo>
                <a:lnTo>
                  <a:pt x="68" y="990"/>
                </a:lnTo>
                <a:lnTo>
                  <a:pt x="84" y="1020"/>
                </a:lnTo>
                <a:lnTo>
                  <a:pt x="100" y="1048"/>
                </a:lnTo>
                <a:lnTo>
                  <a:pt x="118" y="1076"/>
                </a:lnTo>
                <a:lnTo>
                  <a:pt x="138" y="1104"/>
                </a:lnTo>
                <a:lnTo>
                  <a:pt x="158" y="1130"/>
                </a:lnTo>
                <a:lnTo>
                  <a:pt x="180" y="1156"/>
                </a:lnTo>
                <a:lnTo>
                  <a:pt x="202" y="1180"/>
                </a:lnTo>
                <a:lnTo>
                  <a:pt x="226" y="1202"/>
                </a:lnTo>
                <a:lnTo>
                  <a:pt x="252" y="1224"/>
                </a:lnTo>
                <a:lnTo>
                  <a:pt x="278" y="1244"/>
                </a:lnTo>
                <a:lnTo>
                  <a:pt x="304" y="1264"/>
                </a:lnTo>
                <a:lnTo>
                  <a:pt x="332" y="1282"/>
                </a:lnTo>
                <a:lnTo>
                  <a:pt x="362" y="1298"/>
                </a:lnTo>
                <a:lnTo>
                  <a:pt x="392" y="1314"/>
                </a:lnTo>
                <a:lnTo>
                  <a:pt x="422" y="1328"/>
                </a:lnTo>
                <a:lnTo>
                  <a:pt x="454" y="1340"/>
                </a:lnTo>
                <a:lnTo>
                  <a:pt x="486" y="1350"/>
                </a:lnTo>
                <a:lnTo>
                  <a:pt x="518" y="1360"/>
                </a:lnTo>
                <a:lnTo>
                  <a:pt x="552" y="1368"/>
                </a:lnTo>
                <a:lnTo>
                  <a:pt x="586" y="1374"/>
                </a:lnTo>
                <a:lnTo>
                  <a:pt x="620" y="1378"/>
                </a:lnTo>
                <a:lnTo>
                  <a:pt x="656" y="1380"/>
                </a:lnTo>
                <a:lnTo>
                  <a:pt x="690" y="1382"/>
                </a:lnTo>
                <a:lnTo>
                  <a:pt x="690" y="1382"/>
                </a:lnTo>
                <a:lnTo>
                  <a:pt x="726" y="1380"/>
                </a:lnTo>
                <a:lnTo>
                  <a:pt x="762" y="1378"/>
                </a:lnTo>
                <a:lnTo>
                  <a:pt x="796" y="1374"/>
                </a:lnTo>
                <a:lnTo>
                  <a:pt x="830" y="1368"/>
                </a:lnTo>
                <a:lnTo>
                  <a:pt x="864" y="1360"/>
                </a:lnTo>
                <a:lnTo>
                  <a:pt x="896" y="1350"/>
                </a:lnTo>
                <a:lnTo>
                  <a:pt x="928" y="1340"/>
                </a:lnTo>
                <a:lnTo>
                  <a:pt x="960" y="1328"/>
                </a:lnTo>
                <a:lnTo>
                  <a:pt x="990" y="1314"/>
                </a:lnTo>
                <a:lnTo>
                  <a:pt x="1020" y="1298"/>
                </a:lnTo>
                <a:lnTo>
                  <a:pt x="1050" y="1282"/>
                </a:lnTo>
                <a:lnTo>
                  <a:pt x="1078" y="1264"/>
                </a:lnTo>
                <a:lnTo>
                  <a:pt x="1104" y="1244"/>
                </a:lnTo>
                <a:lnTo>
                  <a:pt x="1130" y="1224"/>
                </a:lnTo>
                <a:lnTo>
                  <a:pt x="1156" y="1202"/>
                </a:lnTo>
                <a:lnTo>
                  <a:pt x="1180" y="1180"/>
                </a:lnTo>
                <a:lnTo>
                  <a:pt x="1202" y="1156"/>
                </a:lnTo>
                <a:lnTo>
                  <a:pt x="1224" y="1130"/>
                </a:lnTo>
                <a:lnTo>
                  <a:pt x="1244" y="1104"/>
                </a:lnTo>
                <a:lnTo>
                  <a:pt x="1264" y="1076"/>
                </a:lnTo>
                <a:lnTo>
                  <a:pt x="1282" y="1048"/>
                </a:lnTo>
                <a:lnTo>
                  <a:pt x="1298" y="1020"/>
                </a:lnTo>
                <a:lnTo>
                  <a:pt x="1314" y="990"/>
                </a:lnTo>
                <a:lnTo>
                  <a:pt x="1328" y="960"/>
                </a:lnTo>
                <a:lnTo>
                  <a:pt x="1340" y="928"/>
                </a:lnTo>
                <a:lnTo>
                  <a:pt x="1350" y="896"/>
                </a:lnTo>
                <a:lnTo>
                  <a:pt x="1360" y="864"/>
                </a:lnTo>
                <a:lnTo>
                  <a:pt x="1368" y="830"/>
                </a:lnTo>
                <a:lnTo>
                  <a:pt x="1374" y="796"/>
                </a:lnTo>
                <a:lnTo>
                  <a:pt x="1378" y="762"/>
                </a:lnTo>
                <a:lnTo>
                  <a:pt x="1380" y="726"/>
                </a:lnTo>
                <a:lnTo>
                  <a:pt x="1382" y="690"/>
                </a:lnTo>
                <a:lnTo>
                  <a:pt x="1382" y="690"/>
                </a:lnTo>
                <a:lnTo>
                  <a:pt x="1380" y="654"/>
                </a:lnTo>
                <a:lnTo>
                  <a:pt x="1378" y="620"/>
                </a:lnTo>
                <a:lnTo>
                  <a:pt x="1374" y="586"/>
                </a:lnTo>
                <a:lnTo>
                  <a:pt x="1368" y="552"/>
                </a:lnTo>
                <a:lnTo>
                  <a:pt x="1360" y="518"/>
                </a:lnTo>
                <a:lnTo>
                  <a:pt x="1350" y="486"/>
                </a:lnTo>
                <a:lnTo>
                  <a:pt x="1340" y="452"/>
                </a:lnTo>
                <a:lnTo>
                  <a:pt x="1328" y="422"/>
                </a:lnTo>
                <a:lnTo>
                  <a:pt x="1314" y="390"/>
                </a:lnTo>
                <a:lnTo>
                  <a:pt x="1298" y="362"/>
                </a:lnTo>
                <a:lnTo>
                  <a:pt x="1282" y="332"/>
                </a:lnTo>
                <a:lnTo>
                  <a:pt x="1264" y="304"/>
                </a:lnTo>
                <a:lnTo>
                  <a:pt x="1244" y="278"/>
                </a:lnTo>
                <a:lnTo>
                  <a:pt x="1224" y="252"/>
                </a:lnTo>
                <a:lnTo>
                  <a:pt x="1202" y="226"/>
                </a:lnTo>
                <a:lnTo>
                  <a:pt x="1180" y="202"/>
                </a:lnTo>
                <a:lnTo>
                  <a:pt x="1156" y="180"/>
                </a:lnTo>
                <a:lnTo>
                  <a:pt x="1130" y="158"/>
                </a:lnTo>
                <a:lnTo>
                  <a:pt x="1104" y="136"/>
                </a:lnTo>
                <a:lnTo>
                  <a:pt x="1078" y="118"/>
                </a:lnTo>
                <a:lnTo>
                  <a:pt x="1050" y="100"/>
                </a:lnTo>
                <a:lnTo>
                  <a:pt x="1020" y="84"/>
                </a:lnTo>
                <a:lnTo>
                  <a:pt x="990" y="68"/>
                </a:lnTo>
                <a:lnTo>
                  <a:pt x="960" y="54"/>
                </a:lnTo>
                <a:lnTo>
                  <a:pt x="928" y="42"/>
                </a:lnTo>
                <a:lnTo>
                  <a:pt x="896" y="30"/>
                </a:lnTo>
                <a:lnTo>
                  <a:pt x="864" y="22"/>
                </a:lnTo>
                <a:lnTo>
                  <a:pt x="830" y="14"/>
                </a:lnTo>
                <a:lnTo>
                  <a:pt x="796" y="8"/>
                </a:lnTo>
                <a:lnTo>
                  <a:pt x="762" y="4"/>
                </a:lnTo>
                <a:lnTo>
                  <a:pt x="726" y="0"/>
                </a:lnTo>
                <a:lnTo>
                  <a:pt x="690" y="0"/>
                </a:lnTo>
                <a:lnTo>
                  <a:pt x="690" y="0"/>
                </a:lnTo>
                <a:close/>
                <a:moveTo>
                  <a:pt x="1346" y="684"/>
                </a:moveTo>
                <a:lnTo>
                  <a:pt x="1346" y="684"/>
                </a:lnTo>
                <a:lnTo>
                  <a:pt x="1342" y="670"/>
                </a:lnTo>
                <a:lnTo>
                  <a:pt x="1336" y="654"/>
                </a:lnTo>
                <a:lnTo>
                  <a:pt x="1336" y="654"/>
                </a:lnTo>
                <a:lnTo>
                  <a:pt x="1344" y="654"/>
                </a:lnTo>
                <a:lnTo>
                  <a:pt x="1344" y="654"/>
                </a:lnTo>
                <a:lnTo>
                  <a:pt x="1346" y="684"/>
                </a:lnTo>
                <a:lnTo>
                  <a:pt x="1346" y="684"/>
                </a:lnTo>
                <a:close/>
                <a:moveTo>
                  <a:pt x="1158" y="232"/>
                </a:moveTo>
                <a:lnTo>
                  <a:pt x="1158" y="232"/>
                </a:lnTo>
                <a:lnTo>
                  <a:pt x="1176" y="252"/>
                </a:lnTo>
                <a:lnTo>
                  <a:pt x="1176" y="252"/>
                </a:lnTo>
                <a:lnTo>
                  <a:pt x="1172" y="254"/>
                </a:lnTo>
                <a:lnTo>
                  <a:pt x="1168" y="256"/>
                </a:lnTo>
                <a:lnTo>
                  <a:pt x="1164" y="254"/>
                </a:lnTo>
                <a:lnTo>
                  <a:pt x="1162" y="250"/>
                </a:lnTo>
                <a:lnTo>
                  <a:pt x="1156" y="242"/>
                </a:lnTo>
                <a:lnTo>
                  <a:pt x="1152" y="232"/>
                </a:lnTo>
                <a:lnTo>
                  <a:pt x="1152" y="232"/>
                </a:lnTo>
                <a:lnTo>
                  <a:pt x="1158" y="232"/>
                </a:lnTo>
                <a:lnTo>
                  <a:pt x="1158" y="232"/>
                </a:lnTo>
                <a:close/>
                <a:moveTo>
                  <a:pt x="314" y="188"/>
                </a:moveTo>
                <a:lnTo>
                  <a:pt x="314" y="188"/>
                </a:lnTo>
                <a:lnTo>
                  <a:pt x="306" y="180"/>
                </a:lnTo>
                <a:lnTo>
                  <a:pt x="300" y="178"/>
                </a:lnTo>
                <a:lnTo>
                  <a:pt x="294" y="178"/>
                </a:lnTo>
                <a:lnTo>
                  <a:pt x="290" y="180"/>
                </a:lnTo>
                <a:lnTo>
                  <a:pt x="278" y="190"/>
                </a:lnTo>
                <a:lnTo>
                  <a:pt x="270" y="194"/>
                </a:lnTo>
                <a:lnTo>
                  <a:pt x="262" y="196"/>
                </a:lnTo>
                <a:lnTo>
                  <a:pt x="262" y="196"/>
                </a:lnTo>
                <a:lnTo>
                  <a:pt x="284" y="178"/>
                </a:lnTo>
                <a:lnTo>
                  <a:pt x="306" y="160"/>
                </a:lnTo>
                <a:lnTo>
                  <a:pt x="306" y="160"/>
                </a:lnTo>
                <a:lnTo>
                  <a:pt x="308" y="168"/>
                </a:lnTo>
                <a:lnTo>
                  <a:pt x="310" y="174"/>
                </a:lnTo>
                <a:lnTo>
                  <a:pt x="314" y="180"/>
                </a:lnTo>
                <a:lnTo>
                  <a:pt x="314" y="188"/>
                </a:lnTo>
                <a:lnTo>
                  <a:pt x="314" y="188"/>
                </a:lnTo>
                <a:close/>
                <a:moveTo>
                  <a:pt x="36" y="690"/>
                </a:moveTo>
                <a:lnTo>
                  <a:pt x="36" y="690"/>
                </a:lnTo>
                <a:lnTo>
                  <a:pt x="38" y="648"/>
                </a:lnTo>
                <a:lnTo>
                  <a:pt x="42" y="608"/>
                </a:lnTo>
                <a:lnTo>
                  <a:pt x="48" y="568"/>
                </a:lnTo>
                <a:lnTo>
                  <a:pt x="56" y="528"/>
                </a:lnTo>
                <a:lnTo>
                  <a:pt x="56" y="528"/>
                </a:lnTo>
                <a:lnTo>
                  <a:pt x="64" y="566"/>
                </a:lnTo>
                <a:lnTo>
                  <a:pt x="68" y="584"/>
                </a:lnTo>
                <a:lnTo>
                  <a:pt x="76" y="600"/>
                </a:lnTo>
                <a:lnTo>
                  <a:pt x="84" y="618"/>
                </a:lnTo>
                <a:lnTo>
                  <a:pt x="92" y="634"/>
                </a:lnTo>
                <a:lnTo>
                  <a:pt x="102" y="648"/>
                </a:lnTo>
                <a:lnTo>
                  <a:pt x="116" y="662"/>
                </a:lnTo>
                <a:lnTo>
                  <a:pt x="116" y="662"/>
                </a:lnTo>
                <a:lnTo>
                  <a:pt x="112" y="650"/>
                </a:lnTo>
                <a:lnTo>
                  <a:pt x="108" y="640"/>
                </a:lnTo>
                <a:lnTo>
                  <a:pt x="104" y="630"/>
                </a:lnTo>
                <a:lnTo>
                  <a:pt x="102" y="618"/>
                </a:lnTo>
                <a:lnTo>
                  <a:pt x="102" y="618"/>
                </a:lnTo>
                <a:lnTo>
                  <a:pt x="116" y="630"/>
                </a:lnTo>
                <a:lnTo>
                  <a:pt x="122" y="636"/>
                </a:lnTo>
                <a:lnTo>
                  <a:pt x="126" y="644"/>
                </a:lnTo>
                <a:lnTo>
                  <a:pt x="130" y="652"/>
                </a:lnTo>
                <a:lnTo>
                  <a:pt x="132" y="662"/>
                </a:lnTo>
                <a:lnTo>
                  <a:pt x="134" y="674"/>
                </a:lnTo>
                <a:lnTo>
                  <a:pt x="134" y="686"/>
                </a:lnTo>
                <a:lnTo>
                  <a:pt x="134" y="686"/>
                </a:lnTo>
                <a:lnTo>
                  <a:pt x="160" y="704"/>
                </a:lnTo>
                <a:lnTo>
                  <a:pt x="186" y="718"/>
                </a:lnTo>
                <a:lnTo>
                  <a:pt x="240" y="748"/>
                </a:lnTo>
                <a:lnTo>
                  <a:pt x="268" y="764"/>
                </a:lnTo>
                <a:lnTo>
                  <a:pt x="292" y="780"/>
                </a:lnTo>
                <a:lnTo>
                  <a:pt x="314" y="800"/>
                </a:lnTo>
                <a:lnTo>
                  <a:pt x="324" y="812"/>
                </a:lnTo>
                <a:lnTo>
                  <a:pt x="334" y="824"/>
                </a:lnTo>
                <a:lnTo>
                  <a:pt x="334" y="824"/>
                </a:lnTo>
                <a:lnTo>
                  <a:pt x="328" y="836"/>
                </a:lnTo>
                <a:lnTo>
                  <a:pt x="320" y="848"/>
                </a:lnTo>
                <a:lnTo>
                  <a:pt x="302" y="868"/>
                </a:lnTo>
                <a:lnTo>
                  <a:pt x="302" y="868"/>
                </a:lnTo>
                <a:lnTo>
                  <a:pt x="300" y="882"/>
                </a:lnTo>
                <a:lnTo>
                  <a:pt x="300" y="896"/>
                </a:lnTo>
                <a:lnTo>
                  <a:pt x="304" y="910"/>
                </a:lnTo>
                <a:lnTo>
                  <a:pt x="308" y="922"/>
                </a:lnTo>
                <a:lnTo>
                  <a:pt x="314" y="934"/>
                </a:lnTo>
                <a:lnTo>
                  <a:pt x="320" y="946"/>
                </a:lnTo>
                <a:lnTo>
                  <a:pt x="338" y="968"/>
                </a:lnTo>
                <a:lnTo>
                  <a:pt x="356" y="990"/>
                </a:lnTo>
                <a:lnTo>
                  <a:pt x="374" y="1012"/>
                </a:lnTo>
                <a:lnTo>
                  <a:pt x="382" y="1024"/>
                </a:lnTo>
                <a:lnTo>
                  <a:pt x="388" y="1036"/>
                </a:lnTo>
                <a:lnTo>
                  <a:pt x="392" y="1048"/>
                </a:lnTo>
                <a:lnTo>
                  <a:pt x="396" y="1060"/>
                </a:lnTo>
                <a:lnTo>
                  <a:pt x="396" y="1060"/>
                </a:lnTo>
                <a:lnTo>
                  <a:pt x="398" y="1090"/>
                </a:lnTo>
                <a:lnTo>
                  <a:pt x="398" y="1120"/>
                </a:lnTo>
                <a:lnTo>
                  <a:pt x="396" y="1148"/>
                </a:lnTo>
                <a:lnTo>
                  <a:pt x="394" y="1176"/>
                </a:lnTo>
                <a:lnTo>
                  <a:pt x="386" y="1228"/>
                </a:lnTo>
                <a:lnTo>
                  <a:pt x="386" y="1250"/>
                </a:lnTo>
                <a:lnTo>
                  <a:pt x="388" y="1270"/>
                </a:lnTo>
                <a:lnTo>
                  <a:pt x="388" y="1270"/>
                </a:lnTo>
                <a:lnTo>
                  <a:pt x="350" y="1250"/>
                </a:lnTo>
                <a:lnTo>
                  <a:pt x="312" y="1224"/>
                </a:lnTo>
                <a:lnTo>
                  <a:pt x="278" y="1198"/>
                </a:lnTo>
                <a:lnTo>
                  <a:pt x="244" y="1170"/>
                </a:lnTo>
                <a:lnTo>
                  <a:pt x="214" y="1138"/>
                </a:lnTo>
                <a:lnTo>
                  <a:pt x="184" y="1106"/>
                </a:lnTo>
                <a:lnTo>
                  <a:pt x="158" y="1070"/>
                </a:lnTo>
                <a:lnTo>
                  <a:pt x="134" y="1034"/>
                </a:lnTo>
                <a:lnTo>
                  <a:pt x="112" y="996"/>
                </a:lnTo>
                <a:lnTo>
                  <a:pt x="92" y="956"/>
                </a:lnTo>
                <a:lnTo>
                  <a:pt x="76" y="914"/>
                </a:lnTo>
                <a:lnTo>
                  <a:pt x="62" y="872"/>
                </a:lnTo>
                <a:lnTo>
                  <a:pt x="50" y="828"/>
                </a:lnTo>
                <a:lnTo>
                  <a:pt x="42" y="784"/>
                </a:lnTo>
                <a:lnTo>
                  <a:pt x="38" y="738"/>
                </a:lnTo>
                <a:lnTo>
                  <a:pt x="36" y="690"/>
                </a:lnTo>
                <a:lnTo>
                  <a:pt x="36" y="690"/>
                </a:lnTo>
                <a:close/>
                <a:moveTo>
                  <a:pt x="1278" y="980"/>
                </a:moveTo>
                <a:lnTo>
                  <a:pt x="1278" y="980"/>
                </a:lnTo>
                <a:lnTo>
                  <a:pt x="1276" y="974"/>
                </a:lnTo>
                <a:lnTo>
                  <a:pt x="1272" y="970"/>
                </a:lnTo>
                <a:lnTo>
                  <a:pt x="1272" y="970"/>
                </a:lnTo>
                <a:lnTo>
                  <a:pt x="1266" y="982"/>
                </a:lnTo>
                <a:lnTo>
                  <a:pt x="1258" y="994"/>
                </a:lnTo>
                <a:lnTo>
                  <a:pt x="1244" y="1014"/>
                </a:lnTo>
                <a:lnTo>
                  <a:pt x="1238" y="1024"/>
                </a:lnTo>
                <a:lnTo>
                  <a:pt x="1232" y="1036"/>
                </a:lnTo>
                <a:lnTo>
                  <a:pt x="1230" y="1048"/>
                </a:lnTo>
                <a:lnTo>
                  <a:pt x="1230" y="1060"/>
                </a:lnTo>
                <a:lnTo>
                  <a:pt x="1230" y="1060"/>
                </a:lnTo>
                <a:lnTo>
                  <a:pt x="1208" y="1092"/>
                </a:lnTo>
                <a:lnTo>
                  <a:pt x="1182" y="1122"/>
                </a:lnTo>
                <a:lnTo>
                  <a:pt x="1156" y="1150"/>
                </a:lnTo>
                <a:lnTo>
                  <a:pt x="1128" y="1178"/>
                </a:lnTo>
                <a:lnTo>
                  <a:pt x="1098" y="1202"/>
                </a:lnTo>
                <a:lnTo>
                  <a:pt x="1068" y="1226"/>
                </a:lnTo>
                <a:lnTo>
                  <a:pt x="1034" y="1248"/>
                </a:lnTo>
                <a:lnTo>
                  <a:pt x="1000" y="1268"/>
                </a:lnTo>
                <a:lnTo>
                  <a:pt x="966" y="1284"/>
                </a:lnTo>
                <a:lnTo>
                  <a:pt x="928" y="1300"/>
                </a:lnTo>
                <a:lnTo>
                  <a:pt x="892" y="1314"/>
                </a:lnTo>
                <a:lnTo>
                  <a:pt x="854" y="1324"/>
                </a:lnTo>
                <a:lnTo>
                  <a:pt x="814" y="1334"/>
                </a:lnTo>
                <a:lnTo>
                  <a:pt x="774" y="1340"/>
                </a:lnTo>
                <a:lnTo>
                  <a:pt x="732" y="1344"/>
                </a:lnTo>
                <a:lnTo>
                  <a:pt x="690" y="1346"/>
                </a:lnTo>
                <a:lnTo>
                  <a:pt x="690" y="1346"/>
                </a:lnTo>
                <a:lnTo>
                  <a:pt x="658" y="1344"/>
                </a:lnTo>
                <a:lnTo>
                  <a:pt x="626" y="1342"/>
                </a:lnTo>
                <a:lnTo>
                  <a:pt x="594" y="1338"/>
                </a:lnTo>
                <a:lnTo>
                  <a:pt x="564" y="1332"/>
                </a:lnTo>
                <a:lnTo>
                  <a:pt x="532" y="1326"/>
                </a:lnTo>
                <a:lnTo>
                  <a:pt x="502" y="1318"/>
                </a:lnTo>
                <a:lnTo>
                  <a:pt x="474" y="1308"/>
                </a:lnTo>
                <a:lnTo>
                  <a:pt x="444" y="1298"/>
                </a:lnTo>
                <a:lnTo>
                  <a:pt x="444" y="1298"/>
                </a:lnTo>
                <a:lnTo>
                  <a:pt x="448" y="1266"/>
                </a:lnTo>
                <a:lnTo>
                  <a:pt x="450" y="1252"/>
                </a:lnTo>
                <a:lnTo>
                  <a:pt x="454" y="1240"/>
                </a:lnTo>
                <a:lnTo>
                  <a:pt x="460" y="1228"/>
                </a:lnTo>
                <a:lnTo>
                  <a:pt x="470" y="1218"/>
                </a:lnTo>
                <a:lnTo>
                  <a:pt x="484" y="1210"/>
                </a:lnTo>
                <a:lnTo>
                  <a:pt x="502" y="1202"/>
                </a:lnTo>
                <a:lnTo>
                  <a:pt x="502" y="1202"/>
                </a:lnTo>
                <a:lnTo>
                  <a:pt x="504" y="1196"/>
                </a:lnTo>
                <a:lnTo>
                  <a:pt x="504" y="1192"/>
                </a:lnTo>
                <a:lnTo>
                  <a:pt x="500" y="1186"/>
                </a:lnTo>
                <a:lnTo>
                  <a:pt x="498" y="1180"/>
                </a:lnTo>
                <a:lnTo>
                  <a:pt x="496" y="1176"/>
                </a:lnTo>
                <a:lnTo>
                  <a:pt x="496" y="1172"/>
                </a:lnTo>
                <a:lnTo>
                  <a:pt x="496" y="1172"/>
                </a:lnTo>
                <a:lnTo>
                  <a:pt x="504" y="1172"/>
                </a:lnTo>
                <a:lnTo>
                  <a:pt x="510" y="1172"/>
                </a:lnTo>
                <a:lnTo>
                  <a:pt x="522" y="1168"/>
                </a:lnTo>
                <a:lnTo>
                  <a:pt x="532" y="1160"/>
                </a:lnTo>
                <a:lnTo>
                  <a:pt x="542" y="1150"/>
                </a:lnTo>
                <a:lnTo>
                  <a:pt x="550" y="1136"/>
                </a:lnTo>
                <a:lnTo>
                  <a:pt x="558" y="1122"/>
                </a:lnTo>
                <a:lnTo>
                  <a:pt x="562" y="1106"/>
                </a:lnTo>
                <a:lnTo>
                  <a:pt x="566" y="1090"/>
                </a:lnTo>
                <a:lnTo>
                  <a:pt x="566" y="1090"/>
                </a:lnTo>
                <a:lnTo>
                  <a:pt x="616" y="1064"/>
                </a:lnTo>
                <a:lnTo>
                  <a:pt x="616" y="1064"/>
                </a:lnTo>
                <a:lnTo>
                  <a:pt x="618" y="1042"/>
                </a:lnTo>
                <a:lnTo>
                  <a:pt x="622" y="1020"/>
                </a:lnTo>
                <a:lnTo>
                  <a:pt x="628" y="1002"/>
                </a:lnTo>
                <a:lnTo>
                  <a:pt x="636" y="986"/>
                </a:lnTo>
                <a:lnTo>
                  <a:pt x="650" y="952"/>
                </a:lnTo>
                <a:lnTo>
                  <a:pt x="656" y="934"/>
                </a:lnTo>
                <a:lnTo>
                  <a:pt x="660" y="912"/>
                </a:lnTo>
                <a:lnTo>
                  <a:pt x="660" y="912"/>
                </a:lnTo>
                <a:lnTo>
                  <a:pt x="630" y="900"/>
                </a:lnTo>
                <a:lnTo>
                  <a:pt x="602" y="886"/>
                </a:lnTo>
                <a:lnTo>
                  <a:pt x="572" y="874"/>
                </a:lnTo>
                <a:lnTo>
                  <a:pt x="540" y="862"/>
                </a:lnTo>
                <a:lnTo>
                  <a:pt x="540" y="862"/>
                </a:lnTo>
                <a:lnTo>
                  <a:pt x="540" y="830"/>
                </a:lnTo>
                <a:lnTo>
                  <a:pt x="540" y="830"/>
                </a:lnTo>
                <a:lnTo>
                  <a:pt x="530" y="824"/>
                </a:lnTo>
                <a:lnTo>
                  <a:pt x="518" y="816"/>
                </a:lnTo>
                <a:lnTo>
                  <a:pt x="494" y="806"/>
                </a:lnTo>
                <a:lnTo>
                  <a:pt x="482" y="800"/>
                </a:lnTo>
                <a:lnTo>
                  <a:pt x="472" y="792"/>
                </a:lnTo>
                <a:lnTo>
                  <a:pt x="464" y="780"/>
                </a:lnTo>
                <a:lnTo>
                  <a:pt x="458" y="768"/>
                </a:lnTo>
                <a:lnTo>
                  <a:pt x="458" y="768"/>
                </a:lnTo>
                <a:lnTo>
                  <a:pt x="430" y="766"/>
                </a:lnTo>
                <a:lnTo>
                  <a:pt x="408" y="764"/>
                </a:lnTo>
                <a:lnTo>
                  <a:pt x="390" y="758"/>
                </a:lnTo>
                <a:lnTo>
                  <a:pt x="382" y="754"/>
                </a:lnTo>
                <a:lnTo>
                  <a:pt x="376" y="748"/>
                </a:lnTo>
                <a:lnTo>
                  <a:pt x="376" y="748"/>
                </a:lnTo>
                <a:lnTo>
                  <a:pt x="368" y="752"/>
                </a:lnTo>
                <a:lnTo>
                  <a:pt x="362" y="756"/>
                </a:lnTo>
                <a:lnTo>
                  <a:pt x="352" y="766"/>
                </a:lnTo>
                <a:lnTo>
                  <a:pt x="342" y="774"/>
                </a:lnTo>
                <a:lnTo>
                  <a:pt x="334" y="778"/>
                </a:lnTo>
                <a:lnTo>
                  <a:pt x="326" y="780"/>
                </a:lnTo>
                <a:lnTo>
                  <a:pt x="326" y="780"/>
                </a:lnTo>
                <a:lnTo>
                  <a:pt x="324" y="778"/>
                </a:lnTo>
                <a:lnTo>
                  <a:pt x="322" y="776"/>
                </a:lnTo>
                <a:lnTo>
                  <a:pt x="314" y="774"/>
                </a:lnTo>
                <a:lnTo>
                  <a:pt x="314" y="774"/>
                </a:lnTo>
                <a:lnTo>
                  <a:pt x="304" y="772"/>
                </a:lnTo>
                <a:lnTo>
                  <a:pt x="296" y="768"/>
                </a:lnTo>
                <a:lnTo>
                  <a:pt x="294" y="762"/>
                </a:lnTo>
                <a:lnTo>
                  <a:pt x="292" y="754"/>
                </a:lnTo>
                <a:lnTo>
                  <a:pt x="292" y="738"/>
                </a:lnTo>
                <a:lnTo>
                  <a:pt x="294" y="718"/>
                </a:lnTo>
                <a:lnTo>
                  <a:pt x="294" y="718"/>
                </a:lnTo>
                <a:lnTo>
                  <a:pt x="286" y="716"/>
                </a:lnTo>
                <a:lnTo>
                  <a:pt x="276" y="718"/>
                </a:lnTo>
                <a:lnTo>
                  <a:pt x="266" y="718"/>
                </a:lnTo>
                <a:lnTo>
                  <a:pt x="264" y="716"/>
                </a:lnTo>
                <a:lnTo>
                  <a:pt x="264" y="712"/>
                </a:lnTo>
                <a:lnTo>
                  <a:pt x="264" y="712"/>
                </a:lnTo>
                <a:lnTo>
                  <a:pt x="264" y="700"/>
                </a:lnTo>
                <a:lnTo>
                  <a:pt x="266" y="692"/>
                </a:lnTo>
                <a:lnTo>
                  <a:pt x="270" y="684"/>
                </a:lnTo>
                <a:lnTo>
                  <a:pt x="276" y="680"/>
                </a:lnTo>
                <a:lnTo>
                  <a:pt x="276" y="680"/>
                </a:lnTo>
                <a:lnTo>
                  <a:pt x="274" y="672"/>
                </a:lnTo>
                <a:lnTo>
                  <a:pt x="268" y="668"/>
                </a:lnTo>
                <a:lnTo>
                  <a:pt x="262" y="666"/>
                </a:lnTo>
                <a:lnTo>
                  <a:pt x="254" y="666"/>
                </a:lnTo>
                <a:lnTo>
                  <a:pt x="248" y="670"/>
                </a:lnTo>
                <a:lnTo>
                  <a:pt x="242" y="674"/>
                </a:lnTo>
                <a:lnTo>
                  <a:pt x="238" y="678"/>
                </a:lnTo>
                <a:lnTo>
                  <a:pt x="238" y="686"/>
                </a:lnTo>
                <a:lnTo>
                  <a:pt x="238" y="686"/>
                </a:lnTo>
                <a:lnTo>
                  <a:pt x="232" y="686"/>
                </a:lnTo>
                <a:lnTo>
                  <a:pt x="232" y="686"/>
                </a:lnTo>
                <a:lnTo>
                  <a:pt x="216" y="680"/>
                </a:lnTo>
                <a:lnTo>
                  <a:pt x="204" y="674"/>
                </a:lnTo>
                <a:lnTo>
                  <a:pt x="196" y="666"/>
                </a:lnTo>
                <a:lnTo>
                  <a:pt x="192" y="656"/>
                </a:lnTo>
                <a:lnTo>
                  <a:pt x="192" y="648"/>
                </a:lnTo>
                <a:lnTo>
                  <a:pt x="194" y="638"/>
                </a:lnTo>
                <a:lnTo>
                  <a:pt x="198" y="628"/>
                </a:lnTo>
                <a:lnTo>
                  <a:pt x="204" y="618"/>
                </a:lnTo>
                <a:lnTo>
                  <a:pt x="214" y="608"/>
                </a:lnTo>
                <a:lnTo>
                  <a:pt x="224" y="600"/>
                </a:lnTo>
                <a:lnTo>
                  <a:pt x="234" y="594"/>
                </a:lnTo>
                <a:lnTo>
                  <a:pt x="246" y="588"/>
                </a:lnTo>
                <a:lnTo>
                  <a:pt x="260" y="586"/>
                </a:lnTo>
                <a:lnTo>
                  <a:pt x="272" y="584"/>
                </a:lnTo>
                <a:lnTo>
                  <a:pt x="284" y="586"/>
                </a:lnTo>
                <a:lnTo>
                  <a:pt x="294" y="592"/>
                </a:lnTo>
                <a:lnTo>
                  <a:pt x="294" y="592"/>
                </a:lnTo>
                <a:lnTo>
                  <a:pt x="298" y="604"/>
                </a:lnTo>
                <a:lnTo>
                  <a:pt x="304" y="618"/>
                </a:lnTo>
                <a:lnTo>
                  <a:pt x="310" y="628"/>
                </a:lnTo>
                <a:lnTo>
                  <a:pt x="314" y="632"/>
                </a:lnTo>
                <a:lnTo>
                  <a:pt x="320" y="636"/>
                </a:lnTo>
                <a:lnTo>
                  <a:pt x="320" y="636"/>
                </a:lnTo>
                <a:lnTo>
                  <a:pt x="326" y="630"/>
                </a:lnTo>
                <a:lnTo>
                  <a:pt x="328" y="622"/>
                </a:lnTo>
                <a:lnTo>
                  <a:pt x="326" y="614"/>
                </a:lnTo>
                <a:lnTo>
                  <a:pt x="326" y="604"/>
                </a:lnTo>
                <a:lnTo>
                  <a:pt x="322" y="588"/>
                </a:lnTo>
                <a:lnTo>
                  <a:pt x="322" y="582"/>
                </a:lnTo>
                <a:lnTo>
                  <a:pt x="326" y="578"/>
                </a:lnTo>
                <a:lnTo>
                  <a:pt x="326" y="578"/>
                </a:lnTo>
                <a:lnTo>
                  <a:pt x="332" y="570"/>
                </a:lnTo>
                <a:lnTo>
                  <a:pt x="338" y="562"/>
                </a:lnTo>
                <a:lnTo>
                  <a:pt x="346" y="556"/>
                </a:lnTo>
                <a:lnTo>
                  <a:pt x="352" y="554"/>
                </a:lnTo>
                <a:lnTo>
                  <a:pt x="358" y="554"/>
                </a:lnTo>
                <a:lnTo>
                  <a:pt x="358" y="554"/>
                </a:lnTo>
                <a:lnTo>
                  <a:pt x="360" y="540"/>
                </a:lnTo>
                <a:lnTo>
                  <a:pt x="366" y="528"/>
                </a:lnTo>
                <a:lnTo>
                  <a:pt x="370" y="518"/>
                </a:lnTo>
                <a:lnTo>
                  <a:pt x="378" y="508"/>
                </a:lnTo>
                <a:lnTo>
                  <a:pt x="392" y="492"/>
                </a:lnTo>
                <a:lnTo>
                  <a:pt x="410" y="478"/>
                </a:lnTo>
                <a:lnTo>
                  <a:pt x="430" y="466"/>
                </a:lnTo>
                <a:lnTo>
                  <a:pt x="448" y="456"/>
                </a:lnTo>
                <a:lnTo>
                  <a:pt x="478" y="440"/>
                </a:lnTo>
                <a:lnTo>
                  <a:pt x="478" y="440"/>
                </a:lnTo>
                <a:lnTo>
                  <a:pt x="478" y="434"/>
                </a:lnTo>
                <a:lnTo>
                  <a:pt x="478" y="434"/>
                </a:lnTo>
                <a:lnTo>
                  <a:pt x="476" y="430"/>
                </a:lnTo>
                <a:lnTo>
                  <a:pt x="474" y="428"/>
                </a:lnTo>
                <a:lnTo>
                  <a:pt x="466" y="428"/>
                </a:lnTo>
                <a:lnTo>
                  <a:pt x="466" y="428"/>
                </a:lnTo>
                <a:lnTo>
                  <a:pt x="460" y="426"/>
                </a:lnTo>
                <a:lnTo>
                  <a:pt x="458" y="424"/>
                </a:lnTo>
                <a:lnTo>
                  <a:pt x="458" y="422"/>
                </a:lnTo>
                <a:lnTo>
                  <a:pt x="458" y="422"/>
                </a:lnTo>
                <a:lnTo>
                  <a:pt x="458" y="416"/>
                </a:lnTo>
                <a:lnTo>
                  <a:pt x="460" y="412"/>
                </a:lnTo>
                <a:lnTo>
                  <a:pt x="462" y="406"/>
                </a:lnTo>
                <a:lnTo>
                  <a:pt x="466" y="400"/>
                </a:lnTo>
                <a:lnTo>
                  <a:pt x="466" y="396"/>
                </a:lnTo>
                <a:lnTo>
                  <a:pt x="466" y="390"/>
                </a:lnTo>
                <a:lnTo>
                  <a:pt x="466" y="390"/>
                </a:lnTo>
                <a:lnTo>
                  <a:pt x="472" y="396"/>
                </a:lnTo>
                <a:lnTo>
                  <a:pt x="480" y="400"/>
                </a:lnTo>
                <a:lnTo>
                  <a:pt x="488" y="398"/>
                </a:lnTo>
                <a:lnTo>
                  <a:pt x="496" y="396"/>
                </a:lnTo>
                <a:lnTo>
                  <a:pt x="512" y="386"/>
                </a:lnTo>
                <a:lnTo>
                  <a:pt x="520" y="380"/>
                </a:lnTo>
                <a:lnTo>
                  <a:pt x="528" y="376"/>
                </a:lnTo>
                <a:lnTo>
                  <a:pt x="528" y="376"/>
                </a:lnTo>
                <a:lnTo>
                  <a:pt x="524" y="384"/>
                </a:lnTo>
                <a:lnTo>
                  <a:pt x="520" y="388"/>
                </a:lnTo>
                <a:lnTo>
                  <a:pt x="516" y="392"/>
                </a:lnTo>
                <a:lnTo>
                  <a:pt x="510" y="396"/>
                </a:lnTo>
                <a:lnTo>
                  <a:pt x="510" y="396"/>
                </a:lnTo>
                <a:lnTo>
                  <a:pt x="506" y="402"/>
                </a:lnTo>
                <a:lnTo>
                  <a:pt x="502" y="412"/>
                </a:lnTo>
                <a:lnTo>
                  <a:pt x="502" y="416"/>
                </a:lnTo>
                <a:lnTo>
                  <a:pt x="504" y="420"/>
                </a:lnTo>
                <a:lnTo>
                  <a:pt x="508" y="422"/>
                </a:lnTo>
                <a:lnTo>
                  <a:pt x="516" y="422"/>
                </a:lnTo>
                <a:lnTo>
                  <a:pt x="516" y="422"/>
                </a:lnTo>
                <a:lnTo>
                  <a:pt x="524" y="422"/>
                </a:lnTo>
                <a:lnTo>
                  <a:pt x="532" y="426"/>
                </a:lnTo>
                <a:lnTo>
                  <a:pt x="542" y="428"/>
                </a:lnTo>
                <a:lnTo>
                  <a:pt x="554" y="428"/>
                </a:lnTo>
                <a:lnTo>
                  <a:pt x="554" y="428"/>
                </a:lnTo>
                <a:lnTo>
                  <a:pt x="548" y="408"/>
                </a:lnTo>
                <a:lnTo>
                  <a:pt x="542" y="390"/>
                </a:lnTo>
                <a:lnTo>
                  <a:pt x="534" y="372"/>
                </a:lnTo>
                <a:lnTo>
                  <a:pt x="526" y="356"/>
                </a:lnTo>
                <a:lnTo>
                  <a:pt x="508" y="322"/>
                </a:lnTo>
                <a:lnTo>
                  <a:pt x="498" y="304"/>
                </a:lnTo>
                <a:lnTo>
                  <a:pt x="490" y="282"/>
                </a:lnTo>
                <a:lnTo>
                  <a:pt x="490" y="282"/>
                </a:lnTo>
                <a:lnTo>
                  <a:pt x="484" y="280"/>
                </a:lnTo>
                <a:lnTo>
                  <a:pt x="480" y="282"/>
                </a:lnTo>
                <a:lnTo>
                  <a:pt x="478" y="284"/>
                </a:lnTo>
                <a:lnTo>
                  <a:pt x="478" y="288"/>
                </a:lnTo>
                <a:lnTo>
                  <a:pt x="476" y="292"/>
                </a:lnTo>
                <a:lnTo>
                  <a:pt x="474" y="296"/>
                </a:lnTo>
                <a:lnTo>
                  <a:pt x="472" y="296"/>
                </a:lnTo>
                <a:lnTo>
                  <a:pt x="464" y="294"/>
                </a:lnTo>
                <a:lnTo>
                  <a:pt x="464" y="294"/>
                </a:lnTo>
                <a:lnTo>
                  <a:pt x="458" y="294"/>
                </a:lnTo>
                <a:lnTo>
                  <a:pt x="454" y="290"/>
                </a:lnTo>
                <a:lnTo>
                  <a:pt x="452" y="284"/>
                </a:lnTo>
                <a:lnTo>
                  <a:pt x="450" y="278"/>
                </a:lnTo>
                <a:lnTo>
                  <a:pt x="448" y="266"/>
                </a:lnTo>
                <a:lnTo>
                  <a:pt x="444" y="260"/>
                </a:lnTo>
                <a:lnTo>
                  <a:pt x="440" y="258"/>
                </a:lnTo>
                <a:lnTo>
                  <a:pt x="440" y="258"/>
                </a:lnTo>
                <a:lnTo>
                  <a:pt x="432" y="258"/>
                </a:lnTo>
                <a:lnTo>
                  <a:pt x="426" y="256"/>
                </a:lnTo>
                <a:lnTo>
                  <a:pt x="414" y="252"/>
                </a:lnTo>
                <a:lnTo>
                  <a:pt x="408" y="246"/>
                </a:lnTo>
                <a:lnTo>
                  <a:pt x="402" y="244"/>
                </a:lnTo>
                <a:lnTo>
                  <a:pt x="402" y="244"/>
                </a:lnTo>
                <a:lnTo>
                  <a:pt x="400" y="250"/>
                </a:lnTo>
                <a:lnTo>
                  <a:pt x="398" y="250"/>
                </a:lnTo>
                <a:lnTo>
                  <a:pt x="396" y="250"/>
                </a:lnTo>
                <a:lnTo>
                  <a:pt x="396" y="250"/>
                </a:lnTo>
                <a:lnTo>
                  <a:pt x="396" y="278"/>
                </a:lnTo>
                <a:lnTo>
                  <a:pt x="394" y="298"/>
                </a:lnTo>
                <a:lnTo>
                  <a:pt x="390" y="312"/>
                </a:lnTo>
                <a:lnTo>
                  <a:pt x="386" y="322"/>
                </a:lnTo>
                <a:lnTo>
                  <a:pt x="374" y="342"/>
                </a:lnTo>
                <a:lnTo>
                  <a:pt x="366" y="354"/>
                </a:lnTo>
                <a:lnTo>
                  <a:pt x="358" y="370"/>
                </a:lnTo>
                <a:lnTo>
                  <a:pt x="358" y="370"/>
                </a:lnTo>
                <a:lnTo>
                  <a:pt x="356" y="362"/>
                </a:lnTo>
                <a:lnTo>
                  <a:pt x="354" y="354"/>
                </a:lnTo>
                <a:lnTo>
                  <a:pt x="350" y="344"/>
                </a:lnTo>
                <a:lnTo>
                  <a:pt x="352" y="332"/>
                </a:lnTo>
                <a:lnTo>
                  <a:pt x="352" y="332"/>
                </a:lnTo>
                <a:lnTo>
                  <a:pt x="346" y="332"/>
                </a:lnTo>
                <a:lnTo>
                  <a:pt x="340" y="330"/>
                </a:lnTo>
                <a:lnTo>
                  <a:pt x="332" y="326"/>
                </a:lnTo>
                <a:lnTo>
                  <a:pt x="332" y="326"/>
                </a:lnTo>
                <a:lnTo>
                  <a:pt x="316" y="320"/>
                </a:lnTo>
                <a:lnTo>
                  <a:pt x="302" y="314"/>
                </a:lnTo>
                <a:lnTo>
                  <a:pt x="294" y="308"/>
                </a:lnTo>
                <a:lnTo>
                  <a:pt x="290" y="304"/>
                </a:lnTo>
                <a:lnTo>
                  <a:pt x="286" y="296"/>
                </a:lnTo>
                <a:lnTo>
                  <a:pt x="282" y="288"/>
                </a:lnTo>
                <a:lnTo>
                  <a:pt x="282" y="288"/>
                </a:lnTo>
                <a:lnTo>
                  <a:pt x="296" y="272"/>
                </a:lnTo>
                <a:lnTo>
                  <a:pt x="310" y="256"/>
                </a:lnTo>
                <a:lnTo>
                  <a:pt x="326" y="242"/>
                </a:lnTo>
                <a:lnTo>
                  <a:pt x="334" y="236"/>
                </a:lnTo>
                <a:lnTo>
                  <a:pt x="346" y="232"/>
                </a:lnTo>
                <a:lnTo>
                  <a:pt x="346" y="232"/>
                </a:lnTo>
                <a:lnTo>
                  <a:pt x="344" y="238"/>
                </a:lnTo>
                <a:lnTo>
                  <a:pt x="346" y="244"/>
                </a:lnTo>
                <a:lnTo>
                  <a:pt x="350" y="248"/>
                </a:lnTo>
                <a:lnTo>
                  <a:pt x="356" y="252"/>
                </a:lnTo>
                <a:lnTo>
                  <a:pt x="360" y="254"/>
                </a:lnTo>
                <a:lnTo>
                  <a:pt x="366" y="254"/>
                </a:lnTo>
                <a:lnTo>
                  <a:pt x="368" y="254"/>
                </a:lnTo>
                <a:lnTo>
                  <a:pt x="370" y="250"/>
                </a:lnTo>
                <a:lnTo>
                  <a:pt x="370" y="250"/>
                </a:lnTo>
                <a:lnTo>
                  <a:pt x="366" y="250"/>
                </a:lnTo>
                <a:lnTo>
                  <a:pt x="366" y="246"/>
                </a:lnTo>
                <a:lnTo>
                  <a:pt x="366" y="240"/>
                </a:lnTo>
                <a:lnTo>
                  <a:pt x="370" y="238"/>
                </a:lnTo>
                <a:lnTo>
                  <a:pt x="370" y="238"/>
                </a:lnTo>
                <a:lnTo>
                  <a:pt x="376" y="238"/>
                </a:lnTo>
                <a:lnTo>
                  <a:pt x="382" y="240"/>
                </a:lnTo>
                <a:lnTo>
                  <a:pt x="390" y="244"/>
                </a:lnTo>
                <a:lnTo>
                  <a:pt x="390" y="244"/>
                </a:lnTo>
                <a:lnTo>
                  <a:pt x="388" y="234"/>
                </a:lnTo>
                <a:lnTo>
                  <a:pt x="384" y="228"/>
                </a:lnTo>
                <a:lnTo>
                  <a:pt x="378" y="224"/>
                </a:lnTo>
                <a:lnTo>
                  <a:pt x="370" y="220"/>
                </a:lnTo>
                <a:lnTo>
                  <a:pt x="370" y="220"/>
                </a:lnTo>
                <a:lnTo>
                  <a:pt x="374" y="214"/>
                </a:lnTo>
                <a:lnTo>
                  <a:pt x="378" y="210"/>
                </a:lnTo>
                <a:lnTo>
                  <a:pt x="388" y="202"/>
                </a:lnTo>
                <a:lnTo>
                  <a:pt x="392" y="198"/>
                </a:lnTo>
                <a:lnTo>
                  <a:pt x="394" y="192"/>
                </a:lnTo>
                <a:lnTo>
                  <a:pt x="396" y="184"/>
                </a:lnTo>
                <a:lnTo>
                  <a:pt x="396" y="176"/>
                </a:lnTo>
                <a:lnTo>
                  <a:pt x="396" y="176"/>
                </a:lnTo>
                <a:lnTo>
                  <a:pt x="390" y="172"/>
                </a:lnTo>
                <a:lnTo>
                  <a:pt x="390" y="170"/>
                </a:lnTo>
                <a:lnTo>
                  <a:pt x="400" y="168"/>
                </a:lnTo>
                <a:lnTo>
                  <a:pt x="428" y="168"/>
                </a:lnTo>
                <a:lnTo>
                  <a:pt x="428" y="168"/>
                </a:lnTo>
                <a:lnTo>
                  <a:pt x="426" y="174"/>
                </a:lnTo>
                <a:lnTo>
                  <a:pt x="428" y="180"/>
                </a:lnTo>
                <a:lnTo>
                  <a:pt x="434" y="184"/>
                </a:lnTo>
                <a:lnTo>
                  <a:pt x="440" y="190"/>
                </a:lnTo>
                <a:lnTo>
                  <a:pt x="440" y="194"/>
                </a:lnTo>
                <a:lnTo>
                  <a:pt x="440" y="200"/>
                </a:lnTo>
                <a:lnTo>
                  <a:pt x="440" y="200"/>
                </a:lnTo>
                <a:lnTo>
                  <a:pt x="438" y="206"/>
                </a:lnTo>
                <a:lnTo>
                  <a:pt x="436" y="212"/>
                </a:lnTo>
                <a:lnTo>
                  <a:pt x="432" y="216"/>
                </a:lnTo>
                <a:lnTo>
                  <a:pt x="426" y="218"/>
                </a:lnTo>
                <a:lnTo>
                  <a:pt x="414" y="222"/>
                </a:lnTo>
                <a:lnTo>
                  <a:pt x="402" y="226"/>
                </a:lnTo>
                <a:lnTo>
                  <a:pt x="402" y="226"/>
                </a:lnTo>
                <a:lnTo>
                  <a:pt x="422" y="234"/>
                </a:lnTo>
                <a:lnTo>
                  <a:pt x="438" y="242"/>
                </a:lnTo>
                <a:lnTo>
                  <a:pt x="454" y="254"/>
                </a:lnTo>
                <a:lnTo>
                  <a:pt x="472" y="264"/>
                </a:lnTo>
                <a:lnTo>
                  <a:pt x="472" y="264"/>
                </a:lnTo>
                <a:lnTo>
                  <a:pt x="476" y="260"/>
                </a:lnTo>
                <a:lnTo>
                  <a:pt x="476" y="256"/>
                </a:lnTo>
                <a:lnTo>
                  <a:pt x="474" y="248"/>
                </a:lnTo>
                <a:lnTo>
                  <a:pt x="474" y="248"/>
                </a:lnTo>
                <a:lnTo>
                  <a:pt x="476" y="246"/>
                </a:lnTo>
                <a:lnTo>
                  <a:pt x="490" y="250"/>
                </a:lnTo>
                <a:lnTo>
                  <a:pt x="490" y="250"/>
                </a:lnTo>
                <a:lnTo>
                  <a:pt x="490" y="240"/>
                </a:lnTo>
                <a:lnTo>
                  <a:pt x="490" y="230"/>
                </a:lnTo>
                <a:lnTo>
                  <a:pt x="488" y="226"/>
                </a:lnTo>
                <a:lnTo>
                  <a:pt x="486" y="222"/>
                </a:lnTo>
                <a:lnTo>
                  <a:pt x="482" y="220"/>
                </a:lnTo>
                <a:lnTo>
                  <a:pt x="478" y="220"/>
                </a:lnTo>
                <a:lnTo>
                  <a:pt x="478" y="220"/>
                </a:lnTo>
                <a:lnTo>
                  <a:pt x="480" y="214"/>
                </a:lnTo>
                <a:lnTo>
                  <a:pt x="484" y="212"/>
                </a:lnTo>
                <a:lnTo>
                  <a:pt x="486" y="214"/>
                </a:lnTo>
                <a:lnTo>
                  <a:pt x="490" y="216"/>
                </a:lnTo>
                <a:lnTo>
                  <a:pt x="496" y="222"/>
                </a:lnTo>
                <a:lnTo>
                  <a:pt x="500" y="224"/>
                </a:lnTo>
                <a:lnTo>
                  <a:pt x="502" y="226"/>
                </a:lnTo>
                <a:lnTo>
                  <a:pt x="502" y="226"/>
                </a:lnTo>
                <a:lnTo>
                  <a:pt x="506" y="222"/>
                </a:lnTo>
                <a:lnTo>
                  <a:pt x="510" y="218"/>
                </a:lnTo>
                <a:lnTo>
                  <a:pt x="514" y="214"/>
                </a:lnTo>
                <a:lnTo>
                  <a:pt x="522" y="214"/>
                </a:lnTo>
                <a:lnTo>
                  <a:pt x="522" y="214"/>
                </a:lnTo>
                <a:lnTo>
                  <a:pt x="510" y="200"/>
                </a:lnTo>
                <a:lnTo>
                  <a:pt x="500" y="186"/>
                </a:lnTo>
                <a:lnTo>
                  <a:pt x="482" y="160"/>
                </a:lnTo>
                <a:lnTo>
                  <a:pt x="472" y="150"/>
                </a:lnTo>
                <a:lnTo>
                  <a:pt x="458" y="142"/>
                </a:lnTo>
                <a:lnTo>
                  <a:pt x="450" y="140"/>
                </a:lnTo>
                <a:lnTo>
                  <a:pt x="442" y="138"/>
                </a:lnTo>
                <a:lnTo>
                  <a:pt x="432" y="136"/>
                </a:lnTo>
                <a:lnTo>
                  <a:pt x="420" y="138"/>
                </a:lnTo>
                <a:lnTo>
                  <a:pt x="420" y="138"/>
                </a:lnTo>
                <a:lnTo>
                  <a:pt x="416" y="134"/>
                </a:lnTo>
                <a:lnTo>
                  <a:pt x="416" y="134"/>
                </a:lnTo>
                <a:lnTo>
                  <a:pt x="422" y="132"/>
                </a:lnTo>
                <a:lnTo>
                  <a:pt x="446" y="132"/>
                </a:lnTo>
                <a:lnTo>
                  <a:pt x="446" y="132"/>
                </a:lnTo>
                <a:lnTo>
                  <a:pt x="444" y="128"/>
                </a:lnTo>
                <a:lnTo>
                  <a:pt x="442" y="126"/>
                </a:lnTo>
                <a:lnTo>
                  <a:pt x="436" y="126"/>
                </a:lnTo>
                <a:lnTo>
                  <a:pt x="430" y="124"/>
                </a:lnTo>
                <a:lnTo>
                  <a:pt x="428" y="122"/>
                </a:lnTo>
                <a:lnTo>
                  <a:pt x="428" y="118"/>
                </a:lnTo>
                <a:lnTo>
                  <a:pt x="428" y="118"/>
                </a:lnTo>
                <a:lnTo>
                  <a:pt x="418" y="122"/>
                </a:lnTo>
                <a:lnTo>
                  <a:pt x="406" y="124"/>
                </a:lnTo>
                <a:lnTo>
                  <a:pt x="382" y="126"/>
                </a:lnTo>
                <a:lnTo>
                  <a:pt x="370" y="128"/>
                </a:lnTo>
                <a:lnTo>
                  <a:pt x="360" y="132"/>
                </a:lnTo>
                <a:lnTo>
                  <a:pt x="356" y="136"/>
                </a:lnTo>
                <a:lnTo>
                  <a:pt x="354" y="140"/>
                </a:lnTo>
                <a:lnTo>
                  <a:pt x="352" y="144"/>
                </a:lnTo>
                <a:lnTo>
                  <a:pt x="352" y="150"/>
                </a:lnTo>
                <a:lnTo>
                  <a:pt x="352" y="150"/>
                </a:lnTo>
                <a:lnTo>
                  <a:pt x="352" y="156"/>
                </a:lnTo>
                <a:lnTo>
                  <a:pt x="354" y="160"/>
                </a:lnTo>
                <a:lnTo>
                  <a:pt x="358" y="164"/>
                </a:lnTo>
                <a:lnTo>
                  <a:pt x="362" y="164"/>
                </a:lnTo>
                <a:lnTo>
                  <a:pt x="366" y="166"/>
                </a:lnTo>
                <a:lnTo>
                  <a:pt x="370" y="170"/>
                </a:lnTo>
                <a:lnTo>
                  <a:pt x="372" y="174"/>
                </a:lnTo>
                <a:lnTo>
                  <a:pt x="370" y="182"/>
                </a:lnTo>
                <a:lnTo>
                  <a:pt x="370" y="182"/>
                </a:lnTo>
                <a:lnTo>
                  <a:pt x="362" y="186"/>
                </a:lnTo>
                <a:lnTo>
                  <a:pt x="360" y="190"/>
                </a:lnTo>
                <a:lnTo>
                  <a:pt x="358" y="194"/>
                </a:lnTo>
                <a:lnTo>
                  <a:pt x="358" y="194"/>
                </a:lnTo>
                <a:lnTo>
                  <a:pt x="354" y="186"/>
                </a:lnTo>
                <a:lnTo>
                  <a:pt x="350" y="182"/>
                </a:lnTo>
                <a:lnTo>
                  <a:pt x="340" y="176"/>
                </a:lnTo>
                <a:lnTo>
                  <a:pt x="336" y="174"/>
                </a:lnTo>
                <a:lnTo>
                  <a:pt x="332" y="168"/>
                </a:lnTo>
                <a:lnTo>
                  <a:pt x="328" y="162"/>
                </a:lnTo>
                <a:lnTo>
                  <a:pt x="326" y="150"/>
                </a:lnTo>
                <a:lnTo>
                  <a:pt x="326" y="150"/>
                </a:lnTo>
                <a:lnTo>
                  <a:pt x="322" y="150"/>
                </a:lnTo>
                <a:lnTo>
                  <a:pt x="322" y="150"/>
                </a:lnTo>
                <a:lnTo>
                  <a:pt x="350" y="132"/>
                </a:lnTo>
                <a:lnTo>
                  <a:pt x="378" y="116"/>
                </a:lnTo>
                <a:lnTo>
                  <a:pt x="378" y="116"/>
                </a:lnTo>
                <a:lnTo>
                  <a:pt x="402" y="114"/>
                </a:lnTo>
                <a:lnTo>
                  <a:pt x="428" y="112"/>
                </a:lnTo>
                <a:lnTo>
                  <a:pt x="428" y="112"/>
                </a:lnTo>
                <a:lnTo>
                  <a:pt x="436" y="96"/>
                </a:lnTo>
                <a:lnTo>
                  <a:pt x="446" y="82"/>
                </a:lnTo>
                <a:lnTo>
                  <a:pt x="446" y="82"/>
                </a:lnTo>
                <a:lnTo>
                  <a:pt x="488" y="68"/>
                </a:lnTo>
                <a:lnTo>
                  <a:pt x="488" y="68"/>
                </a:lnTo>
                <a:lnTo>
                  <a:pt x="492" y="74"/>
                </a:lnTo>
                <a:lnTo>
                  <a:pt x="498" y="80"/>
                </a:lnTo>
                <a:lnTo>
                  <a:pt x="514" y="90"/>
                </a:lnTo>
                <a:lnTo>
                  <a:pt x="548" y="104"/>
                </a:lnTo>
                <a:lnTo>
                  <a:pt x="564" y="112"/>
                </a:lnTo>
                <a:lnTo>
                  <a:pt x="570" y="118"/>
                </a:lnTo>
                <a:lnTo>
                  <a:pt x="574" y="126"/>
                </a:lnTo>
                <a:lnTo>
                  <a:pt x="576" y="134"/>
                </a:lnTo>
                <a:lnTo>
                  <a:pt x="578" y="144"/>
                </a:lnTo>
                <a:lnTo>
                  <a:pt x="576" y="154"/>
                </a:lnTo>
                <a:lnTo>
                  <a:pt x="572" y="168"/>
                </a:lnTo>
                <a:lnTo>
                  <a:pt x="572" y="168"/>
                </a:lnTo>
                <a:lnTo>
                  <a:pt x="574" y="172"/>
                </a:lnTo>
                <a:lnTo>
                  <a:pt x="576" y="174"/>
                </a:lnTo>
                <a:lnTo>
                  <a:pt x="580" y="174"/>
                </a:lnTo>
                <a:lnTo>
                  <a:pt x="582" y="172"/>
                </a:lnTo>
                <a:lnTo>
                  <a:pt x="582" y="172"/>
                </a:lnTo>
                <a:lnTo>
                  <a:pt x="584" y="168"/>
                </a:lnTo>
                <a:lnTo>
                  <a:pt x="584" y="168"/>
                </a:lnTo>
                <a:lnTo>
                  <a:pt x="584" y="172"/>
                </a:lnTo>
                <a:lnTo>
                  <a:pt x="582" y="172"/>
                </a:lnTo>
                <a:lnTo>
                  <a:pt x="582" y="172"/>
                </a:lnTo>
                <a:lnTo>
                  <a:pt x="578" y="186"/>
                </a:lnTo>
                <a:lnTo>
                  <a:pt x="576" y="202"/>
                </a:lnTo>
                <a:lnTo>
                  <a:pt x="578" y="218"/>
                </a:lnTo>
                <a:lnTo>
                  <a:pt x="580" y="236"/>
                </a:lnTo>
                <a:lnTo>
                  <a:pt x="586" y="254"/>
                </a:lnTo>
                <a:lnTo>
                  <a:pt x="596" y="270"/>
                </a:lnTo>
                <a:lnTo>
                  <a:pt x="602" y="276"/>
                </a:lnTo>
                <a:lnTo>
                  <a:pt x="608" y="282"/>
                </a:lnTo>
                <a:lnTo>
                  <a:pt x="614" y="286"/>
                </a:lnTo>
                <a:lnTo>
                  <a:pt x="622" y="288"/>
                </a:lnTo>
                <a:lnTo>
                  <a:pt x="622" y="288"/>
                </a:lnTo>
                <a:lnTo>
                  <a:pt x="628" y="284"/>
                </a:lnTo>
                <a:lnTo>
                  <a:pt x="634" y="278"/>
                </a:lnTo>
                <a:lnTo>
                  <a:pt x="644" y="264"/>
                </a:lnTo>
                <a:lnTo>
                  <a:pt x="652" y="252"/>
                </a:lnTo>
                <a:lnTo>
                  <a:pt x="660" y="238"/>
                </a:lnTo>
                <a:lnTo>
                  <a:pt x="660" y="238"/>
                </a:lnTo>
                <a:lnTo>
                  <a:pt x="672" y="224"/>
                </a:lnTo>
                <a:lnTo>
                  <a:pt x="688" y="214"/>
                </a:lnTo>
                <a:lnTo>
                  <a:pt x="704" y="204"/>
                </a:lnTo>
                <a:lnTo>
                  <a:pt x="724" y="196"/>
                </a:lnTo>
                <a:lnTo>
                  <a:pt x="762" y="184"/>
                </a:lnTo>
                <a:lnTo>
                  <a:pt x="782" y="176"/>
                </a:lnTo>
                <a:lnTo>
                  <a:pt x="800" y="168"/>
                </a:lnTo>
                <a:lnTo>
                  <a:pt x="800" y="168"/>
                </a:lnTo>
                <a:lnTo>
                  <a:pt x="794" y="164"/>
                </a:lnTo>
                <a:lnTo>
                  <a:pt x="792" y="160"/>
                </a:lnTo>
                <a:lnTo>
                  <a:pt x="790" y="156"/>
                </a:lnTo>
                <a:lnTo>
                  <a:pt x="790" y="150"/>
                </a:lnTo>
                <a:lnTo>
                  <a:pt x="792" y="142"/>
                </a:lnTo>
                <a:lnTo>
                  <a:pt x="796" y="132"/>
                </a:lnTo>
                <a:lnTo>
                  <a:pt x="800" y="124"/>
                </a:lnTo>
                <a:lnTo>
                  <a:pt x="804" y="114"/>
                </a:lnTo>
                <a:lnTo>
                  <a:pt x="804" y="104"/>
                </a:lnTo>
                <a:lnTo>
                  <a:pt x="802" y="98"/>
                </a:lnTo>
                <a:lnTo>
                  <a:pt x="800" y="94"/>
                </a:lnTo>
                <a:lnTo>
                  <a:pt x="800" y="94"/>
                </a:lnTo>
                <a:lnTo>
                  <a:pt x="800" y="90"/>
                </a:lnTo>
                <a:lnTo>
                  <a:pt x="802" y="90"/>
                </a:lnTo>
                <a:lnTo>
                  <a:pt x="806" y="90"/>
                </a:lnTo>
                <a:lnTo>
                  <a:pt x="810" y="92"/>
                </a:lnTo>
                <a:lnTo>
                  <a:pt x="818" y="94"/>
                </a:lnTo>
                <a:lnTo>
                  <a:pt x="818" y="94"/>
                </a:lnTo>
                <a:lnTo>
                  <a:pt x="816" y="84"/>
                </a:lnTo>
                <a:lnTo>
                  <a:pt x="814" y="76"/>
                </a:lnTo>
                <a:lnTo>
                  <a:pt x="810" y="68"/>
                </a:lnTo>
                <a:lnTo>
                  <a:pt x="812" y="56"/>
                </a:lnTo>
                <a:lnTo>
                  <a:pt x="812" y="56"/>
                </a:lnTo>
                <a:lnTo>
                  <a:pt x="818" y="54"/>
                </a:lnTo>
                <a:lnTo>
                  <a:pt x="824" y="50"/>
                </a:lnTo>
                <a:lnTo>
                  <a:pt x="824" y="50"/>
                </a:lnTo>
                <a:lnTo>
                  <a:pt x="862" y="58"/>
                </a:lnTo>
                <a:lnTo>
                  <a:pt x="898" y="70"/>
                </a:lnTo>
                <a:lnTo>
                  <a:pt x="934" y="82"/>
                </a:lnTo>
                <a:lnTo>
                  <a:pt x="970" y="98"/>
                </a:lnTo>
                <a:lnTo>
                  <a:pt x="1004" y="116"/>
                </a:lnTo>
                <a:lnTo>
                  <a:pt x="1036" y="134"/>
                </a:lnTo>
                <a:lnTo>
                  <a:pt x="1068" y="154"/>
                </a:lnTo>
                <a:lnTo>
                  <a:pt x="1098" y="178"/>
                </a:lnTo>
                <a:lnTo>
                  <a:pt x="1098" y="178"/>
                </a:lnTo>
                <a:lnTo>
                  <a:pt x="1090" y="176"/>
                </a:lnTo>
                <a:lnTo>
                  <a:pt x="1090" y="176"/>
                </a:lnTo>
                <a:lnTo>
                  <a:pt x="1078" y="178"/>
                </a:lnTo>
                <a:lnTo>
                  <a:pt x="1066" y="180"/>
                </a:lnTo>
                <a:lnTo>
                  <a:pt x="1056" y="184"/>
                </a:lnTo>
                <a:lnTo>
                  <a:pt x="1048" y="190"/>
                </a:lnTo>
                <a:lnTo>
                  <a:pt x="1032" y="204"/>
                </a:lnTo>
                <a:lnTo>
                  <a:pt x="1018" y="218"/>
                </a:lnTo>
                <a:lnTo>
                  <a:pt x="996" y="252"/>
                </a:lnTo>
                <a:lnTo>
                  <a:pt x="984" y="268"/>
                </a:lnTo>
                <a:lnTo>
                  <a:pt x="970" y="282"/>
                </a:lnTo>
                <a:lnTo>
                  <a:pt x="970" y="282"/>
                </a:lnTo>
                <a:lnTo>
                  <a:pt x="972" y="286"/>
                </a:lnTo>
                <a:lnTo>
                  <a:pt x="974" y="290"/>
                </a:lnTo>
                <a:lnTo>
                  <a:pt x="976" y="302"/>
                </a:lnTo>
                <a:lnTo>
                  <a:pt x="978" y="312"/>
                </a:lnTo>
                <a:lnTo>
                  <a:pt x="980" y="316"/>
                </a:lnTo>
                <a:lnTo>
                  <a:pt x="982" y="320"/>
                </a:lnTo>
                <a:lnTo>
                  <a:pt x="982" y="320"/>
                </a:lnTo>
                <a:lnTo>
                  <a:pt x="988" y="316"/>
                </a:lnTo>
                <a:lnTo>
                  <a:pt x="996" y="314"/>
                </a:lnTo>
                <a:lnTo>
                  <a:pt x="1004" y="314"/>
                </a:lnTo>
                <a:lnTo>
                  <a:pt x="1014" y="314"/>
                </a:lnTo>
                <a:lnTo>
                  <a:pt x="1014" y="314"/>
                </a:lnTo>
                <a:lnTo>
                  <a:pt x="1018" y="322"/>
                </a:lnTo>
                <a:lnTo>
                  <a:pt x="1022" y="336"/>
                </a:lnTo>
                <a:lnTo>
                  <a:pt x="1020" y="344"/>
                </a:lnTo>
                <a:lnTo>
                  <a:pt x="1018" y="348"/>
                </a:lnTo>
                <a:lnTo>
                  <a:pt x="1014" y="352"/>
                </a:lnTo>
                <a:lnTo>
                  <a:pt x="1008" y="352"/>
                </a:lnTo>
                <a:lnTo>
                  <a:pt x="1008" y="352"/>
                </a:lnTo>
                <a:lnTo>
                  <a:pt x="1006" y="342"/>
                </a:lnTo>
                <a:lnTo>
                  <a:pt x="1008" y="334"/>
                </a:lnTo>
                <a:lnTo>
                  <a:pt x="1010" y="326"/>
                </a:lnTo>
                <a:lnTo>
                  <a:pt x="1014" y="320"/>
                </a:lnTo>
                <a:lnTo>
                  <a:pt x="1014" y="320"/>
                </a:lnTo>
                <a:lnTo>
                  <a:pt x="1002" y="330"/>
                </a:lnTo>
                <a:lnTo>
                  <a:pt x="994" y="342"/>
                </a:lnTo>
                <a:lnTo>
                  <a:pt x="978" y="368"/>
                </a:lnTo>
                <a:lnTo>
                  <a:pt x="968" y="382"/>
                </a:lnTo>
                <a:lnTo>
                  <a:pt x="958" y="392"/>
                </a:lnTo>
                <a:lnTo>
                  <a:pt x="950" y="396"/>
                </a:lnTo>
                <a:lnTo>
                  <a:pt x="944" y="398"/>
                </a:lnTo>
                <a:lnTo>
                  <a:pt x="934" y="402"/>
                </a:lnTo>
                <a:lnTo>
                  <a:pt x="926" y="402"/>
                </a:lnTo>
                <a:lnTo>
                  <a:pt x="926" y="402"/>
                </a:lnTo>
                <a:lnTo>
                  <a:pt x="926" y="406"/>
                </a:lnTo>
                <a:lnTo>
                  <a:pt x="924" y="410"/>
                </a:lnTo>
                <a:lnTo>
                  <a:pt x="916" y="412"/>
                </a:lnTo>
                <a:lnTo>
                  <a:pt x="910" y="416"/>
                </a:lnTo>
                <a:lnTo>
                  <a:pt x="908" y="418"/>
                </a:lnTo>
                <a:lnTo>
                  <a:pt x="906" y="422"/>
                </a:lnTo>
                <a:lnTo>
                  <a:pt x="906" y="422"/>
                </a:lnTo>
                <a:lnTo>
                  <a:pt x="912" y="430"/>
                </a:lnTo>
                <a:lnTo>
                  <a:pt x="920" y="440"/>
                </a:lnTo>
                <a:lnTo>
                  <a:pt x="924" y="450"/>
                </a:lnTo>
                <a:lnTo>
                  <a:pt x="926" y="458"/>
                </a:lnTo>
                <a:lnTo>
                  <a:pt x="926" y="466"/>
                </a:lnTo>
                <a:lnTo>
                  <a:pt x="926" y="466"/>
                </a:lnTo>
                <a:lnTo>
                  <a:pt x="918" y="466"/>
                </a:lnTo>
                <a:lnTo>
                  <a:pt x="918" y="466"/>
                </a:lnTo>
                <a:lnTo>
                  <a:pt x="916" y="470"/>
                </a:lnTo>
                <a:lnTo>
                  <a:pt x="914" y="472"/>
                </a:lnTo>
                <a:lnTo>
                  <a:pt x="910" y="470"/>
                </a:lnTo>
                <a:lnTo>
                  <a:pt x="904" y="468"/>
                </a:lnTo>
                <a:lnTo>
                  <a:pt x="894" y="464"/>
                </a:lnTo>
                <a:lnTo>
                  <a:pt x="888" y="464"/>
                </a:lnTo>
                <a:lnTo>
                  <a:pt x="882" y="466"/>
                </a:lnTo>
                <a:lnTo>
                  <a:pt x="882" y="466"/>
                </a:lnTo>
                <a:lnTo>
                  <a:pt x="876" y="468"/>
                </a:lnTo>
                <a:lnTo>
                  <a:pt x="872" y="472"/>
                </a:lnTo>
                <a:lnTo>
                  <a:pt x="868" y="480"/>
                </a:lnTo>
                <a:lnTo>
                  <a:pt x="868" y="486"/>
                </a:lnTo>
                <a:lnTo>
                  <a:pt x="866" y="502"/>
                </a:lnTo>
                <a:lnTo>
                  <a:pt x="864" y="510"/>
                </a:lnTo>
                <a:lnTo>
                  <a:pt x="862" y="516"/>
                </a:lnTo>
                <a:lnTo>
                  <a:pt x="862" y="516"/>
                </a:lnTo>
                <a:lnTo>
                  <a:pt x="862" y="522"/>
                </a:lnTo>
                <a:lnTo>
                  <a:pt x="864" y="526"/>
                </a:lnTo>
                <a:lnTo>
                  <a:pt x="868" y="530"/>
                </a:lnTo>
                <a:lnTo>
                  <a:pt x="868" y="534"/>
                </a:lnTo>
                <a:lnTo>
                  <a:pt x="868" y="534"/>
                </a:lnTo>
                <a:lnTo>
                  <a:pt x="926" y="534"/>
                </a:lnTo>
                <a:lnTo>
                  <a:pt x="926" y="534"/>
                </a:lnTo>
                <a:lnTo>
                  <a:pt x="928" y="530"/>
                </a:lnTo>
                <a:lnTo>
                  <a:pt x="930" y="526"/>
                </a:lnTo>
                <a:lnTo>
                  <a:pt x="938" y="522"/>
                </a:lnTo>
                <a:lnTo>
                  <a:pt x="938" y="522"/>
                </a:lnTo>
                <a:lnTo>
                  <a:pt x="938" y="496"/>
                </a:lnTo>
                <a:lnTo>
                  <a:pt x="938" y="496"/>
                </a:lnTo>
                <a:lnTo>
                  <a:pt x="952" y="488"/>
                </a:lnTo>
                <a:lnTo>
                  <a:pt x="966" y="480"/>
                </a:lnTo>
                <a:lnTo>
                  <a:pt x="980" y="472"/>
                </a:lnTo>
                <a:lnTo>
                  <a:pt x="994" y="466"/>
                </a:lnTo>
                <a:lnTo>
                  <a:pt x="994" y="466"/>
                </a:lnTo>
                <a:lnTo>
                  <a:pt x="998" y="466"/>
                </a:lnTo>
                <a:lnTo>
                  <a:pt x="1000" y="468"/>
                </a:lnTo>
                <a:lnTo>
                  <a:pt x="1000" y="476"/>
                </a:lnTo>
                <a:lnTo>
                  <a:pt x="1000" y="490"/>
                </a:lnTo>
                <a:lnTo>
                  <a:pt x="1000" y="490"/>
                </a:lnTo>
                <a:lnTo>
                  <a:pt x="1002" y="486"/>
                </a:lnTo>
                <a:lnTo>
                  <a:pt x="1006" y="484"/>
                </a:lnTo>
                <a:lnTo>
                  <a:pt x="1010" y="484"/>
                </a:lnTo>
                <a:lnTo>
                  <a:pt x="1014" y="484"/>
                </a:lnTo>
                <a:lnTo>
                  <a:pt x="1026" y="490"/>
                </a:lnTo>
                <a:lnTo>
                  <a:pt x="1036" y="496"/>
                </a:lnTo>
                <a:lnTo>
                  <a:pt x="1044" y="506"/>
                </a:lnTo>
                <a:lnTo>
                  <a:pt x="1046" y="512"/>
                </a:lnTo>
                <a:lnTo>
                  <a:pt x="1048" y="516"/>
                </a:lnTo>
                <a:lnTo>
                  <a:pt x="1046" y="520"/>
                </a:lnTo>
                <a:lnTo>
                  <a:pt x="1044" y="524"/>
                </a:lnTo>
                <a:lnTo>
                  <a:pt x="1040" y="526"/>
                </a:lnTo>
                <a:lnTo>
                  <a:pt x="1032" y="528"/>
                </a:lnTo>
                <a:lnTo>
                  <a:pt x="1032" y="528"/>
                </a:lnTo>
                <a:lnTo>
                  <a:pt x="1040" y="534"/>
                </a:lnTo>
                <a:lnTo>
                  <a:pt x="1046" y="536"/>
                </a:lnTo>
                <a:lnTo>
                  <a:pt x="1050" y="532"/>
                </a:lnTo>
                <a:lnTo>
                  <a:pt x="1056" y="528"/>
                </a:lnTo>
                <a:lnTo>
                  <a:pt x="1064" y="516"/>
                </a:lnTo>
                <a:lnTo>
                  <a:pt x="1070" y="510"/>
                </a:lnTo>
                <a:lnTo>
                  <a:pt x="1076" y="510"/>
                </a:lnTo>
                <a:lnTo>
                  <a:pt x="1076" y="510"/>
                </a:lnTo>
                <a:lnTo>
                  <a:pt x="1078" y="514"/>
                </a:lnTo>
                <a:lnTo>
                  <a:pt x="1080" y="516"/>
                </a:lnTo>
                <a:lnTo>
                  <a:pt x="1086" y="522"/>
                </a:lnTo>
                <a:lnTo>
                  <a:pt x="1088" y="526"/>
                </a:lnTo>
                <a:lnTo>
                  <a:pt x="1090" y="530"/>
                </a:lnTo>
                <a:lnTo>
                  <a:pt x="1090" y="534"/>
                </a:lnTo>
                <a:lnTo>
                  <a:pt x="1090" y="540"/>
                </a:lnTo>
                <a:lnTo>
                  <a:pt x="1090" y="540"/>
                </a:lnTo>
                <a:lnTo>
                  <a:pt x="1102" y="540"/>
                </a:lnTo>
                <a:lnTo>
                  <a:pt x="1102" y="540"/>
                </a:lnTo>
                <a:lnTo>
                  <a:pt x="1108" y="538"/>
                </a:lnTo>
                <a:lnTo>
                  <a:pt x="1112" y="532"/>
                </a:lnTo>
                <a:lnTo>
                  <a:pt x="1112" y="524"/>
                </a:lnTo>
                <a:lnTo>
                  <a:pt x="1112" y="518"/>
                </a:lnTo>
                <a:lnTo>
                  <a:pt x="1112" y="512"/>
                </a:lnTo>
                <a:lnTo>
                  <a:pt x="1114" y="506"/>
                </a:lnTo>
                <a:lnTo>
                  <a:pt x="1122" y="504"/>
                </a:lnTo>
                <a:lnTo>
                  <a:pt x="1134" y="504"/>
                </a:lnTo>
                <a:lnTo>
                  <a:pt x="1134" y="504"/>
                </a:lnTo>
                <a:lnTo>
                  <a:pt x="1130" y="506"/>
                </a:lnTo>
                <a:lnTo>
                  <a:pt x="1128" y="512"/>
                </a:lnTo>
                <a:lnTo>
                  <a:pt x="1126" y="522"/>
                </a:lnTo>
                <a:lnTo>
                  <a:pt x="1128" y="532"/>
                </a:lnTo>
                <a:lnTo>
                  <a:pt x="1130" y="538"/>
                </a:lnTo>
                <a:lnTo>
                  <a:pt x="1134" y="540"/>
                </a:lnTo>
                <a:lnTo>
                  <a:pt x="1134" y="540"/>
                </a:lnTo>
                <a:lnTo>
                  <a:pt x="1140" y="544"/>
                </a:lnTo>
                <a:lnTo>
                  <a:pt x="1148" y="546"/>
                </a:lnTo>
                <a:lnTo>
                  <a:pt x="1166" y="548"/>
                </a:lnTo>
                <a:lnTo>
                  <a:pt x="1174" y="552"/>
                </a:lnTo>
                <a:lnTo>
                  <a:pt x="1182" y="554"/>
                </a:lnTo>
                <a:lnTo>
                  <a:pt x="1186" y="560"/>
                </a:lnTo>
                <a:lnTo>
                  <a:pt x="1190" y="566"/>
                </a:lnTo>
                <a:lnTo>
                  <a:pt x="1190" y="566"/>
                </a:lnTo>
                <a:lnTo>
                  <a:pt x="1186" y="584"/>
                </a:lnTo>
                <a:lnTo>
                  <a:pt x="1182" y="592"/>
                </a:lnTo>
                <a:lnTo>
                  <a:pt x="1178" y="598"/>
                </a:lnTo>
                <a:lnTo>
                  <a:pt x="1178" y="598"/>
                </a:lnTo>
                <a:lnTo>
                  <a:pt x="1176" y="594"/>
                </a:lnTo>
                <a:lnTo>
                  <a:pt x="1172" y="592"/>
                </a:lnTo>
                <a:lnTo>
                  <a:pt x="1162" y="590"/>
                </a:lnTo>
                <a:lnTo>
                  <a:pt x="1150" y="592"/>
                </a:lnTo>
                <a:lnTo>
                  <a:pt x="1140" y="592"/>
                </a:lnTo>
                <a:lnTo>
                  <a:pt x="1140" y="592"/>
                </a:lnTo>
                <a:lnTo>
                  <a:pt x="1130" y="594"/>
                </a:lnTo>
                <a:lnTo>
                  <a:pt x="1122" y="594"/>
                </a:lnTo>
                <a:lnTo>
                  <a:pt x="1118" y="594"/>
                </a:lnTo>
                <a:lnTo>
                  <a:pt x="1114" y="590"/>
                </a:lnTo>
                <a:lnTo>
                  <a:pt x="1106" y="582"/>
                </a:lnTo>
                <a:lnTo>
                  <a:pt x="1102" y="578"/>
                </a:lnTo>
                <a:lnTo>
                  <a:pt x="1096" y="572"/>
                </a:lnTo>
                <a:lnTo>
                  <a:pt x="1096" y="572"/>
                </a:lnTo>
                <a:lnTo>
                  <a:pt x="1088" y="576"/>
                </a:lnTo>
                <a:lnTo>
                  <a:pt x="1082" y="582"/>
                </a:lnTo>
                <a:lnTo>
                  <a:pt x="1078" y="588"/>
                </a:lnTo>
                <a:lnTo>
                  <a:pt x="1076" y="598"/>
                </a:lnTo>
                <a:lnTo>
                  <a:pt x="1076" y="598"/>
                </a:lnTo>
                <a:lnTo>
                  <a:pt x="1062" y="590"/>
                </a:lnTo>
                <a:lnTo>
                  <a:pt x="1050" y="580"/>
                </a:lnTo>
                <a:lnTo>
                  <a:pt x="1036" y="572"/>
                </a:lnTo>
                <a:lnTo>
                  <a:pt x="1028" y="568"/>
                </a:lnTo>
                <a:lnTo>
                  <a:pt x="1020" y="566"/>
                </a:lnTo>
                <a:lnTo>
                  <a:pt x="1020" y="566"/>
                </a:lnTo>
                <a:lnTo>
                  <a:pt x="1020" y="540"/>
                </a:lnTo>
                <a:lnTo>
                  <a:pt x="1020" y="540"/>
                </a:lnTo>
                <a:lnTo>
                  <a:pt x="998" y="536"/>
                </a:lnTo>
                <a:lnTo>
                  <a:pt x="974" y="534"/>
                </a:lnTo>
                <a:lnTo>
                  <a:pt x="946" y="536"/>
                </a:lnTo>
                <a:lnTo>
                  <a:pt x="918" y="540"/>
                </a:lnTo>
                <a:lnTo>
                  <a:pt x="906" y="546"/>
                </a:lnTo>
                <a:lnTo>
                  <a:pt x="894" y="550"/>
                </a:lnTo>
                <a:lnTo>
                  <a:pt x="882" y="558"/>
                </a:lnTo>
                <a:lnTo>
                  <a:pt x="874" y="566"/>
                </a:lnTo>
                <a:lnTo>
                  <a:pt x="866" y="574"/>
                </a:lnTo>
                <a:lnTo>
                  <a:pt x="860" y="586"/>
                </a:lnTo>
                <a:lnTo>
                  <a:pt x="856" y="596"/>
                </a:lnTo>
                <a:lnTo>
                  <a:pt x="856" y="610"/>
                </a:lnTo>
                <a:lnTo>
                  <a:pt x="856" y="610"/>
                </a:lnTo>
                <a:lnTo>
                  <a:pt x="844" y="616"/>
                </a:lnTo>
                <a:lnTo>
                  <a:pt x="834" y="622"/>
                </a:lnTo>
                <a:lnTo>
                  <a:pt x="826" y="628"/>
                </a:lnTo>
                <a:lnTo>
                  <a:pt x="820" y="636"/>
                </a:lnTo>
                <a:lnTo>
                  <a:pt x="816" y="644"/>
                </a:lnTo>
                <a:lnTo>
                  <a:pt x="812" y="654"/>
                </a:lnTo>
                <a:lnTo>
                  <a:pt x="810" y="672"/>
                </a:lnTo>
                <a:lnTo>
                  <a:pt x="808" y="716"/>
                </a:lnTo>
                <a:lnTo>
                  <a:pt x="804" y="738"/>
                </a:lnTo>
                <a:lnTo>
                  <a:pt x="800" y="762"/>
                </a:lnTo>
                <a:lnTo>
                  <a:pt x="800" y="762"/>
                </a:lnTo>
                <a:lnTo>
                  <a:pt x="808" y="770"/>
                </a:lnTo>
                <a:lnTo>
                  <a:pt x="814" y="778"/>
                </a:lnTo>
                <a:lnTo>
                  <a:pt x="828" y="798"/>
                </a:lnTo>
                <a:lnTo>
                  <a:pt x="844" y="816"/>
                </a:lnTo>
                <a:lnTo>
                  <a:pt x="852" y="824"/>
                </a:lnTo>
                <a:lnTo>
                  <a:pt x="862" y="830"/>
                </a:lnTo>
                <a:lnTo>
                  <a:pt x="862" y="830"/>
                </a:lnTo>
                <a:lnTo>
                  <a:pt x="890" y="828"/>
                </a:lnTo>
                <a:lnTo>
                  <a:pt x="916" y="828"/>
                </a:lnTo>
                <a:lnTo>
                  <a:pt x="942" y="826"/>
                </a:lnTo>
                <a:lnTo>
                  <a:pt x="956" y="822"/>
                </a:lnTo>
                <a:lnTo>
                  <a:pt x="970" y="818"/>
                </a:lnTo>
                <a:lnTo>
                  <a:pt x="970" y="818"/>
                </a:lnTo>
                <a:lnTo>
                  <a:pt x="970" y="824"/>
                </a:lnTo>
                <a:lnTo>
                  <a:pt x="972" y="830"/>
                </a:lnTo>
                <a:lnTo>
                  <a:pt x="976" y="832"/>
                </a:lnTo>
                <a:lnTo>
                  <a:pt x="982" y="834"/>
                </a:lnTo>
                <a:lnTo>
                  <a:pt x="992" y="838"/>
                </a:lnTo>
                <a:lnTo>
                  <a:pt x="998" y="840"/>
                </a:lnTo>
                <a:lnTo>
                  <a:pt x="1000" y="844"/>
                </a:lnTo>
                <a:lnTo>
                  <a:pt x="1000" y="844"/>
                </a:lnTo>
                <a:lnTo>
                  <a:pt x="1000" y="858"/>
                </a:lnTo>
                <a:lnTo>
                  <a:pt x="1002" y="870"/>
                </a:lnTo>
                <a:lnTo>
                  <a:pt x="1006" y="894"/>
                </a:lnTo>
                <a:lnTo>
                  <a:pt x="1014" y="916"/>
                </a:lnTo>
                <a:lnTo>
                  <a:pt x="1022" y="938"/>
                </a:lnTo>
                <a:lnTo>
                  <a:pt x="1026" y="958"/>
                </a:lnTo>
                <a:lnTo>
                  <a:pt x="1028" y="968"/>
                </a:lnTo>
                <a:lnTo>
                  <a:pt x="1028" y="978"/>
                </a:lnTo>
                <a:lnTo>
                  <a:pt x="1028" y="988"/>
                </a:lnTo>
                <a:lnTo>
                  <a:pt x="1024" y="998"/>
                </a:lnTo>
                <a:lnTo>
                  <a:pt x="1020" y="1008"/>
                </a:lnTo>
                <a:lnTo>
                  <a:pt x="1014" y="1020"/>
                </a:lnTo>
                <a:lnTo>
                  <a:pt x="1014" y="1020"/>
                </a:lnTo>
                <a:lnTo>
                  <a:pt x="1020" y="1036"/>
                </a:lnTo>
                <a:lnTo>
                  <a:pt x="1026" y="1056"/>
                </a:lnTo>
                <a:lnTo>
                  <a:pt x="1034" y="1094"/>
                </a:lnTo>
                <a:lnTo>
                  <a:pt x="1042" y="1134"/>
                </a:lnTo>
                <a:lnTo>
                  <a:pt x="1046" y="1154"/>
                </a:lnTo>
                <a:lnTo>
                  <a:pt x="1052" y="1172"/>
                </a:lnTo>
                <a:lnTo>
                  <a:pt x="1052" y="1172"/>
                </a:lnTo>
                <a:lnTo>
                  <a:pt x="1070" y="1172"/>
                </a:lnTo>
                <a:lnTo>
                  <a:pt x="1086" y="1170"/>
                </a:lnTo>
                <a:lnTo>
                  <a:pt x="1100" y="1166"/>
                </a:lnTo>
                <a:lnTo>
                  <a:pt x="1112" y="1158"/>
                </a:lnTo>
                <a:lnTo>
                  <a:pt x="1124" y="1148"/>
                </a:lnTo>
                <a:lnTo>
                  <a:pt x="1134" y="1138"/>
                </a:lnTo>
                <a:lnTo>
                  <a:pt x="1142" y="1126"/>
                </a:lnTo>
                <a:lnTo>
                  <a:pt x="1150" y="1112"/>
                </a:lnTo>
                <a:lnTo>
                  <a:pt x="1182" y="1054"/>
                </a:lnTo>
                <a:lnTo>
                  <a:pt x="1190" y="1040"/>
                </a:lnTo>
                <a:lnTo>
                  <a:pt x="1200" y="1028"/>
                </a:lnTo>
                <a:lnTo>
                  <a:pt x="1210" y="1016"/>
                </a:lnTo>
                <a:lnTo>
                  <a:pt x="1222" y="1008"/>
                </a:lnTo>
                <a:lnTo>
                  <a:pt x="1222" y="1008"/>
                </a:lnTo>
                <a:lnTo>
                  <a:pt x="1224" y="978"/>
                </a:lnTo>
                <a:lnTo>
                  <a:pt x="1224" y="954"/>
                </a:lnTo>
                <a:lnTo>
                  <a:pt x="1222" y="900"/>
                </a:lnTo>
                <a:lnTo>
                  <a:pt x="1222" y="900"/>
                </a:lnTo>
                <a:lnTo>
                  <a:pt x="1234" y="886"/>
                </a:lnTo>
                <a:lnTo>
                  <a:pt x="1246" y="874"/>
                </a:lnTo>
                <a:lnTo>
                  <a:pt x="1272" y="846"/>
                </a:lnTo>
                <a:lnTo>
                  <a:pt x="1284" y="832"/>
                </a:lnTo>
                <a:lnTo>
                  <a:pt x="1292" y="816"/>
                </a:lnTo>
                <a:lnTo>
                  <a:pt x="1300" y="796"/>
                </a:lnTo>
                <a:lnTo>
                  <a:pt x="1304" y="774"/>
                </a:lnTo>
                <a:lnTo>
                  <a:pt x="1304" y="774"/>
                </a:lnTo>
                <a:lnTo>
                  <a:pt x="1298" y="770"/>
                </a:lnTo>
                <a:lnTo>
                  <a:pt x="1292" y="770"/>
                </a:lnTo>
                <a:lnTo>
                  <a:pt x="1278" y="776"/>
                </a:lnTo>
                <a:lnTo>
                  <a:pt x="1270" y="778"/>
                </a:lnTo>
                <a:lnTo>
                  <a:pt x="1264" y="778"/>
                </a:lnTo>
                <a:lnTo>
                  <a:pt x="1258" y="776"/>
                </a:lnTo>
                <a:lnTo>
                  <a:pt x="1254" y="768"/>
                </a:lnTo>
                <a:lnTo>
                  <a:pt x="1254" y="768"/>
                </a:lnTo>
                <a:lnTo>
                  <a:pt x="1280" y="752"/>
                </a:lnTo>
                <a:lnTo>
                  <a:pt x="1310" y="734"/>
                </a:lnTo>
                <a:lnTo>
                  <a:pt x="1324" y="724"/>
                </a:lnTo>
                <a:lnTo>
                  <a:pt x="1334" y="712"/>
                </a:lnTo>
                <a:lnTo>
                  <a:pt x="1342" y="700"/>
                </a:lnTo>
                <a:lnTo>
                  <a:pt x="1344" y="694"/>
                </a:lnTo>
                <a:lnTo>
                  <a:pt x="1346" y="686"/>
                </a:lnTo>
                <a:lnTo>
                  <a:pt x="1346" y="686"/>
                </a:lnTo>
                <a:lnTo>
                  <a:pt x="1346" y="690"/>
                </a:lnTo>
                <a:lnTo>
                  <a:pt x="1346" y="690"/>
                </a:lnTo>
                <a:lnTo>
                  <a:pt x="1344" y="730"/>
                </a:lnTo>
                <a:lnTo>
                  <a:pt x="1342" y="768"/>
                </a:lnTo>
                <a:lnTo>
                  <a:pt x="1336" y="804"/>
                </a:lnTo>
                <a:lnTo>
                  <a:pt x="1328" y="842"/>
                </a:lnTo>
                <a:lnTo>
                  <a:pt x="1318" y="878"/>
                </a:lnTo>
                <a:lnTo>
                  <a:pt x="1306" y="912"/>
                </a:lnTo>
                <a:lnTo>
                  <a:pt x="1294" y="946"/>
                </a:lnTo>
                <a:lnTo>
                  <a:pt x="1278" y="980"/>
                </a:lnTo>
                <a:lnTo>
                  <a:pt x="1278" y="980"/>
                </a:lnTo>
                <a:close/>
              </a:path>
            </a:pathLst>
          </a:custGeom>
          <a:solidFill>
            <a:srgbClr val="FFFFFF"/>
          </a:solidFill>
          <a:ln w="9525">
            <a:noFill/>
            <a:round/>
          </a:ln>
          <a:effectLst>
            <a:outerShdw blurRad="508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2400">
              <a:cs typeface="+mn-ea"/>
              <a:sym typeface="+mn-lt"/>
            </a:endParaRPr>
          </a:p>
        </p:txBody>
      </p:sp>
      <p:sp>
        <p:nvSpPr>
          <p:cNvPr id="55" name="椭圆 54"/>
          <p:cNvSpPr/>
          <p:nvPr/>
        </p:nvSpPr>
        <p:spPr>
          <a:xfrm>
            <a:off x="6600767"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7946463" y="2266712"/>
            <a:ext cx="1162288" cy="1162288"/>
          </a:xfrm>
          <a:prstGeom prst="ellipse">
            <a:avLst/>
          </a:prstGeom>
          <a:noFill/>
          <a:ln w="38100">
            <a:solidFill>
              <a:srgbClr val="A70C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7946463" y="2340024"/>
            <a:ext cx="1153886" cy="1015663"/>
          </a:xfrm>
          <a:prstGeom prst="rect">
            <a:avLst/>
          </a:prstGeom>
          <a:noFill/>
        </p:spPr>
        <p:txBody>
          <a:bodyPr wrap="square" rtlCol="0">
            <a:spAutoFit/>
          </a:bodyPr>
          <a:lstStyle/>
          <a:p>
            <a:pPr algn="ctr"/>
            <a:r>
              <a:rPr lang="en-US" altLang="zh-CN" sz="6000" dirty="0">
                <a:ln w="28575">
                  <a:noFill/>
                </a:ln>
                <a:solidFill>
                  <a:srgbClr val="BB0E1F"/>
                </a:solidFill>
                <a:latin typeface="微软雅黑" panose="020B0503020204020204" pitchFamily="34" charset="-122"/>
                <a:ea typeface="微软雅黑" panose="020B0503020204020204" pitchFamily="34" charset="-122"/>
              </a:rPr>
              <a:t>01</a:t>
            </a:r>
            <a:endParaRPr lang="zh-CN" altLang="en-US" sz="6000" dirty="0">
              <a:ln w="28575">
                <a:noFill/>
              </a:ln>
              <a:solidFill>
                <a:srgbClr val="0070C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6047643" y="3595983"/>
            <a:ext cx="4959929" cy="461665"/>
          </a:xfrm>
          <a:prstGeom prst="rect">
            <a:avLst/>
          </a:prstGeom>
          <a:noFill/>
        </p:spPr>
        <p:txBody>
          <a:bodyPr wrap="square" rtlCol="0">
            <a:spAutoFit/>
          </a:bodyPr>
          <a:lstStyle/>
          <a:p>
            <a:pPr algn="ctr"/>
            <a:r>
              <a:rPr lang="zh-CN" altLang="en-US" sz="2400" b="1" dirty="0">
                <a:solidFill>
                  <a:srgbClr val="A70C1B"/>
                </a:solidFill>
                <a:latin typeface="微软雅黑" panose="020B0503020204020204" pitchFamily="34" charset="-122"/>
                <a:ea typeface="微软雅黑" panose="020B0503020204020204" pitchFamily="34" charset="-122"/>
              </a:rPr>
              <a:t>选题的背景与意义</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CFCCFF0-5B16-549D-9DE1-95058CD07F7F}"/>
              </a:ext>
            </a:extLst>
          </p:cNvPr>
          <p:cNvSpPr txBox="1"/>
          <p:nvPr/>
        </p:nvSpPr>
        <p:spPr>
          <a:xfrm>
            <a:off x="6016554" y="4013631"/>
            <a:ext cx="5022106" cy="369332"/>
          </a:xfrm>
          <a:prstGeom prst="snip1Rect">
            <a:avLst>
              <a:gd name="adj" fmla="val 0"/>
            </a:avLst>
          </a:prstGeom>
          <a:noFill/>
          <a:ln w="28575">
            <a:noFill/>
          </a:ln>
        </p:spPr>
        <p:txBody>
          <a:bodyPr wrap="square" rtlCol="0">
            <a:spAutoFit/>
          </a:bodyPr>
          <a:lstStyle/>
          <a:p>
            <a:pPr algn="ctr"/>
            <a:r>
              <a:rPr lang="en-US" altLang="zh-CN" dirty="0">
                <a:solidFill>
                  <a:srgbClr val="BB0E1F"/>
                </a:solidFill>
                <a:latin typeface="Arial" panose="020B0604020202020204" pitchFamily="34" charset="0"/>
                <a:ea typeface="华文仿宋" panose="02010600040101010101" pitchFamily="2" charset="-122"/>
                <a:cs typeface="Arial" panose="020B0604020202020204" pitchFamily="34" charset="0"/>
              </a:rPr>
              <a:t>Background and significance</a:t>
            </a:r>
            <a:endParaRPr lang="zh-CN" altLang="en-US" dirty="0">
              <a:solidFill>
                <a:srgbClr val="0070C0"/>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4" name="矩形 33"/>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
          <p:cNvSpPr/>
          <p:nvPr/>
        </p:nvSpPr>
        <p:spPr>
          <a:xfrm>
            <a:off x="7308689" y="2653752"/>
            <a:ext cx="108012" cy="2808312"/>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3"/>
          <p:cNvSpPr/>
          <p:nvPr/>
        </p:nvSpPr>
        <p:spPr>
          <a:xfrm rot="5400000">
            <a:off x="8478819" y="4219926"/>
            <a:ext cx="108012" cy="2376264"/>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5"/>
          <p:cNvSpPr/>
          <p:nvPr/>
        </p:nvSpPr>
        <p:spPr>
          <a:xfrm>
            <a:off x="6317843" y="3641089"/>
            <a:ext cx="108012" cy="1656184"/>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6"/>
          <p:cNvSpPr/>
          <p:nvPr/>
        </p:nvSpPr>
        <p:spPr>
          <a:xfrm rot="5400000">
            <a:off x="5543757" y="2794995"/>
            <a:ext cx="108012" cy="1656184"/>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1307472" y="1712279"/>
            <a:ext cx="5118383"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52" name="TextBox 38"/>
          <p:cNvSpPr txBox="1"/>
          <p:nvPr/>
        </p:nvSpPr>
        <p:spPr>
          <a:xfrm>
            <a:off x="1385985" y="2609176"/>
            <a:ext cx="4972552"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a:t>
            </a:r>
          </a:p>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3" name="Picture 52" descr="118-苏州大学-img6.jpg"/>
          <p:cNvPicPr>
            <a:picLocks noChangeAspect="1"/>
          </p:cNvPicPr>
          <p:nvPr/>
        </p:nvPicPr>
        <p:blipFill>
          <a:blip r:embed="rId4"/>
          <a:stretch>
            <a:fillRect/>
          </a:stretch>
        </p:blipFill>
        <p:spPr>
          <a:xfrm>
            <a:off x="1844040" y="3839582"/>
            <a:ext cx="4181578" cy="2613486"/>
          </a:xfrm>
          <a:prstGeom prst="rect">
            <a:avLst/>
          </a:prstGeom>
        </p:spPr>
      </p:pic>
      <p:pic>
        <p:nvPicPr>
          <p:cNvPr id="54" name="Picture 53" descr="118-苏州大学-img4.jpg"/>
          <p:cNvPicPr>
            <a:picLocks noChangeAspect="1"/>
          </p:cNvPicPr>
          <p:nvPr/>
        </p:nvPicPr>
        <p:blipFill>
          <a:blip r:embed="rId5"/>
          <a:stretch>
            <a:fillRect/>
          </a:stretch>
        </p:blipFill>
        <p:spPr>
          <a:xfrm>
            <a:off x="7708926" y="2978343"/>
            <a:ext cx="3281791" cy="2051119"/>
          </a:xfrm>
          <a:prstGeom prst="rect">
            <a:avLst/>
          </a:prstGeom>
        </p:spPr>
      </p:pic>
      <p:pic>
        <p:nvPicPr>
          <p:cNvPr id="55" name="Picture 54" descr="118-苏州大学-logo.png"/>
          <p:cNvPicPr>
            <a:picLocks noChangeAspect="1"/>
          </p:cNvPicPr>
          <p:nvPr/>
        </p:nvPicPr>
        <p:blipFill>
          <a:blip r:embed="rId6"/>
          <a:stretch>
            <a:fillRect/>
          </a:stretch>
        </p:blipFill>
        <p:spPr>
          <a:xfrm>
            <a:off x="11140812" y="571507"/>
            <a:ext cx="564061" cy="5640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6" name="Rectangle 12_3"/>
          <p:cNvSpPr/>
          <p:nvPr/>
        </p:nvSpPr>
        <p:spPr>
          <a:xfrm>
            <a:off x="4785125" y="5016113"/>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_4"/>
          <p:cNvSpPr/>
          <p:nvPr/>
        </p:nvSpPr>
        <p:spPr>
          <a:xfrm rot="5400000">
            <a:off x="3739230" y="2998698"/>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2"/>
          <p:cNvSpPr/>
          <p:nvPr/>
        </p:nvSpPr>
        <p:spPr>
          <a:xfrm rot="10800000">
            <a:off x="5743791" y="1944088"/>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_6"/>
          <p:cNvSpPr/>
          <p:nvPr/>
        </p:nvSpPr>
        <p:spPr>
          <a:xfrm rot="16200000">
            <a:off x="6835172" y="3974383"/>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7_7"/>
          <p:cNvSpPr/>
          <p:nvPr/>
        </p:nvSpPr>
        <p:spPr>
          <a:xfrm>
            <a:off x="4091970" y="1755823"/>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E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2"/>
          <p:cNvSpPr txBox="1"/>
          <p:nvPr/>
        </p:nvSpPr>
        <p:spPr>
          <a:xfrm>
            <a:off x="4425773" y="2093872"/>
            <a:ext cx="144281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4" name="Right Arrow 7"/>
          <p:cNvSpPr/>
          <p:nvPr/>
        </p:nvSpPr>
        <p:spPr>
          <a:xfrm rot="5400000">
            <a:off x="6468891" y="2461195"/>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E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3"/>
          <p:cNvSpPr txBox="1"/>
          <p:nvPr/>
        </p:nvSpPr>
        <p:spPr>
          <a:xfrm rot="5400000">
            <a:off x="6799833" y="2892069"/>
            <a:ext cx="1441157"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7" name="Right Arrow 7_11"/>
          <p:cNvSpPr/>
          <p:nvPr/>
        </p:nvSpPr>
        <p:spPr>
          <a:xfrm rot="10800000">
            <a:off x="5780563" y="4831242"/>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E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4"/>
          <p:cNvSpPr txBox="1"/>
          <p:nvPr/>
        </p:nvSpPr>
        <p:spPr>
          <a:xfrm>
            <a:off x="5966637" y="5175991"/>
            <a:ext cx="159874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0" name="Right Arrow 7_13"/>
          <p:cNvSpPr/>
          <p:nvPr/>
        </p:nvSpPr>
        <p:spPr>
          <a:xfrm rot="16200000">
            <a:off x="3390763" y="4125870"/>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E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15"/>
          <p:cNvSpPr txBox="1"/>
          <p:nvPr/>
        </p:nvSpPr>
        <p:spPr>
          <a:xfrm rot="16200000">
            <a:off x="3614760" y="4289940"/>
            <a:ext cx="1644900"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8320825" y="2262637"/>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6" name="文本框 35"/>
          <p:cNvSpPr txBox="1"/>
          <p:nvPr/>
        </p:nvSpPr>
        <p:spPr>
          <a:xfrm>
            <a:off x="8334272" y="1953939"/>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7" name="文本框 36"/>
          <p:cNvSpPr txBox="1"/>
          <p:nvPr/>
        </p:nvSpPr>
        <p:spPr>
          <a:xfrm>
            <a:off x="8320825" y="4703523"/>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8" name="文本框 37"/>
          <p:cNvSpPr txBox="1"/>
          <p:nvPr/>
        </p:nvSpPr>
        <p:spPr>
          <a:xfrm>
            <a:off x="8334272" y="4394825"/>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9" name="文本框 38"/>
          <p:cNvSpPr txBox="1"/>
          <p:nvPr/>
        </p:nvSpPr>
        <p:spPr>
          <a:xfrm>
            <a:off x="642888" y="2262637"/>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0" name="文本框 39"/>
          <p:cNvSpPr txBox="1"/>
          <p:nvPr/>
        </p:nvSpPr>
        <p:spPr>
          <a:xfrm>
            <a:off x="2439478" y="1953939"/>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1" name="文本框 40"/>
          <p:cNvSpPr txBox="1"/>
          <p:nvPr/>
        </p:nvSpPr>
        <p:spPr>
          <a:xfrm>
            <a:off x="642888" y="4703523"/>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2" name="文本框 41"/>
          <p:cNvSpPr txBox="1"/>
          <p:nvPr/>
        </p:nvSpPr>
        <p:spPr>
          <a:xfrm>
            <a:off x="2439478" y="4394825"/>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pic>
        <p:nvPicPr>
          <p:cNvPr id="43" name="Picture 42"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00767"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46463" y="2266712"/>
            <a:ext cx="1162288" cy="1162288"/>
          </a:xfrm>
          <a:prstGeom prst="ellipse">
            <a:avLst/>
          </a:prstGeom>
          <a:noFill/>
          <a:ln w="38100">
            <a:solidFill>
              <a:srgbClr val="BB0E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3BB7A8"/>
              </a:solidFill>
            </a:endParaRPr>
          </a:p>
        </p:txBody>
      </p:sp>
      <p:sp>
        <p:nvSpPr>
          <p:cNvPr id="15" name="文本框 14"/>
          <p:cNvSpPr txBox="1"/>
          <p:nvPr/>
        </p:nvSpPr>
        <p:spPr>
          <a:xfrm>
            <a:off x="7946463" y="2340024"/>
            <a:ext cx="1153886" cy="1015663"/>
          </a:xfrm>
          <a:prstGeom prst="rect">
            <a:avLst/>
          </a:prstGeom>
          <a:noFill/>
        </p:spPr>
        <p:txBody>
          <a:bodyPr wrap="square" rtlCol="0">
            <a:spAutoFit/>
          </a:bodyPr>
          <a:lstStyle/>
          <a:p>
            <a:pPr algn="ctr"/>
            <a:r>
              <a:rPr lang="en-US" altLang="zh-CN" sz="6000" dirty="0">
                <a:ln w="28575">
                  <a:noFill/>
                </a:ln>
                <a:solidFill>
                  <a:srgbClr val="BB0E1F"/>
                </a:solidFill>
                <a:latin typeface="微软雅黑" panose="020B0503020204020204" pitchFamily="34" charset="-122"/>
                <a:ea typeface="微软雅黑" panose="020B0503020204020204" pitchFamily="34" charset="-122"/>
              </a:rPr>
              <a:t>02</a:t>
            </a:r>
            <a:endParaRPr lang="zh-CN" altLang="en-US" sz="6000" dirty="0">
              <a:ln w="28575">
                <a:noFill/>
              </a:ln>
              <a:solidFill>
                <a:srgbClr val="0070C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047643" y="3595983"/>
            <a:ext cx="4959929" cy="461665"/>
          </a:xfrm>
          <a:prstGeom prst="rect">
            <a:avLst/>
          </a:prstGeom>
          <a:noFill/>
        </p:spPr>
        <p:txBody>
          <a:bodyPr wrap="square" rtlCol="0">
            <a:spAutoFit/>
          </a:bodyPr>
          <a:lstStyle/>
          <a:p>
            <a:pPr algn="ctr"/>
            <a:r>
              <a:rPr lang="zh-CN" altLang="en-US" sz="2400" b="1" dirty="0">
                <a:solidFill>
                  <a:srgbClr val="BB0E1F"/>
                </a:solidFill>
                <a:latin typeface="微软雅黑" panose="020B0503020204020204" pitchFamily="34" charset="-122"/>
                <a:ea typeface="微软雅黑" panose="020B0503020204020204" pitchFamily="34" charset="-122"/>
              </a:rPr>
              <a:t>课题研究的思路与方法</a:t>
            </a:r>
            <a:endParaRPr lang="en-US" altLang="zh-CN" sz="2400" b="1" dirty="0">
              <a:solidFill>
                <a:srgbClr val="0070C0"/>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016554" y="4013631"/>
            <a:ext cx="5022106" cy="369332"/>
          </a:xfrm>
          <a:prstGeom prst="snip1Rect">
            <a:avLst>
              <a:gd name="adj" fmla="val 0"/>
            </a:avLst>
          </a:prstGeom>
          <a:noFill/>
          <a:ln w="28575">
            <a:noFill/>
          </a:ln>
        </p:spPr>
        <p:txBody>
          <a:bodyPr wrap="square" rtlCol="0">
            <a:spAutoFit/>
          </a:bodyPr>
          <a:lstStyle/>
          <a:p>
            <a:pPr algn="ctr"/>
            <a:r>
              <a:rPr lang="en-US" altLang="zh-CN" dirty="0">
                <a:solidFill>
                  <a:srgbClr val="BB0E1F"/>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0070C0"/>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3" name="梯形 2"/>
          <p:cNvSpPr/>
          <p:nvPr/>
        </p:nvSpPr>
        <p:spPr>
          <a:xfrm rot="9515397">
            <a:off x="9899734" y="4743143"/>
            <a:ext cx="432687" cy="299750"/>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E1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3" name="梯形 2"/>
          <p:cNvSpPr/>
          <p:nvPr/>
        </p:nvSpPr>
        <p:spPr>
          <a:xfrm rot="12193735">
            <a:off x="8759044" y="4756157"/>
            <a:ext cx="546588" cy="378658"/>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E1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4" name="梯形 2"/>
          <p:cNvSpPr/>
          <p:nvPr/>
        </p:nvSpPr>
        <p:spPr>
          <a:xfrm rot="15420804">
            <a:off x="7612131" y="3704783"/>
            <a:ext cx="883373" cy="611973"/>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E1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5" name="梯形 2"/>
          <p:cNvSpPr/>
          <p:nvPr/>
        </p:nvSpPr>
        <p:spPr>
          <a:xfrm rot="18285329">
            <a:off x="8015076" y="2536518"/>
            <a:ext cx="675747" cy="468136"/>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E1F"/>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7" name="椭圆 24"/>
          <p:cNvSpPr/>
          <p:nvPr/>
        </p:nvSpPr>
        <p:spPr>
          <a:xfrm>
            <a:off x="8221917" y="2327739"/>
            <a:ext cx="2601857" cy="2601856"/>
          </a:xfrm>
          <a:prstGeom prst="ellipse">
            <a:avLst/>
          </a:prstGeom>
          <a:solidFill>
            <a:srgbClr val="A70C1B"/>
          </a:solidFill>
          <a:ln w="25400" cap="flat" cmpd="sng" algn="ctr">
            <a:noFill/>
            <a:prstDash val="solid"/>
          </a:ln>
          <a:effectLst>
            <a:innerShdw blurRad="114300">
              <a:prstClr val="black"/>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8" name="椭圆 25"/>
          <p:cNvSpPr/>
          <p:nvPr/>
        </p:nvSpPr>
        <p:spPr>
          <a:xfrm>
            <a:off x="8352999" y="2458821"/>
            <a:ext cx="2339691" cy="2339690"/>
          </a:xfrm>
          <a:prstGeom prst="ellipse">
            <a:avLst/>
          </a:prstGeom>
          <a:gradFill flip="none" rotWithShape="1">
            <a:gsLst>
              <a:gs pos="0">
                <a:sysClr val="window" lastClr="FFFFFF"/>
              </a:gs>
              <a:gs pos="100000">
                <a:schemeClr val="bg1">
                  <a:lumMod val="75000"/>
                </a:schemeClr>
              </a:gs>
            </a:gsLst>
            <a:path path="circle">
              <a:fillToRect l="50000" t="50000" r="50000" b="50000"/>
            </a:path>
            <a:tileRect/>
          </a:gradFill>
          <a:ln w="25400" cap="flat" cmpd="sng" algn="ctr">
            <a:solidFill>
              <a:sysClr val="window" lastClr="FFFFFF"/>
            </a:solidFill>
            <a:prstDash val="solid"/>
          </a:ln>
          <a:effectLst>
            <a:outerShdw blurRad="50800" dist="889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9" name="TextBox 12"/>
          <p:cNvSpPr txBox="1"/>
          <p:nvPr/>
        </p:nvSpPr>
        <p:spPr>
          <a:xfrm>
            <a:off x="8849346" y="3630135"/>
            <a:ext cx="1383564" cy="487562"/>
          </a:xfrm>
          <a:prstGeom prst="rect">
            <a:avLst/>
          </a:prstGeom>
          <a:noFill/>
        </p:spPr>
        <p:txBody>
          <a:bodyPr wrap="none" rtlCol="0">
            <a:spAutoFit/>
          </a:bodyPr>
          <a:lstStyle/>
          <a:p>
            <a:pPr algn="ctr"/>
            <a:r>
              <a:rPr lang="en-US" sz="3200" b="1" dirty="0">
                <a:solidFill>
                  <a:schemeClr val="tx1">
                    <a:lumMod val="75000"/>
                    <a:lumOff val="25000"/>
                  </a:schemeClr>
                </a:solidFill>
              </a:rPr>
              <a:t>Add title</a:t>
            </a:r>
            <a:endParaRPr lang="en-GB" sz="3200" b="1" dirty="0">
              <a:solidFill>
                <a:schemeClr val="tx1">
                  <a:lumMod val="75000"/>
                  <a:lumOff val="25000"/>
                </a:schemeClr>
              </a:solidFill>
            </a:endParaRPr>
          </a:p>
        </p:txBody>
      </p:sp>
      <p:grpSp>
        <p:nvGrpSpPr>
          <p:cNvPr id="50" name="组合 39"/>
          <p:cNvGrpSpPr/>
          <p:nvPr/>
        </p:nvGrpSpPr>
        <p:grpSpPr>
          <a:xfrm>
            <a:off x="9213974" y="2956605"/>
            <a:ext cx="654304" cy="597329"/>
            <a:chOff x="4121150" y="192088"/>
            <a:chExt cx="752475" cy="755650"/>
          </a:xfrm>
          <a:solidFill>
            <a:schemeClr val="tx1">
              <a:lumMod val="75000"/>
              <a:lumOff val="25000"/>
            </a:schemeClr>
          </a:solidFill>
        </p:grpSpPr>
        <p:sp>
          <p:nvSpPr>
            <p:cNvPr id="51" name="Freeform 50"/>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51"/>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2"/>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3"/>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4"/>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5"/>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6"/>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9" name="椭圆 26"/>
          <p:cNvSpPr/>
          <p:nvPr/>
        </p:nvSpPr>
        <p:spPr>
          <a:xfrm>
            <a:off x="7172534" y="1715538"/>
            <a:ext cx="1169845" cy="1169845"/>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0" name="TextBox 21"/>
          <p:cNvSpPr txBox="1"/>
          <p:nvPr/>
        </p:nvSpPr>
        <p:spPr>
          <a:xfrm>
            <a:off x="7511187" y="2300461"/>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grpSp>
        <p:nvGrpSpPr>
          <p:cNvPr id="61" name="Group 25"/>
          <p:cNvGrpSpPr/>
          <p:nvPr/>
        </p:nvGrpSpPr>
        <p:grpSpPr>
          <a:xfrm>
            <a:off x="7603348" y="1939496"/>
            <a:ext cx="308216" cy="288755"/>
            <a:chOff x="5368132" y="3540125"/>
            <a:chExt cx="465138" cy="435769"/>
          </a:xfrm>
        </p:grpSpPr>
        <p:sp>
          <p:nvSpPr>
            <p:cNvPr id="62"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63"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4" name="Group 36"/>
          <p:cNvGrpSpPr/>
          <p:nvPr/>
        </p:nvGrpSpPr>
        <p:grpSpPr>
          <a:xfrm>
            <a:off x="6304178" y="3351622"/>
            <a:ext cx="1656243" cy="1656243"/>
            <a:chOff x="4504115" y="2715244"/>
            <a:chExt cx="2499486" cy="2499486"/>
          </a:xfrm>
        </p:grpSpPr>
        <p:sp>
          <p:nvSpPr>
            <p:cNvPr id="65" name="椭圆 27"/>
            <p:cNvSpPr/>
            <p:nvPr/>
          </p:nvSpPr>
          <p:spPr>
            <a:xfrm>
              <a:off x="4504115" y="2715244"/>
              <a:ext cx="2499486" cy="249948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152400" dist="889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7" name="AutoShape 112"/>
            <p:cNvSpPr/>
            <p:nvPr/>
          </p:nvSpPr>
          <p:spPr bwMode="auto">
            <a:xfrm>
              <a:off x="5505555" y="3237890"/>
              <a:ext cx="618042" cy="681009"/>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8" name="Group 37"/>
          <p:cNvGrpSpPr/>
          <p:nvPr/>
        </p:nvGrpSpPr>
        <p:grpSpPr>
          <a:xfrm>
            <a:off x="8335830" y="4997731"/>
            <a:ext cx="924851" cy="924851"/>
            <a:chOff x="7570142" y="5199436"/>
            <a:chExt cx="1395721" cy="1395721"/>
          </a:xfrm>
        </p:grpSpPr>
        <p:sp>
          <p:nvSpPr>
            <p:cNvPr id="69" name="椭圆 28"/>
            <p:cNvSpPr/>
            <p:nvPr/>
          </p:nvSpPr>
          <p:spPr>
            <a:xfrm>
              <a:off x="7570142" y="5199436"/>
              <a:ext cx="1395721" cy="1395721"/>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0" name="TextBox 23"/>
            <p:cNvSpPr txBox="1"/>
            <p:nvPr/>
          </p:nvSpPr>
          <p:spPr>
            <a:xfrm>
              <a:off x="7922878" y="5947330"/>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1" name="AutoShape 4"/>
            <p:cNvSpPr/>
            <p:nvPr/>
          </p:nvSpPr>
          <p:spPr bwMode="auto">
            <a:xfrm>
              <a:off x="8043369" y="5488293"/>
              <a:ext cx="449263" cy="4508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72" name="Group 38"/>
          <p:cNvGrpSpPr/>
          <p:nvPr/>
        </p:nvGrpSpPr>
        <p:grpSpPr>
          <a:xfrm>
            <a:off x="9949520" y="4905826"/>
            <a:ext cx="677765" cy="677765"/>
            <a:chOff x="10005412" y="5060740"/>
            <a:chExt cx="1022836" cy="1022836"/>
          </a:xfrm>
        </p:grpSpPr>
        <p:sp>
          <p:nvSpPr>
            <p:cNvPr id="73" name="椭圆 29"/>
            <p:cNvSpPr/>
            <p:nvPr/>
          </p:nvSpPr>
          <p:spPr>
            <a:xfrm>
              <a:off x="10005412" y="5060740"/>
              <a:ext cx="1022836" cy="102283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4" name="TextBox 24"/>
            <p:cNvSpPr txBox="1"/>
            <p:nvPr/>
          </p:nvSpPr>
          <p:spPr>
            <a:xfrm>
              <a:off x="10183244" y="5572159"/>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5" name="AutoShape 29"/>
            <p:cNvSpPr/>
            <p:nvPr/>
          </p:nvSpPr>
          <p:spPr bwMode="auto">
            <a:xfrm>
              <a:off x="10324952" y="5256234"/>
              <a:ext cx="383755" cy="347676"/>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78" name="TextBox 21"/>
          <p:cNvSpPr txBox="1"/>
          <p:nvPr/>
        </p:nvSpPr>
        <p:spPr>
          <a:xfrm>
            <a:off x="6925700" y="4288019"/>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sp>
        <p:nvSpPr>
          <p:cNvPr id="79" name="文本框 78"/>
          <p:cNvSpPr txBox="1"/>
          <p:nvPr/>
        </p:nvSpPr>
        <p:spPr>
          <a:xfrm>
            <a:off x="1407936"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80" name="文本框 79"/>
          <p:cNvSpPr txBox="1"/>
          <p:nvPr/>
        </p:nvSpPr>
        <p:spPr>
          <a:xfrm>
            <a:off x="1435125"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1" name="TextBox 38"/>
          <p:cNvSpPr txBox="1"/>
          <p:nvPr/>
        </p:nvSpPr>
        <p:spPr>
          <a:xfrm>
            <a:off x="1494726" y="3604446"/>
            <a:ext cx="3231585"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a:t>
            </a:r>
          </a:p>
          <a:p>
            <a:pPr algn="just"/>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82" name="文本框 81"/>
          <p:cNvSpPr txBox="1"/>
          <p:nvPr/>
        </p:nvSpPr>
        <p:spPr>
          <a:xfrm>
            <a:off x="1407936"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83" name="Picture 82"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58" name="空心弧 44"/>
          <p:cNvSpPr/>
          <p:nvPr/>
        </p:nvSpPr>
        <p:spPr>
          <a:xfrm rot="11968239">
            <a:off x="1960075" y="1092923"/>
            <a:ext cx="4929121" cy="4929121"/>
          </a:xfrm>
          <a:prstGeom prst="blockArc">
            <a:avLst>
              <a:gd name="adj1" fmla="val 5692214"/>
              <a:gd name="adj2" fmla="val 21588400"/>
              <a:gd name="adj3" fmla="val 751"/>
            </a:avLst>
          </a:prstGeom>
          <a:solidFill>
            <a:srgbClr val="A70C1B"/>
          </a:solidFill>
          <a:ln w="25400" cap="flat" cmpd="sng" algn="ctr">
            <a:solidFill>
              <a:srgbClr val="A70C1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66" name="空心弧 45"/>
          <p:cNvSpPr/>
          <p:nvPr/>
        </p:nvSpPr>
        <p:spPr>
          <a:xfrm rot="483470">
            <a:off x="2729500" y="1850788"/>
            <a:ext cx="3513111" cy="3513111"/>
          </a:xfrm>
          <a:prstGeom prst="blockArc">
            <a:avLst>
              <a:gd name="adj1" fmla="val 5692214"/>
              <a:gd name="adj2" fmla="val 42522"/>
              <a:gd name="adj3" fmla="val 1111"/>
            </a:avLst>
          </a:prstGeom>
          <a:solidFill>
            <a:srgbClr val="A70C1B"/>
          </a:solidFill>
          <a:ln w="25400" cap="flat" cmpd="sng" algn="ctr">
            <a:solidFill>
              <a:srgbClr val="A70C1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grpSp>
        <p:nvGrpSpPr>
          <p:cNvPr id="77" name="Group 9"/>
          <p:cNvGrpSpPr/>
          <p:nvPr/>
        </p:nvGrpSpPr>
        <p:grpSpPr>
          <a:xfrm>
            <a:off x="2937882" y="2059170"/>
            <a:ext cx="3096344" cy="3096344"/>
            <a:chOff x="2937882" y="1991659"/>
            <a:chExt cx="3096344" cy="3096344"/>
          </a:xfrm>
        </p:grpSpPr>
        <p:sp>
          <p:nvSpPr>
            <p:cNvPr id="83" name="椭圆 46"/>
            <p:cNvSpPr/>
            <p:nvPr/>
          </p:nvSpPr>
          <p:spPr>
            <a:xfrm>
              <a:off x="2937882" y="1991659"/>
              <a:ext cx="3096344" cy="3096344"/>
            </a:xfrm>
            <a:prstGeom prst="ellipse">
              <a:avLst/>
            </a:prstGeom>
            <a:solidFill>
              <a:srgbClr val="6B0811"/>
            </a:solidFill>
            <a:ln w="25400" cap="flat" cmpd="sng" algn="ctr">
              <a:noFill/>
              <a:prstDash val="solid"/>
            </a:ln>
            <a:effectLst>
              <a:innerShdw blurRad="101600">
                <a:prstClr val="black"/>
              </a:innerShdw>
            </a:effectLst>
          </p:spPr>
          <p:txBody>
            <a:bodyPr rtlCol="0" anchor="ctr"/>
            <a:lstStyle/>
            <a:p>
              <a:pPr algn="ctr">
                <a:defRPr/>
              </a:pPr>
              <a:endParaRPr lang="zh-CN" altLang="en-US" kern="0" dirty="0">
                <a:solidFill>
                  <a:sysClr val="window" lastClr="FFFFFF"/>
                </a:solidFill>
                <a:latin typeface="Calibri" panose="020F0502020204030204"/>
                <a:ea typeface="宋体" panose="02010600030101010101" pitchFamily="2" charset="-122"/>
              </a:endParaRPr>
            </a:p>
          </p:txBody>
        </p:sp>
        <p:sp>
          <p:nvSpPr>
            <p:cNvPr id="84" name="椭圆 47"/>
            <p:cNvSpPr/>
            <p:nvPr/>
          </p:nvSpPr>
          <p:spPr>
            <a:xfrm>
              <a:off x="3077235" y="2116946"/>
              <a:ext cx="2808312" cy="2808312"/>
            </a:xfrm>
            <a:prstGeom prst="ellipse">
              <a:avLst/>
            </a:prstGeom>
            <a:solidFill>
              <a:schemeClr val="bg1">
                <a:lumMod val="85000"/>
              </a:schemeClr>
            </a:solidFill>
            <a:ln w="25400" cap="flat" cmpd="sng" algn="ctr">
              <a:noFill/>
              <a:prstDash val="solid"/>
            </a:ln>
            <a:effectLst>
              <a:outerShdw blurRad="177800" dist="38100" dir="5400000" algn="t" rotWithShape="0">
                <a:prstClr val="black">
                  <a:alpha val="76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5" name="椭圆 48"/>
            <p:cNvSpPr/>
            <p:nvPr/>
          </p:nvSpPr>
          <p:spPr>
            <a:xfrm>
              <a:off x="3342326" y="2398025"/>
              <a:ext cx="2287482" cy="2287482"/>
            </a:xfrm>
            <a:prstGeom prst="ellipse">
              <a:avLst/>
            </a:prstGeom>
            <a:gradFill flip="none" rotWithShape="1">
              <a:gsLst>
                <a:gs pos="39000">
                  <a:sysClr val="window" lastClr="FFFFFF"/>
                </a:gs>
                <a:gs pos="100000">
                  <a:sysClr val="windowText" lastClr="000000">
                    <a:lumMod val="75000"/>
                    <a:lumOff val="25000"/>
                  </a:sysClr>
                </a:gs>
              </a:gsLst>
              <a:lin ang="16200000" scaled="1"/>
              <a:tileRect/>
            </a:gra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6" name="椭圆 49"/>
            <p:cNvSpPr/>
            <p:nvPr/>
          </p:nvSpPr>
          <p:spPr>
            <a:xfrm>
              <a:off x="3410623" y="2446889"/>
              <a:ext cx="2160240" cy="2160240"/>
            </a:xfrm>
            <a:prstGeom prst="ellipse">
              <a:avLst/>
            </a:prstGeom>
            <a:solidFill>
              <a:sysClr val="window" lastClr="FFFFFF">
                <a:lumMod val="85000"/>
              </a:sysClr>
            </a:solidFill>
            <a:ln w="25400" cap="flat" cmpd="sng" algn="ctr">
              <a:noFill/>
              <a:prstDash val="solid"/>
            </a:ln>
            <a:effectLst>
              <a:outerShdw blurRad="50800" dist="38100" dir="5400000" algn="t" rotWithShape="0">
                <a:prstClr val="black">
                  <a:alpha val="67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7" name="TextBox 36"/>
            <p:cNvSpPr txBox="1"/>
            <p:nvPr/>
          </p:nvSpPr>
          <p:spPr>
            <a:xfrm>
              <a:off x="3140607" y="3796411"/>
              <a:ext cx="2712666" cy="400110"/>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100000"/>
                </a:lnSpc>
                <a:defRPr/>
              </a:pPr>
              <a:r>
                <a:rPr lang="en-US" altLang="zh-CN" sz="2000" kern="0" dirty="0">
                  <a:solidFill>
                    <a:sysClr val="windowText" lastClr="000000">
                      <a:lumMod val="85000"/>
                      <a:lumOff val="15000"/>
                    </a:sysClr>
                  </a:solidFill>
                  <a:latin typeface="+mn-lt"/>
                </a:rPr>
                <a:t>Add title</a:t>
              </a:r>
              <a:endParaRPr lang="zh-CN" altLang="en-US" sz="2000" kern="0" dirty="0">
                <a:solidFill>
                  <a:sysClr val="windowText" lastClr="000000">
                    <a:lumMod val="85000"/>
                    <a:lumOff val="15000"/>
                  </a:sysClr>
                </a:solidFill>
                <a:latin typeface="+mn-lt"/>
              </a:endParaRPr>
            </a:p>
          </p:txBody>
        </p:sp>
        <p:grpSp>
          <p:nvGrpSpPr>
            <p:cNvPr id="88" name="组合 39"/>
            <p:cNvGrpSpPr/>
            <p:nvPr/>
          </p:nvGrpSpPr>
          <p:grpSpPr>
            <a:xfrm>
              <a:off x="3987676" y="2812434"/>
              <a:ext cx="987429" cy="901448"/>
              <a:chOff x="4121150" y="192088"/>
              <a:chExt cx="752475" cy="755650"/>
            </a:xfrm>
            <a:solidFill>
              <a:schemeClr val="tx1">
                <a:lumMod val="75000"/>
                <a:lumOff val="25000"/>
              </a:schemeClr>
            </a:solidFill>
          </p:grpSpPr>
          <p:sp>
            <p:nvSpPr>
              <p:cNvPr id="89" name="Freeform 50"/>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1"/>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2"/>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3"/>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4"/>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5"/>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6"/>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97" name="同心圆 52"/>
          <p:cNvSpPr/>
          <p:nvPr/>
        </p:nvSpPr>
        <p:spPr>
          <a:xfrm>
            <a:off x="5633704" y="1355902"/>
            <a:ext cx="1013711" cy="1013711"/>
          </a:xfrm>
          <a:prstGeom prst="donut">
            <a:avLst>
              <a:gd name="adj" fmla="val 3142"/>
            </a:avLst>
          </a:prstGeom>
          <a:solidFill>
            <a:schemeClr val="accent6"/>
          </a:solidFill>
          <a:ln w="25400" cap="flat" cmpd="sng" algn="ctr">
            <a:solidFill>
              <a:srgbClr val="A70C1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98" name="椭圆 54"/>
          <p:cNvSpPr/>
          <p:nvPr/>
        </p:nvSpPr>
        <p:spPr>
          <a:xfrm>
            <a:off x="5878808" y="1618448"/>
            <a:ext cx="525778" cy="525778"/>
          </a:xfrm>
          <a:prstGeom prst="ellipse">
            <a:avLst/>
          </a:prstGeom>
          <a:solidFill>
            <a:srgbClr val="A70C1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99" name="TextBox 53"/>
          <p:cNvSpPr txBox="1"/>
          <p:nvPr/>
        </p:nvSpPr>
        <p:spPr>
          <a:xfrm>
            <a:off x="5965518" y="1650712"/>
            <a:ext cx="340158" cy="461665"/>
          </a:xfrm>
          <a:prstGeom prst="rect">
            <a:avLst/>
          </a:prstGeom>
          <a:noFill/>
        </p:spPr>
        <p:txBody>
          <a:bodyPr wrap="none" rtlCol="0">
            <a:spAutoFit/>
          </a:bodyPr>
          <a:lstStyle/>
          <a:p>
            <a:r>
              <a:rPr lang="en-US" sz="2400" b="1">
                <a:solidFill>
                  <a:schemeClr val="bg1"/>
                </a:solidFill>
              </a:rPr>
              <a:t>1</a:t>
            </a:r>
            <a:endParaRPr lang="en-GB" sz="2400" b="1">
              <a:solidFill>
                <a:schemeClr val="bg1"/>
              </a:solidFill>
            </a:endParaRPr>
          </a:p>
        </p:txBody>
      </p:sp>
      <p:sp>
        <p:nvSpPr>
          <p:cNvPr id="101" name="同心圆 59"/>
          <p:cNvSpPr/>
          <p:nvPr/>
        </p:nvSpPr>
        <p:spPr>
          <a:xfrm>
            <a:off x="6301273" y="2712220"/>
            <a:ext cx="1013711" cy="1013711"/>
          </a:xfrm>
          <a:prstGeom prst="donut">
            <a:avLst>
              <a:gd name="adj" fmla="val 3142"/>
            </a:avLst>
          </a:prstGeom>
          <a:solidFill>
            <a:schemeClr val="accent5"/>
          </a:solidFill>
          <a:ln w="25400" cap="flat" cmpd="sng" algn="ctr">
            <a:solidFill>
              <a:srgbClr val="A70C1B"/>
            </a:solidFill>
            <a:prstDash val="solid"/>
          </a:ln>
          <a:effectLst/>
        </p:spPr>
        <p:txBody>
          <a:bodyPr rtlCol="0" anchor="ctr"/>
          <a:lstStyle/>
          <a:p>
            <a:pPr algn="ctr">
              <a:defRPr/>
            </a:pPr>
            <a:endParaRPr lang="zh-CN" altLang="en-US" kern="0">
              <a:solidFill>
                <a:srgbClr val="0055AB"/>
              </a:solidFill>
              <a:latin typeface="Calibri" panose="020F0502020204030204"/>
              <a:ea typeface="宋体" panose="02010600030101010101" pitchFamily="2" charset="-122"/>
            </a:endParaRPr>
          </a:p>
        </p:txBody>
      </p:sp>
      <p:sp>
        <p:nvSpPr>
          <p:cNvPr id="102" name="椭圆 61"/>
          <p:cNvSpPr/>
          <p:nvPr/>
        </p:nvSpPr>
        <p:spPr>
          <a:xfrm>
            <a:off x="6546377" y="2974766"/>
            <a:ext cx="525778" cy="525778"/>
          </a:xfrm>
          <a:prstGeom prst="ellipse">
            <a:avLst/>
          </a:prstGeom>
          <a:solidFill>
            <a:srgbClr val="A70C1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3" name="TextBox 54"/>
          <p:cNvSpPr txBox="1"/>
          <p:nvPr/>
        </p:nvSpPr>
        <p:spPr>
          <a:xfrm>
            <a:off x="6641928" y="3017099"/>
            <a:ext cx="340158" cy="461665"/>
          </a:xfrm>
          <a:prstGeom prst="rect">
            <a:avLst/>
          </a:prstGeom>
          <a:noFill/>
        </p:spPr>
        <p:txBody>
          <a:bodyPr wrap="none" rtlCol="0">
            <a:spAutoFit/>
          </a:bodyPr>
          <a:lstStyle/>
          <a:p>
            <a:r>
              <a:rPr lang="en-US" sz="2400" b="1">
                <a:solidFill>
                  <a:schemeClr val="bg1"/>
                </a:solidFill>
              </a:rPr>
              <a:t>2</a:t>
            </a:r>
            <a:endParaRPr lang="en-GB" sz="2400" b="1">
              <a:solidFill>
                <a:schemeClr val="bg1"/>
              </a:solidFill>
            </a:endParaRPr>
          </a:p>
        </p:txBody>
      </p:sp>
      <p:sp>
        <p:nvSpPr>
          <p:cNvPr id="105" name="同心圆 66"/>
          <p:cNvSpPr/>
          <p:nvPr/>
        </p:nvSpPr>
        <p:spPr>
          <a:xfrm>
            <a:off x="5975990" y="4246163"/>
            <a:ext cx="1013711" cy="1013711"/>
          </a:xfrm>
          <a:prstGeom prst="donut">
            <a:avLst>
              <a:gd name="adj" fmla="val 3142"/>
            </a:avLst>
          </a:prstGeom>
          <a:solidFill>
            <a:schemeClr val="accent3"/>
          </a:solidFill>
          <a:ln w="25400" cap="flat" cmpd="sng" algn="ctr">
            <a:solidFill>
              <a:srgbClr val="A70C1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6" name="椭圆 68"/>
          <p:cNvSpPr/>
          <p:nvPr/>
        </p:nvSpPr>
        <p:spPr>
          <a:xfrm>
            <a:off x="6221094" y="4508709"/>
            <a:ext cx="525778" cy="525778"/>
          </a:xfrm>
          <a:prstGeom prst="ellipse">
            <a:avLst/>
          </a:prstGeom>
          <a:solidFill>
            <a:srgbClr val="A70C1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7" name="TextBox 55"/>
          <p:cNvSpPr txBox="1"/>
          <p:nvPr/>
        </p:nvSpPr>
        <p:spPr>
          <a:xfrm>
            <a:off x="6314260" y="4540765"/>
            <a:ext cx="340158" cy="461665"/>
          </a:xfrm>
          <a:prstGeom prst="rect">
            <a:avLst/>
          </a:prstGeom>
          <a:noFill/>
        </p:spPr>
        <p:txBody>
          <a:bodyPr wrap="none" rtlCol="0">
            <a:spAutoFit/>
          </a:bodyPr>
          <a:lstStyle/>
          <a:p>
            <a:r>
              <a:rPr lang="en-US" sz="2400" b="1">
                <a:solidFill>
                  <a:schemeClr val="bg1"/>
                </a:solidFill>
              </a:rPr>
              <a:t>3</a:t>
            </a:r>
            <a:endParaRPr lang="en-GB" sz="2400" b="1">
              <a:solidFill>
                <a:schemeClr val="bg1"/>
              </a:solidFill>
            </a:endParaRPr>
          </a:p>
        </p:txBody>
      </p:sp>
      <p:sp>
        <p:nvSpPr>
          <p:cNvPr id="109" name="同心圆 73"/>
          <p:cNvSpPr/>
          <p:nvPr/>
        </p:nvSpPr>
        <p:spPr>
          <a:xfrm>
            <a:off x="4212068" y="5423812"/>
            <a:ext cx="1013711" cy="1013711"/>
          </a:xfrm>
          <a:prstGeom prst="donut">
            <a:avLst>
              <a:gd name="adj" fmla="val 3142"/>
            </a:avLst>
          </a:prstGeom>
          <a:solidFill>
            <a:schemeClr val="tx2"/>
          </a:solidFill>
          <a:ln w="25400" cap="flat" cmpd="sng" algn="ctr">
            <a:solidFill>
              <a:srgbClr val="A70C1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0" name="椭圆 75"/>
          <p:cNvSpPr/>
          <p:nvPr/>
        </p:nvSpPr>
        <p:spPr>
          <a:xfrm>
            <a:off x="4457172" y="5686358"/>
            <a:ext cx="525778" cy="525778"/>
          </a:xfrm>
          <a:prstGeom prst="ellipse">
            <a:avLst/>
          </a:prstGeom>
          <a:solidFill>
            <a:srgbClr val="A70C1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11" name="TextBox 56"/>
          <p:cNvSpPr txBox="1"/>
          <p:nvPr/>
        </p:nvSpPr>
        <p:spPr>
          <a:xfrm>
            <a:off x="4530736" y="5718065"/>
            <a:ext cx="340158" cy="461665"/>
          </a:xfrm>
          <a:prstGeom prst="rect">
            <a:avLst/>
          </a:prstGeom>
          <a:noFill/>
        </p:spPr>
        <p:txBody>
          <a:bodyPr wrap="none" rtlCol="0">
            <a:spAutoFit/>
          </a:bodyPr>
          <a:lstStyle/>
          <a:p>
            <a:r>
              <a:rPr lang="en-US" sz="2400" b="1">
                <a:solidFill>
                  <a:schemeClr val="bg1"/>
                </a:solidFill>
              </a:rPr>
              <a:t>4</a:t>
            </a:r>
            <a:endParaRPr lang="en-GB" sz="2400" b="1">
              <a:solidFill>
                <a:schemeClr val="bg1"/>
              </a:solidFill>
            </a:endParaRPr>
          </a:p>
        </p:txBody>
      </p:sp>
      <p:grpSp>
        <p:nvGrpSpPr>
          <p:cNvPr id="115" name="Group 38"/>
          <p:cNvGrpSpPr/>
          <p:nvPr/>
        </p:nvGrpSpPr>
        <p:grpSpPr>
          <a:xfrm>
            <a:off x="6477943" y="1717006"/>
            <a:ext cx="3095434" cy="278678"/>
            <a:chOff x="6477943" y="1649495"/>
            <a:chExt cx="3095434" cy="278678"/>
          </a:xfrm>
        </p:grpSpPr>
        <p:cxnSp>
          <p:nvCxnSpPr>
            <p:cNvPr id="116" name="直接连接符 50"/>
            <p:cNvCxnSpPr/>
            <p:nvPr/>
          </p:nvCxnSpPr>
          <p:spPr>
            <a:xfrm>
              <a:off x="6653868" y="1782183"/>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17" name="组合 53"/>
            <p:cNvGrpSpPr/>
            <p:nvPr/>
          </p:nvGrpSpPr>
          <p:grpSpPr>
            <a:xfrm>
              <a:off x="6477943" y="1649495"/>
              <a:ext cx="278678" cy="278678"/>
              <a:chOff x="5917211" y="1835961"/>
              <a:chExt cx="504056" cy="504056"/>
            </a:xfrm>
          </p:grpSpPr>
          <p:sp>
            <p:nvSpPr>
              <p:cNvPr id="118" name="同心圆 55"/>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9" name="椭圆 56"/>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0" name="Group 39"/>
          <p:cNvGrpSpPr/>
          <p:nvPr/>
        </p:nvGrpSpPr>
        <p:grpSpPr>
          <a:xfrm>
            <a:off x="7159626" y="3071958"/>
            <a:ext cx="3081320" cy="278678"/>
            <a:chOff x="7159626" y="3004447"/>
            <a:chExt cx="3081320" cy="278678"/>
          </a:xfrm>
        </p:grpSpPr>
        <p:cxnSp>
          <p:nvCxnSpPr>
            <p:cNvPr id="121" name="直接连接符 57"/>
            <p:cNvCxnSpPr/>
            <p:nvPr/>
          </p:nvCxnSpPr>
          <p:spPr>
            <a:xfrm>
              <a:off x="7321437" y="3138501"/>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2" name="组合 60"/>
            <p:cNvGrpSpPr/>
            <p:nvPr/>
          </p:nvGrpSpPr>
          <p:grpSpPr>
            <a:xfrm>
              <a:off x="7159626" y="3004447"/>
              <a:ext cx="278678" cy="278678"/>
              <a:chOff x="5917211" y="1835961"/>
              <a:chExt cx="504056" cy="504056"/>
            </a:xfrm>
          </p:grpSpPr>
          <p:sp>
            <p:nvSpPr>
              <p:cNvPr id="123" name="同心圆 62"/>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4" name="椭圆 63"/>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5" name="Group 40"/>
          <p:cNvGrpSpPr/>
          <p:nvPr/>
        </p:nvGrpSpPr>
        <p:grpSpPr>
          <a:xfrm>
            <a:off x="6834343" y="4605901"/>
            <a:ext cx="3081320" cy="278678"/>
            <a:chOff x="6834343" y="4538390"/>
            <a:chExt cx="3081320" cy="278678"/>
          </a:xfrm>
        </p:grpSpPr>
        <p:cxnSp>
          <p:nvCxnSpPr>
            <p:cNvPr id="126" name="直接连接符 64"/>
            <p:cNvCxnSpPr/>
            <p:nvPr/>
          </p:nvCxnSpPr>
          <p:spPr>
            <a:xfrm>
              <a:off x="6996154" y="4672444"/>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7" name="组合 67"/>
            <p:cNvGrpSpPr/>
            <p:nvPr/>
          </p:nvGrpSpPr>
          <p:grpSpPr>
            <a:xfrm>
              <a:off x="6834343" y="4538390"/>
              <a:ext cx="278678" cy="278678"/>
              <a:chOff x="5917211" y="1835961"/>
              <a:chExt cx="504056" cy="504056"/>
            </a:xfrm>
          </p:grpSpPr>
          <p:sp>
            <p:nvSpPr>
              <p:cNvPr id="128" name="同心圆 69"/>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9" name="椭圆 70"/>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30" name="Group 42"/>
          <p:cNvGrpSpPr/>
          <p:nvPr/>
        </p:nvGrpSpPr>
        <p:grpSpPr>
          <a:xfrm>
            <a:off x="5070421" y="5783550"/>
            <a:ext cx="3385486" cy="278678"/>
            <a:chOff x="5070421" y="5716039"/>
            <a:chExt cx="3385486" cy="278678"/>
          </a:xfrm>
        </p:grpSpPr>
        <p:cxnSp>
          <p:nvCxnSpPr>
            <p:cNvPr id="131" name="直接连接符 71"/>
            <p:cNvCxnSpPr/>
            <p:nvPr/>
          </p:nvCxnSpPr>
          <p:spPr>
            <a:xfrm>
              <a:off x="5232231" y="5850093"/>
              <a:ext cx="3223676" cy="13063"/>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32" name="组合 74"/>
            <p:cNvGrpSpPr/>
            <p:nvPr/>
          </p:nvGrpSpPr>
          <p:grpSpPr>
            <a:xfrm>
              <a:off x="5070421" y="5716039"/>
              <a:ext cx="278678" cy="278678"/>
              <a:chOff x="5917211" y="1835961"/>
              <a:chExt cx="504056" cy="504056"/>
            </a:xfrm>
          </p:grpSpPr>
          <p:sp>
            <p:nvSpPr>
              <p:cNvPr id="133" name="同心圆 76"/>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34" name="椭圆 77"/>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sp>
        <p:nvSpPr>
          <p:cNvPr id="135" name="文本框 134"/>
          <p:cNvSpPr txBox="1"/>
          <p:nvPr/>
        </p:nvSpPr>
        <p:spPr>
          <a:xfrm>
            <a:off x="6716594" y="1236965"/>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6" name="文本框 135"/>
          <p:cNvSpPr txBox="1"/>
          <p:nvPr/>
        </p:nvSpPr>
        <p:spPr>
          <a:xfrm>
            <a:off x="7385267" y="258785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7" name="文本框 136"/>
          <p:cNvSpPr txBox="1"/>
          <p:nvPr/>
        </p:nvSpPr>
        <p:spPr>
          <a:xfrm>
            <a:off x="7113021" y="411192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8" name="文本框 137"/>
          <p:cNvSpPr txBox="1"/>
          <p:nvPr/>
        </p:nvSpPr>
        <p:spPr>
          <a:xfrm>
            <a:off x="6221233" y="5347280"/>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139" name="Picture 138"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61" name="椭圆 26"/>
          <p:cNvSpPr/>
          <p:nvPr/>
        </p:nvSpPr>
        <p:spPr>
          <a:xfrm>
            <a:off x="4900176" y="3104403"/>
            <a:ext cx="2046501" cy="2044254"/>
          </a:xfrm>
          <a:prstGeom prst="ellipse">
            <a:avLst/>
          </a:prstGeom>
          <a:solidFill>
            <a:srgbClr val="A70C1B"/>
          </a:solidFill>
          <a:ln w="25400" cap="flat" cmpd="sng" algn="ctr">
            <a:solidFill>
              <a:srgbClr val="A70C1B"/>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2" name="椭圆 27"/>
          <p:cNvSpPr/>
          <p:nvPr/>
        </p:nvSpPr>
        <p:spPr>
          <a:xfrm>
            <a:off x="4984837" y="3093654"/>
            <a:ext cx="1961841" cy="2076500"/>
          </a:xfrm>
          <a:prstGeom prst="ellipse">
            <a:avLst/>
          </a:prstGeom>
          <a:solidFill>
            <a:srgbClr val="A70C1B"/>
          </a:solidFill>
          <a:ln w="25400" cap="flat" cmpd="sng" algn="ctr">
            <a:solidFill>
              <a:srgbClr val="A70C1B"/>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3" name="椭圆 28"/>
          <p:cNvSpPr/>
          <p:nvPr/>
        </p:nvSpPr>
        <p:spPr>
          <a:xfrm>
            <a:off x="9385625" y="3744688"/>
            <a:ext cx="1635561" cy="1633764"/>
          </a:xfrm>
          <a:prstGeom prst="ellipse">
            <a:avLst/>
          </a:prstGeom>
          <a:solidFill>
            <a:srgbClr val="A70C1B"/>
          </a:solidFill>
          <a:ln w="25400" cap="flat" cmpd="sng" algn="ctr">
            <a:solidFill>
              <a:srgbClr val="A70C1B"/>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4" name="椭圆 29"/>
          <p:cNvSpPr/>
          <p:nvPr/>
        </p:nvSpPr>
        <p:spPr>
          <a:xfrm>
            <a:off x="9394715" y="3766185"/>
            <a:ext cx="1660425" cy="1753428"/>
          </a:xfrm>
          <a:prstGeom prst="ellipse">
            <a:avLst/>
          </a:prstGeom>
          <a:solidFill>
            <a:srgbClr val="A70C1B"/>
          </a:solidFill>
          <a:ln w="25400" cap="flat" cmpd="sng" algn="ctr">
            <a:solidFill>
              <a:srgbClr val="A70C1B"/>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5" name="椭圆 30"/>
          <p:cNvSpPr/>
          <p:nvPr/>
        </p:nvSpPr>
        <p:spPr>
          <a:xfrm>
            <a:off x="7115998" y="1374396"/>
            <a:ext cx="2726638" cy="2723643"/>
          </a:xfrm>
          <a:prstGeom prst="ellipse">
            <a:avLst/>
          </a:prstGeom>
          <a:solidFill>
            <a:srgbClr val="A70C1B"/>
          </a:solidFill>
          <a:ln w="25400" cap="flat" cmpd="sng" algn="ctr">
            <a:solidFill>
              <a:srgbClr val="A70C1B"/>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7" name="椭圆 31"/>
          <p:cNvSpPr/>
          <p:nvPr/>
        </p:nvSpPr>
        <p:spPr>
          <a:xfrm>
            <a:off x="7309693" y="4277921"/>
            <a:ext cx="1934683" cy="1932558"/>
          </a:xfrm>
          <a:prstGeom prst="ellipse">
            <a:avLst/>
          </a:prstGeom>
          <a:solidFill>
            <a:srgbClr val="A70C1B"/>
          </a:solidFill>
          <a:ln w="25400" cap="flat" cmpd="sng" algn="ctr">
            <a:solidFill>
              <a:srgbClr val="A70C1B"/>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8" name="椭圆 32"/>
          <p:cNvSpPr/>
          <p:nvPr/>
        </p:nvSpPr>
        <p:spPr>
          <a:xfrm>
            <a:off x="7400286" y="1574570"/>
            <a:ext cx="2490061" cy="2629533"/>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9" name="矩形 4"/>
          <p:cNvSpPr/>
          <p:nvPr/>
        </p:nvSpPr>
        <p:spPr>
          <a:xfrm rot="19694411">
            <a:off x="4926366" y="2201541"/>
            <a:ext cx="4943932" cy="2411308"/>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path path="circle">
              <a:fillToRect r="100000" b="100000"/>
            </a:path>
            <a:tileRect l="-100000" t="-100000"/>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0" name="椭圆 34"/>
          <p:cNvSpPr/>
          <p:nvPr/>
        </p:nvSpPr>
        <p:spPr>
          <a:xfrm>
            <a:off x="7277410" y="1528119"/>
            <a:ext cx="2389811" cy="2414770"/>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1" name="矩形 4"/>
          <p:cNvSpPr/>
          <p:nvPr/>
        </p:nvSpPr>
        <p:spPr>
          <a:xfrm rot="13415964">
            <a:off x="7138083" y="2445950"/>
            <a:ext cx="4255631" cy="2075602"/>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path path="circle">
              <a:fillToRect r="100000" b="100000"/>
            </a:path>
            <a:tileRect l="-100000" t="-100000"/>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2" name="椭圆 36"/>
          <p:cNvSpPr/>
          <p:nvPr/>
        </p:nvSpPr>
        <p:spPr>
          <a:xfrm>
            <a:off x="9428668" y="3827500"/>
            <a:ext cx="1509497" cy="1464844"/>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3" name="椭圆 37"/>
          <p:cNvSpPr/>
          <p:nvPr/>
        </p:nvSpPr>
        <p:spPr>
          <a:xfrm>
            <a:off x="7265223" y="4353164"/>
            <a:ext cx="2000674" cy="1966194"/>
          </a:xfrm>
          <a:prstGeom prst="ellipse">
            <a:avLst/>
          </a:prstGeom>
          <a:solidFill>
            <a:srgbClr val="A70C1B"/>
          </a:solidFill>
          <a:ln w="25400" cap="flat" cmpd="sng" algn="ctr">
            <a:solidFill>
              <a:srgbClr val="A70C1B"/>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4" name="矩形 4"/>
          <p:cNvSpPr/>
          <p:nvPr/>
        </p:nvSpPr>
        <p:spPr>
          <a:xfrm rot="9397107">
            <a:off x="7362614" y="4045570"/>
            <a:ext cx="3453760" cy="1684506"/>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lin ang="13500000" scaled="1"/>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100" name="文本框 99"/>
          <p:cNvSpPr txBox="1"/>
          <p:nvPr/>
        </p:nvSpPr>
        <p:spPr>
          <a:xfrm>
            <a:off x="7624873" y="2319588"/>
            <a:ext cx="1699254" cy="619482"/>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04" name="文本框 103"/>
          <p:cNvSpPr txBox="1"/>
          <p:nvPr/>
        </p:nvSpPr>
        <p:spPr>
          <a:xfrm>
            <a:off x="7917759" y="2102426"/>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08" name="文本框 107"/>
          <p:cNvSpPr txBox="1"/>
          <p:nvPr/>
        </p:nvSpPr>
        <p:spPr>
          <a:xfrm>
            <a:off x="7508464" y="5097390"/>
            <a:ext cx="1561433" cy="516427"/>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12" name="文本框 111"/>
          <p:cNvSpPr txBox="1"/>
          <p:nvPr/>
        </p:nvSpPr>
        <p:spPr>
          <a:xfrm>
            <a:off x="7732440" y="4880229"/>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13" name="文本框 112"/>
          <p:cNvSpPr txBox="1"/>
          <p:nvPr/>
        </p:nvSpPr>
        <p:spPr>
          <a:xfrm>
            <a:off x="5166592" y="3970857"/>
            <a:ext cx="1607876" cy="516427"/>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14" name="文本框 113"/>
          <p:cNvSpPr txBox="1"/>
          <p:nvPr/>
        </p:nvSpPr>
        <p:spPr>
          <a:xfrm>
            <a:off x="5413790" y="3753697"/>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39" name="文本框 138"/>
          <p:cNvSpPr txBox="1"/>
          <p:nvPr/>
        </p:nvSpPr>
        <p:spPr>
          <a:xfrm>
            <a:off x="9638579" y="4354654"/>
            <a:ext cx="1113481" cy="636592"/>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40" name="文本框 139"/>
          <p:cNvSpPr txBox="1"/>
          <p:nvPr/>
        </p:nvSpPr>
        <p:spPr>
          <a:xfrm>
            <a:off x="9638580" y="4137492"/>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44" name="文本框 143"/>
          <p:cNvSpPr txBox="1"/>
          <p:nvPr/>
        </p:nvSpPr>
        <p:spPr>
          <a:xfrm>
            <a:off x="1001536"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45" name="文本框 144"/>
          <p:cNvSpPr txBox="1"/>
          <p:nvPr/>
        </p:nvSpPr>
        <p:spPr>
          <a:xfrm>
            <a:off x="1028725"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46" name="TextBox 38"/>
          <p:cNvSpPr txBox="1"/>
          <p:nvPr/>
        </p:nvSpPr>
        <p:spPr>
          <a:xfrm>
            <a:off x="1088326"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7" name="文本框 146"/>
          <p:cNvSpPr txBox="1"/>
          <p:nvPr/>
        </p:nvSpPr>
        <p:spPr>
          <a:xfrm>
            <a:off x="1001536"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48" name="Picture 147"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6601611"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947307" y="2266712"/>
            <a:ext cx="1162288" cy="1162288"/>
          </a:xfrm>
          <a:prstGeom prst="ellipse">
            <a:avLst/>
          </a:prstGeom>
          <a:noFill/>
          <a:ln w="38100">
            <a:solidFill>
              <a:srgbClr val="A70C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947307" y="2340024"/>
            <a:ext cx="1153886" cy="1015663"/>
          </a:xfrm>
          <a:prstGeom prst="rect">
            <a:avLst/>
          </a:prstGeom>
          <a:noFill/>
        </p:spPr>
        <p:txBody>
          <a:bodyPr wrap="square" rtlCol="0">
            <a:spAutoFit/>
          </a:bodyPr>
          <a:lstStyle/>
          <a:p>
            <a:pPr algn="ctr"/>
            <a:r>
              <a:rPr lang="en-US" altLang="zh-CN" sz="6000" dirty="0">
                <a:ln w="28575">
                  <a:noFill/>
                </a:ln>
                <a:solidFill>
                  <a:srgbClr val="A70C1B"/>
                </a:solidFill>
                <a:latin typeface="微软雅黑" panose="020B0503020204020204" pitchFamily="34" charset="-122"/>
                <a:ea typeface="微软雅黑" panose="020B0503020204020204" pitchFamily="34" charset="-122"/>
              </a:rPr>
              <a:t>03</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048486" y="3595983"/>
            <a:ext cx="4959929" cy="461665"/>
          </a:xfrm>
          <a:prstGeom prst="rect">
            <a:avLst/>
          </a:prstGeom>
          <a:noFill/>
        </p:spPr>
        <p:txBody>
          <a:bodyPr wrap="square" rtlCol="0">
            <a:spAutoFit/>
          </a:bodyPr>
          <a:lstStyle/>
          <a:p>
            <a:pPr algn="ctr"/>
            <a:r>
              <a:rPr lang="zh-CN" altLang="en-US" sz="2400" b="1" dirty="0">
                <a:solidFill>
                  <a:srgbClr val="A70C1B"/>
                </a:solidFill>
                <a:latin typeface="微软雅黑" panose="020B0503020204020204" pitchFamily="34" charset="-122"/>
                <a:ea typeface="微软雅黑" panose="020B0503020204020204" pitchFamily="34" charset="-122"/>
              </a:rPr>
              <a:t>课题研究的进展</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017397" y="4009444"/>
            <a:ext cx="5022106" cy="369332"/>
          </a:xfrm>
          <a:prstGeom prst="snip1Rect">
            <a:avLst>
              <a:gd name="adj" fmla="val 0"/>
            </a:avLst>
          </a:prstGeom>
          <a:noFill/>
          <a:ln w="28575">
            <a:noFill/>
          </a:ln>
        </p:spPr>
        <p:txBody>
          <a:bodyPr wrap="square" rtlCol="0">
            <a:spAutoFit/>
          </a:bodyPr>
          <a:lstStyle/>
          <a:p>
            <a:pPr algn="ctr"/>
            <a:r>
              <a:rPr lang="en-US" altLang="zh-CN" dirty="0">
                <a:solidFill>
                  <a:srgbClr val="A70C1B"/>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reeform 13"/>
          <p:cNvSpPr>
            <a:spLocks noEditPoints="1"/>
          </p:cNvSpPr>
          <p:nvPr/>
        </p:nvSpPr>
        <p:spPr bwMode="auto">
          <a:xfrm>
            <a:off x="1198176" y="2099996"/>
            <a:ext cx="2698350" cy="2698350"/>
          </a:xfrm>
          <a:custGeom>
            <a:avLst/>
            <a:gdLst/>
            <a:ahLst/>
            <a:cxnLst>
              <a:cxn ang="0">
                <a:pos x="226" y="180"/>
              </a:cxn>
              <a:cxn ang="0">
                <a:pos x="0" y="690"/>
              </a:cxn>
              <a:cxn ang="0">
                <a:pos x="202" y="1180"/>
              </a:cxn>
              <a:cxn ang="0">
                <a:pos x="690" y="1382"/>
              </a:cxn>
              <a:cxn ang="0">
                <a:pos x="1202" y="1156"/>
              </a:cxn>
              <a:cxn ang="0">
                <a:pos x="1380" y="654"/>
              </a:cxn>
              <a:cxn ang="0">
                <a:pos x="1130" y="158"/>
              </a:cxn>
              <a:cxn ang="0">
                <a:pos x="1346" y="684"/>
              </a:cxn>
              <a:cxn ang="0">
                <a:pos x="1152" y="232"/>
              </a:cxn>
              <a:cxn ang="0">
                <a:pos x="308" y="168"/>
              </a:cxn>
              <a:cxn ang="0">
                <a:pos x="102" y="648"/>
              </a:cxn>
              <a:cxn ang="0">
                <a:pos x="186" y="718"/>
              </a:cxn>
              <a:cxn ang="0">
                <a:pos x="320" y="946"/>
              </a:cxn>
              <a:cxn ang="0">
                <a:pos x="350" y="1250"/>
              </a:cxn>
              <a:cxn ang="0">
                <a:pos x="1278" y="980"/>
              </a:cxn>
              <a:cxn ang="0">
                <a:pos x="1098" y="1202"/>
              </a:cxn>
              <a:cxn ang="0">
                <a:pos x="532" y="1326"/>
              </a:cxn>
              <a:cxn ang="0">
                <a:pos x="496" y="1176"/>
              </a:cxn>
              <a:cxn ang="0">
                <a:pos x="628" y="1002"/>
              </a:cxn>
              <a:cxn ang="0">
                <a:pos x="472" y="792"/>
              </a:cxn>
              <a:cxn ang="0">
                <a:pos x="324" y="778"/>
              </a:cxn>
              <a:cxn ang="0">
                <a:pos x="264" y="700"/>
              </a:cxn>
              <a:cxn ang="0">
                <a:pos x="204" y="674"/>
              </a:cxn>
              <a:cxn ang="0">
                <a:pos x="304" y="618"/>
              </a:cxn>
              <a:cxn ang="0">
                <a:pos x="358" y="554"/>
              </a:cxn>
              <a:cxn ang="0">
                <a:pos x="466" y="428"/>
              </a:cxn>
              <a:cxn ang="0">
                <a:pos x="520" y="380"/>
              </a:cxn>
              <a:cxn ang="0">
                <a:pos x="542" y="428"/>
              </a:cxn>
              <a:cxn ang="0">
                <a:pos x="472" y="296"/>
              </a:cxn>
              <a:cxn ang="0">
                <a:pos x="400" y="250"/>
              </a:cxn>
              <a:cxn ang="0">
                <a:pos x="346" y="332"/>
              </a:cxn>
              <a:cxn ang="0">
                <a:pos x="344" y="238"/>
              </a:cxn>
              <a:cxn ang="0">
                <a:pos x="390" y="244"/>
              </a:cxn>
              <a:cxn ang="0">
                <a:pos x="428" y="168"/>
              </a:cxn>
              <a:cxn ang="0">
                <a:pos x="438" y="242"/>
              </a:cxn>
              <a:cxn ang="0">
                <a:pos x="478" y="220"/>
              </a:cxn>
              <a:cxn ang="0">
                <a:pos x="472" y="150"/>
              </a:cxn>
              <a:cxn ang="0">
                <a:pos x="428" y="118"/>
              </a:cxn>
              <a:cxn ang="0">
                <a:pos x="370" y="170"/>
              </a:cxn>
              <a:cxn ang="0">
                <a:pos x="322" y="150"/>
              </a:cxn>
              <a:cxn ang="0">
                <a:pos x="570" y="118"/>
              </a:cxn>
              <a:cxn ang="0">
                <a:pos x="578" y="186"/>
              </a:cxn>
              <a:cxn ang="0">
                <a:pos x="672" y="224"/>
              </a:cxn>
              <a:cxn ang="0">
                <a:pos x="802" y="98"/>
              </a:cxn>
              <a:cxn ang="0">
                <a:pos x="862" y="58"/>
              </a:cxn>
              <a:cxn ang="0">
                <a:pos x="996" y="252"/>
              </a:cxn>
              <a:cxn ang="0">
                <a:pos x="1022" y="336"/>
              </a:cxn>
              <a:cxn ang="0">
                <a:pos x="944" y="398"/>
              </a:cxn>
              <a:cxn ang="0">
                <a:pos x="918" y="466"/>
              </a:cxn>
              <a:cxn ang="0">
                <a:pos x="862" y="516"/>
              </a:cxn>
              <a:cxn ang="0">
                <a:pos x="994" y="466"/>
              </a:cxn>
              <a:cxn ang="0">
                <a:pos x="1044" y="524"/>
              </a:cxn>
              <a:cxn ang="0">
                <a:pos x="1090" y="534"/>
              </a:cxn>
              <a:cxn ang="0">
                <a:pos x="1128" y="532"/>
              </a:cxn>
              <a:cxn ang="0">
                <a:pos x="1172" y="592"/>
              </a:cxn>
              <a:cxn ang="0">
                <a:pos x="1076" y="598"/>
              </a:cxn>
              <a:cxn ang="0">
                <a:pos x="866" y="574"/>
              </a:cxn>
              <a:cxn ang="0">
                <a:pos x="814" y="778"/>
              </a:cxn>
              <a:cxn ang="0">
                <a:pos x="998" y="840"/>
              </a:cxn>
              <a:cxn ang="0">
                <a:pos x="1026" y="1056"/>
              </a:cxn>
              <a:cxn ang="0">
                <a:pos x="1210" y="1016"/>
              </a:cxn>
              <a:cxn ang="0">
                <a:pos x="1278" y="776"/>
              </a:cxn>
              <a:cxn ang="0">
                <a:pos x="1342" y="768"/>
              </a:cxn>
            </a:cxnLst>
            <a:rect l="0" t="0" r="r" b="b"/>
            <a:pathLst>
              <a:path w="1382" h="1382">
                <a:moveTo>
                  <a:pt x="690" y="0"/>
                </a:moveTo>
                <a:lnTo>
                  <a:pt x="690" y="0"/>
                </a:lnTo>
                <a:lnTo>
                  <a:pt x="656" y="0"/>
                </a:lnTo>
                <a:lnTo>
                  <a:pt x="620" y="4"/>
                </a:lnTo>
                <a:lnTo>
                  <a:pt x="586" y="8"/>
                </a:lnTo>
                <a:lnTo>
                  <a:pt x="552" y="14"/>
                </a:lnTo>
                <a:lnTo>
                  <a:pt x="518" y="22"/>
                </a:lnTo>
                <a:lnTo>
                  <a:pt x="486" y="30"/>
                </a:lnTo>
                <a:lnTo>
                  <a:pt x="454" y="42"/>
                </a:lnTo>
                <a:lnTo>
                  <a:pt x="422" y="54"/>
                </a:lnTo>
                <a:lnTo>
                  <a:pt x="392" y="68"/>
                </a:lnTo>
                <a:lnTo>
                  <a:pt x="362" y="84"/>
                </a:lnTo>
                <a:lnTo>
                  <a:pt x="332" y="100"/>
                </a:lnTo>
                <a:lnTo>
                  <a:pt x="304" y="118"/>
                </a:lnTo>
                <a:lnTo>
                  <a:pt x="278" y="136"/>
                </a:lnTo>
                <a:lnTo>
                  <a:pt x="252" y="158"/>
                </a:lnTo>
                <a:lnTo>
                  <a:pt x="226" y="180"/>
                </a:lnTo>
                <a:lnTo>
                  <a:pt x="202" y="202"/>
                </a:lnTo>
                <a:lnTo>
                  <a:pt x="180" y="226"/>
                </a:lnTo>
                <a:lnTo>
                  <a:pt x="158" y="252"/>
                </a:lnTo>
                <a:lnTo>
                  <a:pt x="138" y="278"/>
                </a:lnTo>
                <a:lnTo>
                  <a:pt x="118" y="304"/>
                </a:lnTo>
                <a:lnTo>
                  <a:pt x="100" y="332"/>
                </a:lnTo>
                <a:lnTo>
                  <a:pt x="84" y="362"/>
                </a:lnTo>
                <a:lnTo>
                  <a:pt x="68" y="390"/>
                </a:lnTo>
                <a:lnTo>
                  <a:pt x="54" y="422"/>
                </a:lnTo>
                <a:lnTo>
                  <a:pt x="42" y="452"/>
                </a:lnTo>
                <a:lnTo>
                  <a:pt x="32" y="486"/>
                </a:lnTo>
                <a:lnTo>
                  <a:pt x="22" y="518"/>
                </a:lnTo>
                <a:lnTo>
                  <a:pt x="14" y="552"/>
                </a:lnTo>
                <a:lnTo>
                  <a:pt x="8" y="586"/>
                </a:lnTo>
                <a:lnTo>
                  <a:pt x="4" y="620"/>
                </a:lnTo>
                <a:lnTo>
                  <a:pt x="0" y="654"/>
                </a:lnTo>
                <a:lnTo>
                  <a:pt x="0" y="690"/>
                </a:lnTo>
                <a:lnTo>
                  <a:pt x="0" y="690"/>
                </a:lnTo>
                <a:lnTo>
                  <a:pt x="0" y="726"/>
                </a:lnTo>
                <a:lnTo>
                  <a:pt x="4" y="762"/>
                </a:lnTo>
                <a:lnTo>
                  <a:pt x="8" y="796"/>
                </a:lnTo>
                <a:lnTo>
                  <a:pt x="14" y="830"/>
                </a:lnTo>
                <a:lnTo>
                  <a:pt x="22" y="864"/>
                </a:lnTo>
                <a:lnTo>
                  <a:pt x="32" y="896"/>
                </a:lnTo>
                <a:lnTo>
                  <a:pt x="42" y="928"/>
                </a:lnTo>
                <a:lnTo>
                  <a:pt x="54" y="960"/>
                </a:lnTo>
                <a:lnTo>
                  <a:pt x="68" y="990"/>
                </a:lnTo>
                <a:lnTo>
                  <a:pt x="84" y="1020"/>
                </a:lnTo>
                <a:lnTo>
                  <a:pt x="100" y="1048"/>
                </a:lnTo>
                <a:lnTo>
                  <a:pt x="118" y="1076"/>
                </a:lnTo>
                <a:lnTo>
                  <a:pt x="138" y="1104"/>
                </a:lnTo>
                <a:lnTo>
                  <a:pt x="158" y="1130"/>
                </a:lnTo>
                <a:lnTo>
                  <a:pt x="180" y="1156"/>
                </a:lnTo>
                <a:lnTo>
                  <a:pt x="202" y="1180"/>
                </a:lnTo>
                <a:lnTo>
                  <a:pt x="226" y="1202"/>
                </a:lnTo>
                <a:lnTo>
                  <a:pt x="252" y="1224"/>
                </a:lnTo>
                <a:lnTo>
                  <a:pt x="278" y="1244"/>
                </a:lnTo>
                <a:lnTo>
                  <a:pt x="304" y="1264"/>
                </a:lnTo>
                <a:lnTo>
                  <a:pt x="332" y="1282"/>
                </a:lnTo>
                <a:lnTo>
                  <a:pt x="362" y="1298"/>
                </a:lnTo>
                <a:lnTo>
                  <a:pt x="392" y="1314"/>
                </a:lnTo>
                <a:lnTo>
                  <a:pt x="422" y="1328"/>
                </a:lnTo>
                <a:lnTo>
                  <a:pt x="454" y="1340"/>
                </a:lnTo>
                <a:lnTo>
                  <a:pt x="486" y="1350"/>
                </a:lnTo>
                <a:lnTo>
                  <a:pt x="518" y="1360"/>
                </a:lnTo>
                <a:lnTo>
                  <a:pt x="552" y="1368"/>
                </a:lnTo>
                <a:lnTo>
                  <a:pt x="586" y="1374"/>
                </a:lnTo>
                <a:lnTo>
                  <a:pt x="620" y="1378"/>
                </a:lnTo>
                <a:lnTo>
                  <a:pt x="656" y="1380"/>
                </a:lnTo>
                <a:lnTo>
                  <a:pt x="690" y="1382"/>
                </a:lnTo>
                <a:lnTo>
                  <a:pt x="690" y="1382"/>
                </a:lnTo>
                <a:lnTo>
                  <a:pt x="726" y="1380"/>
                </a:lnTo>
                <a:lnTo>
                  <a:pt x="762" y="1378"/>
                </a:lnTo>
                <a:lnTo>
                  <a:pt x="796" y="1374"/>
                </a:lnTo>
                <a:lnTo>
                  <a:pt x="830" y="1368"/>
                </a:lnTo>
                <a:lnTo>
                  <a:pt x="864" y="1360"/>
                </a:lnTo>
                <a:lnTo>
                  <a:pt x="896" y="1350"/>
                </a:lnTo>
                <a:lnTo>
                  <a:pt x="928" y="1340"/>
                </a:lnTo>
                <a:lnTo>
                  <a:pt x="960" y="1328"/>
                </a:lnTo>
                <a:lnTo>
                  <a:pt x="990" y="1314"/>
                </a:lnTo>
                <a:lnTo>
                  <a:pt x="1020" y="1298"/>
                </a:lnTo>
                <a:lnTo>
                  <a:pt x="1050" y="1282"/>
                </a:lnTo>
                <a:lnTo>
                  <a:pt x="1078" y="1264"/>
                </a:lnTo>
                <a:lnTo>
                  <a:pt x="1104" y="1244"/>
                </a:lnTo>
                <a:lnTo>
                  <a:pt x="1130" y="1224"/>
                </a:lnTo>
                <a:lnTo>
                  <a:pt x="1156" y="1202"/>
                </a:lnTo>
                <a:lnTo>
                  <a:pt x="1180" y="1180"/>
                </a:lnTo>
                <a:lnTo>
                  <a:pt x="1202" y="1156"/>
                </a:lnTo>
                <a:lnTo>
                  <a:pt x="1224" y="1130"/>
                </a:lnTo>
                <a:lnTo>
                  <a:pt x="1244" y="1104"/>
                </a:lnTo>
                <a:lnTo>
                  <a:pt x="1264" y="1076"/>
                </a:lnTo>
                <a:lnTo>
                  <a:pt x="1282" y="1048"/>
                </a:lnTo>
                <a:lnTo>
                  <a:pt x="1298" y="1020"/>
                </a:lnTo>
                <a:lnTo>
                  <a:pt x="1314" y="990"/>
                </a:lnTo>
                <a:lnTo>
                  <a:pt x="1328" y="960"/>
                </a:lnTo>
                <a:lnTo>
                  <a:pt x="1340" y="928"/>
                </a:lnTo>
                <a:lnTo>
                  <a:pt x="1350" y="896"/>
                </a:lnTo>
                <a:lnTo>
                  <a:pt x="1360" y="864"/>
                </a:lnTo>
                <a:lnTo>
                  <a:pt x="1368" y="830"/>
                </a:lnTo>
                <a:lnTo>
                  <a:pt x="1374" y="796"/>
                </a:lnTo>
                <a:lnTo>
                  <a:pt x="1378" y="762"/>
                </a:lnTo>
                <a:lnTo>
                  <a:pt x="1380" y="726"/>
                </a:lnTo>
                <a:lnTo>
                  <a:pt x="1382" y="690"/>
                </a:lnTo>
                <a:lnTo>
                  <a:pt x="1382" y="690"/>
                </a:lnTo>
                <a:lnTo>
                  <a:pt x="1380" y="654"/>
                </a:lnTo>
                <a:lnTo>
                  <a:pt x="1378" y="620"/>
                </a:lnTo>
                <a:lnTo>
                  <a:pt x="1374" y="586"/>
                </a:lnTo>
                <a:lnTo>
                  <a:pt x="1368" y="552"/>
                </a:lnTo>
                <a:lnTo>
                  <a:pt x="1360" y="518"/>
                </a:lnTo>
                <a:lnTo>
                  <a:pt x="1350" y="486"/>
                </a:lnTo>
                <a:lnTo>
                  <a:pt x="1340" y="452"/>
                </a:lnTo>
                <a:lnTo>
                  <a:pt x="1328" y="422"/>
                </a:lnTo>
                <a:lnTo>
                  <a:pt x="1314" y="390"/>
                </a:lnTo>
                <a:lnTo>
                  <a:pt x="1298" y="362"/>
                </a:lnTo>
                <a:lnTo>
                  <a:pt x="1282" y="332"/>
                </a:lnTo>
                <a:lnTo>
                  <a:pt x="1264" y="304"/>
                </a:lnTo>
                <a:lnTo>
                  <a:pt x="1244" y="278"/>
                </a:lnTo>
                <a:lnTo>
                  <a:pt x="1224" y="252"/>
                </a:lnTo>
                <a:lnTo>
                  <a:pt x="1202" y="226"/>
                </a:lnTo>
                <a:lnTo>
                  <a:pt x="1180" y="202"/>
                </a:lnTo>
                <a:lnTo>
                  <a:pt x="1156" y="180"/>
                </a:lnTo>
                <a:lnTo>
                  <a:pt x="1130" y="158"/>
                </a:lnTo>
                <a:lnTo>
                  <a:pt x="1104" y="136"/>
                </a:lnTo>
                <a:lnTo>
                  <a:pt x="1078" y="118"/>
                </a:lnTo>
                <a:lnTo>
                  <a:pt x="1050" y="100"/>
                </a:lnTo>
                <a:lnTo>
                  <a:pt x="1020" y="84"/>
                </a:lnTo>
                <a:lnTo>
                  <a:pt x="990" y="68"/>
                </a:lnTo>
                <a:lnTo>
                  <a:pt x="960" y="54"/>
                </a:lnTo>
                <a:lnTo>
                  <a:pt x="928" y="42"/>
                </a:lnTo>
                <a:lnTo>
                  <a:pt x="896" y="30"/>
                </a:lnTo>
                <a:lnTo>
                  <a:pt x="864" y="22"/>
                </a:lnTo>
                <a:lnTo>
                  <a:pt x="830" y="14"/>
                </a:lnTo>
                <a:lnTo>
                  <a:pt x="796" y="8"/>
                </a:lnTo>
                <a:lnTo>
                  <a:pt x="762" y="4"/>
                </a:lnTo>
                <a:lnTo>
                  <a:pt x="726" y="0"/>
                </a:lnTo>
                <a:lnTo>
                  <a:pt x="690" y="0"/>
                </a:lnTo>
                <a:lnTo>
                  <a:pt x="690" y="0"/>
                </a:lnTo>
                <a:close/>
                <a:moveTo>
                  <a:pt x="1346" y="684"/>
                </a:moveTo>
                <a:lnTo>
                  <a:pt x="1346" y="684"/>
                </a:lnTo>
                <a:lnTo>
                  <a:pt x="1342" y="670"/>
                </a:lnTo>
                <a:lnTo>
                  <a:pt x="1336" y="654"/>
                </a:lnTo>
                <a:lnTo>
                  <a:pt x="1336" y="654"/>
                </a:lnTo>
                <a:lnTo>
                  <a:pt x="1344" y="654"/>
                </a:lnTo>
                <a:lnTo>
                  <a:pt x="1344" y="654"/>
                </a:lnTo>
                <a:lnTo>
                  <a:pt x="1346" y="684"/>
                </a:lnTo>
                <a:lnTo>
                  <a:pt x="1346" y="684"/>
                </a:lnTo>
                <a:close/>
                <a:moveTo>
                  <a:pt x="1158" y="232"/>
                </a:moveTo>
                <a:lnTo>
                  <a:pt x="1158" y="232"/>
                </a:lnTo>
                <a:lnTo>
                  <a:pt x="1176" y="252"/>
                </a:lnTo>
                <a:lnTo>
                  <a:pt x="1176" y="252"/>
                </a:lnTo>
                <a:lnTo>
                  <a:pt x="1172" y="254"/>
                </a:lnTo>
                <a:lnTo>
                  <a:pt x="1168" y="256"/>
                </a:lnTo>
                <a:lnTo>
                  <a:pt x="1164" y="254"/>
                </a:lnTo>
                <a:lnTo>
                  <a:pt x="1162" y="250"/>
                </a:lnTo>
                <a:lnTo>
                  <a:pt x="1156" y="242"/>
                </a:lnTo>
                <a:lnTo>
                  <a:pt x="1152" y="232"/>
                </a:lnTo>
                <a:lnTo>
                  <a:pt x="1152" y="232"/>
                </a:lnTo>
                <a:lnTo>
                  <a:pt x="1158" y="232"/>
                </a:lnTo>
                <a:lnTo>
                  <a:pt x="1158" y="232"/>
                </a:lnTo>
                <a:close/>
                <a:moveTo>
                  <a:pt x="314" y="188"/>
                </a:moveTo>
                <a:lnTo>
                  <a:pt x="314" y="188"/>
                </a:lnTo>
                <a:lnTo>
                  <a:pt x="306" y="180"/>
                </a:lnTo>
                <a:lnTo>
                  <a:pt x="300" y="178"/>
                </a:lnTo>
                <a:lnTo>
                  <a:pt x="294" y="178"/>
                </a:lnTo>
                <a:lnTo>
                  <a:pt x="290" y="180"/>
                </a:lnTo>
                <a:lnTo>
                  <a:pt x="278" y="190"/>
                </a:lnTo>
                <a:lnTo>
                  <a:pt x="270" y="194"/>
                </a:lnTo>
                <a:lnTo>
                  <a:pt x="262" y="196"/>
                </a:lnTo>
                <a:lnTo>
                  <a:pt x="262" y="196"/>
                </a:lnTo>
                <a:lnTo>
                  <a:pt x="284" y="178"/>
                </a:lnTo>
                <a:lnTo>
                  <a:pt x="306" y="160"/>
                </a:lnTo>
                <a:lnTo>
                  <a:pt x="306" y="160"/>
                </a:lnTo>
                <a:lnTo>
                  <a:pt x="308" y="168"/>
                </a:lnTo>
                <a:lnTo>
                  <a:pt x="310" y="174"/>
                </a:lnTo>
                <a:lnTo>
                  <a:pt x="314" y="180"/>
                </a:lnTo>
                <a:lnTo>
                  <a:pt x="314" y="188"/>
                </a:lnTo>
                <a:lnTo>
                  <a:pt x="314" y="188"/>
                </a:lnTo>
                <a:close/>
                <a:moveTo>
                  <a:pt x="36" y="690"/>
                </a:moveTo>
                <a:lnTo>
                  <a:pt x="36" y="690"/>
                </a:lnTo>
                <a:lnTo>
                  <a:pt x="38" y="648"/>
                </a:lnTo>
                <a:lnTo>
                  <a:pt x="42" y="608"/>
                </a:lnTo>
                <a:lnTo>
                  <a:pt x="48" y="568"/>
                </a:lnTo>
                <a:lnTo>
                  <a:pt x="56" y="528"/>
                </a:lnTo>
                <a:lnTo>
                  <a:pt x="56" y="528"/>
                </a:lnTo>
                <a:lnTo>
                  <a:pt x="64" y="566"/>
                </a:lnTo>
                <a:lnTo>
                  <a:pt x="68" y="584"/>
                </a:lnTo>
                <a:lnTo>
                  <a:pt x="76" y="600"/>
                </a:lnTo>
                <a:lnTo>
                  <a:pt x="84" y="618"/>
                </a:lnTo>
                <a:lnTo>
                  <a:pt x="92" y="634"/>
                </a:lnTo>
                <a:lnTo>
                  <a:pt x="102" y="648"/>
                </a:lnTo>
                <a:lnTo>
                  <a:pt x="116" y="662"/>
                </a:lnTo>
                <a:lnTo>
                  <a:pt x="116" y="662"/>
                </a:lnTo>
                <a:lnTo>
                  <a:pt x="112" y="650"/>
                </a:lnTo>
                <a:lnTo>
                  <a:pt x="108" y="640"/>
                </a:lnTo>
                <a:lnTo>
                  <a:pt x="104" y="630"/>
                </a:lnTo>
                <a:lnTo>
                  <a:pt x="102" y="618"/>
                </a:lnTo>
                <a:lnTo>
                  <a:pt x="102" y="618"/>
                </a:lnTo>
                <a:lnTo>
                  <a:pt x="116" y="630"/>
                </a:lnTo>
                <a:lnTo>
                  <a:pt x="122" y="636"/>
                </a:lnTo>
                <a:lnTo>
                  <a:pt x="126" y="644"/>
                </a:lnTo>
                <a:lnTo>
                  <a:pt x="130" y="652"/>
                </a:lnTo>
                <a:lnTo>
                  <a:pt x="132" y="662"/>
                </a:lnTo>
                <a:lnTo>
                  <a:pt x="134" y="674"/>
                </a:lnTo>
                <a:lnTo>
                  <a:pt x="134" y="686"/>
                </a:lnTo>
                <a:lnTo>
                  <a:pt x="134" y="686"/>
                </a:lnTo>
                <a:lnTo>
                  <a:pt x="160" y="704"/>
                </a:lnTo>
                <a:lnTo>
                  <a:pt x="186" y="718"/>
                </a:lnTo>
                <a:lnTo>
                  <a:pt x="240" y="748"/>
                </a:lnTo>
                <a:lnTo>
                  <a:pt x="268" y="764"/>
                </a:lnTo>
                <a:lnTo>
                  <a:pt x="292" y="780"/>
                </a:lnTo>
                <a:lnTo>
                  <a:pt x="314" y="800"/>
                </a:lnTo>
                <a:lnTo>
                  <a:pt x="324" y="812"/>
                </a:lnTo>
                <a:lnTo>
                  <a:pt x="334" y="824"/>
                </a:lnTo>
                <a:lnTo>
                  <a:pt x="334" y="824"/>
                </a:lnTo>
                <a:lnTo>
                  <a:pt x="328" y="836"/>
                </a:lnTo>
                <a:lnTo>
                  <a:pt x="320" y="848"/>
                </a:lnTo>
                <a:lnTo>
                  <a:pt x="302" y="868"/>
                </a:lnTo>
                <a:lnTo>
                  <a:pt x="302" y="868"/>
                </a:lnTo>
                <a:lnTo>
                  <a:pt x="300" y="882"/>
                </a:lnTo>
                <a:lnTo>
                  <a:pt x="300" y="896"/>
                </a:lnTo>
                <a:lnTo>
                  <a:pt x="304" y="910"/>
                </a:lnTo>
                <a:lnTo>
                  <a:pt x="308" y="922"/>
                </a:lnTo>
                <a:lnTo>
                  <a:pt x="314" y="934"/>
                </a:lnTo>
                <a:lnTo>
                  <a:pt x="320" y="946"/>
                </a:lnTo>
                <a:lnTo>
                  <a:pt x="338" y="968"/>
                </a:lnTo>
                <a:lnTo>
                  <a:pt x="356" y="990"/>
                </a:lnTo>
                <a:lnTo>
                  <a:pt x="374" y="1012"/>
                </a:lnTo>
                <a:lnTo>
                  <a:pt x="382" y="1024"/>
                </a:lnTo>
                <a:lnTo>
                  <a:pt x="388" y="1036"/>
                </a:lnTo>
                <a:lnTo>
                  <a:pt x="392" y="1048"/>
                </a:lnTo>
                <a:lnTo>
                  <a:pt x="396" y="1060"/>
                </a:lnTo>
                <a:lnTo>
                  <a:pt x="396" y="1060"/>
                </a:lnTo>
                <a:lnTo>
                  <a:pt x="398" y="1090"/>
                </a:lnTo>
                <a:lnTo>
                  <a:pt x="398" y="1120"/>
                </a:lnTo>
                <a:lnTo>
                  <a:pt x="396" y="1148"/>
                </a:lnTo>
                <a:lnTo>
                  <a:pt x="394" y="1176"/>
                </a:lnTo>
                <a:lnTo>
                  <a:pt x="386" y="1228"/>
                </a:lnTo>
                <a:lnTo>
                  <a:pt x="386" y="1250"/>
                </a:lnTo>
                <a:lnTo>
                  <a:pt x="388" y="1270"/>
                </a:lnTo>
                <a:lnTo>
                  <a:pt x="388" y="1270"/>
                </a:lnTo>
                <a:lnTo>
                  <a:pt x="350" y="1250"/>
                </a:lnTo>
                <a:lnTo>
                  <a:pt x="312" y="1224"/>
                </a:lnTo>
                <a:lnTo>
                  <a:pt x="278" y="1198"/>
                </a:lnTo>
                <a:lnTo>
                  <a:pt x="244" y="1170"/>
                </a:lnTo>
                <a:lnTo>
                  <a:pt x="214" y="1138"/>
                </a:lnTo>
                <a:lnTo>
                  <a:pt x="184" y="1106"/>
                </a:lnTo>
                <a:lnTo>
                  <a:pt x="158" y="1070"/>
                </a:lnTo>
                <a:lnTo>
                  <a:pt x="134" y="1034"/>
                </a:lnTo>
                <a:lnTo>
                  <a:pt x="112" y="996"/>
                </a:lnTo>
                <a:lnTo>
                  <a:pt x="92" y="956"/>
                </a:lnTo>
                <a:lnTo>
                  <a:pt x="76" y="914"/>
                </a:lnTo>
                <a:lnTo>
                  <a:pt x="62" y="872"/>
                </a:lnTo>
                <a:lnTo>
                  <a:pt x="50" y="828"/>
                </a:lnTo>
                <a:lnTo>
                  <a:pt x="42" y="784"/>
                </a:lnTo>
                <a:lnTo>
                  <a:pt x="38" y="738"/>
                </a:lnTo>
                <a:lnTo>
                  <a:pt x="36" y="690"/>
                </a:lnTo>
                <a:lnTo>
                  <a:pt x="36" y="690"/>
                </a:lnTo>
                <a:close/>
                <a:moveTo>
                  <a:pt x="1278" y="980"/>
                </a:moveTo>
                <a:lnTo>
                  <a:pt x="1278" y="980"/>
                </a:lnTo>
                <a:lnTo>
                  <a:pt x="1276" y="974"/>
                </a:lnTo>
                <a:lnTo>
                  <a:pt x="1272" y="970"/>
                </a:lnTo>
                <a:lnTo>
                  <a:pt x="1272" y="970"/>
                </a:lnTo>
                <a:lnTo>
                  <a:pt x="1266" y="982"/>
                </a:lnTo>
                <a:lnTo>
                  <a:pt x="1258" y="994"/>
                </a:lnTo>
                <a:lnTo>
                  <a:pt x="1244" y="1014"/>
                </a:lnTo>
                <a:lnTo>
                  <a:pt x="1238" y="1024"/>
                </a:lnTo>
                <a:lnTo>
                  <a:pt x="1232" y="1036"/>
                </a:lnTo>
                <a:lnTo>
                  <a:pt x="1230" y="1048"/>
                </a:lnTo>
                <a:lnTo>
                  <a:pt x="1230" y="1060"/>
                </a:lnTo>
                <a:lnTo>
                  <a:pt x="1230" y="1060"/>
                </a:lnTo>
                <a:lnTo>
                  <a:pt x="1208" y="1092"/>
                </a:lnTo>
                <a:lnTo>
                  <a:pt x="1182" y="1122"/>
                </a:lnTo>
                <a:lnTo>
                  <a:pt x="1156" y="1150"/>
                </a:lnTo>
                <a:lnTo>
                  <a:pt x="1128" y="1178"/>
                </a:lnTo>
                <a:lnTo>
                  <a:pt x="1098" y="1202"/>
                </a:lnTo>
                <a:lnTo>
                  <a:pt x="1068" y="1226"/>
                </a:lnTo>
                <a:lnTo>
                  <a:pt x="1034" y="1248"/>
                </a:lnTo>
                <a:lnTo>
                  <a:pt x="1000" y="1268"/>
                </a:lnTo>
                <a:lnTo>
                  <a:pt x="966" y="1284"/>
                </a:lnTo>
                <a:lnTo>
                  <a:pt x="928" y="1300"/>
                </a:lnTo>
                <a:lnTo>
                  <a:pt x="892" y="1314"/>
                </a:lnTo>
                <a:lnTo>
                  <a:pt x="854" y="1324"/>
                </a:lnTo>
                <a:lnTo>
                  <a:pt x="814" y="1334"/>
                </a:lnTo>
                <a:lnTo>
                  <a:pt x="774" y="1340"/>
                </a:lnTo>
                <a:lnTo>
                  <a:pt x="732" y="1344"/>
                </a:lnTo>
                <a:lnTo>
                  <a:pt x="690" y="1346"/>
                </a:lnTo>
                <a:lnTo>
                  <a:pt x="690" y="1346"/>
                </a:lnTo>
                <a:lnTo>
                  <a:pt x="658" y="1344"/>
                </a:lnTo>
                <a:lnTo>
                  <a:pt x="626" y="1342"/>
                </a:lnTo>
                <a:lnTo>
                  <a:pt x="594" y="1338"/>
                </a:lnTo>
                <a:lnTo>
                  <a:pt x="564" y="1332"/>
                </a:lnTo>
                <a:lnTo>
                  <a:pt x="532" y="1326"/>
                </a:lnTo>
                <a:lnTo>
                  <a:pt x="502" y="1318"/>
                </a:lnTo>
                <a:lnTo>
                  <a:pt x="474" y="1308"/>
                </a:lnTo>
                <a:lnTo>
                  <a:pt x="444" y="1298"/>
                </a:lnTo>
                <a:lnTo>
                  <a:pt x="444" y="1298"/>
                </a:lnTo>
                <a:lnTo>
                  <a:pt x="448" y="1266"/>
                </a:lnTo>
                <a:lnTo>
                  <a:pt x="450" y="1252"/>
                </a:lnTo>
                <a:lnTo>
                  <a:pt x="454" y="1240"/>
                </a:lnTo>
                <a:lnTo>
                  <a:pt x="460" y="1228"/>
                </a:lnTo>
                <a:lnTo>
                  <a:pt x="470" y="1218"/>
                </a:lnTo>
                <a:lnTo>
                  <a:pt x="484" y="1210"/>
                </a:lnTo>
                <a:lnTo>
                  <a:pt x="502" y="1202"/>
                </a:lnTo>
                <a:lnTo>
                  <a:pt x="502" y="1202"/>
                </a:lnTo>
                <a:lnTo>
                  <a:pt x="504" y="1196"/>
                </a:lnTo>
                <a:lnTo>
                  <a:pt x="504" y="1192"/>
                </a:lnTo>
                <a:lnTo>
                  <a:pt x="500" y="1186"/>
                </a:lnTo>
                <a:lnTo>
                  <a:pt x="498" y="1180"/>
                </a:lnTo>
                <a:lnTo>
                  <a:pt x="496" y="1176"/>
                </a:lnTo>
                <a:lnTo>
                  <a:pt x="496" y="1172"/>
                </a:lnTo>
                <a:lnTo>
                  <a:pt x="496" y="1172"/>
                </a:lnTo>
                <a:lnTo>
                  <a:pt x="504" y="1172"/>
                </a:lnTo>
                <a:lnTo>
                  <a:pt x="510" y="1172"/>
                </a:lnTo>
                <a:lnTo>
                  <a:pt x="522" y="1168"/>
                </a:lnTo>
                <a:lnTo>
                  <a:pt x="532" y="1160"/>
                </a:lnTo>
                <a:lnTo>
                  <a:pt x="542" y="1150"/>
                </a:lnTo>
                <a:lnTo>
                  <a:pt x="550" y="1136"/>
                </a:lnTo>
                <a:lnTo>
                  <a:pt x="558" y="1122"/>
                </a:lnTo>
                <a:lnTo>
                  <a:pt x="562" y="1106"/>
                </a:lnTo>
                <a:lnTo>
                  <a:pt x="566" y="1090"/>
                </a:lnTo>
                <a:lnTo>
                  <a:pt x="566" y="1090"/>
                </a:lnTo>
                <a:lnTo>
                  <a:pt x="616" y="1064"/>
                </a:lnTo>
                <a:lnTo>
                  <a:pt x="616" y="1064"/>
                </a:lnTo>
                <a:lnTo>
                  <a:pt x="618" y="1042"/>
                </a:lnTo>
                <a:lnTo>
                  <a:pt x="622" y="1020"/>
                </a:lnTo>
                <a:lnTo>
                  <a:pt x="628" y="1002"/>
                </a:lnTo>
                <a:lnTo>
                  <a:pt x="636" y="986"/>
                </a:lnTo>
                <a:lnTo>
                  <a:pt x="650" y="952"/>
                </a:lnTo>
                <a:lnTo>
                  <a:pt x="656" y="934"/>
                </a:lnTo>
                <a:lnTo>
                  <a:pt x="660" y="912"/>
                </a:lnTo>
                <a:lnTo>
                  <a:pt x="660" y="912"/>
                </a:lnTo>
                <a:lnTo>
                  <a:pt x="630" y="900"/>
                </a:lnTo>
                <a:lnTo>
                  <a:pt x="602" y="886"/>
                </a:lnTo>
                <a:lnTo>
                  <a:pt x="572" y="874"/>
                </a:lnTo>
                <a:lnTo>
                  <a:pt x="540" y="862"/>
                </a:lnTo>
                <a:lnTo>
                  <a:pt x="540" y="862"/>
                </a:lnTo>
                <a:lnTo>
                  <a:pt x="540" y="830"/>
                </a:lnTo>
                <a:lnTo>
                  <a:pt x="540" y="830"/>
                </a:lnTo>
                <a:lnTo>
                  <a:pt x="530" y="824"/>
                </a:lnTo>
                <a:lnTo>
                  <a:pt x="518" y="816"/>
                </a:lnTo>
                <a:lnTo>
                  <a:pt x="494" y="806"/>
                </a:lnTo>
                <a:lnTo>
                  <a:pt x="482" y="800"/>
                </a:lnTo>
                <a:lnTo>
                  <a:pt x="472" y="792"/>
                </a:lnTo>
                <a:lnTo>
                  <a:pt x="464" y="780"/>
                </a:lnTo>
                <a:lnTo>
                  <a:pt x="458" y="768"/>
                </a:lnTo>
                <a:lnTo>
                  <a:pt x="458" y="768"/>
                </a:lnTo>
                <a:lnTo>
                  <a:pt x="430" y="766"/>
                </a:lnTo>
                <a:lnTo>
                  <a:pt x="408" y="764"/>
                </a:lnTo>
                <a:lnTo>
                  <a:pt x="390" y="758"/>
                </a:lnTo>
                <a:lnTo>
                  <a:pt x="382" y="754"/>
                </a:lnTo>
                <a:lnTo>
                  <a:pt x="376" y="748"/>
                </a:lnTo>
                <a:lnTo>
                  <a:pt x="376" y="748"/>
                </a:lnTo>
                <a:lnTo>
                  <a:pt x="368" y="752"/>
                </a:lnTo>
                <a:lnTo>
                  <a:pt x="362" y="756"/>
                </a:lnTo>
                <a:lnTo>
                  <a:pt x="352" y="766"/>
                </a:lnTo>
                <a:lnTo>
                  <a:pt x="342" y="774"/>
                </a:lnTo>
                <a:lnTo>
                  <a:pt x="334" y="778"/>
                </a:lnTo>
                <a:lnTo>
                  <a:pt x="326" y="780"/>
                </a:lnTo>
                <a:lnTo>
                  <a:pt x="326" y="780"/>
                </a:lnTo>
                <a:lnTo>
                  <a:pt x="324" y="778"/>
                </a:lnTo>
                <a:lnTo>
                  <a:pt x="322" y="776"/>
                </a:lnTo>
                <a:lnTo>
                  <a:pt x="314" y="774"/>
                </a:lnTo>
                <a:lnTo>
                  <a:pt x="314" y="774"/>
                </a:lnTo>
                <a:lnTo>
                  <a:pt x="304" y="772"/>
                </a:lnTo>
                <a:lnTo>
                  <a:pt x="296" y="768"/>
                </a:lnTo>
                <a:lnTo>
                  <a:pt x="294" y="762"/>
                </a:lnTo>
                <a:lnTo>
                  <a:pt x="292" y="754"/>
                </a:lnTo>
                <a:lnTo>
                  <a:pt x="292" y="738"/>
                </a:lnTo>
                <a:lnTo>
                  <a:pt x="294" y="718"/>
                </a:lnTo>
                <a:lnTo>
                  <a:pt x="294" y="718"/>
                </a:lnTo>
                <a:lnTo>
                  <a:pt x="286" y="716"/>
                </a:lnTo>
                <a:lnTo>
                  <a:pt x="276" y="718"/>
                </a:lnTo>
                <a:lnTo>
                  <a:pt x="266" y="718"/>
                </a:lnTo>
                <a:lnTo>
                  <a:pt x="264" y="716"/>
                </a:lnTo>
                <a:lnTo>
                  <a:pt x="264" y="712"/>
                </a:lnTo>
                <a:lnTo>
                  <a:pt x="264" y="712"/>
                </a:lnTo>
                <a:lnTo>
                  <a:pt x="264" y="700"/>
                </a:lnTo>
                <a:lnTo>
                  <a:pt x="266" y="692"/>
                </a:lnTo>
                <a:lnTo>
                  <a:pt x="270" y="684"/>
                </a:lnTo>
                <a:lnTo>
                  <a:pt x="276" y="680"/>
                </a:lnTo>
                <a:lnTo>
                  <a:pt x="276" y="680"/>
                </a:lnTo>
                <a:lnTo>
                  <a:pt x="274" y="672"/>
                </a:lnTo>
                <a:lnTo>
                  <a:pt x="268" y="668"/>
                </a:lnTo>
                <a:lnTo>
                  <a:pt x="262" y="666"/>
                </a:lnTo>
                <a:lnTo>
                  <a:pt x="254" y="666"/>
                </a:lnTo>
                <a:lnTo>
                  <a:pt x="248" y="670"/>
                </a:lnTo>
                <a:lnTo>
                  <a:pt x="242" y="674"/>
                </a:lnTo>
                <a:lnTo>
                  <a:pt x="238" y="678"/>
                </a:lnTo>
                <a:lnTo>
                  <a:pt x="238" y="686"/>
                </a:lnTo>
                <a:lnTo>
                  <a:pt x="238" y="686"/>
                </a:lnTo>
                <a:lnTo>
                  <a:pt x="232" y="686"/>
                </a:lnTo>
                <a:lnTo>
                  <a:pt x="232" y="686"/>
                </a:lnTo>
                <a:lnTo>
                  <a:pt x="216" y="680"/>
                </a:lnTo>
                <a:lnTo>
                  <a:pt x="204" y="674"/>
                </a:lnTo>
                <a:lnTo>
                  <a:pt x="196" y="666"/>
                </a:lnTo>
                <a:lnTo>
                  <a:pt x="192" y="656"/>
                </a:lnTo>
                <a:lnTo>
                  <a:pt x="192" y="648"/>
                </a:lnTo>
                <a:lnTo>
                  <a:pt x="194" y="638"/>
                </a:lnTo>
                <a:lnTo>
                  <a:pt x="198" y="628"/>
                </a:lnTo>
                <a:lnTo>
                  <a:pt x="204" y="618"/>
                </a:lnTo>
                <a:lnTo>
                  <a:pt x="214" y="608"/>
                </a:lnTo>
                <a:lnTo>
                  <a:pt x="224" y="600"/>
                </a:lnTo>
                <a:lnTo>
                  <a:pt x="234" y="594"/>
                </a:lnTo>
                <a:lnTo>
                  <a:pt x="246" y="588"/>
                </a:lnTo>
                <a:lnTo>
                  <a:pt x="260" y="586"/>
                </a:lnTo>
                <a:lnTo>
                  <a:pt x="272" y="584"/>
                </a:lnTo>
                <a:lnTo>
                  <a:pt x="284" y="586"/>
                </a:lnTo>
                <a:lnTo>
                  <a:pt x="294" y="592"/>
                </a:lnTo>
                <a:lnTo>
                  <a:pt x="294" y="592"/>
                </a:lnTo>
                <a:lnTo>
                  <a:pt x="298" y="604"/>
                </a:lnTo>
                <a:lnTo>
                  <a:pt x="304" y="618"/>
                </a:lnTo>
                <a:lnTo>
                  <a:pt x="310" y="628"/>
                </a:lnTo>
                <a:lnTo>
                  <a:pt x="314" y="632"/>
                </a:lnTo>
                <a:lnTo>
                  <a:pt x="320" y="636"/>
                </a:lnTo>
                <a:lnTo>
                  <a:pt x="320" y="636"/>
                </a:lnTo>
                <a:lnTo>
                  <a:pt x="326" y="630"/>
                </a:lnTo>
                <a:lnTo>
                  <a:pt x="328" y="622"/>
                </a:lnTo>
                <a:lnTo>
                  <a:pt x="326" y="614"/>
                </a:lnTo>
                <a:lnTo>
                  <a:pt x="326" y="604"/>
                </a:lnTo>
                <a:lnTo>
                  <a:pt x="322" y="588"/>
                </a:lnTo>
                <a:lnTo>
                  <a:pt x="322" y="582"/>
                </a:lnTo>
                <a:lnTo>
                  <a:pt x="326" y="578"/>
                </a:lnTo>
                <a:lnTo>
                  <a:pt x="326" y="578"/>
                </a:lnTo>
                <a:lnTo>
                  <a:pt x="332" y="570"/>
                </a:lnTo>
                <a:lnTo>
                  <a:pt x="338" y="562"/>
                </a:lnTo>
                <a:lnTo>
                  <a:pt x="346" y="556"/>
                </a:lnTo>
                <a:lnTo>
                  <a:pt x="352" y="554"/>
                </a:lnTo>
                <a:lnTo>
                  <a:pt x="358" y="554"/>
                </a:lnTo>
                <a:lnTo>
                  <a:pt x="358" y="554"/>
                </a:lnTo>
                <a:lnTo>
                  <a:pt x="360" y="540"/>
                </a:lnTo>
                <a:lnTo>
                  <a:pt x="366" y="528"/>
                </a:lnTo>
                <a:lnTo>
                  <a:pt x="370" y="518"/>
                </a:lnTo>
                <a:lnTo>
                  <a:pt x="378" y="508"/>
                </a:lnTo>
                <a:lnTo>
                  <a:pt x="392" y="492"/>
                </a:lnTo>
                <a:lnTo>
                  <a:pt x="410" y="478"/>
                </a:lnTo>
                <a:lnTo>
                  <a:pt x="430" y="466"/>
                </a:lnTo>
                <a:lnTo>
                  <a:pt x="448" y="456"/>
                </a:lnTo>
                <a:lnTo>
                  <a:pt x="478" y="440"/>
                </a:lnTo>
                <a:lnTo>
                  <a:pt x="478" y="440"/>
                </a:lnTo>
                <a:lnTo>
                  <a:pt x="478" y="434"/>
                </a:lnTo>
                <a:lnTo>
                  <a:pt x="478" y="434"/>
                </a:lnTo>
                <a:lnTo>
                  <a:pt x="476" y="430"/>
                </a:lnTo>
                <a:lnTo>
                  <a:pt x="474" y="428"/>
                </a:lnTo>
                <a:lnTo>
                  <a:pt x="466" y="428"/>
                </a:lnTo>
                <a:lnTo>
                  <a:pt x="466" y="428"/>
                </a:lnTo>
                <a:lnTo>
                  <a:pt x="460" y="426"/>
                </a:lnTo>
                <a:lnTo>
                  <a:pt x="458" y="424"/>
                </a:lnTo>
                <a:lnTo>
                  <a:pt x="458" y="422"/>
                </a:lnTo>
                <a:lnTo>
                  <a:pt x="458" y="422"/>
                </a:lnTo>
                <a:lnTo>
                  <a:pt x="458" y="416"/>
                </a:lnTo>
                <a:lnTo>
                  <a:pt x="460" y="412"/>
                </a:lnTo>
                <a:lnTo>
                  <a:pt x="462" y="406"/>
                </a:lnTo>
                <a:lnTo>
                  <a:pt x="466" y="400"/>
                </a:lnTo>
                <a:lnTo>
                  <a:pt x="466" y="396"/>
                </a:lnTo>
                <a:lnTo>
                  <a:pt x="466" y="390"/>
                </a:lnTo>
                <a:lnTo>
                  <a:pt x="466" y="390"/>
                </a:lnTo>
                <a:lnTo>
                  <a:pt x="472" y="396"/>
                </a:lnTo>
                <a:lnTo>
                  <a:pt x="480" y="400"/>
                </a:lnTo>
                <a:lnTo>
                  <a:pt x="488" y="398"/>
                </a:lnTo>
                <a:lnTo>
                  <a:pt x="496" y="396"/>
                </a:lnTo>
                <a:lnTo>
                  <a:pt x="512" y="386"/>
                </a:lnTo>
                <a:lnTo>
                  <a:pt x="520" y="380"/>
                </a:lnTo>
                <a:lnTo>
                  <a:pt x="528" y="376"/>
                </a:lnTo>
                <a:lnTo>
                  <a:pt x="528" y="376"/>
                </a:lnTo>
                <a:lnTo>
                  <a:pt x="524" y="384"/>
                </a:lnTo>
                <a:lnTo>
                  <a:pt x="520" y="388"/>
                </a:lnTo>
                <a:lnTo>
                  <a:pt x="516" y="392"/>
                </a:lnTo>
                <a:lnTo>
                  <a:pt x="510" y="396"/>
                </a:lnTo>
                <a:lnTo>
                  <a:pt x="510" y="396"/>
                </a:lnTo>
                <a:lnTo>
                  <a:pt x="506" y="402"/>
                </a:lnTo>
                <a:lnTo>
                  <a:pt x="502" y="412"/>
                </a:lnTo>
                <a:lnTo>
                  <a:pt x="502" y="416"/>
                </a:lnTo>
                <a:lnTo>
                  <a:pt x="504" y="420"/>
                </a:lnTo>
                <a:lnTo>
                  <a:pt x="508" y="422"/>
                </a:lnTo>
                <a:lnTo>
                  <a:pt x="516" y="422"/>
                </a:lnTo>
                <a:lnTo>
                  <a:pt x="516" y="422"/>
                </a:lnTo>
                <a:lnTo>
                  <a:pt x="524" y="422"/>
                </a:lnTo>
                <a:lnTo>
                  <a:pt x="532" y="426"/>
                </a:lnTo>
                <a:lnTo>
                  <a:pt x="542" y="428"/>
                </a:lnTo>
                <a:lnTo>
                  <a:pt x="554" y="428"/>
                </a:lnTo>
                <a:lnTo>
                  <a:pt x="554" y="428"/>
                </a:lnTo>
                <a:lnTo>
                  <a:pt x="548" y="408"/>
                </a:lnTo>
                <a:lnTo>
                  <a:pt x="542" y="390"/>
                </a:lnTo>
                <a:lnTo>
                  <a:pt x="534" y="372"/>
                </a:lnTo>
                <a:lnTo>
                  <a:pt x="526" y="356"/>
                </a:lnTo>
                <a:lnTo>
                  <a:pt x="508" y="322"/>
                </a:lnTo>
                <a:lnTo>
                  <a:pt x="498" y="304"/>
                </a:lnTo>
                <a:lnTo>
                  <a:pt x="490" y="282"/>
                </a:lnTo>
                <a:lnTo>
                  <a:pt x="490" y="282"/>
                </a:lnTo>
                <a:lnTo>
                  <a:pt x="484" y="280"/>
                </a:lnTo>
                <a:lnTo>
                  <a:pt x="480" y="282"/>
                </a:lnTo>
                <a:lnTo>
                  <a:pt x="478" y="284"/>
                </a:lnTo>
                <a:lnTo>
                  <a:pt x="478" y="288"/>
                </a:lnTo>
                <a:lnTo>
                  <a:pt x="476" y="292"/>
                </a:lnTo>
                <a:lnTo>
                  <a:pt x="474" y="296"/>
                </a:lnTo>
                <a:lnTo>
                  <a:pt x="472" y="296"/>
                </a:lnTo>
                <a:lnTo>
                  <a:pt x="464" y="294"/>
                </a:lnTo>
                <a:lnTo>
                  <a:pt x="464" y="294"/>
                </a:lnTo>
                <a:lnTo>
                  <a:pt x="458" y="294"/>
                </a:lnTo>
                <a:lnTo>
                  <a:pt x="454" y="290"/>
                </a:lnTo>
                <a:lnTo>
                  <a:pt x="452" y="284"/>
                </a:lnTo>
                <a:lnTo>
                  <a:pt x="450" y="278"/>
                </a:lnTo>
                <a:lnTo>
                  <a:pt x="448" y="266"/>
                </a:lnTo>
                <a:lnTo>
                  <a:pt x="444" y="260"/>
                </a:lnTo>
                <a:lnTo>
                  <a:pt x="440" y="258"/>
                </a:lnTo>
                <a:lnTo>
                  <a:pt x="440" y="258"/>
                </a:lnTo>
                <a:lnTo>
                  <a:pt x="432" y="258"/>
                </a:lnTo>
                <a:lnTo>
                  <a:pt x="426" y="256"/>
                </a:lnTo>
                <a:lnTo>
                  <a:pt x="414" y="252"/>
                </a:lnTo>
                <a:lnTo>
                  <a:pt x="408" y="246"/>
                </a:lnTo>
                <a:lnTo>
                  <a:pt x="402" y="244"/>
                </a:lnTo>
                <a:lnTo>
                  <a:pt x="402" y="244"/>
                </a:lnTo>
                <a:lnTo>
                  <a:pt x="400" y="250"/>
                </a:lnTo>
                <a:lnTo>
                  <a:pt x="398" y="250"/>
                </a:lnTo>
                <a:lnTo>
                  <a:pt x="396" y="250"/>
                </a:lnTo>
                <a:lnTo>
                  <a:pt x="396" y="250"/>
                </a:lnTo>
                <a:lnTo>
                  <a:pt x="396" y="278"/>
                </a:lnTo>
                <a:lnTo>
                  <a:pt x="394" y="298"/>
                </a:lnTo>
                <a:lnTo>
                  <a:pt x="390" y="312"/>
                </a:lnTo>
                <a:lnTo>
                  <a:pt x="386" y="322"/>
                </a:lnTo>
                <a:lnTo>
                  <a:pt x="374" y="342"/>
                </a:lnTo>
                <a:lnTo>
                  <a:pt x="366" y="354"/>
                </a:lnTo>
                <a:lnTo>
                  <a:pt x="358" y="370"/>
                </a:lnTo>
                <a:lnTo>
                  <a:pt x="358" y="370"/>
                </a:lnTo>
                <a:lnTo>
                  <a:pt x="356" y="362"/>
                </a:lnTo>
                <a:lnTo>
                  <a:pt x="354" y="354"/>
                </a:lnTo>
                <a:lnTo>
                  <a:pt x="350" y="344"/>
                </a:lnTo>
                <a:lnTo>
                  <a:pt x="352" y="332"/>
                </a:lnTo>
                <a:lnTo>
                  <a:pt x="352" y="332"/>
                </a:lnTo>
                <a:lnTo>
                  <a:pt x="346" y="332"/>
                </a:lnTo>
                <a:lnTo>
                  <a:pt x="340" y="330"/>
                </a:lnTo>
                <a:lnTo>
                  <a:pt x="332" y="326"/>
                </a:lnTo>
                <a:lnTo>
                  <a:pt x="332" y="326"/>
                </a:lnTo>
                <a:lnTo>
                  <a:pt x="316" y="320"/>
                </a:lnTo>
                <a:lnTo>
                  <a:pt x="302" y="314"/>
                </a:lnTo>
                <a:lnTo>
                  <a:pt x="294" y="308"/>
                </a:lnTo>
                <a:lnTo>
                  <a:pt x="290" y="304"/>
                </a:lnTo>
                <a:lnTo>
                  <a:pt x="286" y="296"/>
                </a:lnTo>
                <a:lnTo>
                  <a:pt x="282" y="288"/>
                </a:lnTo>
                <a:lnTo>
                  <a:pt x="282" y="288"/>
                </a:lnTo>
                <a:lnTo>
                  <a:pt x="296" y="272"/>
                </a:lnTo>
                <a:lnTo>
                  <a:pt x="310" y="256"/>
                </a:lnTo>
                <a:lnTo>
                  <a:pt x="326" y="242"/>
                </a:lnTo>
                <a:lnTo>
                  <a:pt x="334" y="236"/>
                </a:lnTo>
                <a:lnTo>
                  <a:pt x="346" y="232"/>
                </a:lnTo>
                <a:lnTo>
                  <a:pt x="346" y="232"/>
                </a:lnTo>
                <a:lnTo>
                  <a:pt x="344" y="238"/>
                </a:lnTo>
                <a:lnTo>
                  <a:pt x="346" y="244"/>
                </a:lnTo>
                <a:lnTo>
                  <a:pt x="350" y="248"/>
                </a:lnTo>
                <a:lnTo>
                  <a:pt x="356" y="252"/>
                </a:lnTo>
                <a:lnTo>
                  <a:pt x="360" y="254"/>
                </a:lnTo>
                <a:lnTo>
                  <a:pt x="366" y="254"/>
                </a:lnTo>
                <a:lnTo>
                  <a:pt x="368" y="254"/>
                </a:lnTo>
                <a:lnTo>
                  <a:pt x="370" y="250"/>
                </a:lnTo>
                <a:lnTo>
                  <a:pt x="370" y="250"/>
                </a:lnTo>
                <a:lnTo>
                  <a:pt x="366" y="250"/>
                </a:lnTo>
                <a:lnTo>
                  <a:pt x="366" y="246"/>
                </a:lnTo>
                <a:lnTo>
                  <a:pt x="366" y="240"/>
                </a:lnTo>
                <a:lnTo>
                  <a:pt x="370" y="238"/>
                </a:lnTo>
                <a:lnTo>
                  <a:pt x="370" y="238"/>
                </a:lnTo>
                <a:lnTo>
                  <a:pt x="376" y="238"/>
                </a:lnTo>
                <a:lnTo>
                  <a:pt x="382" y="240"/>
                </a:lnTo>
                <a:lnTo>
                  <a:pt x="390" y="244"/>
                </a:lnTo>
                <a:lnTo>
                  <a:pt x="390" y="244"/>
                </a:lnTo>
                <a:lnTo>
                  <a:pt x="388" y="234"/>
                </a:lnTo>
                <a:lnTo>
                  <a:pt x="384" y="228"/>
                </a:lnTo>
                <a:lnTo>
                  <a:pt x="378" y="224"/>
                </a:lnTo>
                <a:lnTo>
                  <a:pt x="370" y="220"/>
                </a:lnTo>
                <a:lnTo>
                  <a:pt x="370" y="220"/>
                </a:lnTo>
                <a:lnTo>
                  <a:pt x="374" y="214"/>
                </a:lnTo>
                <a:lnTo>
                  <a:pt x="378" y="210"/>
                </a:lnTo>
                <a:lnTo>
                  <a:pt x="388" y="202"/>
                </a:lnTo>
                <a:lnTo>
                  <a:pt x="392" y="198"/>
                </a:lnTo>
                <a:lnTo>
                  <a:pt x="394" y="192"/>
                </a:lnTo>
                <a:lnTo>
                  <a:pt x="396" y="184"/>
                </a:lnTo>
                <a:lnTo>
                  <a:pt x="396" y="176"/>
                </a:lnTo>
                <a:lnTo>
                  <a:pt x="396" y="176"/>
                </a:lnTo>
                <a:lnTo>
                  <a:pt x="390" y="172"/>
                </a:lnTo>
                <a:lnTo>
                  <a:pt x="390" y="170"/>
                </a:lnTo>
                <a:lnTo>
                  <a:pt x="400" y="168"/>
                </a:lnTo>
                <a:lnTo>
                  <a:pt x="428" y="168"/>
                </a:lnTo>
                <a:lnTo>
                  <a:pt x="428" y="168"/>
                </a:lnTo>
                <a:lnTo>
                  <a:pt x="426" y="174"/>
                </a:lnTo>
                <a:lnTo>
                  <a:pt x="428" y="180"/>
                </a:lnTo>
                <a:lnTo>
                  <a:pt x="434" y="184"/>
                </a:lnTo>
                <a:lnTo>
                  <a:pt x="440" y="190"/>
                </a:lnTo>
                <a:lnTo>
                  <a:pt x="440" y="194"/>
                </a:lnTo>
                <a:lnTo>
                  <a:pt x="440" y="200"/>
                </a:lnTo>
                <a:lnTo>
                  <a:pt x="440" y="200"/>
                </a:lnTo>
                <a:lnTo>
                  <a:pt x="438" y="206"/>
                </a:lnTo>
                <a:lnTo>
                  <a:pt x="436" y="212"/>
                </a:lnTo>
                <a:lnTo>
                  <a:pt x="432" y="216"/>
                </a:lnTo>
                <a:lnTo>
                  <a:pt x="426" y="218"/>
                </a:lnTo>
                <a:lnTo>
                  <a:pt x="414" y="222"/>
                </a:lnTo>
                <a:lnTo>
                  <a:pt x="402" y="226"/>
                </a:lnTo>
                <a:lnTo>
                  <a:pt x="402" y="226"/>
                </a:lnTo>
                <a:lnTo>
                  <a:pt x="422" y="234"/>
                </a:lnTo>
                <a:lnTo>
                  <a:pt x="438" y="242"/>
                </a:lnTo>
                <a:lnTo>
                  <a:pt x="454" y="254"/>
                </a:lnTo>
                <a:lnTo>
                  <a:pt x="472" y="264"/>
                </a:lnTo>
                <a:lnTo>
                  <a:pt x="472" y="264"/>
                </a:lnTo>
                <a:lnTo>
                  <a:pt x="476" y="260"/>
                </a:lnTo>
                <a:lnTo>
                  <a:pt x="476" y="256"/>
                </a:lnTo>
                <a:lnTo>
                  <a:pt x="474" y="248"/>
                </a:lnTo>
                <a:lnTo>
                  <a:pt x="474" y="248"/>
                </a:lnTo>
                <a:lnTo>
                  <a:pt x="476" y="246"/>
                </a:lnTo>
                <a:lnTo>
                  <a:pt x="490" y="250"/>
                </a:lnTo>
                <a:lnTo>
                  <a:pt x="490" y="250"/>
                </a:lnTo>
                <a:lnTo>
                  <a:pt x="490" y="240"/>
                </a:lnTo>
                <a:lnTo>
                  <a:pt x="490" y="230"/>
                </a:lnTo>
                <a:lnTo>
                  <a:pt x="488" y="226"/>
                </a:lnTo>
                <a:lnTo>
                  <a:pt x="486" y="222"/>
                </a:lnTo>
                <a:lnTo>
                  <a:pt x="482" y="220"/>
                </a:lnTo>
                <a:lnTo>
                  <a:pt x="478" y="220"/>
                </a:lnTo>
                <a:lnTo>
                  <a:pt x="478" y="220"/>
                </a:lnTo>
                <a:lnTo>
                  <a:pt x="480" y="214"/>
                </a:lnTo>
                <a:lnTo>
                  <a:pt x="484" y="212"/>
                </a:lnTo>
                <a:lnTo>
                  <a:pt x="486" y="214"/>
                </a:lnTo>
                <a:lnTo>
                  <a:pt x="490" y="216"/>
                </a:lnTo>
                <a:lnTo>
                  <a:pt x="496" y="222"/>
                </a:lnTo>
                <a:lnTo>
                  <a:pt x="500" y="224"/>
                </a:lnTo>
                <a:lnTo>
                  <a:pt x="502" y="226"/>
                </a:lnTo>
                <a:lnTo>
                  <a:pt x="502" y="226"/>
                </a:lnTo>
                <a:lnTo>
                  <a:pt x="506" y="222"/>
                </a:lnTo>
                <a:lnTo>
                  <a:pt x="510" y="218"/>
                </a:lnTo>
                <a:lnTo>
                  <a:pt x="514" y="214"/>
                </a:lnTo>
                <a:lnTo>
                  <a:pt x="522" y="214"/>
                </a:lnTo>
                <a:lnTo>
                  <a:pt x="522" y="214"/>
                </a:lnTo>
                <a:lnTo>
                  <a:pt x="510" y="200"/>
                </a:lnTo>
                <a:lnTo>
                  <a:pt x="500" y="186"/>
                </a:lnTo>
                <a:lnTo>
                  <a:pt x="482" y="160"/>
                </a:lnTo>
                <a:lnTo>
                  <a:pt x="472" y="150"/>
                </a:lnTo>
                <a:lnTo>
                  <a:pt x="458" y="142"/>
                </a:lnTo>
                <a:lnTo>
                  <a:pt x="450" y="140"/>
                </a:lnTo>
                <a:lnTo>
                  <a:pt x="442" y="138"/>
                </a:lnTo>
                <a:lnTo>
                  <a:pt x="432" y="136"/>
                </a:lnTo>
                <a:lnTo>
                  <a:pt x="420" y="138"/>
                </a:lnTo>
                <a:lnTo>
                  <a:pt x="420" y="138"/>
                </a:lnTo>
                <a:lnTo>
                  <a:pt x="416" y="134"/>
                </a:lnTo>
                <a:lnTo>
                  <a:pt x="416" y="134"/>
                </a:lnTo>
                <a:lnTo>
                  <a:pt x="422" y="132"/>
                </a:lnTo>
                <a:lnTo>
                  <a:pt x="446" y="132"/>
                </a:lnTo>
                <a:lnTo>
                  <a:pt x="446" y="132"/>
                </a:lnTo>
                <a:lnTo>
                  <a:pt x="444" y="128"/>
                </a:lnTo>
                <a:lnTo>
                  <a:pt x="442" y="126"/>
                </a:lnTo>
                <a:lnTo>
                  <a:pt x="436" y="126"/>
                </a:lnTo>
                <a:lnTo>
                  <a:pt x="430" y="124"/>
                </a:lnTo>
                <a:lnTo>
                  <a:pt x="428" y="122"/>
                </a:lnTo>
                <a:lnTo>
                  <a:pt x="428" y="118"/>
                </a:lnTo>
                <a:lnTo>
                  <a:pt x="428" y="118"/>
                </a:lnTo>
                <a:lnTo>
                  <a:pt x="418" y="122"/>
                </a:lnTo>
                <a:lnTo>
                  <a:pt x="406" y="124"/>
                </a:lnTo>
                <a:lnTo>
                  <a:pt x="382" y="126"/>
                </a:lnTo>
                <a:lnTo>
                  <a:pt x="370" y="128"/>
                </a:lnTo>
                <a:lnTo>
                  <a:pt x="360" y="132"/>
                </a:lnTo>
                <a:lnTo>
                  <a:pt x="356" y="136"/>
                </a:lnTo>
                <a:lnTo>
                  <a:pt x="354" y="140"/>
                </a:lnTo>
                <a:lnTo>
                  <a:pt x="352" y="144"/>
                </a:lnTo>
                <a:lnTo>
                  <a:pt x="352" y="150"/>
                </a:lnTo>
                <a:lnTo>
                  <a:pt x="352" y="150"/>
                </a:lnTo>
                <a:lnTo>
                  <a:pt x="352" y="156"/>
                </a:lnTo>
                <a:lnTo>
                  <a:pt x="354" y="160"/>
                </a:lnTo>
                <a:lnTo>
                  <a:pt x="358" y="164"/>
                </a:lnTo>
                <a:lnTo>
                  <a:pt x="362" y="164"/>
                </a:lnTo>
                <a:lnTo>
                  <a:pt x="366" y="166"/>
                </a:lnTo>
                <a:lnTo>
                  <a:pt x="370" y="170"/>
                </a:lnTo>
                <a:lnTo>
                  <a:pt x="372" y="174"/>
                </a:lnTo>
                <a:lnTo>
                  <a:pt x="370" y="182"/>
                </a:lnTo>
                <a:lnTo>
                  <a:pt x="370" y="182"/>
                </a:lnTo>
                <a:lnTo>
                  <a:pt x="362" y="186"/>
                </a:lnTo>
                <a:lnTo>
                  <a:pt x="360" y="190"/>
                </a:lnTo>
                <a:lnTo>
                  <a:pt x="358" y="194"/>
                </a:lnTo>
                <a:lnTo>
                  <a:pt x="358" y="194"/>
                </a:lnTo>
                <a:lnTo>
                  <a:pt x="354" y="186"/>
                </a:lnTo>
                <a:lnTo>
                  <a:pt x="350" y="182"/>
                </a:lnTo>
                <a:lnTo>
                  <a:pt x="340" y="176"/>
                </a:lnTo>
                <a:lnTo>
                  <a:pt x="336" y="174"/>
                </a:lnTo>
                <a:lnTo>
                  <a:pt x="332" y="168"/>
                </a:lnTo>
                <a:lnTo>
                  <a:pt x="328" y="162"/>
                </a:lnTo>
                <a:lnTo>
                  <a:pt x="326" y="150"/>
                </a:lnTo>
                <a:lnTo>
                  <a:pt x="326" y="150"/>
                </a:lnTo>
                <a:lnTo>
                  <a:pt x="322" y="150"/>
                </a:lnTo>
                <a:lnTo>
                  <a:pt x="322" y="150"/>
                </a:lnTo>
                <a:lnTo>
                  <a:pt x="350" y="132"/>
                </a:lnTo>
                <a:lnTo>
                  <a:pt x="378" y="116"/>
                </a:lnTo>
                <a:lnTo>
                  <a:pt x="378" y="116"/>
                </a:lnTo>
                <a:lnTo>
                  <a:pt x="402" y="114"/>
                </a:lnTo>
                <a:lnTo>
                  <a:pt x="428" y="112"/>
                </a:lnTo>
                <a:lnTo>
                  <a:pt x="428" y="112"/>
                </a:lnTo>
                <a:lnTo>
                  <a:pt x="436" y="96"/>
                </a:lnTo>
                <a:lnTo>
                  <a:pt x="446" y="82"/>
                </a:lnTo>
                <a:lnTo>
                  <a:pt x="446" y="82"/>
                </a:lnTo>
                <a:lnTo>
                  <a:pt x="488" y="68"/>
                </a:lnTo>
                <a:lnTo>
                  <a:pt x="488" y="68"/>
                </a:lnTo>
                <a:lnTo>
                  <a:pt x="492" y="74"/>
                </a:lnTo>
                <a:lnTo>
                  <a:pt x="498" y="80"/>
                </a:lnTo>
                <a:lnTo>
                  <a:pt x="514" y="90"/>
                </a:lnTo>
                <a:lnTo>
                  <a:pt x="548" y="104"/>
                </a:lnTo>
                <a:lnTo>
                  <a:pt x="564" y="112"/>
                </a:lnTo>
                <a:lnTo>
                  <a:pt x="570" y="118"/>
                </a:lnTo>
                <a:lnTo>
                  <a:pt x="574" y="126"/>
                </a:lnTo>
                <a:lnTo>
                  <a:pt x="576" y="134"/>
                </a:lnTo>
                <a:lnTo>
                  <a:pt x="578" y="144"/>
                </a:lnTo>
                <a:lnTo>
                  <a:pt x="576" y="154"/>
                </a:lnTo>
                <a:lnTo>
                  <a:pt x="572" y="168"/>
                </a:lnTo>
                <a:lnTo>
                  <a:pt x="572" y="168"/>
                </a:lnTo>
                <a:lnTo>
                  <a:pt x="574" y="172"/>
                </a:lnTo>
                <a:lnTo>
                  <a:pt x="576" y="174"/>
                </a:lnTo>
                <a:lnTo>
                  <a:pt x="580" y="174"/>
                </a:lnTo>
                <a:lnTo>
                  <a:pt x="582" y="172"/>
                </a:lnTo>
                <a:lnTo>
                  <a:pt x="582" y="172"/>
                </a:lnTo>
                <a:lnTo>
                  <a:pt x="584" y="168"/>
                </a:lnTo>
                <a:lnTo>
                  <a:pt x="584" y="168"/>
                </a:lnTo>
                <a:lnTo>
                  <a:pt x="584" y="172"/>
                </a:lnTo>
                <a:lnTo>
                  <a:pt x="582" y="172"/>
                </a:lnTo>
                <a:lnTo>
                  <a:pt x="582" y="172"/>
                </a:lnTo>
                <a:lnTo>
                  <a:pt x="578" y="186"/>
                </a:lnTo>
                <a:lnTo>
                  <a:pt x="576" y="202"/>
                </a:lnTo>
                <a:lnTo>
                  <a:pt x="578" y="218"/>
                </a:lnTo>
                <a:lnTo>
                  <a:pt x="580" y="236"/>
                </a:lnTo>
                <a:lnTo>
                  <a:pt x="586" y="254"/>
                </a:lnTo>
                <a:lnTo>
                  <a:pt x="596" y="270"/>
                </a:lnTo>
                <a:lnTo>
                  <a:pt x="602" y="276"/>
                </a:lnTo>
                <a:lnTo>
                  <a:pt x="608" y="282"/>
                </a:lnTo>
                <a:lnTo>
                  <a:pt x="614" y="286"/>
                </a:lnTo>
                <a:lnTo>
                  <a:pt x="622" y="288"/>
                </a:lnTo>
                <a:lnTo>
                  <a:pt x="622" y="288"/>
                </a:lnTo>
                <a:lnTo>
                  <a:pt x="628" y="284"/>
                </a:lnTo>
                <a:lnTo>
                  <a:pt x="634" y="278"/>
                </a:lnTo>
                <a:lnTo>
                  <a:pt x="644" y="264"/>
                </a:lnTo>
                <a:lnTo>
                  <a:pt x="652" y="252"/>
                </a:lnTo>
                <a:lnTo>
                  <a:pt x="660" y="238"/>
                </a:lnTo>
                <a:lnTo>
                  <a:pt x="660" y="238"/>
                </a:lnTo>
                <a:lnTo>
                  <a:pt x="672" y="224"/>
                </a:lnTo>
                <a:lnTo>
                  <a:pt x="688" y="214"/>
                </a:lnTo>
                <a:lnTo>
                  <a:pt x="704" y="204"/>
                </a:lnTo>
                <a:lnTo>
                  <a:pt x="724" y="196"/>
                </a:lnTo>
                <a:lnTo>
                  <a:pt x="762" y="184"/>
                </a:lnTo>
                <a:lnTo>
                  <a:pt x="782" y="176"/>
                </a:lnTo>
                <a:lnTo>
                  <a:pt x="800" y="168"/>
                </a:lnTo>
                <a:lnTo>
                  <a:pt x="800" y="168"/>
                </a:lnTo>
                <a:lnTo>
                  <a:pt x="794" y="164"/>
                </a:lnTo>
                <a:lnTo>
                  <a:pt x="792" y="160"/>
                </a:lnTo>
                <a:lnTo>
                  <a:pt x="790" y="156"/>
                </a:lnTo>
                <a:lnTo>
                  <a:pt x="790" y="150"/>
                </a:lnTo>
                <a:lnTo>
                  <a:pt x="792" y="142"/>
                </a:lnTo>
                <a:lnTo>
                  <a:pt x="796" y="132"/>
                </a:lnTo>
                <a:lnTo>
                  <a:pt x="800" y="124"/>
                </a:lnTo>
                <a:lnTo>
                  <a:pt x="804" y="114"/>
                </a:lnTo>
                <a:lnTo>
                  <a:pt x="804" y="104"/>
                </a:lnTo>
                <a:lnTo>
                  <a:pt x="802" y="98"/>
                </a:lnTo>
                <a:lnTo>
                  <a:pt x="800" y="94"/>
                </a:lnTo>
                <a:lnTo>
                  <a:pt x="800" y="94"/>
                </a:lnTo>
                <a:lnTo>
                  <a:pt x="800" y="90"/>
                </a:lnTo>
                <a:lnTo>
                  <a:pt x="802" y="90"/>
                </a:lnTo>
                <a:lnTo>
                  <a:pt x="806" y="90"/>
                </a:lnTo>
                <a:lnTo>
                  <a:pt x="810" y="92"/>
                </a:lnTo>
                <a:lnTo>
                  <a:pt x="818" y="94"/>
                </a:lnTo>
                <a:lnTo>
                  <a:pt x="818" y="94"/>
                </a:lnTo>
                <a:lnTo>
                  <a:pt x="816" y="84"/>
                </a:lnTo>
                <a:lnTo>
                  <a:pt x="814" y="76"/>
                </a:lnTo>
                <a:lnTo>
                  <a:pt x="810" y="68"/>
                </a:lnTo>
                <a:lnTo>
                  <a:pt x="812" y="56"/>
                </a:lnTo>
                <a:lnTo>
                  <a:pt x="812" y="56"/>
                </a:lnTo>
                <a:lnTo>
                  <a:pt x="818" y="54"/>
                </a:lnTo>
                <a:lnTo>
                  <a:pt x="824" y="50"/>
                </a:lnTo>
                <a:lnTo>
                  <a:pt x="824" y="50"/>
                </a:lnTo>
                <a:lnTo>
                  <a:pt x="862" y="58"/>
                </a:lnTo>
                <a:lnTo>
                  <a:pt x="898" y="70"/>
                </a:lnTo>
                <a:lnTo>
                  <a:pt x="934" y="82"/>
                </a:lnTo>
                <a:lnTo>
                  <a:pt x="970" y="98"/>
                </a:lnTo>
                <a:lnTo>
                  <a:pt x="1004" y="116"/>
                </a:lnTo>
                <a:lnTo>
                  <a:pt x="1036" y="134"/>
                </a:lnTo>
                <a:lnTo>
                  <a:pt x="1068" y="154"/>
                </a:lnTo>
                <a:lnTo>
                  <a:pt x="1098" y="178"/>
                </a:lnTo>
                <a:lnTo>
                  <a:pt x="1098" y="178"/>
                </a:lnTo>
                <a:lnTo>
                  <a:pt x="1090" y="176"/>
                </a:lnTo>
                <a:lnTo>
                  <a:pt x="1090" y="176"/>
                </a:lnTo>
                <a:lnTo>
                  <a:pt x="1078" y="178"/>
                </a:lnTo>
                <a:lnTo>
                  <a:pt x="1066" y="180"/>
                </a:lnTo>
                <a:lnTo>
                  <a:pt x="1056" y="184"/>
                </a:lnTo>
                <a:lnTo>
                  <a:pt x="1048" y="190"/>
                </a:lnTo>
                <a:lnTo>
                  <a:pt x="1032" y="204"/>
                </a:lnTo>
                <a:lnTo>
                  <a:pt x="1018" y="218"/>
                </a:lnTo>
                <a:lnTo>
                  <a:pt x="996" y="252"/>
                </a:lnTo>
                <a:lnTo>
                  <a:pt x="984" y="268"/>
                </a:lnTo>
                <a:lnTo>
                  <a:pt x="970" y="282"/>
                </a:lnTo>
                <a:lnTo>
                  <a:pt x="970" y="282"/>
                </a:lnTo>
                <a:lnTo>
                  <a:pt x="972" y="286"/>
                </a:lnTo>
                <a:lnTo>
                  <a:pt x="974" y="290"/>
                </a:lnTo>
                <a:lnTo>
                  <a:pt x="976" y="302"/>
                </a:lnTo>
                <a:lnTo>
                  <a:pt x="978" y="312"/>
                </a:lnTo>
                <a:lnTo>
                  <a:pt x="980" y="316"/>
                </a:lnTo>
                <a:lnTo>
                  <a:pt x="982" y="320"/>
                </a:lnTo>
                <a:lnTo>
                  <a:pt x="982" y="320"/>
                </a:lnTo>
                <a:lnTo>
                  <a:pt x="988" y="316"/>
                </a:lnTo>
                <a:lnTo>
                  <a:pt x="996" y="314"/>
                </a:lnTo>
                <a:lnTo>
                  <a:pt x="1004" y="314"/>
                </a:lnTo>
                <a:lnTo>
                  <a:pt x="1014" y="314"/>
                </a:lnTo>
                <a:lnTo>
                  <a:pt x="1014" y="314"/>
                </a:lnTo>
                <a:lnTo>
                  <a:pt x="1018" y="322"/>
                </a:lnTo>
                <a:lnTo>
                  <a:pt x="1022" y="336"/>
                </a:lnTo>
                <a:lnTo>
                  <a:pt x="1020" y="344"/>
                </a:lnTo>
                <a:lnTo>
                  <a:pt x="1018" y="348"/>
                </a:lnTo>
                <a:lnTo>
                  <a:pt x="1014" y="352"/>
                </a:lnTo>
                <a:lnTo>
                  <a:pt x="1008" y="352"/>
                </a:lnTo>
                <a:lnTo>
                  <a:pt x="1008" y="352"/>
                </a:lnTo>
                <a:lnTo>
                  <a:pt x="1006" y="342"/>
                </a:lnTo>
                <a:lnTo>
                  <a:pt x="1008" y="334"/>
                </a:lnTo>
                <a:lnTo>
                  <a:pt x="1010" y="326"/>
                </a:lnTo>
                <a:lnTo>
                  <a:pt x="1014" y="320"/>
                </a:lnTo>
                <a:lnTo>
                  <a:pt x="1014" y="320"/>
                </a:lnTo>
                <a:lnTo>
                  <a:pt x="1002" y="330"/>
                </a:lnTo>
                <a:lnTo>
                  <a:pt x="994" y="342"/>
                </a:lnTo>
                <a:lnTo>
                  <a:pt x="978" y="368"/>
                </a:lnTo>
                <a:lnTo>
                  <a:pt x="968" y="382"/>
                </a:lnTo>
                <a:lnTo>
                  <a:pt x="958" y="392"/>
                </a:lnTo>
                <a:lnTo>
                  <a:pt x="950" y="396"/>
                </a:lnTo>
                <a:lnTo>
                  <a:pt x="944" y="398"/>
                </a:lnTo>
                <a:lnTo>
                  <a:pt x="934" y="402"/>
                </a:lnTo>
                <a:lnTo>
                  <a:pt x="926" y="402"/>
                </a:lnTo>
                <a:lnTo>
                  <a:pt x="926" y="402"/>
                </a:lnTo>
                <a:lnTo>
                  <a:pt x="926" y="406"/>
                </a:lnTo>
                <a:lnTo>
                  <a:pt x="924" y="410"/>
                </a:lnTo>
                <a:lnTo>
                  <a:pt x="916" y="412"/>
                </a:lnTo>
                <a:lnTo>
                  <a:pt x="910" y="416"/>
                </a:lnTo>
                <a:lnTo>
                  <a:pt x="908" y="418"/>
                </a:lnTo>
                <a:lnTo>
                  <a:pt x="906" y="422"/>
                </a:lnTo>
                <a:lnTo>
                  <a:pt x="906" y="422"/>
                </a:lnTo>
                <a:lnTo>
                  <a:pt x="912" y="430"/>
                </a:lnTo>
                <a:lnTo>
                  <a:pt x="920" y="440"/>
                </a:lnTo>
                <a:lnTo>
                  <a:pt x="924" y="450"/>
                </a:lnTo>
                <a:lnTo>
                  <a:pt x="926" y="458"/>
                </a:lnTo>
                <a:lnTo>
                  <a:pt x="926" y="466"/>
                </a:lnTo>
                <a:lnTo>
                  <a:pt x="926" y="466"/>
                </a:lnTo>
                <a:lnTo>
                  <a:pt x="918" y="466"/>
                </a:lnTo>
                <a:lnTo>
                  <a:pt x="918" y="466"/>
                </a:lnTo>
                <a:lnTo>
                  <a:pt x="916" y="470"/>
                </a:lnTo>
                <a:lnTo>
                  <a:pt x="914" y="472"/>
                </a:lnTo>
                <a:lnTo>
                  <a:pt x="910" y="470"/>
                </a:lnTo>
                <a:lnTo>
                  <a:pt x="904" y="468"/>
                </a:lnTo>
                <a:lnTo>
                  <a:pt x="894" y="464"/>
                </a:lnTo>
                <a:lnTo>
                  <a:pt x="888" y="464"/>
                </a:lnTo>
                <a:lnTo>
                  <a:pt x="882" y="466"/>
                </a:lnTo>
                <a:lnTo>
                  <a:pt x="882" y="466"/>
                </a:lnTo>
                <a:lnTo>
                  <a:pt x="876" y="468"/>
                </a:lnTo>
                <a:lnTo>
                  <a:pt x="872" y="472"/>
                </a:lnTo>
                <a:lnTo>
                  <a:pt x="868" y="480"/>
                </a:lnTo>
                <a:lnTo>
                  <a:pt x="868" y="486"/>
                </a:lnTo>
                <a:lnTo>
                  <a:pt x="866" y="502"/>
                </a:lnTo>
                <a:lnTo>
                  <a:pt x="864" y="510"/>
                </a:lnTo>
                <a:lnTo>
                  <a:pt x="862" y="516"/>
                </a:lnTo>
                <a:lnTo>
                  <a:pt x="862" y="516"/>
                </a:lnTo>
                <a:lnTo>
                  <a:pt x="862" y="522"/>
                </a:lnTo>
                <a:lnTo>
                  <a:pt x="864" y="526"/>
                </a:lnTo>
                <a:lnTo>
                  <a:pt x="868" y="530"/>
                </a:lnTo>
                <a:lnTo>
                  <a:pt x="868" y="534"/>
                </a:lnTo>
                <a:lnTo>
                  <a:pt x="868" y="534"/>
                </a:lnTo>
                <a:lnTo>
                  <a:pt x="926" y="534"/>
                </a:lnTo>
                <a:lnTo>
                  <a:pt x="926" y="534"/>
                </a:lnTo>
                <a:lnTo>
                  <a:pt x="928" y="530"/>
                </a:lnTo>
                <a:lnTo>
                  <a:pt x="930" y="526"/>
                </a:lnTo>
                <a:lnTo>
                  <a:pt x="938" y="522"/>
                </a:lnTo>
                <a:lnTo>
                  <a:pt x="938" y="522"/>
                </a:lnTo>
                <a:lnTo>
                  <a:pt x="938" y="496"/>
                </a:lnTo>
                <a:lnTo>
                  <a:pt x="938" y="496"/>
                </a:lnTo>
                <a:lnTo>
                  <a:pt x="952" y="488"/>
                </a:lnTo>
                <a:lnTo>
                  <a:pt x="966" y="480"/>
                </a:lnTo>
                <a:lnTo>
                  <a:pt x="980" y="472"/>
                </a:lnTo>
                <a:lnTo>
                  <a:pt x="994" y="466"/>
                </a:lnTo>
                <a:lnTo>
                  <a:pt x="994" y="466"/>
                </a:lnTo>
                <a:lnTo>
                  <a:pt x="998" y="466"/>
                </a:lnTo>
                <a:lnTo>
                  <a:pt x="1000" y="468"/>
                </a:lnTo>
                <a:lnTo>
                  <a:pt x="1000" y="476"/>
                </a:lnTo>
                <a:lnTo>
                  <a:pt x="1000" y="490"/>
                </a:lnTo>
                <a:lnTo>
                  <a:pt x="1000" y="490"/>
                </a:lnTo>
                <a:lnTo>
                  <a:pt x="1002" y="486"/>
                </a:lnTo>
                <a:lnTo>
                  <a:pt x="1006" y="484"/>
                </a:lnTo>
                <a:lnTo>
                  <a:pt x="1010" y="484"/>
                </a:lnTo>
                <a:lnTo>
                  <a:pt x="1014" y="484"/>
                </a:lnTo>
                <a:lnTo>
                  <a:pt x="1026" y="490"/>
                </a:lnTo>
                <a:lnTo>
                  <a:pt x="1036" y="496"/>
                </a:lnTo>
                <a:lnTo>
                  <a:pt x="1044" y="506"/>
                </a:lnTo>
                <a:lnTo>
                  <a:pt x="1046" y="512"/>
                </a:lnTo>
                <a:lnTo>
                  <a:pt x="1048" y="516"/>
                </a:lnTo>
                <a:lnTo>
                  <a:pt x="1046" y="520"/>
                </a:lnTo>
                <a:lnTo>
                  <a:pt x="1044" y="524"/>
                </a:lnTo>
                <a:lnTo>
                  <a:pt x="1040" y="526"/>
                </a:lnTo>
                <a:lnTo>
                  <a:pt x="1032" y="528"/>
                </a:lnTo>
                <a:lnTo>
                  <a:pt x="1032" y="528"/>
                </a:lnTo>
                <a:lnTo>
                  <a:pt x="1040" y="534"/>
                </a:lnTo>
                <a:lnTo>
                  <a:pt x="1046" y="536"/>
                </a:lnTo>
                <a:lnTo>
                  <a:pt x="1050" y="532"/>
                </a:lnTo>
                <a:lnTo>
                  <a:pt x="1056" y="528"/>
                </a:lnTo>
                <a:lnTo>
                  <a:pt x="1064" y="516"/>
                </a:lnTo>
                <a:lnTo>
                  <a:pt x="1070" y="510"/>
                </a:lnTo>
                <a:lnTo>
                  <a:pt x="1076" y="510"/>
                </a:lnTo>
                <a:lnTo>
                  <a:pt x="1076" y="510"/>
                </a:lnTo>
                <a:lnTo>
                  <a:pt x="1078" y="514"/>
                </a:lnTo>
                <a:lnTo>
                  <a:pt x="1080" y="516"/>
                </a:lnTo>
                <a:lnTo>
                  <a:pt x="1086" y="522"/>
                </a:lnTo>
                <a:lnTo>
                  <a:pt x="1088" y="526"/>
                </a:lnTo>
                <a:lnTo>
                  <a:pt x="1090" y="530"/>
                </a:lnTo>
                <a:lnTo>
                  <a:pt x="1090" y="534"/>
                </a:lnTo>
                <a:lnTo>
                  <a:pt x="1090" y="540"/>
                </a:lnTo>
                <a:lnTo>
                  <a:pt x="1090" y="540"/>
                </a:lnTo>
                <a:lnTo>
                  <a:pt x="1102" y="540"/>
                </a:lnTo>
                <a:lnTo>
                  <a:pt x="1102" y="540"/>
                </a:lnTo>
                <a:lnTo>
                  <a:pt x="1108" y="538"/>
                </a:lnTo>
                <a:lnTo>
                  <a:pt x="1112" y="532"/>
                </a:lnTo>
                <a:lnTo>
                  <a:pt x="1112" y="524"/>
                </a:lnTo>
                <a:lnTo>
                  <a:pt x="1112" y="518"/>
                </a:lnTo>
                <a:lnTo>
                  <a:pt x="1112" y="512"/>
                </a:lnTo>
                <a:lnTo>
                  <a:pt x="1114" y="506"/>
                </a:lnTo>
                <a:lnTo>
                  <a:pt x="1122" y="504"/>
                </a:lnTo>
                <a:lnTo>
                  <a:pt x="1134" y="504"/>
                </a:lnTo>
                <a:lnTo>
                  <a:pt x="1134" y="504"/>
                </a:lnTo>
                <a:lnTo>
                  <a:pt x="1130" y="506"/>
                </a:lnTo>
                <a:lnTo>
                  <a:pt x="1128" y="512"/>
                </a:lnTo>
                <a:lnTo>
                  <a:pt x="1126" y="522"/>
                </a:lnTo>
                <a:lnTo>
                  <a:pt x="1128" y="532"/>
                </a:lnTo>
                <a:lnTo>
                  <a:pt x="1130" y="538"/>
                </a:lnTo>
                <a:lnTo>
                  <a:pt x="1134" y="540"/>
                </a:lnTo>
                <a:lnTo>
                  <a:pt x="1134" y="540"/>
                </a:lnTo>
                <a:lnTo>
                  <a:pt x="1140" y="544"/>
                </a:lnTo>
                <a:lnTo>
                  <a:pt x="1148" y="546"/>
                </a:lnTo>
                <a:lnTo>
                  <a:pt x="1166" y="548"/>
                </a:lnTo>
                <a:lnTo>
                  <a:pt x="1174" y="552"/>
                </a:lnTo>
                <a:lnTo>
                  <a:pt x="1182" y="554"/>
                </a:lnTo>
                <a:lnTo>
                  <a:pt x="1186" y="560"/>
                </a:lnTo>
                <a:lnTo>
                  <a:pt x="1190" y="566"/>
                </a:lnTo>
                <a:lnTo>
                  <a:pt x="1190" y="566"/>
                </a:lnTo>
                <a:lnTo>
                  <a:pt x="1186" y="584"/>
                </a:lnTo>
                <a:lnTo>
                  <a:pt x="1182" y="592"/>
                </a:lnTo>
                <a:lnTo>
                  <a:pt x="1178" y="598"/>
                </a:lnTo>
                <a:lnTo>
                  <a:pt x="1178" y="598"/>
                </a:lnTo>
                <a:lnTo>
                  <a:pt x="1176" y="594"/>
                </a:lnTo>
                <a:lnTo>
                  <a:pt x="1172" y="592"/>
                </a:lnTo>
                <a:lnTo>
                  <a:pt x="1162" y="590"/>
                </a:lnTo>
                <a:lnTo>
                  <a:pt x="1150" y="592"/>
                </a:lnTo>
                <a:lnTo>
                  <a:pt x="1140" y="592"/>
                </a:lnTo>
                <a:lnTo>
                  <a:pt x="1140" y="592"/>
                </a:lnTo>
                <a:lnTo>
                  <a:pt x="1130" y="594"/>
                </a:lnTo>
                <a:lnTo>
                  <a:pt x="1122" y="594"/>
                </a:lnTo>
                <a:lnTo>
                  <a:pt x="1118" y="594"/>
                </a:lnTo>
                <a:lnTo>
                  <a:pt x="1114" y="590"/>
                </a:lnTo>
                <a:lnTo>
                  <a:pt x="1106" y="582"/>
                </a:lnTo>
                <a:lnTo>
                  <a:pt x="1102" y="578"/>
                </a:lnTo>
                <a:lnTo>
                  <a:pt x="1096" y="572"/>
                </a:lnTo>
                <a:lnTo>
                  <a:pt x="1096" y="572"/>
                </a:lnTo>
                <a:lnTo>
                  <a:pt x="1088" y="576"/>
                </a:lnTo>
                <a:lnTo>
                  <a:pt x="1082" y="582"/>
                </a:lnTo>
                <a:lnTo>
                  <a:pt x="1078" y="588"/>
                </a:lnTo>
                <a:lnTo>
                  <a:pt x="1076" y="598"/>
                </a:lnTo>
                <a:lnTo>
                  <a:pt x="1076" y="598"/>
                </a:lnTo>
                <a:lnTo>
                  <a:pt x="1062" y="590"/>
                </a:lnTo>
                <a:lnTo>
                  <a:pt x="1050" y="580"/>
                </a:lnTo>
                <a:lnTo>
                  <a:pt x="1036" y="572"/>
                </a:lnTo>
                <a:lnTo>
                  <a:pt x="1028" y="568"/>
                </a:lnTo>
                <a:lnTo>
                  <a:pt x="1020" y="566"/>
                </a:lnTo>
                <a:lnTo>
                  <a:pt x="1020" y="566"/>
                </a:lnTo>
                <a:lnTo>
                  <a:pt x="1020" y="540"/>
                </a:lnTo>
                <a:lnTo>
                  <a:pt x="1020" y="540"/>
                </a:lnTo>
                <a:lnTo>
                  <a:pt x="998" y="536"/>
                </a:lnTo>
                <a:lnTo>
                  <a:pt x="974" y="534"/>
                </a:lnTo>
                <a:lnTo>
                  <a:pt x="946" y="536"/>
                </a:lnTo>
                <a:lnTo>
                  <a:pt x="918" y="540"/>
                </a:lnTo>
                <a:lnTo>
                  <a:pt x="906" y="546"/>
                </a:lnTo>
                <a:lnTo>
                  <a:pt x="894" y="550"/>
                </a:lnTo>
                <a:lnTo>
                  <a:pt x="882" y="558"/>
                </a:lnTo>
                <a:lnTo>
                  <a:pt x="874" y="566"/>
                </a:lnTo>
                <a:lnTo>
                  <a:pt x="866" y="574"/>
                </a:lnTo>
                <a:lnTo>
                  <a:pt x="860" y="586"/>
                </a:lnTo>
                <a:lnTo>
                  <a:pt x="856" y="596"/>
                </a:lnTo>
                <a:lnTo>
                  <a:pt x="856" y="610"/>
                </a:lnTo>
                <a:lnTo>
                  <a:pt x="856" y="610"/>
                </a:lnTo>
                <a:lnTo>
                  <a:pt x="844" y="616"/>
                </a:lnTo>
                <a:lnTo>
                  <a:pt x="834" y="622"/>
                </a:lnTo>
                <a:lnTo>
                  <a:pt x="826" y="628"/>
                </a:lnTo>
                <a:lnTo>
                  <a:pt x="820" y="636"/>
                </a:lnTo>
                <a:lnTo>
                  <a:pt x="816" y="644"/>
                </a:lnTo>
                <a:lnTo>
                  <a:pt x="812" y="654"/>
                </a:lnTo>
                <a:lnTo>
                  <a:pt x="810" y="672"/>
                </a:lnTo>
                <a:lnTo>
                  <a:pt x="808" y="716"/>
                </a:lnTo>
                <a:lnTo>
                  <a:pt x="804" y="738"/>
                </a:lnTo>
                <a:lnTo>
                  <a:pt x="800" y="762"/>
                </a:lnTo>
                <a:lnTo>
                  <a:pt x="800" y="762"/>
                </a:lnTo>
                <a:lnTo>
                  <a:pt x="808" y="770"/>
                </a:lnTo>
                <a:lnTo>
                  <a:pt x="814" y="778"/>
                </a:lnTo>
                <a:lnTo>
                  <a:pt x="828" y="798"/>
                </a:lnTo>
                <a:lnTo>
                  <a:pt x="844" y="816"/>
                </a:lnTo>
                <a:lnTo>
                  <a:pt x="852" y="824"/>
                </a:lnTo>
                <a:lnTo>
                  <a:pt x="862" y="830"/>
                </a:lnTo>
                <a:lnTo>
                  <a:pt x="862" y="830"/>
                </a:lnTo>
                <a:lnTo>
                  <a:pt x="890" y="828"/>
                </a:lnTo>
                <a:lnTo>
                  <a:pt x="916" y="828"/>
                </a:lnTo>
                <a:lnTo>
                  <a:pt x="942" y="826"/>
                </a:lnTo>
                <a:lnTo>
                  <a:pt x="956" y="822"/>
                </a:lnTo>
                <a:lnTo>
                  <a:pt x="970" y="818"/>
                </a:lnTo>
                <a:lnTo>
                  <a:pt x="970" y="818"/>
                </a:lnTo>
                <a:lnTo>
                  <a:pt x="970" y="824"/>
                </a:lnTo>
                <a:lnTo>
                  <a:pt x="972" y="830"/>
                </a:lnTo>
                <a:lnTo>
                  <a:pt x="976" y="832"/>
                </a:lnTo>
                <a:lnTo>
                  <a:pt x="982" y="834"/>
                </a:lnTo>
                <a:lnTo>
                  <a:pt x="992" y="838"/>
                </a:lnTo>
                <a:lnTo>
                  <a:pt x="998" y="840"/>
                </a:lnTo>
                <a:lnTo>
                  <a:pt x="1000" y="844"/>
                </a:lnTo>
                <a:lnTo>
                  <a:pt x="1000" y="844"/>
                </a:lnTo>
                <a:lnTo>
                  <a:pt x="1000" y="858"/>
                </a:lnTo>
                <a:lnTo>
                  <a:pt x="1002" y="870"/>
                </a:lnTo>
                <a:lnTo>
                  <a:pt x="1006" y="894"/>
                </a:lnTo>
                <a:lnTo>
                  <a:pt x="1014" y="916"/>
                </a:lnTo>
                <a:lnTo>
                  <a:pt x="1022" y="938"/>
                </a:lnTo>
                <a:lnTo>
                  <a:pt x="1026" y="958"/>
                </a:lnTo>
                <a:lnTo>
                  <a:pt x="1028" y="968"/>
                </a:lnTo>
                <a:lnTo>
                  <a:pt x="1028" y="978"/>
                </a:lnTo>
                <a:lnTo>
                  <a:pt x="1028" y="988"/>
                </a:lnTo>
                <a:lnTo>
                  <a:pt x="1024" y="998"/>
                </a:lnTo>
                <a:lnTo>
                  <a:pt x="1020" y="1008"/>
                </a:lnTo>
                <a:lnTo>
                  <a:pt x="1014" y="1020"/>
                </a:lnTo>
                <a:lnTo>
                  <a:pt x="1014" y="1020"/>
                </a:lnTo>
                <a:lnTo>
                  <a:pt x="1020" y="1036"/>
                </a:lnTo>
                <a:lnTo>
                  <a:pt x="1026" y="1056"/>
                </a:lnTo>
                <a:lnTo>
                  <a:pt x="1034" y="1094"/>
                </a:lnTo>
                <a:lnTo>
                  <a:pt x="1042" y="1134"/>
                </a:lnTo>
                <a:lnTo>
                  <a:pt x="1046" y="1154"/>
                </a:lnTo>
                <a:lnTo>
                  <a:pt x="1052" y="1172"/>
                </a:lnTo>
                <a:lnTo>
                  <a:pt x="1052" y="1172"/>
                </a:lnTo>
                <a:lnTo>
                  <a:pt x="1070" y="1172"/>
                </a:lnTo>
                <a:lnTo>
                  <a:pt x="1086" y="1170"/>
                </a:lnTo>
                <a:lnTo>
                  <a:pt x="1100" y="1166"/>
                </a:lnTo>
                <a:lnTo>
                  <a:pt x="1112" y="1158"/>
                </a:lnTo>
                <a:lnTo>
                  <a:pt x="1124" y="1148"/>
                </a:lnTo>
                <a:lnTo>
                  <a:pt x="1134" y="1138"/>
                </a:lnTo>
                <a:lnTo>
                  <a:pt x="1142" y="1126"/>
                </a:lnTo>
                <a:lnTo>
                  <a:pt x="1150" y="1112"/>
                </a:lnTo>
                <a:lnTo>
                  <a:pt x="1182" y="1054"/>
                </a:lnTo>
                <a:lnTo>
                  <a:pt x="1190" y="1040"/>
                </a:lnTo>
                <a:lnTo>
                  <a:pt x="1200" y="1028"/>
                </a:lnTo>
                <a:lnTo>
                  <a:pt x="1210" y="1016"/>
                </a:lnTo>
                <a:lnTo>
                  <a:pt x="1222" y="1008"/>
                </a:lnTo>
                <a:lnTo>
                  <a:pt x="1222" y="1008"/>
                </a:lnTo>
                <a:lnTo>
                  <a:pt x="1224" y="978"/>
                </a:lnTo>
                <a:lnTo>
                  <a:pt x="1224" y="954"/>
                </a:lnTo>
                <a:lnTo>
                  <a:pt x="1222" y="900"/>
                </a:lnTo>
                <a:lnTo>
                  <a:pt x="1222" y="900"/>
                </a:lnTo>
                <a:lnTo>
                  <a:pt x="1234" y="886"/>
                </a:lnTo>
                <a:lnTo>
                  <a:pt x="1246" y="874"/>
                </a:lnTo>
                <a:lnTo>
                  <a:pt x="1272" y="846"/>
                </a:lnTo>
                <a:lnTo>
                  <a:pt x="1284" y="832"/>
                </a:lnTo>
                <a:lnTo>
                  <a:pt x="1292" y="816"/>
                </a:lnTo>
                <a:lnTo>
                  <a:pt x="1300" y="796"/>
                </a:lnTo>
                <a:lnTo>
                  <a:pt x="1304" y="774"/>
                </a:lnTo>
                <a:lnTo>
                  <a:pt x="1304" y="774"/>
                </a:lnTo>
                <a:lnTo>
                  <a:pt x="1298" y="770"/>
                </a:lnTo>
                <a:lnTo>
                  <a:pt x="1292" y="770"/>
                </a:lnTo>
                <a:lnTo>
                  <a:pt x="1278" y="776"/>
                </a:lnTo>
                <a:lnTo>
                  <a:pt x="1270" y="778"/>
                </a:lnTo>
                <a:lnTo>
                  <a:pt x="1264" y="778"/>
                </a:lnTo>
                <a:lnTo>
                  <a:pt x="1258" y="776"/>
                </a:lnTo>
                <a:lnTo>
                  <a:pt x="1254" y="768"/>
                </a:lnTo>
                <a:lnTo>
                  <a:pt x="1254" y="768"/>
                </a:lnTo>
                <a:lnTo>
                  <a:pt x="1280" y="752"/>
                </a:lnTo>
                <a:lnTo>
                  <a:pt x="1310" y="734"/>
                </a:lnTo>
                <a:lnTo>
                  <a:pt x="1324" y="724"/>
                </a:lnTo>
                <a:lnTo>
                  <a:pt x="1334" y="712"/>
                </a:lnTo>
                <a:lnTo>
                  <a:pt x="1342" y="700"/>
                </a:lnTo>
                <a:lnTo>
                  <a:pt x="1344" y="694"/>
                </a:lnTo>
                <a:lnTo>
                  <a:pt x="1346" y="686"/>
                </a:lnTo>
                <a:lnTo>
                  <a:pt x="1346" y="686"/>
                </a:lnTo>
                <a:lnTo>
                  <a:pt x="1346" y="690"/>
                </a:lnTo>
                <a:lnTo>
                  <a:pt x="1346" y="690"/>
                </a:lnTo>
                <a:lnTo>
                  <a:pt x="1344" y="730"/>
                </a:lnTo>
                <a:lnTo>
                  <a:pt x="1342" y="768"/>
                </a:lnTo>
                <a:lnTo>
                  <a:pt x="1336" y="804"/>
                </a:lnTo>
                <a:lnTo>
                  <a:pt x="1328" y="842"/>
                </a:lnTo>
                <a:lnTo>
                  <a:pt x="1318" y="878"/>
                </a:lnTo>
                <a:lnTo>
                  <a:pt x="1306" y="912"/>
                </a:lnTo>
                <a:lnTo>
                  <a:pt x="1294" y="946"/>
                </a:lnTo>
                <a:lnTo>
                  <a:pt x="1278" y="980"/>
                </a:lnTo>
                <a:lnTo>
                  <a:pt x="1278" y="980"/>
                </a:lnTo>
                <a:close/>
              </a:path>
            </a:pathLst>
          </a:custGeom>
          <a:solidFill>
            <a:srgbClr val="FFFFFF"/>
          </a:solidFill>
          <a:ln w="9525">
            <a:noFill/>
            <a:round/>
          </a:ln>
          <a:effectLst>
            <a:outerShdw blurRad="508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2400">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6" name="空心弧 3"/>
          <p:cNvSpPr/>
          <p:nvPr/>
        </p:nvSpPr>
        <p:spPr>
          <a:xfrm rot="10860000">
            <a:off x="2799133" y="4164494"/>
            <a:ext cx="2048118" cy="2048118"/>
          </a:xfrm>
          <a:prstGeom prst="blockArc">
            <a:avLst>
              <a:gd name="adj1" fmla="val 10745128"/>
              <a:gd name="adj2" fmla="val 21536034"/>
              <a:gd name="adj3" fmla="val 29560"/>
            </a:avLst>
          </a:pr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矩形 4"/>
          <p:cNvSpPr/>
          <p:nvPr/>
        </p:nvSpPr>
        <p:spPr>
          <a:xfrm rot="5400000">
            <a:off x="2580425" y="4375338"/>
            <a:ext cx="1040959" cy="602868"/>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5"/>
          <p:cNvSpPr/>
          <p:nvPr/>
        </p:nvSpPr>
        <p:spPr>
          <a:xfrm rot="5400000">
            <a:off x="4023795" y="4373064"/>
            <a:ext cx="1040959" cy="60741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空心弧 10"/>
          <p:cNvSpPr/>
          <p:nvPr/>
        </p:nvSpPr>
        <p:spPr>
          <a:xfrm rot="60000">
            <a:off x="4241303" y="1616745"/>
            <a:ext cx="2048118" cy="2048118"/>
          </a:xfrm>
          <a:prstGeom prst="blockArc">
            <a:avLst>
              <a:gd name="adj1" fmla="val 10745128"/>
              <a:gd name="adj2" fmla="val 21536034"/>
              <a:gd name="adj3" fmla="val 29560"/>
            </a:avLst>
          </a:pr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tx1"/>
              </a:solidFill>
            </a:endParaRPr>
          </a:p>
        </p:txBody>
      </p:sp>
      <p:sp>
        <p:nvSpPr>
          <p:cNvPr id="40" name="矩形 11"/>
          <p:cNvSpPr/>
          <p:nvPr/>
        </p:nvSpPr>
        <p:spPr>
          <a:xfrm rot="16200000">
            <a:off x="5467171" y="2851151"/>
            <a:ext cx="1040959" cy="602868"/>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1" name="矩形 12"/>
          <p:cNvSpPr/>
          <p:nvPr/>
        </p:nvSpPr>
        <p:spPr>
          <a:xfrm rot="16200000">
            <a:off x="4023801" y="2848877"/>
            <a:ext cx="1040959" cy="60741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2" name="空心弧 16"/>
          <p:cNvSpPr/>
          <p:nvPr/>
        </p:nvSpPr>
        <p:spPr>
          <a:xfrm rot="10860000">
            <a:off x="5686216" y="4164494"/>
            <a:ext cx="2048118" cy="2048118"/>
          </a:xfrm>
          <a:prstGeom prst="blockArc">
            <a:avLst>
              <a:gd name="adj1" fmla="val 10745128"/>
              <a:gd name="adj2" fmla="val 21536034"/>
              <a:gd name="adj3" fmla="val 29560"/>
            </a:avLst>
          </a:pr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矩形 17"/>
          <p:cNvSpPr/>
          <p:nvPr/>
        </p:nvSpPr>
        <p:spPr>
          <a:xfrm rot="5400000">
            <a:off x="5467508" y="4375338"/>
            <a:ext cx="1040959" cy="602868"/>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18"/>
          <p:cNvSpPr/>
          <p:nvPr/>
        </p:nvSpPr>
        <p:spPr>
          <a:xfrm rot="5400000">
            <a:off x="6910878" y="4373064"/>
            <a:ext cx="1040959" cy="60741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空心弧 20"/>
          <p:cNvSpPr/>
          <p:nvPr/>
        </p:nvSpPr>
        <p:spPr>
          <a:xfrm rot="60000">
            <a:off x="7128380" y="1616745"/>
            <a:ext cx="2048118" cy="2048118"/>
          </a:xfrm>
          <a:prstGeom prst="blockArc">
            <a:avLst>
              <a:gd name="adj1" fmla="val 10745128"/>
              <a:gd name="adj2" fmla="val 21536034"/>
              <a:gd name="adj3" fmla="val 29560"/>
            </a:avLst>
          </a:pr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tx1"/>
              </a:solidFill>
            </a:endParaRPr>
          </a:p>
        </p:txBody>
      </p:sp>
      <p:sp>
        <p:nvSpPr>
          <p:cNvPr id="46" name="矩形 21"/>
          <p:cNvSpPr/>
          <p:nvPr/>
        </p:nvSpPr>
        <p:spPr>
          <a:xfrm rot="16200000">
            <a:off x="8354248" y="2851151"/>
            <a:ext cx="1040959" cy="602868"/>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7" name="矩形 22"/>
          <p:cNvSpPr/>
          <p:nvPr/>
        </p:nvSpPr>
        <p:spPr>
          <a:xfrm rot="16200000">
            <a:off x="6910878" y="2848877"/>
            <a:ext cx="1040959" cy="60741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8" name="矩形 23"/>
          <p:cNvSpPr/>
          <p:nvPr/>
        </p:nvSpPr>
        <p:spPr>
          <a:xfrm>
            <a:off x="1508148" y="3673064"/>
            <a:ext cx="9144000" cy="483227"/>
          </a:xfrm>
          <a:prstGeom prst="rect">
            <a:avLst/>
          </a:prstGeom>
          <a:solidFill>
            <a:schemeClr val="bg1">
              <a:lumMod val="85000"/>
            </a:schemeClr>
          </a:solidFill>
          <a:ln>
            <a:noFill/>
          </a:ln>
          <a:effectLst>
            <a:outerShdw blurRad="292100" sx="102000" sy="102000" algn="c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Box 15"/>
          <p:cNvSpPr txBox="1"/>
          <p:nvPr/>
        </p:nvSpPr>
        <p:spPr>
          <a:xfrm>
            <a:off x="3474383"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01</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0" name="TextBox 16"/>
          <p:cNvSpPr txBox="1"/>
          <p:nvPr/>
        </p:nvSpPr>
        <p:spPr>
          <a:xfrm>
            <a:off x="3464211" y="4160529"/>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1" name="TextBox 17"/>
          <p:cNvSpPr txBox="1"/>
          <p:nvPr/>
        </p:nvSpPr>
        <p:spPr>
          <a:xfrm>
            <a:off x="4916548"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02</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2" name="TextBox 18"/>
          <p:cNvSpPr txBox="1"/>
          <p:nvPr/>
        </p:nvSpPr>
        <p:spPr>
          <a:xfrm>
            <a:off x="4885674" y="3346147"/>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3" name="TextBox 19"/>
          <p:cNvSpPr txBox="1"/>
          <p:nvPr/>
        </p:nvSpPr>
        <p:spPr>
          <a:xfrm>
            <a:off x="7803625"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04</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4" name="TextBox 20"/>
          <p:cNvSpPr txBox="1"/>
          <p:nvPr/>
        </p:nvSpPr>
        <p:spPr>
          <a:xfrm>
            <a:off x="7772751" y="3346147"/>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5" name="TextBox 21"/>
          <p:cNvSpPr txBox="1"/>
          <p:nvPr/>
        </p:nvSpPr>
        <p:spPr>
          <a:xfrm>
            <a:off x="6332657"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03</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6" name="TextBox 22"/>
          <p:cNvSpPr txBox="1"/>
          <p:nvPr/>
        </p:nvSpPr>
        <p:spPr>
          <a:xfrm>
            <a:off x="6322484" y="4160529"/>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7" name="Freeform 164"/>
          <p:cNvSpPr>
            <a:spLocks noEditPoints="1"/>
          </p:cNvSpPr>
          <p:nvPr/>
        </p:nvSpPr>
        <p:spPr bwMode="black">
          <a:xfrm>
            <a:off x="3566510" y="4841470"/>
            <a:ext cx="513373" cy="711558"/>
          </a:xfrm>
          <a:custGeom>
            <a:avLst/>
            <a:gdLst>
              <a:gd name="T0" fmla="*/ 221 w 288"/>
              <a:gd name="T1" fmla="*/ 373 h 399"/>
              <a:gd name="T2" fmla="*/ 194 w 288"/>
              <a:gd name="T3" fmla="*/ 350 h 399"/>
              <a:gd name="T4" fmla="*/ 137 w 288"/>
              <a:gd name="T5" fmla="*/ 150 h 399"/>
              <a:gd name="T6" fmla="*/ 165 w 288"/>
              <a:gd name="T7" fmla="*/ 398 h 399"/>
              <a:gd name="T8" fmla="*/ 94 w 288"/>
              <a:gd name="T9" fmla="*/ 325 h 399"/>
              <a:gd name="T10" fmla="*/ 192 w 288"/>
              <a:gd name="T11" fmla="*/ 269 h 399"/>
              <a:gd name="T12" fmla="*/ 223 w 288"/>
              <a:gd name="T13" fmla="*/ 371 h 399"/>
              <a:gd name="T14" fmla="*/ 135 w 288"/>
              <a:gd name="T15" fmla="*/ 170 h 399"/>
              <a:gd name="T16" fmla="*/ 179 w 288"/>
              <a:gd name="T17" fmla="*/ 395 h 399"/>
              <a:gd name="T18" fmla="*/ 135 w 288"/>
              <a:gd name="T19" fmla="*/ 324 h 399"/>
              <a:gd name="T20" fmla="*/ 154 w 288"/>
              <a:gd name="T21" fmla="*/ 308 h 399"/>
              <a:gd name="T22" fmla="*/ 208 w 288"/>
              <a:gd name="T23" fmla="*/ 382 h 399"/>
              <a:gd name="T24" fmla="*/ 85 w 288"/>
              <a:gd name="T25" fmla="*/ 380 h 399"/>
              <a:gd name="T26" fmla="*/ 143 w 288"/>
              <a:gd name="T27" fmla="*/ 82 h 399"/>
              <a:gd name="T28" fmla="*/ 228 w 288"/>
              <a:gd name="T29" fmla="*/ 288 h 399"/>
              <a:gd name="T30" fmla="*/ 253 w 288"/>
              <a:gd name="T31" fmla="*/ 340 h 399"/>
              <a:gd name="T32" fmla="*/ 247 w 288"/>
              <a:gd name="T33" fmla="*/ 233 h 399"/>
              <a:gd name="T34" fmla="*/ 20 w 288"/>
              <a:gd name="T35" fmla="*/ 263 h 399"/>
              <a:gd name="T36" fmla="*/ 85 w 288"/>
              <a:gd name="T37" fmla="*/ 380 h 399"/>
              <a:gd name="T38" fmla="*/ 219 w 288"/>
              <a:gd name="T39" fmla="*/ 242 h 399"/>
              <a:gd name="T40" fmla="*/ 56 w 288"/>
              <a:gd name="T41" fmla="*/ 305 h 399"/>
              <a:gd name="T42" fmla="*/ 129 w 288"/>
              <a:gd name="T43" fmla="*/ 397 h 399"/>
              <a:gd name="T44" fmla="*/ 137 w 288"/>
              <a:gd name="T45" fmla="*/ 115 h 399"/>
              <a:gd name="T46" fmla="*/ 210 w 288"/>
              <a:gd name="T47" fmla="*/ 334 h 399"/>
              <a:gd name="T48" fmla="*/ 239 w 288"/>
              <a:gd name="T49" fmla="*/ 357 h 399"/>
              <a:gd name="T50" fmla="*/ 0 w 288"/>
              <a:gd name="T51" fmla="*/ 202 h 399"/>
              <a:gd name="T52" fmla="*/ 144 w 288"/>
              <a:gd name="T53" fmla="*/ 51 h 399"/>
              <a:gd name="T54" fmla="*/ 252 w 288"/>
              <a:gd name="T55" fmla="*/ 298 h 399"/>
              <a:gd name="T56" fmla="*/ 266 w 288"/>
              <a:gd name="T57" fmla="*/ 320 h 399"/>
              <a:gd name="T58" fmla="*/ 277 w 288"/>
              <a:gd name="T59" fmla="*/ 221 h 399"/>
              <a:gd name="T60" fmla="*/ 3 w 288"/>
              <a:gd name="T61" fmla="*/ 162 h 399"/>
              <a:gd name="T62" fmla="*/ 0 w 288"/>
              <a:gd name="T63" fmla="*/ 202 h 399"/>
              <a:gd name="T64" fmla="*/ 145 w 288"/>
              <a:gd name="T65" fmla="*/ 0 h 399"/>
              <a:gd name="T66" fmla="*/ 144 w 288"/>
              <a:gd name="T67" fmla="*/ 18 h 399"/>
              <a:gd name="T68" fmla="*/ 142 w 288"/>
              <a:gd name="T69" fmla="*/ 308 h 399"/>
              <a:gd name="T70" fmla="*/ 137 w 288"/>
              <a:gd name="T71" fmla="*/ 201 h 399"/>
              <a:gd name="T72" fmla="*/ 130 w 288"/>
              <a:gd name="T73" fmla="*/ 208 h 399"/>
              <a:gd name="T74" fmla="*/ 142 w 288"/>
              <a:gd name="T75" fmla="*/ 308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8" h="399">
                <a:moveTo>
                  <a:pt x="223" y="371"/>
                </a:moveTo>
                <a:cubicBezTo>
                  <a:pt x="221" y="373"/>
                  <a:pt x="221" y="373"/>
                  <a:pt x="221" y="373"/>
                </a:cubicBezTo>
                <a:cubicBezTo>
                  <a:pt x="220" y="374"/>
                  <a:pt x="218" y="375"/>
                  <a:pt x="217" y="376"/>
                </a:cubicBezTo>
                <a:cubicBezTo>
                  <a:pt x="215" y="374"/>
                  <a:pt x="205" y="366"/>
                  <a:pt x="194" y="350"/>
                </a:cubicBezTo>
                <a:cubicBezTo>
                  <a:pt x="181" y="332"/>
                  <a:pt x="177" y="299"/>
                  <a:pt x="180" y="268"/>
                </a:cubicBezTo>
                <a:cubicBezTo>
                  <a:pt x="186" y="212"/>
                  <a:pt x="180" y="148"/>
                  <a:pt x="137" y="150"/>
                </a:cubicBezTo>
                <a:cubicBezTo>
                  <a:pt x="90" y="152"/>
                  <a:pt x="69" y="245"/>
                  <a:pt x="106" y="319"/>
                </a:cubicBezTo>
                <a:cubicBezTo>
                  <a:pt x="125" y="357"/>
                  <a:pt x="150" y="384"/>
                  <a:pt x="165" y="398"/>
                </a:cubicBezTo>
                <a:cubicBezTo>
                  <a:pt x="161" y="398"/>
                  <a:pt x="157" y="399"/>
                  <a:pt x="153" y="399"/>
                </a:cubicBezTo>
                <a:cubicBezTo>
                  <a:pt x="137" y="384"/>
                  <a:pt x="115" y="364"/>
                  <a:pt x="94" y="325"/>
                </a:cubicBezTo>
                <a:cubicBezTo>
                  <a:pt x="46" y="236"/>
                  <a:pt x="82" y="134"/>
                  <a:pt x="137" y="134"/>
                </a:cubicBezTo>
                <a:cubicBezTo>
                  <a:pt x="195" y="134"/>
                  <a:pt x="201" y="201"/>
                  <a:pt x="192" y="269"/>
                </a:cubicBezTo>
                <a:cubicBezTo>
                  <a:pt x="188" y="301"/>
                  <a:pt x="191" y="329"/>
                  <a:pt x="202" y="346"/>
                </a:cubicBezTo>
                <a:cubicBezTo>
                  <a:pt x="213" y="363"/>
                  <a:pt x="224" y="370"/>
                  <a:pt x="223" y="371"/>
                </a:cubicBezTo>
                <a:close/>
                <a:moveTo>
                  <a:pt x="166" y="306"/>
                </a:moveTo>
                <a:cubicBezTo>
                  <a:pt x="163" y="275"/>
                  <a:pt x="185" y="172"/>
                  <a:pt x="135" y="170"/>
                </a:cubicBezTo>
                <a:cubicBezTo>
                  <a:pt x="104" y="169"/>
                  <a:pt x="77" y="248"/>
                  <a:pt x="125" y="329"/>
                </a:cubicBezTo>
                <a:cubicBezTo>
                  <a:pt x="143" y="361"/>
                  <a:pt x="166" y="383"/>
                  <a:pt x="179" y="395"/>
                </a:cubicBezTo>
                <a:cubicBezTo>
                  <a:pt x="182" y="394"/>
                  <a:pt x="185" y="393"/>
                  <a:pt x="188" y="392"/>
                </a:cubicBezTo>
                <a:cubicBezTo>
                  <a:pt x="177" y="381"/>
                  <a:pt x="153" y="358"/>
                  <a:pt x="135" y="324"/>
                </a:cubicBezTo>
                <a:cubicBezTo>
                  <a:pt x="101" y="266"/>
                  <a:pt x="110" y="186"/>
                  <a:pt x="135" y="186"/>
                </a:cubicBezTo>
                <a:cubicBezTo>
                  <a:pt x="168" y="186"/>
                  <a:pt x="149" y="268"/>
                  <a:pt x="154" y="308"/>
                </a:cubicBezTo>
                <a:cubicBezTo>
                  <a:pt x="160" y="352"/>
                  <a:pt x="187" y="377"/>
                  <a:pt x="200" y="386"/>
                </a:cubicBezTo>
                <a:cubicBezTo>
                  <a:pt x="203" y="385"/>
                  <a:pt x="205" y="384"/>
                  <a:pt x="208" y="382"/>
                </a:cubicBezTo>
                <a:cubicBezTo>
                  <a:pt x="199" y="375"/>
                  <a:pt x="170" y="350"/>
                  <a:pt x="166" y="306"/>
                </a:cubicBezTo>
                <a:close/>
                <a:moveTo>
                  <a:pt x="85" y="380"/>
                </a:moveTo>
                <a:cubicBezTo>
                  <a:pt x="65" y="357"/>
                  <a:pt x="36" y="313"/>
                  <a:pt x="31" y="261"/>
                </a:cubicBezTo>
                <a:cubicBezTo>
                  <a:pt x="25" y="164"/>
                  <a:pt x="66" y="82"/>
                  <a:pt x="143" y="82"/>
                </a:cubicBezTo>
                <a:cubicBezTo>
                  <a:pt x="213" y="82"/>
                  <a:pt x="241" y="157"/>
                  <a:pt x="235" y="231"/>
                </a:cubicBezTo>
                <a:cubicBezTo>
                  <a:pt x="234" y="251"/>
                  <a:pt x="228" y="269"/>
                  <a:pt x="228" y="288"/>
                </a:cubicBezTo>
                <a:cubicBezTo>
                  <a:pt x="227" y="320"/>
                  <a:pt x="236" y="334"/>
                  <a:pt x="248" y="347"/>
                </a:cubicBezTo>
                <a:cubicBezTo>
                  <a:pt x="250" y="345"/>
                  <a:pt x="251" y="343"/>
                  <a:pt x="253" y="340"/>
                </a:cubicBezTo>
                <a:cubicBezTo>
                  <a:pt x="246" y="330"/>
                  <a:pt x="237" y="313"/>
                  <a:pt x="238" y="289"/>
                </a:cubicBezTo>
                <a:cubicBezTo>
                  <a:pt x="239" y="273"/>
                  <a:pt x="243" y="254"/>
                  <a:pt x="247" y="233"/>
                </a:cubicBezTo>
                <a:cubicBezTo>
                  <a:pt x="257" y="169"/>
                  <a:pt x="233" y="66"/>
                  <a:pt x="143" y="65"/>
                </a:cubicBezTo>
                <a:cubicBezTo>
                  <a:pt x="77" y="64"/>
                  <a:pt x="7" y="129"/>
                  <a:pt x="20" y="263"/>
                </a:cubicBezTo>
                <a:cubicBezTo>
                  <a:pt x="24" y="299"/>
                  <a:pt x="39" y="330"/>
                  <a:pt x="54" y="354"/>
                </a:cubicBezTo>
                <a:cubicBezTo>
                  <a:pt x="64" y="365"/>
                  <a:pt x="74" y="373"/>
                  <a:pt x="85" y="380"/>
                </a:cubicBezTo>
                <a:close/>
                <a:moveTo>
                  <a:pt x="219" y="331"/>
                </a:moveTo>
                <a:cubicBezTo>
                  <a:pt x="211" y="309"/>
                  <a:pt x="212" y="277"/>
                  <a:pt x="219" y="242"/>
                </a:cubicBezTo>
                <a:cubicBezTo>
                  <a:pt x="228" y="183"/>
                  <a:pt x="216" y="99"/>
                  <a:pt x="137" y="99"/>
                </a:cubicBezTo>
                <a:cubicBezTo>
                  <a:pt x="73" y="99"/>
                  <a:pt x="16" y="198"/>
                  <a:pt x="56" y="305"/>
                </a:cubicBezTo>
                <a:cubicBezTo>
                  <a:pt x="72" y="346"/>
                  <a:pt x="96" y="376"/>
                  <a:pt x="113" y="393"/>
                </a:cubicBezTo>
                <a:cubicBezTo>
                  <a:pt x="118" y="395"/>
                  <a:pt x="123" y="396"/>
                  <a:pt x="129" y="397"/>
                </a:cubicBezTo>
                <a:cubicBezTo>
                  <a:pt x="113" y="382"/>
                  <a:pt x="84" y="348"/>
                  <a:pt x="67" y="300"/>
                </a:cubicBezTo>
                <a:cubicBezTo>
                  <a:pt x="37" y="213"/>
                  <a:pt x="79" y="116"/>
                  <a:pt x="137" y="115"/>
                </a:cubicBezTo>
                <a:cubicBezTo>
                  <a:pt x="189" y="114"/>
                  <a:pt x="216" y="168"/>
                  <a:pt x="208" y="239"/>
                </a:cubicBezTo>
                <a:cubicBezTo>
                  <a:pt x="201" y="274"/>
                  <a:pt x="200" y="310"/>
                  <a:pt x="210" y="334"/>
                </a:cubicBezTo>
                <a:cubicBezTo>
                  <a:pt x="217" y="351"/>
                  <a:pt x="228" y="359"/>
                  <a:pt x="233" y="363"/>
                </a:cubicBezTo>
                <a:cubicBezTo>
                  <a:pt x="235" y="361"/>
                  <a:pt x="237" y="359"/>
                  <a:pt x="239" y="357"/>
                </a:cubicBezTo>
                <a:cubicBezTo>
                  <a:pt x="235" y="354"/>
                  <a:pt x="225" y="347"/>
                  <a:pt x="219" y="331"/>
                </a:cubicBezTo>
                <a:close/>
                <a:moveTo>
                  <a:pt x="0" y="202"/>
                </a:moveTo>
                <a:cubicBezTo>
                  <a:pt x="0" y="217"/>
                  <a:pt x="1" y="231"/>
                  <a:pt x="4" y="245"/>
                </a:cubicBezTo>
                <a:cubicBezTo>
                  <a:pt x="6" y="146"/>
                  <a:pt x="40" y="49"/>
                  <a:pt x="144" y="51"/>
                </a:cubicBezTo>
                <a:cubicBezTo>
                  <a:pt x="230" y="51"/>
                  <a:pt x="271" y="143"/>
                  <a:pt x="262" y="219"/>
                </a:cubicBezTo>
                <a:cubicBezTo>
                  <a:pt x="259" y="248"/>
                  <a:pt x="252" y="276"/>
                  <a:pt x="252" y="298"/>
                </a:cubicBezTo>
                <a:cubicBezTo>
                  <a:pt x="252" y="315"/>
                  <a:pt x="258" y="326"/>
                  <a:pt x="260" y="330"/>
                </a:cubicBezTo>
                <a:cubicBezTo>
                  <a:pt x="262" y="327"/>
                  <a:pt x="264" y="323"/>
                  <a:pt x="266" y="320"/>
                </a:cubicBezTo>
                <a:cubicBezTo>
                  <a:pt x="263" y="314"/>
                  <a:pt x="261" y="308"/>
                  <a:pt x="262" y="298"/>
                </a:cubicBezTo>
                <a:cubicBezTo>
                  <a:pt x="262" y="279"/>
                  <a:pt x="272" y="252"/>
                  <a:pt x="277" y="221"/>
                </a:cubicBezTo>
                <a:cubicBezTo>
                  <a:pt x="288" y="144"/>
                  <a:pt x="247" y="31"/>
                  <a:pt x="144" y="31"/>
                </a:cubicBezTo>
                <a:cubicBezTo>
                  <a:pt x="62" y="32"/>
                  <a:pt x="18" y="92"/>
                  <a:pt x="3" y="162"/>
                </a:cubicBezTo>
                <a:cubicBezTo>
                  <a:pt x="1" y="175"/>
                  <a:pt x="0" y="188"/>
                  <a:pt x="0" y="201"/>
                </a:cubicBezTo>
                <a:cubicBezTo>
                  <a:pt x="0" y="201"/>
                  <a:pt x="0" y="202"/>
                  <a:pt x="0" y="202"/>
                </a:cubicBezTo>
                <a:close/>
                <a:moveTo>
                  <a:pt x="262" y="75"/>
                </a:moveTo>
                <a:cubicBezTo>
                  <a:pt x="244" y="44"/>
                  <a:pt x="206" y="0"/>
                  <a:pt x="145" y="0"/>
                </a:cubicBezTo>
                <a:cubicBezTo>
                  <a:pt x="108" y="0"/>
                  <a:pt x="80" y="18"/>
                  <a:pt x="58" y="40"/>
                </a:cubicBezTo>
                <a:cubicBezTo>
                  <a:pt x="60" y="39"/>
                  <a:pt x="91" y="18"/>
                  <a:pt x="144" y="18"/>
                </a:cubicBezTo>
                <a:cubicBezTo>
                  <a:pt x="220" y="18"/>
                  <a:pt x="262" y="75"/>
                  <a:pt x="262" y="75"/>
                </a:cubicBezTo>
                <a:close/>
                <a:moveTo>
                  <a:pt x="142" y="308"/>
                </a:moveTo>
                <a:cubicBezTo>
                  <a:pt x="140" y="294"/>
                  <a:pt x="141" y="277"/>
                  <a:pt x="142" y="260"/>
                </a:cubicBezTo>
                <a:cubicBezTo>
                  <a:pt x="143" y="238"/>
                  <a:pt x="144" y="209"/>
                  <a:pt x="137" y="201"/>
                </a:cubicBezTo>
                <a:cubicBezTo>
                  <a:pt x="137" y="201"/>
                  <a:pt x="137" y="201"/>
                  <a:pt x="135" y="201"/>
                </a:cubicBezTo>
                <a:cubicBezTo>
                  <a:pt x="135" y="201"/>
                  <a:pt x="132" y="202"/>
                  <a:pt x="130" y="208"/>
                </a:cubicBezTo>
                <a:cubicBezTo>
                  <a:pt x="122" y="227"/>
                  <a:pt x="122" y="271"/>
                  <a:pt x="141" y="308"/>
                </a:cubicBezTo>
                <a:cubicBezTo>
                  <a:pt x="141" y="309"/>
                  <a:pt x="142" y="309"/>
                  <a:pt x="142" y="308"/>
                </a:cubicBezTo>
                <a:close/>
              </a:path>
            </a:pathLst>
          </a:custGeom>
          <a:solidFill>
            <a:schemeClr val="tx1">
              <a:lumMod val="85000"/>
              <a:lumOff val="15000"/>
            </a:schemeClr>
          </a:solidFill>
          <a:ln>
            <a:noFill/>
          </a:ln>
        </p:spPr>
        <p:txBody>
          <a:bodyPr vert="horz" wrap="square" lIns="91440" tIns="45720" rIns="91440" bIns="45720" numCol="1" anchor="t" anchorCtr="0" compatLnSpc="1"/>
          <a:lstStyle/>
          <a:p>
            <a:pPr defTabSz="913765"/>
            <a:endParaRPr lang="en-US" sz="1800">
              <a:solidFill>
                <a:srgbClr val="292929"/>
              </a:solidFill>
            </a:endParaRPr>
          </a:p>
        </p:txBody>
      </p:sp>
      <p:grpSp>
        <p:nvGrpSpPr>
          <p:cNvPr id="58" name="组合 36"/>
          <p:cNvGrpSpPr/>
          <p:nvPr/>
        </p:nvGrpSpPr>
        <p:grpSpPr>
          <a:xfrm>
            <a:off x="4994824" y="2356092"/>
            <a:ext cx="541064" cy="440065"/>
            <a:chOff x="1075737" y="1609572"/>
            <a:chExt cx="541064" cy="440065"/>
          </a:xfrm>
          <a:solidFill>
            <a:schemeClr val="bg1">
              <a:lumMod val="50000"/>
            </a:schemeClr>
          </a:solidFill>
        </p:grpSpPr>
        <p:sp>
          <p:nvSpPr>
            <p:cNvPr id="59" name="Freeform 86"/>
            <p:cNvSpPr>
              <a:spLocks noEditPoints="1"/>
            </p:cNvSpPr>
            <p:nvPr/>
          </p:nvSpPr>
          <p:spPr bwMode="black">
            <a:xfrm>
              <a:off x="1075737" y="1652491"/>
              <a:ext cx="395062" cy="397146"/>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200"/>
            </a:p>
          </p:txBody>
        </p:sp>
        <p:sp>
          <p:nvSpPr>
            <p:cNvPr id="60" name="Freeform 88"/>
            <p:cNvSpPr>
              <a:spLocks noEditPoints="1"/>
            </p:cNvSpPr>
            <p:nvPr/>
          </p:nvSpPr>
          <p:spPr bwMode="black">
            <a:xfrm>
              <a:off x="1416407" y="1609572"/>
              <a:ext cx="200394" cy="215741"/>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200"/>
            </a:p>
          </p:txBody>
        </p:sp>
      </p:grpSp>
      <p:pic>
        <p:nvPicPr>
          <p:cNvPr id="66" name="Picture 3" descr="C:\Users\HOWARDY.REDMOND\AppData\Local\Microsoft\Windows\Temporary Internet Files\Content.IE5\5W4A3OMT\MC900351855[1].wmf"/>
          <p:cNvPicPr>
            <a:picLocks noChangeAspect="1" noChangeArrowheads="1"/>
          </p:cNvPicPr>
          <p:nvPr/>
        </p:nvPicPr>
        <p:blipFill>
          <a:blip r:embed="rId2" cstate="print">
            <a:duotone>
              <a:schemeClr val="bg2">
                <a:shade val="45000"/>
                <a:satMod val="135000"/>
              </a:schemeClr>
              <a:prstClr val="white"/>
            </a:duotone>
            <a:lum bright="-40000" contrast="-40000"/>
            <a:extLst>
              <a:ext uri="{28A0092B-C50C-407E-A947-70E740481C1C}">
                <a14:useLocalDpi xmlns:a14="http://schemas.microsoft.com/office/drawing/2010/main" val="0"/>
              </a:ext>
            </a:extLst>
          </a:blip>
          <a:srcRect/>
          <a:stretch>
            <a:fillRect/>
          </a:stretch>
        </p:blipFill>
        <p:spPr bwMode="auto">
          <a:xfrm>
            <a:off x="6490956" y="4867997"/>
            <a:ext cx="453288" cy="552947"/>
          </a:xfrm>
          <a:prstGeom prst="rect">
            <a:avLst/>
          </a:prstGeom>
          <a:solidFill>
            <a:schemeClr val="bg1">
              <a:lumMod val="95000"/>
            </a:schemeClr>
          </a:solidFill>
        </p:spPr>
      </p:pic>
      <p:pic>
        <p:nvPicPr>
          <p:cNvPr id="75" name="Picture 5" descr="\\MAGNUM\Projects\Microsoft\Cloud Power FY12\Design\ICONS_PNG\Increase.png"/>
          <p:cNvPicPr>
            <a:picLocks noChangeAspect="1" noChangeArrowheads="1"/>
          </p:cNvPicPr>
          <p:nvPr/>
        </p:nvPicPr>
        <p:blipFill>
          <a:blip r:embed="rId3" cstate="print">
            <a:duotone>
              <a:prstClr val="black"/>
              <a:schemeClr val="tx2">
                <a:tint val="45000"/>
                <a:satMod val="400000"/>
              </a:schemeClr>
            </a:duotone>
          </a:blip>
          <a:srcRect/>
          <a:stretch>
            <a:fillRect/>
          </a:stretch>
        </p:blipFill>
        <p:spPr bwMode="auto">
          <a:xfrm>
            <a:off x="7671345" y="2181249"/>
            <a:ext cx="901942" cy="901708"/>
          </a:xfrm>
          <a:prstGeom prst="rect">
            <a:avLst/>
          </a:prstGeom>
          <a:noFill/>
        </p:spPr>
      </p:pic>
      <p:sp>
        <p:nvSpPr>
          <p:cNvPr id="76" name="矩形 41"/>
          <p:cNvSpPr/>
          <p:nvPr/>
        </p:nvSpPr>
        <p:spPr>
          <a:xfrm>
            <a:off x="3396168" y="5740465"/>
            <a:ext cx="548099" cy="369332"/>
          </a:xfrm>
          <a:prstGeom prst="rect">
            <a:avLst/>
          </a:prstGeom>
        </p:spPr>
        <p:txBody>
          <a:bodyPr wrap="none">
            <a:spAutoFit/>
          </a:bodyPr>
          <a:lstStyle/>
          <a:p>
            <a:r>
              <a:rPr lang="en-US" altLang="zh-CN" dirty="0">
                <a:solidFill>
                  <a:schemeClr val="bg1"/>
                </a:solidFill>
              </a:rPr>
              <a:t>text</a:t>
            </a:r>
          </a:p>
        </p:txBody>
      </p:sp>
      <p:sp>
        <p:nvSpPr>
          <p:cNvPr id="77" name="矩形 42"/>
          <p:cNvSpPr/>
          <p:nvPr/>
        </p:nvSpPr>
        <p:spPr>
          <a:xfrm>
            <a:off x="4946324" y="1750148"/>
            <a:ext cx="548099" cy="369332"/>
          </a:xfrm>
          <a:prstGeom prst="rect">
            <a:avLst/>
          </a:prstGeom>
        </p:spPr>
        <p:txBody>
          <a:bodyPr wrap="none">
            <a:spAutoFit/>
          </a:bodyPr>
          <a:lstStyle/>
          <a:p>
            <a:r>
              <a:rPr lang="en-US" altLang="zh-CN" dirty="0">
                <a:solidFill>
                  <a:schemeClr val="bg1"/>
                </a:solidFill>
              </a:rPr>
              <a:t>text</a:t>
            </a:r>
          </a:p>
        </p:txBody>
      </p:sp>
      <p:sp>
        <p:nvSpPr>
          <p:cNvPr id="78" name="矩形 43"/>
          <p:cNvSpPr/>
          <p:nvPr/>
        </p:nvSpPr>
        <p:spPr>
          <a:xfrm>
            <a:off x="6436225" y="5700475"/>
            <a:ext cx="548099" cy="369332"/>
          </a:xfrm>
          <a:prstGeom prst="rect">
            <a:avLst/>
          </a:prstGeom>
        </p:spPr>
        <p:txBody>
          <a:bodyPr wrap="none">
            <a:spAutoFit/>
          </a:bodyPr>
          <a:lstStyle/>
          <a:p>
            <a:r>
              <a:rPr lang="en-US" altLang="zh-CN" dirty="0">
                <a:solidFill>
                  <a:schemeClr val="bg1"/>
                </a:solidFill>
              </a:rPr>
              <a:t>text</a:t>
            </a:r>
          </a:p>
        </p:txBody>
      </p:sp>
      <p:sp>
        <p:nvSpPr>
          <p:cNvPr id="79" name="矩形 44"/>
          <p:cNvSpPr/>
          <p:nvPr/>
        </p:nvSpPr>
        <p:spPr>
          <a:xfrm>
            <a:off x="7869758" y="1708017"/>
            <a:ext cx="548099" cy="369332"/>
          </a:xfrm>
          <a:prstGeom prst="rect">
            <a:avLst/>
          </a:prstGeom>
        </p:spPr>
        <p:txBody>
          <a:bodyPr wrap="none">
            <a:spAutoFit/>
          </a:bodyPr>
          <a:lstStyle/>
          <a:p>
            <a:r>
              <a:rPr lang="en-US" altLang="zh-CN" dirty="0">
                <a:solidFill>
                  <a:schemeClr val="bg1"/>
                </a:solidFill>
              </a:rPr>
              <a:t>text</a:t>
            </a:r>
          </a:p>
        </p:txBody>
      </p:sp>
      <p:sp>
        <p:nvSpPr>
          <p:cNvPr id="82" name="文本框 81"/>
          <p:cNvSpPr txBox="1"/>
          <p:nvPr/>
        </p:nvSpPr>
        <p:spPr>
          <a:xfrm>
            <a:off x="1462136" y="1983279"/>
            <a:ext cx="2566936" cy="99456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25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8052539" y="4533745"/>
            <a:ext cx="2566936" cy="124649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20" name="Picture 119" descr="118-苏州大学-logo.png"/>
          <p:cNvPicPr>
            <a:picLocks noChangeAspect="1"/>
          </p:cNvPicPr>
          <p:nvPr/>
        </p:nvPicPr>
        <p:blipFill>
          <a:blip r:embed="rId5"/>
          <a:stretch>
            <a:fillRect/>
          </a:stretch>
        </p:blipFill>
        <p:spPr>
          <a:xfrm>
            <a:off x="11140812" y="571507"/>
            <a:ext cx="564061" cy="564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wipe(down)">
                                      <p:cBhvr>
                                        <p:cTn id="11" dur="500"/>
                                        <p:tgtEl>
                                          <p:spTgt spid="4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down)">
                                      <p:cBhvr>
                                        <p:cTn id="19" dur="500"/>
                                        <p:tgtEl>
                                          <p:spTgt spid="5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down)">
                                      <p:cBhvr>
                                        <p:cTn id="23" dur="500"/>
                                        <p:tgtEl>
                                          <p:spTgt spid="53"/>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down)">
                                      <p:cBhvr>
                                        <p:cTn id="35" dur="500"/>
                                        <p:tgtEl>
                                          <p:spTgt spid="38"/>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up)">
                                      <p:cBhvr>
                                        <p:cTn id="47" dur="500"/>
                                        <p:tgtEl>
                                          <p:spTgt spid="40"/>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left)">
                                      <p:cBhvr>
                                        <p:cTn id="55" dur="500"/>
                                        <p:tgtEl>
                                          <p:spTgt spid="42"/>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down)">
                                      <p:cBhvr>
                                        <p:cTn id="59" dur="500"/>
                                        <p:tgtEl>
                                          <p:spTgt spid="44"/>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wipe(down)">
                                      <p:cBhvr>
                                        <p:cTn id="63" dur="500"/>
                                        <p:tgtEl>
                                          <p:spTgt spid="47"/>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up)">
                                      <p:cBhvr>
                                        <p:cTn id="71" dur="500"/>
                                        <p:tgtEl>
                                          <p:spTgt spid="46"/>
                                        </p:tgtEl>
                                      </p:cBhvr>
                                    </p:animEffect>
                                  </p:childTnLst>
                                </p:cTn>
                              </p:par>
                            </p:childTnLst>
                          </p:cTn>
                        </p:par>
                        <p:par>
                          <p:cTn id="72" fill="hold">
                            <p:stCondLst>
                              <p:cond delay="8500"/>
                            </p:stCondLst>
                            <p:childTnLst>
                              <p:par>
                                <p:cTn id="73" presetID="22" presetClass="entr" presetSubtype="8" fill="hold" grpId="0" nodeType="after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left)">
                                      <p:cBhvr>
                                        <p:cTn id="75" dur="500"/>
                                        <p:tgtEl>
                                          <p:spTgt spid="76"/>
                                        </p:tgtEl>
                                      </p:cBhvr>
                                    </p:animEffect>
                                  </p:childTnLst>
                                </p:cTn>
                              </p:par>
                            </p:childTnLst>
                          </p:cTn>
                        </p:par>
                        <p:par>
                          <p:cTn id="76" fill="hold">
                            <p:stCondLst>
                              <p:cond delay="9000"/>
                            </p:stCondLst>
                            <p:childTnLst>
                              <p:par>
                                <p:cTn id="77" presetID="22" presetClass="entr" presetSubtype="4" fill="hold" grpId="0" nodeType="after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wipe(down)">
                                      <p:cBhvr>
                                        <p:cTn id="79" dur="500"/>
                                        <p:tgtEl>
                                          <p:spTgt spid="57"/>
                                        </p:tgtEl>
                                      </p:cBhvr>
                                    </p:animEffect>
                                  </p:childTnLst>
                                </p:cTn>
                              </p:par>
                            </p:childTnLst>
                          </p:cTn>
                        </p:par>
                        <p:par>
                          <p:cTn id="80" fill="hold">
                            <p:stCondLst>
                              <p:cond delay="9500"/>
                            </p:stCondLst>
                            <p:childTnLst>
                              <p:par>
                                <p:cTn id="81" presetID="16" presetClass="entr" presetSubtype="21" fill="hold" grpId="0" nodeType="after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barn(inVertical)">
                                      <p:cBhvr>
                                        <p:cTn id="83" dur="500"/>
                                        <p:tgtEl>
                                          <p:spTgt spid="50"/>
                                        </p:tgtEl>
                                      </p:cBhvr>
                                    </p:animEffect>
                                  </p:childTnLst>
                                </p:cTn>
                              </p:par>
                            </p:childTnLst>
                          </p:cTn>
                        </p:par>
                        <p:par>
                          <p:cTn id="84" fill="hold">
                            <p:stCondLst>
                              <p:cond delay="10000"/>
                            </p:stCondLst>
                            <p:childTnLst>
                              <p:par>
                                <p:cTn id="85" presetID="22" presetClass="entr" presetSubtype="8" fill="hold" grpId="0" nodeType="afterEffect">
                                  <p:stCondLst>
                                    <p:cond delay="0"/>
                                  </p:stCondLst>
                                  <p:childTnLst>
                                    <p:set>
                                      <p:cBhvr>
                                        <p:cTn id="86" dur="1" fill="hold">
                                          <p:stCondLst>
                                            <p:cond delay="0"/>
                                          </p:stCondLst>
                                        </p:cTn>
                                        <p:tgtEl>
                                          <p:spTgt spid="77"/>
                                        </p:tgtEl>
                                        <p:attrNameLst>
                                          <p:attrName>style.visibility</p:attrName>
                                        </p:attrNameLst>
                                      </p:cBhvr>
                                      <p:to>
                                        <p:strVal val="visible"/>
                                      </p:to>
                                    </p:set>
                                    <p:animEffect transition="in" filter="wipe(left)">
                                      <p:cBhvr>
                                        <p:cTn id="87" dur="500"/>
                                        <p:tgtEl>
                                          <p:spTgt spid="77"/>
                                        </p:tgtEl>
                                      </p:cBhvr>
                                    </p:animEffect>
                                  </p:childTnLst>
                                </p:cTn>
                              </p:par>
                            </p:childTnLst>
                          </p:cTn>
                        </p:par>
                        <p:par>
                          <p:cTn id="88" fill="hold">
                            <p:stCondLst>
                              <p:cond delay="10500"/>
                            </p:stCondLst>
                            <p:childTnLst>
                              <p:par>
                                <p:cTn id="89" presetID="22" presetClass="entr" presetSubtype="4"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wipe(down)">
                                      <p:cBhvr>
                                        <p:cTn id="91" dur="500"/>
                                        <p:tgtEl>
                                          <p:spTgt spid="58"/>
                                        </p:tgtEl>
                                      </p:cBhvr>
                                    </p:animEffect>
                                  </p:childTnLst>
                                </p:cTn>
                              </p:par>
                            </p:childTnLst>
                          </p:cTn>
                        </p:par>
                        <p:par>
                          <p:cTn id="92" fill="hold">
                            <p:stCondLst>
                              <p:cond delay="11000"/>
                            </p:stCondLst>
                            <p:childTnLst>
                              <p:par>
                                <p:cTn id="93" presetID="16" presetClass="entr" presetSubtype="21" fill="hold" grpId="0" nodeType="after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barn(inVertical)">
                                      <p:cBhvr>
                                        <p:cTn id="95" dur="500"/>
                                        <p:tgtEl>
                                          <p:spTgt spid="52"/>
                                        </p:tgtEl>
                                      </p:cBhvr>
                                    </p:animEffect>
                                  </p:childTnLst>
                                </p:cTn>
                              </p:par>
                            </p:childTnLst>
                          </p:cTn>
                        </p:par>
                        <p:par>
                          <p:cTn id="96" fill="hold">
                            <p:stCondLst>
                              <p:cond delay="11500"/>
                            </p:stCondLst>
                            <p:childTnLst>
                              <p:par>
                                <p:cTn id="97" presetID="22" presetClass="entr" presetSubtype="8" fill="hold" grpId="0" nodeType="after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wipe(left)">
                                      <p:cBhvr>
                                        <p:cTn id="99" dur="500"/>
                                        <p:tgtEl>
                                          <p:spTgt spid="78"/>
                                        </p:tgtEl>
                                      </p:cBhvr>
                                    </p:animEffect>
                                  </p:childTnLst>
                                </p:cTn>
                              </p:par>
                            </p:childTnLst>
                          </p:cTn>
                        </p:par>
                        <p:par>
                          <p:cTn id="100" fill="hold">
                            <p:stCondLst>
                              <p:cond delay="12000"/>
                            </p:stCondLst>
                            <p:childTnLst>
                              <p:par>
                                <p:cTn id="101" presetID="22" presetClass="entr" presetSubtype="4" fill="hold" nodeType="after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wipe(down)">
                                      <p:cBhvr>
                                        <p:cTn id="103" dur="500"/>
                                        <p:tgtEl>
                                          <p:spTgt spid="66"/>
                                        </p:tgtEl>
                                      </p:cBhvr>
                                    </p:animEffect>
                                  </p:childTnLst>
                                </p:cTn>
                              </p:par>
                            </p:childTnLst>
                          </p:cTn>
                        </p:par>
                        <p:par>
                          <p:cTn id="104" fill="hold">
                            <p:stCondLst>
                              <p:cond delay="12500"/>
                            </p:stCondLst>
                            <p:childTnLst>
                              <p:par>
                                <p:cTn id="105" presetID="16" presetClass="entr" presetSubtype="21" fill="hold" grpId="0" nodeType="after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barn(inVertical)">
                                      <p:cBhvr>
                                        <p:cTn id="107" dur="500"/>
                                        <p:tgtEl>
                                          <p:spTgt spid="56"/>
                                        </p:tgtEl>
                                      </p:cBhvr>
                                    </p:animEffect>
                                  </p:childTnLst>
                                </p:cTn>
                              </p:par>
                            </p:childTnLst>
                          </p:cTn>
                        </p:par>
                        <p:par>
                          <p:cTn id="108" fill="hold">
                            <p:stCondLst>
                              <p:cond delay="13000"/>
                            </p:stCondLst>
                            <p:childTnLst>
                              <p:par>
                                <p:cTn id="109" presetID="22" presetClass="entr" presetSubtype="8" fill="hold" grpId="0" nodeType="afterEffect">
                                  <p:stCondLst>
                                    <p:cond delay="0"/>
                                  </p:stCondLst>
                                  <p:childTnLst>
                                    <p:set>
                                      <p:cBhvr>
                                        <p:cTn id="110" dur="1" fill="hold">
                                          <p:stCondLst>
                                            <p:cond delay="0"/>
                                          </p:stCondLst>
                                        </p:cTn>
                                        <p:tgtEl>
                                          <p:spTgt spid="79"/>
                                        </p:tgtEl>
                                        <p:attrNameLst>
                                          <p:attrName>style.visibility</p:attrName>
                                        </p:attrNameLst>
                                      </p:cBhvr>
                                      <p:to>
                                        <p:strVal val="visible"/>
                                      </p:to>
                                    </p:set>
                                    <p:animEffect transition="in" filter="wipe(left)">
                                      <p:cBhvr>
                                        <p:cTn id="111" dur="500"/>
                                        <p:tgtEl>
                                          <p:spTgt spid="79"/>
                                        </p:tgtEl>
                                      </p:cBhvr>
                                    </p:animEffect>
                                  </p:childTnLst>
                                </p:cTn>
                              </p:par>
                            </p:childTnLst>
                          </p:cTn>
                        </p:par>
                        <p:par>
                          <p:cTn id="112" fill="hold">
                            <p:stCondLst>
                              <p:cond delay="13500"/>
                            </p:stCondLst>
                            <p:childTnLst>
                              <p:par>
                                <p:cTn id="113" presetID="22" presetClass="entr" presetSubtype="4" fill="hold" nodeType="afterEffect">
                                  <p:stCondLst>
                                    <p:cond delay="0"/>
                                  </p:stCondLst>
                                  <p:childTnLst>
                                    <p:set>
                                      <p:cBhvr>
                                        <p:cTn id="114" dur="1" fill="hold">
                                          <p:stCondLst>
                                            <p:cond delay="0"/>
                                          </p:stCondLst>
                                        </p:cTn>
                                        <p:tgtEl>
                                          <p:spTgt spid="75"/>
                                        </p:tgtEl>
                                        <p:attrNameLst>
                                          <p:attrName>style.visibility</p:attrName>
                                        </p:attrNameLst>
                                      </p:cBhvr>
                                      <p:to>
                                        <p:strVal val="visible"/>
                                      </p:to>
                                    </p:set>
                                    <p:animEffect transition="in" filter="wipe(down)">
                                      <p:cBhvr>
                                        <p:cTn id="115" dur="500"/>
                                        <p:tgtEl>
                                          <p:spTgt spid="75"/>
                                        </p:tgtEl>
                                      </p:cBhvr>
                                    </p:animEffect>
                                  </p:childTnLst>
                                </p:cTn>
                              </p:par>
                            </p:childTnLst>
                          </p:cTn>
                        </p:par>
                        <p:par>
                          <p:cTn id="116" fill="hold">
                            <p:stCondLst>
                              <p:cond delay="14000"/>
                            </p:stCondLst>
                            <p:childTnLst>
                              <p:par>
                                <p:cTn id="117" presetID="16" presetClass="entr" presetSubtype="21" fill="hold" grpId="0" nodeType="after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barn(inVertical)">
                                      <p:cBhvr>
                                        <p:cTn id="11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p:bldP spid="50" grpId="0"/>
      <p:bldP spid="51" grpId="0"/>
      <p:bldP spid="52" grpId="0"/>
      <p:bldP spid="53" grpId="0"/>
      <p:bldP spid="54" grpId="0"/>
      <p:bldP spid="55" grpId="0"/>
      <p:bldP spid="56" grpId="0"/>
      <p:bldP spid="57" grpId="0" animBg="1"/>
      <p:bldP spid="76" grpId="0"/>
      <p:bldP spid="77" grpId="0"/>
      <p:bldP spid="78"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pic>
        <p:nvPicPr>
          <p:cNvPr id="97" name="Picture 345" descr="shadow_1_m"/>
          <p:cNvPicPr>
            <a:picLocks noChangeAspect="1" noChangeArrowheads="1"/>
          </p:cNvPicPr>
          <p:nvPr/>
        </p:nvPicPr>
        <p:blipFill>
          <a:blip r:embed="rId2" cstate="print">
            <a:extLst>
              <a:ext uri="{28A0092B-C50C-407E-A947-70E740481C1C}">
                <a14:useLocalDpi xmlns:a14="http://schemas.microsoft.com/office/drawing/2010/main" val="0"/>
              </a:ext>
            </a:extLst>
          </a:blip>
          <a:srcRect l="61411"/>
          <a:stretch>
            <a:fillRect/>
          </a:stretch>
        </p:blipFill>
        <p:spPr bwMode="gray">
          <a:xfrm>
            <a:off x="4807574" y="740959"/>
            <a:ext cx="72669" cy="643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Rectangle 4"/>
          <p:cNvSpPr/>
          <p:nvPr/>
        </p:nvSpPr>
        <p:spPr bwMode="auto">
          <a:xfrm>
            <a:off x="1531799" y="3431112"/>
            <a:ext cx="2916708" cy="719559"/>
          </a:xfrm>
          <a:prstGeom prst="rect">
            <a:avLst/>
          </a:pr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Freeform 5"/>
          <p:cNvSpPr/>
          <p:nvPr/>
        </p:nvSpPr>
        <p:spPr bwMode="auto">
          <a:xfrm>
            <a:off x="1531799" y="1786813"/>
            <a:ext cx="3278624" cy="2363858"/>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53298" h="2634276">
                <a:moveTo>
                  <a:pt x="459" y="2634276"/>
                </a:moveTo>
                <a:cubicBezTo>
                  <a:pt x="-1128" y="2367371"/>
                  <a:pt x="2047" y="2095705"/>
                  <a:pt x="460" y="1828800"/>
                </a:cubicBezTo>
                <a:lnTo>
                  <a:pt x="3653298" y="0"/>
                </a:lnTo>
                <a:lnTo>
                  <a:pt x="3653298" y="796413"/>
                </a:lnTo>
                <a:lnTo>
                  <a:pt x="459" y="2634276"/>
                </a:lnTo>
                <a:close/>
              </a:path>
            </a:pathLst>
          </a:custGeom>
          <a:solidFill>
            <a:srgbClr val="6B081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1" name="Freeform 6"/>
          <p:cNvSpPr/>
          <p:nvPr/>
        </p:nvSpPr>
        <p:spPr bwMode="auto">
          <a:xfrm>
            <a:off x="4808999" y="1786813"/>
            <a:ext cx="899092" cy="722408"/>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 name="Rectangle 31"/>
          <p:cNvSpPr/>
          <p:nvPr/>
        </p:nvSpPr>
        <p:spPr>
          <a:xfrm>
            <a:off x="2261332" y="4134998"/>
            <a:ext cx="2187174" cy="722408"/>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6019" h="805091">
                <a:moveTo>
                  <a:pt x="2381" y="800100"/>
                </a:moveTo>
                <a:cubicBezTo>
                  <a:pt x="1587" y="533400"/>
                  <a:pt x="794" y="266700"/>
                  <a:pt x="0" y="0"/>
                </a:cubicBezTo>
                <a:lnTo>
                  <a:pt x="2436019" y="2380"/>
                </a:lnTo>
                <a:lnTo>
                  <a:pt x="2436019" y="805091"/>
                </a:lnTo>
                <a:lnTo>
                  <a:pt x="2381" y="800100"/>
                </a:ln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 name="Freeform 8"/>
          <p:cNvSpPr/>
          <p:nvPr/>
        </p:nvSpPr>
        <p:spPr>
          <a:xfrm>
            <a:off x="2261332" y="2859739"/>
            <a:ext cx="2549091" cy="1991967"/>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39142" h="2219708">
                <a:moveTo>
                  <a:pt x="2382" y="2219708"/>
                </a:moveTo>
                <a:lnTo>
                  <a:pt x="0" y="1419608"/>
                </a:lnTo>
                <a:lnTo>
                  <a:pt x="2839142" y="0"/>
                </a:lnTo>
                <a:lnTo>
                  <a:pt x="2839142" y="796413"/>
                </a:lnTo>
                <a:lnTo>
                  <a:pt x="2382" y="2219708"/>
                </a:lnTo>
                <a:close/>
              </a:path>
            </a:pathLst>
          </a:custGeom>
          <a:solidFill>
            <a:srgbClr val="6B081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4" name="Freeform 9"/>
          <p:cNvSpPr/>
          <p:nvPr/>
        </p:nvSpPr>
        <p:spPr>
          <a:xfrm>
            <a:off x="4804724" y="285973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5" name="Rectangle 31"/>
          <p:cNvSpPr/>
          <p:nvPr/>
        </p:nvSpPr>
        <p:spPr>
          <a:xfrm>
            <a:off x="2986590" y="4855982"/>
            <a:ext cx="1461916" cy="720984"/>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28775" h="802939">
                <a:moveTo>
                  <a:pt x="0" y="800100"/>
                </a:moveTo>
                <a:lnTo>
                  <a:pt x="0" y="0"/>
                </a:lnTo>
                <a:lnTo>
                  <a:pt x="1628775" y="228"/>
                </a:lnTo>
                <a:lnTo>
                  <a:pt x="1628775" y="802939"/>
                </a:lnTo>
                <a:lnTo>
                  <a:pt x="0" y="800100"/>
                </a:ln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6" name="Freeform 11"/>
          <p:cNvSpPr/>
          <p:nvPr/>
        </p:nvSpPr>
        <p:spPr>
          <a:xfrm>
            <a:off x="4804724" y="3945490"/>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7" name="Freeform 12"/>
          <p:cNvSpPr/>
          <p:nvPr/>
        </p:nvSpPr>
        <p:spPr>
          <a:xfrm>
            <a:off x="2985166" y="3945490"/>
            <a:ext cx="1825257" cy="1628626"/>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34279" h="1814511">
                <a:moveTo>
                  <a:pt x="2381" y="1814511"/>
                </a:moveTo>
                <a:cubicBezTo>
                  <a:pt x="1587" y="1547811"/>
                  <a:pt x="794" y="1281111"/>
                  <a:pt x="0" y="1014411"/>
                </a:cubicBezTo>
                <a:lnTo>
                  <a:pt x="2034279" y="0"/>
                </a:lnTo>
                <a:lnTo>
                  <a:pt x="2034279" y="796413"/>
                </a:lnTo>
                <a:lnTo>
                  <a:pt x="2381" y="1814511"/>
                </a:lnTo>
                <a:close/>
              </a:path>
            </a:pathLst>
          </a:custGeom>
          <a:solidFill>
            <a:srgbClr val="6B081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8" name="Rectangle 31"/>
          <p:cNvSpPr/>
          <p:nvPr/>
        </p:nvSpPr>
        <p:spPr>
          <a:xfrm>
            <a:off x="3713274" y="5609602"/>
            <a:ext cx="735233" cy="722409"/>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 name="connsiteX0-103" fmla="*/ 0 w 1628775"/>
              <a:gd name="connsiteY0-104" fmla="*/ 802817 h 805656"/>
              <a:gd name="connsiteX1-105" fmla="*/ 0 w 1628775"/>
              <a:gd name="connsiteY1-106" fmla="*/ 2717 h 805656"/>
              <a:gd name="connsiteX2-107" fmla="*/ 809624 w 1628775"/>
              <a:gd name="connsiteY2-108" fmla="*/ 0 h 805656"/>
              <a:gd name="connsiteX3-109" fmla="*/ 1628775 w 1628775"/>
              <a:gd name="connsiteY3-110" fmla="*/ 2945 h 805656"/>
              <a:gd name="connsiteX4-111" fmla="*/ 1628775 w 1628775"/>
              <a:gd name="connsiteY4-112" fmla="*/ 805656 h 805656"/>
              <a:gd name="connsiteX5-113" fmla="*/ 0 w 1628775"/>
              <a:gd name="connsiteY5-114" fmla="*/ 802817 h 805656"/>
              <a:gd name="connsiteX0-115" fmla="*/ 0 w 1628775"/>
              <a:gd name="connsiteY0-116" fmla="*/ 802817 h 805656"/>
              <a:gd name="connsiteX1-117" fmla="*/ 0 w 1628775"/>
              <a:gd name="connsiteY1-118" fmla="*/ 2717 h 805656"/>
              <a:gd name="connsiteX2-119" fmla="*/ 809624 w 1628775"/>
              <a:gd name="connsiteY2-120" fmla="*/ 0 h 805656"/>
              <a:gd name="connsiteX3-121" fmla="*/ 1628775 w 1628775"/>
              <a:gd name="connsiteY3-122" fmla="*/ 2945 h 805656"/>
              <a:gd name="connsiteX4-123" fmla="*/ 1628775 w 1628775"/>
              <a:gd name="connsiteY4-124" fmla="*/ 805656 h 805656"/>
              <a:gd name="connsiteX5-125" fmla="*/ 809624 w 1628775"/>
              <a:gd name="connsiteY5-126" fmla="*/ 803275 h 805656"/>
              <a:gd name="connsiteX6-127" fmla="*/ 0 w 1628775"/>
              <a:gd name="connsiteY6-128" fmla="*/ 802817 h 805656"/>
              <a:gd name="connsiteX0-129" fmla="*/ 0 w 1628775"/>
              <a:gd name="connsiteY0-130" fmla="*/ 802817 h 805656"/>
              <a:gd name="connsiteX1-131" fmla="*/ 809624 w 1628775"/>
              <a:gd name="connsiteY1-132" fmla="*/ 0 h 805656"/>
              <a:gd name="connsiteX2-133" fmla="*/ 1628775 w 1628775"/>
              <a:gd name="connsiteY2-134" fmla="*/ 2945 h 805656"/>
              <a:gd name="connsiteX3-135" fmla="*/ 1628775 w 1628775"/>
              <a:gd name="connsiteY3-136" fmla="*/ 805656 h 805656"/>
              <a:gd name="connsiteX4-137" fmla="*/ 809624 w 1628775"/>
              <a:gd name="connsiteY4-138" fmla="*/ 803275 h 805656"/>
              <a:gd name="connsiteX5-139" fmla="*/ 0 w 1628775"/>
              <a:gd name="connsiteY5-140" fmla="*/ 802817 h 805656"/>
              <a:gd name="connsiteX0-141" fmla="*/ 0 w 819151"/>
              <a:gd name="connsiteY0-142" fmla="*/ 803275 h 805656"/>
              <a:gd name="connsiteX1-143" fmla="*/ 0 w 819151"/>
              <a:gd name="connsiteY1-144" fmla="*/ 0 h 805656"/>
              <a:gd name="connsiteX2-145" fmla="*/ 819151 w 819151"/>
              <a:gd name="connsiteY2-146" fmla="*/ 2945 h 805656"/>
              <a:gd name="connsiteX3-147" fmla="*/ 819151 w 819151"/>
              <a:gd name="connsiteY3-148" fmla="*/ 805656 h 805656"/>
              <a:gd name="connsiteX4-149" fmla="*/ 0 w 819151"/>
              <a:gd name="connsiteY4-150" fmla="*/ 803275 h 80565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9151" h="805656">
                <a:moveTo>
                  <a:pt x="0" y="803275"/>
                </a:moveTo>
                <a:lnTo>
                  <a:pt x="0" y="0"/>
                </a:lnTo>
                <a:lnTo>
                  <a:pt x="819151" y="2945"/>
                </a:lnTo>
                <a:lnTo>
                  <a:pt x="819151" y="805656"/>
                </a:lnTo>
                <a:lnTo>
                  <a:pt x="0" y="803275"/>
                </a:ln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9" name="Freeform 14"/>
          <p:cNvSpPr/>
          <p:nvPr/>
        </p:nvSpPr>
        <p:spPr>
          <a:xfrm>
            <a:off x="4804724" y="504548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C1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0" name="Freeform 15"/>
          <p:cNvSpPr/>
          <p:nvPr/>
        </p:nvSpPr>
        <p:spPr>
          <a:xfrm>
            <a:off x="3714699" y="5049764"/>
            <a:ext cx="1091450" cy="1256735"/>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 name="connsiteX0-133" fmla="*/ 2381 w 2034279"/>
              <a:gd name="connsiteY0-134" fmla="*/ 1814511 h 1814511"/>
              <a:gd name="connsiteX1-135" fmla="*/ 0 w 2034279"/>
              <a:gd name="connsiteY1-136" fmla="*/ 1014411 h 1814511"/>
              <a:gd name="connsiteX2-137" fmla="*/ 2034279 w 2034279"/>
              <a:gd name="connsiteY2-138" fmla="*/ 0 h 1814511"/>
              <a:gd name="connsiteX3-139" fmla="*/ 2034279 w 2034279"/>
              <a:gd name="connsiteY3-140" fmla="*/ 796413 h 1814511"/>
              <a:gd name="connsiteX4-141" fmla="*/ 814387 w 2034279"/>
              <a:gd name="connsiteY4-142" fmla="*/ 1408112 h 1814511"/>
              <a:gd name="connsiteX5-143" fmla="*/ 2381 w 2034279"/>
              <a:gd name="connsiteY5-144" fmla="*/ 1814511 h 1814511"/>
              <a:gd name="connsiteX0-145" fmla="*/ 2381 w 2034279"/>
              <a:gd name="connsiteY0-146" fmla="*/ 1814511 h 1814511"/>
              <a:gd name="connsiteX1-147" fmla="*/ 0 w 2034279"/>
              <a:gd name="connsiteY1-148" fmla="*/ 1014411 h 1814511"/>
              <a:gd name="connsiteX2-149" fmla="*/ 814387 w 2034279"/>
              <a:gd name="connsiteY2-150" fmla="*/ 603250 h 1814511"/>
              <a:gd name="connsiteX3-151" fmla="*/ 2034279 w 2034279"/>
              <a:gd name="connsiteY3-152" fmla="*/ 0 h 1814511"/>
              <a:gd name="connsiteX4-153" fmla="*/ 2034279 w 2034279"/>
              <a:gd name="connsiteY4-154" fmla="*/ 796413 h 1814511"/>
              <a:gd name="connsiteX5-155" fmla="*/ 814387 w 2034279"/>
              <a:gd name="connsiteY5-156" fmla="*/ 1408112 h 1814511"/>
              <a:gd name="connsiteX6-157" fmla="*/ 2381 w 2034279"/>
              <a:gd name="connsiteY6-158" fmla="*/ 1814511 h 1814511"/>
              <a:gd name="connsiteX0-159" fmla="*/ 0 w 2031898"/>
              <a:gd name="connsiteY0-160" fmla="*/ 1814511 h 1814511"/>
              <a:gd name="connsiteX1-161" fmla="*/ 812006 w 2031898"/>
              <a:gd name="connsiteY1-162" fmla="*/ 603250 h 1814511"/>
              <a:gd name="connsiteX2-163" fmla="*/ 2031898 w 2031898"/>
              <a:gd name="connsiteY2-164" fmla="*/ 0 h 1814511"/>
              <a:gd name="connsiteX3-165" fmla="*/ 2031898 w 2031898"/>
              <a:gd name="connsiteY3-166" fmla="*/ 796413 h 1814511"/>
              <a:gd name="connsiteX4-167" fmla="*/ 812006 w 2031898"/>
              <a:gd name="connsiteY4-168" fmla="*/ 1408112 h 1814511"/>
              <a:gd name="connsiteX5-169" fmla="*/ 0 w 2031898"/>
              <a:gd name="connsiteY5-170" fmla="*/ 1814511 h 1814511"/>
              <a:gd name="connsiteX0-171" fmla="*/ 0 w 1219892"/>
              <a:gd name="connsiteY0-172" fmla="*/ 1408112 h 1408112"/>
              <a:gd name="connsiteX1-173" fmla="*/ 0 w 1219892"/>
              <a:gd name="connsiteY1-174" fmla="*/ 603250 h 1408112"/>
              <a:gd name="connsiteX2-175" fmla="*/ 1219892 w 1219892"/>
              <a:gd name="connsiteY2-176" fmla="*/ 0 h 1408112"/>
              <a:gd name="connsiteX3-177" fmla="*/ 1219892 w 1219892"/>
              <a:gd name="connsiteY3-178" fmla="*/ 796413 h 1408112"/>
              <a:gd name="connsiteX4-179" fmla="*/ 0 w 1219892"/>
              <a:gd name="connsiteY4-180" fmla="*/ 1408112 h 1408112"/>
              <a:gd name="connsiteX0-181" fmla="*/ 0 w 1219892"/>
              <a:gd name="connsiteY0-182" fmla="*/ 1400968 h 1400968"/>
              <a:gd name="connsiteX1-183" fmla="*/ 0 w 1219892"/>
              <a:gd name="connsiteY1-184" fmla="*/ 596106 h 1400968"/>
              <a:gd name="connsiteX2-185" fmla="*/ 1212748 w 1219892"/>
              <a:gd name="connsiteY2-186" fmla="*/ 0 h 1400968"/>
              <a:gd name="connsiteX3-187" fmla="*/ 1219892 w 1219892"/>
              <a:gd name="connsiteY3-188" fmla="*/ 789269 h 1400968"/>
              <a:gd name="connsiteX4-189" fmla="*/ 0 w 1219892"/>
              <a:gd name="connsiteY4-190" fmla="*/ 1400968 h 1400968"/>
              <a:gd name="connsiteX0-191" fmla="*/ 0 w 1215129"/>
              <a:gd name="connsiteY0-192" fmla="*/ 1400968 h 1400968"/>
              <a:gd name="connsiteX1-193" fmla="*/ 0 w 1215129"/>
              <a:gd name="connsiteY1-194" fmla="*/ 596106 h 1400968"/>
              <a:gd name="connsiteX2-195" fmla="*/ 1212748 w 1215129"/>
              <a:gd name="connsiteY2-196" fmla="*/ 0 h 1400968"/>
              <a:gd name="connsiteX3-197" fmla="*/ 1215129 w 1215129"/>
              <a:gd name="connsiteY3-198" fmla="*/ 791651 h 1400968"/>
              <a:gd name="connsiteX4-199" fmla="*/ 0 w 1215129"/>
              <a:gd name="connsiteY4-200" fmla="*/ 1400968 h 14009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5129" h="1400968">
                <a:moveTo>
                  <a:pt x="0" y="1400968"/>
                </a:moveTo>
                <a:lnTo>
                  <a:pt x="0" y="596106"/>
                </a:lnTo>
                <a:lnTo>
                  <a:pt x="1212748" y="0"/>
                </a:lnTo>
                <a:cubicBezTo>
                  <a:pt x="1215129" y="263090"/>
                  <a:pt x="1212748" y="528561"/>
                  <a:pt x="1215129" y="791651"/>
                </a:cubicBezTo>
                <a:lnTo>
                  <a:pt x="0" y="1400968"/>
                </a:lnTo>
                <a:close/>
              </a:path>
            </a:pathLst>
          </a:custGeom>
          <a:solidFill>
            <a:srgbClr val="6B081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1" name="Straight Connector 16"/>
          <p:cNvCxnSpPr/>
          <p:nvPr/>
        </p:nvCxnSpPr>
        <p:spPr>
          <a:xfrm>
            <a:off x="5884775" y="1786813"/>
            <a:ext cx="0" cy="722408"/>
          </a:xfrm>
          <a:prstGeom prst="line">
            <a:avLst/>
          </a:prstGeom>
          <a:ln>
            <a:solidFill>
              <a:srgbClr val="A70C1B"/>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7"/>
          <p:cNvCxnSpPr/>
          <p:nvPr/>
        </p:nvCxnSpPr>
        <p:spPr>
          <a:xfrm>
            <a:off x="5884775" y="2859739"/>
            <a:ext cx="0" cy="722409"/>
          </a:xfrm>
          <a:prstGeom prst="line">
            <a:avLst/>
          </a:prstGeom>
          <a:ln>
            <a:solidFill>
              <a:srgbClr val="A70C1B"/>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8"/>
          <p:cNvCxnSpPr/>
          <p:nvPr/>
        </p:nvCxnSpPr>
        <p:spPr>
          <a:xfrm>
            <a:off x="5884775" y="3975413"/>
            <a:ext cx="0" cy="722408"/>
          </a:xfrm>
          <a:prstGeom prst="line">
            <a:avLst/>
          </a:prstGeom>
          <a:ln>
            <a:solidFill>
              <a:srgbClr val="A70C1B"/>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9"/>
          <p:cNvCxnSpPr/>
          <p:nvPr/>
        </p:nvCxnSpPr>
        <p:spPr>
          <a:xfrm>
            <a:off x="5884775" y="5049764"/>
            <a:ext cx="0" cy="722408"/>
          </a:xfrm>
          <a:prstGeom prst="line">
            <a:avLst/>
          </a:prstGeom>
          <a:ln>
            <a:solidFill>
              <a:srgbClr val="A70C1B"/>
            </a:solidFill>
            <a:prstDash val="dash"/>
          </a:ln>
        </p:spPr>
        <p:style>
          <a:lnRef idx="1">
            <a:schemeClr val="accent1"/>
          </a:lnRef>
          <a:fillRef idx="0">
            <a:schemeClr val="accent1"/>
          </a:fillRef>
          <a:effectRef idx="0">
            <a:schemeClr val="accent1"/>
          </a:effectRef>
          <a:fontRef idx="minor">
            <a:schemeClr val="tx1"/>
          </a:fontRef>
        </p:style>
      </p:cxnSp>
      <p:sp>
        <p:nvSpPr>
          <p:cNvPr id="115" name="Rectangle 20"/>
          <p:cNvSpPr/>
          <p:nvPr/>
        </p:nvSpPr>
        <p:spPr>
          <a:xfrm>
            <a:off x="2769913" y="274544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0" name="AutoShape 135"/>
          <p:cNvSpPr/>
          <p:nvPr/>
        </p:nvSpPr>
        <p:spPr bwMode="auto">
          <a:xfrm>
            <a:off x="5000667" y="1997960"/>
            <a:ext cx="417487" cy="28711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1" name="AutoShape 81"/>
          <p:cNvSpPr/>
          <p:nvPr/>
        </p:nvSpPr>
        <p:spPr bwMode="auto">
          <a:xfrm>
            <a:off x="5026604" y="2975097"/>
            <a:ext cx="416775" cy="416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2" name="AutoShape 29"/>
          <p:cNvSpPr/>
          <p:nvPr/>
        </p:nvSpPr>
        <p:spPr bwMode="auto">
          <a:xfrm>
            <a:off x="4995340" y="4141257"/>
            <a:ext cx="416775" cy="37759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3" name="AutoShape 97"/>
          <p:cNvSpPr/>
          <p:nvPr/>
        </p:nvSpPr>
        <p:spPr bwMode="auto">
          <a:xfrm>
            <a:off x="5091777" y="5218231"/>
            <a:ext cx="286399" cy="4174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7" name="Rectangle 20"/>
          <p:cNvSpPr/>
          <p:nvPr/>
        </p:nvSpPr>
        <p:spPr>
          <a:xfrm>
            <a:off x="3075476" y="3653642"/>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8" name="Rectangle 20"/>
          <p:cNvSpPr/>
          <p:nvPr/>
        </p:nvSpPr>
        <p:spPr>
          <a:xfrm>
            <a:off x="3535877" y="4548526"/>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9" name="Rectangle 20"/>
          <p:cNvSpPr/>
          <p:nvPr/>
        </p:nvSpPr>
        <p:spPr>
          <a:xfrm>
            <a:off x="4049616" y="538212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30" name="文本框 129"/>
          <p:cNvSpPr txBox="1"/>
          <p:nvPr/>
        </p:nvSpPr>
        <p:spPr>
          <a:xfrm>
            <a:off x="6061460" y="1762631"/>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2" name="文本框 131"/>
          <p:cNvSpPr txBox="1"/>
          <p:nvPr/>
        </p:nvSpPr>
        <p:spPr>
          <a:xfrm>
            <a:off x="6061460" y="280163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4" name="文本框 133"/>
          <p:cNvSpPr txBox="1"/>
          <p:nvPr/>
        </p:nvSpPr>
        <p:spPr>
          <a:xfrm>
            <a:off x="6061460" y="499574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35" name="Picture 134" descr="118-苏州大学-logo.png"/>
          <p:cNvPicPr>
            <a:picLocks noChangeAspect="1"/>
          </p:cNvPicPr>
          <p:nvPr/>
        </p:nvPicPr>
        <p:blipFill>
          <a:blip r:embed="rId4"/>
          <a:stretch>
            <a:fillRect/>
          </a:stretch>
        </p:blipFill>
        <p:spPr>
          <a:xfrm>
            <a:off x="11140812" y="571507"/>
            <a:ext cx="564061" cy="5640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7" name="矩形 17"/>
          <p:cNvSpPr/>
          <p:nvPr/>
        </p:nvSpPr>
        <p:spPr>
          <a:xfrm rot="10800000">
            <a:off x="8446361" y="4333239"/>
            <a:ext cx="591607" cy="2127900"/>
          </a:xfrm>
          <a:prstGeom prst="rect">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18"/>
          <p:cNvSpPr/>
          <p:nvPr/>
        </p:nvSpPr>
        <p:spPr>
          <a:xfrm rot="10800000">
            <a:off x="5318630" y="3058436"/>
            <a:ext cx="591607" cy="3402702"/>
          </a:xfrm>
          <a:prstGeom prst="rect">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流程图: 卡片 8"/>
          <p:cNvSpPr/>
          <p:nvPr/>
        </p:nvSpPr>
        <p:spPr>
          <a:xfrm rot="16200000">
            <a:off x="929186" y="3310473"/>
            <a:ext cx="3875396" cy="591607"/>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2089 w 10000"/>
              <a:gd name="connsiteY1-26" fmla="*/ 0 h 10000"/>
              <a:gd name="connsiteX2-27" fmla="*/ 10000 w 10000"/>
              <a:gd name="connsiteY2-28" fmla="*/ 0 h 10000"/>
              <a:gd name="connsiteX3-29" fmla="*/ 10000 w 10000"/>
              <a:gd name="connsiteY3-30" fmla="*/ 10000 h 10000"/>
              <a:gd name="connsiteX4-31" fmla="*/ 0 w 10000"/>
              <a:gd name="connsiteY4-32"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2089" y="0"/>
                </a:lnTo>
                <a:lnTo>
                  <a:pt x="10000" y="0"/>
                </a:lnTo>
                <a:lnTo>
                  <a:pt x="10000" y="10000"/>
                </a:lnTo>
                <a:lnTo>
                  <a:pt x="0" y="10000"/>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14"/>
          <p:cNvSpPr/>
          <p:nvPr/>
        </p:nvSpPr>
        <p:spPr>
          <a:xfrm>
            <a:off x="3648186" y="1668580"/>
            <a:ext cx="591607" cy="1591141"/>
          </a:xfrm>
          <a:prstGeom prst="rect">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流程图: 卡片 8"/>
          <p:cNvSpPr/>
          <p:nvPr/>
        </p:nvSpPr>
        <p:spPr>
          <a:xfrm rot="16200000">
            <a:off x="926156" y="1919802"/>
            <a:ext cx="1389856" cy="887411"/>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6671" y="0"/>
                </a:lnTo>
                <a:lnTo>
                  <a:pt x="10000" y="0"/>
                </a:lnTo>
                <a:lnTo>
                  <a:pt x="10000" y="10000"/>
                </a:lnTo>
                <a:lnTo>
                  <a:pt x="0" y="10000"/>
                </a:lnTo>
                <a:close/>
              </a:path>
            </a:pathLst>
          </a:cu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流程图: 卡片 8"/>
          <p:cNvSpPr/>
          <p:nvPr/>
        </p:nvSpPr>
        <p:spPr>
          <a:xfrm rot="10800000" flipV="1">
            <a:off x="2064789" y="1984920"/>
            <a:ext cx="3845448" cy="1073517"/>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1940 w 10000"/>
              <a:gd name="connsiteY1-26" fmla="*/ 110 h 10000"/>
              <a:gd name="connsiteX2-27" fmla="*/ 10000 w 10000"/>
              <a:gd name="connsiteY2-28" fmla="*/ 0 h 10000"/>
              <a:gd name="connsiteX3-29" fmla="*/ 10000 w 10000"/>
              <a:gd name="connsiteY3-30" fmla="*/ 10000 h 10000"/>
              <a:gd name="connsiteX4-31" fmla="*/ 0 w 10000"/>
              <a:gd name="connsiteY4-32" fmla="*/ 10000 h 10000"/>
              <a:gd name="connsiteX0-33" fmla="*/ 0 w 10000"/>
              <a:gd name="connsiteY0-34" fmla="*/ 10037 h 10037"/>
              <a:gd name="connsiteX1-35" fmla="*/ 1948 w 10000"/>
              <a:gd name="connsiteY1-36" fmla="*/ 0 h 10037"/>
              <a:gd name="connsiteX2-37" fmla="*/ 10000 w 10000"/>
              <a:gd name="connsiteY2-38" fmla="*/ 37 h 10037"/>
              <a:gd name="connsiteX3-39" fmla="*/ 10000 w 10000"/>
              <a:gd name="connsiteY3-40" fmla="*/ 10037 h 10037"/>
              <a:gd name="connsiteX4-41" fmla="*/ 0 w 10000"/>
              <a:gd name="connsiteY4-42"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948" y="0"/>
                </a:lnTo>
                <a:lnTo>
                  <a:pt x="10000" y="37"/>
                </a:lnTo>
                <a:lnTo>
                  <a:pt x="10000" y="10037"/>
                </a:lnTo>
                <a:lnTo>
                  <a:pt x="0" y="10037"/>
                </a:lnTo>
                <a:close/>
              </a:path>
            </a:pathLst>
          </a:cu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流程图: 卡片 8"/>
          <p:cNvSpPr/>
          <p:nvPr/>
        </p:nvSpPr>
        <p:spPr>
          <a:xfrm rot="10800000" flipV="1">
            <a:off x="3162689" y="4467430"/>
            <a:ext cx="4650272" cy="107654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1940 w 10000"/>
              <a:gd name="connsiteY1-26" fmla="*/ 110 h 10000"/>
              <a:gd name="connsiteX2-27" fmla="*/ 10000 w 10000"/>
              <a:gd name="connsiteY2-28" fmla="*/ 0 h 10000"/>
              <a:gd name="connsiteX3-29" fmla="*/ 10000 w 10000"/>
              <a:gd name="connsiteY3-30" fmla="*/ 10000 h 10000"/>
              <a:gd name="connsiteX4-31" fmla="*/ 0 w 10000"/>
              <a:gd name="connsiteY4-32" fmla="*/ 10000 h 10000"/>
              <a:gd name="connsiteX0-33" fmla="*/ 0 w 10000"/>
              <a:gd name="connsiteY0-34" fmla="*/ 10037 h 10037"/>
              <a:gd name="connsiteX1-35" fmla="*/ 1948 w 10000"/>
              <a:gd name="connsiteY1-36" fmla="*/ 0 h 10037"/>
              <a:gd name="connsiteX2-37" fmla="*/ 10000 w 10000"/>
              <a:gd name="connsiteY2-38" fmla="*/ 37 h 10037"/>
              <a:gd name="connsiteX3-39" fmla="*/ 10000 w 10000"/>
              <a:gd name="connsiteY3-40" fmla="*/ 10037 h 10037"/>
              <a:gd name="connsiteX4-41" fmla="*/ 0 w 10000"/>
              <a:gd name="connsiteY4-42"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948" y="0"/>
                </a:lnTo>
                <a:lnTo>
                  <a:pt x="10000" y="37"/>
                </a:lnTo>
                <a:lnTo>
                  <a:pt x="10000" y="10037"/>
                </a:lnTo>
                <a:lnTo>
                  <a:pt x="0" y="10037"/>
                </a:lnTo>
                <a:close/>
              </a:path>
            </a:pathLst>
          </a:cu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流程图: 数据 16"/>
          <p:cNvSpPr/>
          <p:nvPr/>
        </p:nvSpPr>
        <p:spPr>
          <a:xfrm flipH="1">
            <a:off x="3648186" y="3247868"/>
            <a:ext cx="5398418" cy="1085373"/>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1" fmla="*/ 0 w 10000"/>
              <a:gd name="connsiteY0-2" fmla="*/ 10037 h 10037"/>
              <a:gd name="connsiteX1-3" fmla="*/ 1118 w 10000"/>
              <a:gd name="connsiteY1-4" fmla="*/ 0 h 10037"/>
              <a:gd name="connsiteX2-5" fmla="*/ 10000 w 10000"/>
              <a:gd name="connsiteY2-6" fmla="*/ 37 h 10037"/>
              <a:gd name="connsiteX3-7" fmla="*/ 8000 w 10000"/>
              <a:gd name="connsiteY3-8" fmla="*/ 10037 h 10037"/>
              <a:gd name="connsiteX4-9" fmla="*/ 0 w 10000"/>
              <a:gd name="connsiteY4-10" fmla="*/ 10037 h 10037"/>
              <a:gd name="connsiteX0-11" fmla="*/ 0 w 10000"/>
              <a:gd name="connsiteY0-12" fmla="*/ 10037 h 10037"/>
              <a:gd name="connsiteX1-13" fmla="*/ 1118 w 10000"/>
              <a:gd name="connsiteY1-14" fmla="*/ 0 h 10037"/>
              <a:gd name="connsiteX2-15" fmla="*/ 10000 w 10000"/>
              <a:gd name="connsiteY2-16" fmla="*/ 37 h 10037"/>
              <a:gd name="connsiteX3-17" fmla="*/ 8797 w 10000"/>
              <a:gd name="connsiteY3-18" fmla="*/ 10037 h 10037"/>
              <a:gd name="connsiteX4-19" fmla="*/ 0 w 10000"/>
              <a:gd name="connsiteY4-20"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118" y="0"/>
                </a:lnTo>
                <a:lnTo>
                  <a:pt x="10000" y="37"/>
                </a:lnTo>
                <a:lnTo>
                  <a:pt x="8797" y="10037"/>
                </a:lnTo>
                <a:lnTo>
                  <a:pt x="0" y="10037"/>
                </a:lnTo>
                <a:close/>
              </a:path>
            </a:pathLst>
          </a:cu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19"/>
          <p:cNvSpPr/>
          <p:nvPr/>
        </p:nvSpPr>
        <p:spPr>
          <a:xfrm>
            <a:off x="7221353" y="5531446"/>
            <a:ext cx="591607" cy="917164"/>
          </a:xfrm>
          <a:prstGeom prst="rect">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11"/>
          <p:cNvSpPr txBox="1"/>
          <p:nvPr/>
        </p:nvSpPr>
        <p:spPr>
          <a:xfrm>
            <a:off x="2085582" y="2134529"/>
            <a:ext cx="726328" cy="774298"/>
          </a:xfrm>
          <a:prstGeom prst="rect">
            <a:avLst/>
          </a:prstGeom>
          <a:noFill/>
        </p:spPr>
        <p:txBody>
          <a:bodyPr wrap="none" rtlCol="0">
            <a:spAutoFit/>
          </a:bodyPr>
          <a:lstStyle/>
          <a:p>
            <a:r>
              <a:rPr lang="en-US" altLang="zh-CN" sz="2000" b="1" dirty="0">
                <a:solidFill>
                  <a:schemeClr val="bg1"/>
                </a:solidFill>
                <a:ea typeface="Arial Unicode MS" panose="020B0604020202020204" pitchFamily="34" charset="-122"/>
                <a:cs typeface="Arial Unicode MS" panose="020B0604020202020204" pitchFamily="34" charset="-122"/>
              </a:rPr>
              <a:t>STEP</a:t>
            </a:r>
          </a:p>
          <a:p>
            <a:pPr algn="ctr"/>
            <a:r>
              <a:rPr lang="en-US" altLang="zh-CN" sz="2800" b="1" dirty="0">
                <a:solidFill>
                  <a:schemeClr val="bg1"/>
                </a:solidFill>
                <a:ea typeface="Arial Unicode MS" panose="020B0604020202020204" pitchFamily="34" charset="-122"/>
                <a:cs typeface="Arial Unicode MS" panose="020B0604020202020204" pitchFamily="34" charset="-122"/>
              </a:rPr>
              <a:t>01</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47" name="TextBox 12"/>
          <p:cNvSpPr txBox="1"/>
          <p:nvPr/>
        </p:nvSpPr>
        <p:spPr>
          <a:xfrm>
            <a:off x="4248054" y="3403405"/>
            <a:ext cx="726328" cy="774298"/>
          </a:xfrm>
          <a:prstGeom prst="rect">
            <a:avLst/>
          </a:prstGeom>
          <a:noFill/>
        </p:spPr>
        <p:txBody>
          <a:bodyPr wrap="none" rtlCol="0">
            <a:spAutoFit/>
          </a:bodyPr>
          <a:lstStyle/>
          <a:p>
            <a:r>
              <a:rPr lang="en-US" altLang="zh-CN" sz="2000" b="1">
                <a:solidFill>
                  <a:schemeClr val="bg1"/>
                </a:solidFill>
                <a:ea typeface="Arial Unicode MS" panose="020B0604020202020204" pitchFamily="34" charset="-122"/>
                <a:cs typeface="Arial Unicode MS" panose="020B0604020202020204" pitchFamily="34" charset="-122"/>
              </a:rPr>
              <a:t>STEP</a:t>
            </a:r>
          </a:p>
          <a:p>
            <a:pPr algn="ctr"/>
            <a:r>
              <a:rPr lang="en-US" altLang="zh-CN" sz="2800" b="1">
                <a:solidFill>
                  <a:schemeClr val="bg1"/>
                </a:solidFill>
                <a:ea typeface="Arial Unicode MS" panose="020B0604020202020204" pitchFamily="34" charset="-122"/>
                <a:cs typeface="Arial Unicode MS" panose="020B0604020202020204" pitchFamily="34" charset="-122"/>
              </a:rPr>
              <a:t>02</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48" name="TextBox 13"/>
          <p:cNvSpPr txBox="1"/>
          <p:nvPr/>
        </p:nvSpPr>
        <p:spPr>
          <a:xfrm>
            <a:off x="3280104" y="4618554"/>
            <a:ext cx="726328" cy="774298"/>
          </a:xfrm>
          <a:prstGeom prst="rect">
            <a:avLst/>
          </a:prstGeom>
          <a:noFill/>
        </p:spPr>
        <p:txBody>
          <a:bodyPr wrap="none" rtlCol="0">
            <a:spAutoFit/>
          </a:bodyPr>
          <a:lstStyle/>
          <a:p>
            <a:r>
              <a:rPr lang="en-US" altLang="zh-CN" sz="2000" b="1" dirty="0">
                <a:solidFill>
                  <a:schemeClr val="bg1"/>
                </a:solidFill>
                <a:ea typeface="Arial Unicode MS" panose="020B0604020202020204" pitchFamily="34" charset="-122"/>
                <a:cs typeface="Arial Unicode MS" panose="020B0604020202020204" pitchFamily="34" charset="-122"/>
              </a:rPr>
              <a:t>STEP</a:t>
            </a:r>
          </a:p>
          <a:p>
            <a:pPr algn="ctr"/>
            <a:r>
              <a:rPr lang="en-US" altLang="zh-CN" sz="2800" b="1" dirty="0">
                <a:solidFill>
                  <a:schemeClr val="bg1"/>
                </a:solidFill>
                <a:ea typeface="Arial Unicode MS" panose="020B0604020202020204" pitchFamily="34" charset="-122"/>
                <a:cs typeface="Arial Unicode MS" panose="020B0604020202020204" pitchFamily="34" charset="-122"/>
              </a:rPr>
              <a:t>03</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54" name="文本框 53"/>
          <p:cNvSpPr txBox="1"/>
          <p:nvPr/>
        </p:nvSpPr>
        <p:spPr>
          <a:xfrm>
            <a:off x="4905379" y="3407214"/>
            <a:ext cx="3363116"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a:t>
            </a:r>
          </a:p>
        </p:txBody>
      </p:sp>
      <p:sp>
        <p:nvSpPr>
          <p:cNvPr id="55" name="文本框 54"/>
          <p:cNvSpPr txBox="1"/>
          <p:nvPr/>
        </p:nvSpPr>
        <p:spPr>
          <a:xfrm>
            <a:off x="3970610" y="4636268"/>
            <a:ext cx="3156030"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a:t>
            </a:r>
          </a:p>
        </p:txBody>
      </p:sp>
      <p:sp>
        <p:nvSpPr>
          <p:cNvPr id="56" name="文本框 55"/>
          <p:cNvSpPr txBox="1"/>
          <p:nvPr/>
        </p:nvSpPr>
        <p:spPr>
          <a:xfrm>
            <a:off x="2946786" y="2113525"/>
            <a:ext cx="2382630"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61" name="文本框 60"/>
          <p:cNvSpPr txBox="1"/>
          <p:nvPr/>
        </p:nvSpPr>
        <p:spPr>
          <a:xfrm>
            <a:off x="6490850" y="1584856"/>
            <a:ext cx="4322291"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62" name="TextBox 38"/>
          <p:cNvSpPr txBox="1"/>
          <p:nvPr/>
        </p:nvSpPr>
        <p:spPr>
          <a:xfrm>
            <a:off x="6569363" y="2481753"/>
            <a:ext cx="4199142"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63" name="Picture 62"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椭圆 12"/>
          <p:cNvSpPr/>
          <p:nvPr/>
        </p:nvSpPr>
        <p:spPr>
          <a:xfrm>
            <a:off x="6601610"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47306" y="2266712"/>
            <a:ext cx="1162288" cy="1162288"/>
          </a:xfrm>
          <a:prstGeom prst="ellipse">
            <a:avLst/>
          </a:prstGeom>
          <a:noFill/>
          <a:ln w="38100">
            <a:solidFill>
              <a:srgbClr val="A70C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947306" y="2340024"/>
            <a:ext cx="1153886" cy="1015663"/>
          </a:xfrm>
          <a:prstGeom prst="rect">
            <a:avLst/>
          </a:prstGeom>
          <a:noFill/>
        </p:spPr>
        <p:txBody>
          <a:bodyPr wrap="square" rtlCol="0">
            <a:spAutoFit/>
          </a:bodyPr>
          <a:lstStyle/>
          <a:p>
            <a:pPr algn="ctr"/>
            <a:r>
              <a:rPr lang="en-US" altLang="zh-CN" sz="6000" dirty="0">
                <a:ln w="28575">
                  <a:noFill/>
                </a:ln>
                <a:solidFill>
                  <a:srgbClr val="A70C1B"/>
                </a:solidFill>
                <a:latin typeface="微软雅黑" panose="020B0503020204020204" pitchFamily="34" charset="-122"/>
                <a:ea typeface="微软雅黑" panose="020B0503020204020204" pitchFamily="34" charset="-122"/>
              </a:rPr>
              <a:t>04</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048486" y="3592381"/>
            <a:ext cx="4959929" cy="461665"/>
          </a:xfrm>
          <a:prstGeom prst="rect">
            <a:avLst/>
          </a:prstGeom>
          <a:noFill/>
        </p:spPr>
        <p:txBody>
          <a:bodyPr wrap="square" rtlCol="0">
            <a:spAutoFit/>
          </a:bodyPr>
          <a:lstStyle/>
          <a:p>
            <a:pPr algn="ctr"/>
            <a:r>
              <a:rPr lang="zh-CN" altLang="en-US" sz="2400" b="1" dirty="0">
                <a:solidFill>
                  <a:srgbClr val="A70C1B"/>
                </a:solidFill>
                <a:latin typeface="微软雅黑" panose="020B0503020204020204" pitchFamily="34" charset="-122"/>
                <a:ea typeface="微软雅黑" panose="020B0503020204020204" pitchFamily="34" charset="-122"/>
              </a:rPr>
              <a:t>课题实践的可行性</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017397" y="4036624"/>
            <a:ext cx="5022106" cy="369332"/>
          </a:xfrm>
          <a:prstGeom prst="snip1Rect">
            <a:avLst>
              <a:gd name="adj" fmla="val 0"/>
            </a:avLst>
          </a:prstGeom>
          <a:noFill/>
          <a:ln w="28575">
            <a:noFill/>
          </a:ln>
        </p:spPr>
        <p:txBody>
          <a:bodyPr wrap="square" rtlCol="0">
            <a:spAutoFit/>
          </a:bodyPr>
          <a:lstStyle/>
          <a:p>
            <a:pPr algn="ctr"/>
            <a:r>
              <a:rPr lang="en-US" altLang="zh-CN" dirty="0">
                <a:solidFill>
                  <a:srgbClr val="A70C1B"/>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0" y="472321"/>
            <a:ext cx="4959929"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课题实践的可行性</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03381" y="919866"/>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29" name="Donut 34"/>
          <p:cNvSpPr>
            <a:spLocks noChangeArrowheads="1"/>
          </p:cNvSpPr>
          <p:nvPr/>
        </p:nvSpPr>
        <p:spPr bwMode="auto">
          <a:xfrm>
            <a:off x="7099508" y="4405228"/>
            <a:ext cx="575056" cy="593781"/>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C1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31" name="Freeform 15"/>
          <p:cNvSpPr>
            <a:spLocks noEditPoints="1"/>
          </p:cNvSpPr>
          <p:nvPr/>
        </p:nvSpPr>
        <p:spPr bwMode="auto">
          <a:xfrm>
            <a:off x="7300307" y="4551240"/>
            <a:ext cx="173460" cy="301758"/>
          </a:xfrm>
          <a:custGeom>
            <a:avLst/>
            <a:gdLst>
              <a:gd name="T0" fmla="*/ 0 w 166"/>
              <a:gd name="T1" fmla="*/ 444500 h 280"/>
              <a:gd name="T2" fmla="*/ 263525 w 166"/>
              <a:gd name="T3" fmla="*/ 444500 h 280"/>
              <a:gd name="T4" fmla="*/ 263525 w 166"/>
              <a:gd name="T5" fmla="*/ 425450 h 280"/>
              <a:gd name="T6" fmla="*/ 263525 w 166"/>
              <a:gd name="T7" fmla="*/ 425450 h 280"/>
              <a:gd name="T8" fmla="*/ 260350 w 166"/>
              <a:gd name="T9" fmla="*/ 419100 h 280"/>
              <a:gd name="T10" fmla="*/ 254000 w 166"/>
              <a:gd name="T11" fmla="*/ 415925 h 280"/>
              <a:gd name="T12" fmla="*/ 9525 w 166"/>
              <a:gd name="T13" fmla="*/ 415925 h 280"/>
              <a:gd name="T14" fmla="*/ 9525 w 166"/>
              <a:gd name="T15" fmla="*/ 415925 h 280"/>
              <a:gd name="T16" fmla="*/ 3175 w 166"/>
              <a:gd name="T17" fmla="*/ 419100 h 280"/>
              <a:gd name="T18" fmla="*/ 0 w 166"/>
              <a:gd name="T19" fmla="*/ 425450 h 280"/>
              <a:gd name="T20" fmla="*/ 0 w 166"/>
              <a:gd name="T21" fmla="*/ 444500 h 280"/>
              <a:gd name="T22" fmla="*/ 0 w 166"/>
              <a:gd name="T23" fmla="*/ 444500 h 280"/>
              <a:gd name="T24" fmla="*/ 0 w 166"/>
              <a:gd name="T25" fmla="*/ 0 h 280"/>
              <a:gd name="T26" fmla="*/ 263525 w 166"/>
              <a:gd name="T27" fmla="*/ 0 h 280"/>
              <a:gd name="T28" fmla="*/ 263525 w 166"/>
              <a:gd name="T29" fmla="*/ 19050 h 280"/>
              <a:gd name="T30" fmla="*/ 263525 w 166"/>
              <a:gd name="T31" fmla="*/ 19050 h 280"/>
              <a:gd name="T32" fmla="*/ 260350 w 166"/>
              <a:gd name="T33" fmla="*/ 25400 h 280"/>
              <a:gd name="T34" fmla="*/ 254000 w 166"/>
              <a:gd name="T35" fmla="*/ 28575 h 280"/>
              <a:gd name="T36" fmla="*/ 9525 w 166"/>
              <a:gd name="T37" fmla="*/ 28575 h 280"/>
              <a:gd name="T38" fmla="*/ 9525 w 166"/>
              <a:gd name="T39" fmla="*/ 28575 h 280"/>
              <a:gd name="T40" fmla="*/ 3175 w 166"/>
              <a:gd name="T41" fmla="*/ 25400 h 280"/>
              <a:gd name="T42" fmla="*/ 0 w 166"/>
              <a:gd name="T43" fmla="*/ 19050 h 280"/>
              <a:gd name="T44" fmla="*/ 0 w 166"/>
              <a:gd name="T45" fmla="*/ 0 h 2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6"/>
              <a:gd name="T70" fmla="*/ 0 h 280"/>
              <a:gd name="T71" fmla="*/ 166 w 166"/>
              <a:gd name="T72" fmla="*/ 280 h 2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6" h="280">
                <a:moveTo>
                  <a:pt x="0" y="280"/>
                </a:moveTo>
                <a:lnTo>
                  <a:pt x="166" y="280"/>
                </a:lnTo>
                <a:lnTo>
                  <a:pt x="166" y="268"/>
                </a:lnTo>
                <a:lnTo>
                  <a:pt x="164" y="264"/>
                </a:lnTo>
                <a:lnTo>
                  <a:pt x="160" y="262"/>
                </a:lnTo>
                <a:lnTo>
                  <a:pt x="6" y="262"/>
                </a:lnTo>
                <a:lnTo>
                  <a:pt x="2" y="264"/>
                </a:lnTo>
                <a:lnTo>
                  <a:pt x="0" y="268"/>
                </a:lnTo>
                <a:lnTo>
                  <a:pt x="0" y="280"/>
                </a:lnTo>
                <a:close/>
                <a:moveTo>
                  <a:pt x="0" y="0"/>
                </a:moveTo>
                <a:lnTo>
                  <a:pt x="166" y="0"/>
                </a:lnTo>
                <a:lnTo>
                  <a:pt x="166" y="12"/>
                </a:lnTo>
                <a:lnTo>
                  <a:pt x="164" y="16"/>
                </a:lnTo>
                <a:lnTo>
                  <a:pt x="160" y="18"/>
                </a:lnTo>
                <a:lnTo>
                  <a:pt x="6" y="18"/>
                </a:lnTo>
                <a:lnTo>
                  <a:pt x="2" y="16"/>
                </a:lnTo>
                <a:lnTo>
                  <a:pt x="0" y="12"/>
                </a:lnTo>
                <a:lnTo>
                  <a:pt x="0" y="0"/>
                </a:ln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2" name="Freeform 16"/>
          <p:cNvSpPr>
            <a:spLocks noEditPoints="1"/>
          </p:cNvSpPr>
          <p:nvPr/>
        </p:nvSpPr>
        <p:spPr bwMode="auto">
          <a:xfrm>
            <a:off x="7314448" y="4579469"/>
            <a:ext cx="145179" cy="245300"/>
          </a:xfrm>
          <a:custGeom>
            <a:avLst/>
            <a:gdLst>
              <a:gd name="T0" fmla="*/ 22225 w 138"/>
              <a:gd name="T1" fmla="*/ 79375 h 228"/>
              <a:gd name="T2" fmla="*/ 22225 w 138"/>
              <a:gd name="T3" fmla="*/ 92075 h 228"/>
              <a:gd name="T4" fmla="*/ 31750 w 138"/>
              <a:gd name="T5" fmla="*/ 111125 h 228"/>
              <a:gd name="T6" fmla="*/ 76200 w 138"/>
              <a:gd name="T7" fmla="*/ 152400 h 228"/>
              <a:gd name="T8" fmla="*/ 88900 w 138"/>
              <a:gd name="T9" fmla="*/ 165100 h 228"/>
              <a:gd name="T10" fmla="*/ 92075 w 138"/>
              <a:gd name="T11" fmla="*/ 180975 h 228"/>
              <a:gd name="T12" fmla="*/ 76200 w 138"/>
              <a:gd name="T13" fmla="*/ 209550 h 228"/>
              <a:gd name="T14" fmla="*/ 38100 w 138"/>
              <a:gd name="T15" fmla="*/ 241300 h 228"/>
              <a:gd name="T16" fmla="*/ 25400 w 138"/>
              <a:gd name="T17" fmla="*/ 257175 h 228"/>
              <a:gd name="T18" fmla="*/ 22225 w 138"/>
              <a:gd name="T19" fmla="*/ 279400 h 228"/>
              <a:gd name="T20" fmla="*/ 0 w 138"/>
              <a:gd name="T21" fmla="*/ 361950 h 228"/>
              <a:gd name="T22" fmla="*/ 0 w 138"/>
              <a:gd name="T23" fmla="*/ 273050 h 228"/>
              <a:gd name="T24" fmla="*/ 3175 w 138"/>
              <a:gd name="T25" fmla="*/ 244475 h 228"/>
              <a:gd name="T26" fmla="*/ 22225 w 138"/>
              <a:gd name="T27" fmla="*/ 225425 h 228"/>
              <a:gd name="T28" fmla="*/ 57150 w 138"/>
              <a:gd name="T29" fmla="*/ 193675 h 228"/>
              <a:gd name="T30" fmla="*/ 66675 w 138"/>
              <a:gd name="T31" fmla="*/ 180975 h 228"/>
              <a:gd name="T32" fmla="*/ 57150 w 138"/>
              <a:gd name="T33" fmla="*/ 168275 h 228"/>
              <a:gd name="T34" fmla="*/ 22225 w 138"/>
              <a:gd name="T35" fmla="*/ 136525 h 228"/>
              <a:gd name="T36" fmla="*/ 3175 w 138"/>
              <a:gd name="T37" fmla="*/ 114300 h 228"/>
              <a:gd name="T38" fmla="*/ 0 w 138"/>
              <a:gd name="T39" fmla="*/ 88900 h 228"/>
              <a:gd name="T40" fmla="*/ 22225 w 138"/>
              <a:gd name="T41" fmla="*/ 0 h 228"/>
              <a:gd name="T42" fmla="*/ 196850 w 138"/>
              <a:gd name="T43" fmla="*/ 361950 h 228"/>
              <a:gd name="T44" fmla="*/ 196850 w 138"/>
              <a:gd name="T45" fmla="*/ 279400 h 228"/>
              <a:gd name="T46" fmla="*/ 193675 w 138"/>
              <a:gd name="T47" fmla="*/ 257175 h 228"/>
              <a:gd name="T48" fmla="*/ 180975 w 138"/>
              <a:gd name="T49" fmla="*/ 241300 h 228"/>
              <a:gd name="T50" fmla="*/ 142875 w 138"/>
              <a:gd name="T51" fmla="*/ 209550 h 228"/>
              <a:gd name="T52" fmla="*/ 127000 w 138"/>
              <a:gd name="T53" fmla="*/ 180975 h 228"/>
              <a:gd name="T54" fmla="*/ 130175 w 138"/>
              <a:gd name="T55" fmla="*/ 165100 h 228"/>
              <a:gd name="T56" fmla="*/ 180975 w 138"/>
              <a:gd name="T57" fmla="*/ 120650 h 228"/>
              <a:gd name="T58" fmla="*/ 187325 w 138"/>
              <a:gd name="T59" fmla="*/ 111125 h 228"/>
              <a:gd name="T60" fmla="*/ 196850 w 138"/>
              <a:gd name="T61" fmla="*/ 92075 h 228"/>
              <a:gd name="T62" fmla="*/ 196850 w 138"/>
              <a:gd name="T63" fmla="*/ 0 h 228"/>
              <a:gd name="T64" fmla="*/ 219075 w 138"/>
              <a:gd name="T65" fmla="*/ 88900 h 228"/>
              <a:gd name="T66" fmla="*/ 219075 w 138"/>
              <a:gd name="T67" fmla="*/ 104775 h 228"/>
              <a:gd name="T68" fmla="*/ 209550 w 138"/>
              <a:gd name="T69" fmla="*/ 127000 h 228"/>
              <a:gd name="T70" fmla="*/ 161925 w 138"/>
              <a:gd name="T71" fmla="*/ 168275 h 228"/>
              <a:gd name="T72" fmla="*/ 155575 w 138"/>
              <a:gd name="T73" fmla="*/ 174625 h 228"/>
              <a:gd name="T74" fmla="*/ 155575 w 138"/>
              <a:gd name="T75" fmla="*/ 187325 h 228"/>
              <a:gd name="T76" fmla="*/ 196850 w 138"/>
              <a:gd name="T77" fmla="*/ 225425 h 228"/>
              <a:gd name="T78" fmla="*/ 209550 w 138"/>
              <a:gd name="T79" fmla="*/ 234950 h 228"/>
              <a:gd name="T80" fmla="*/ 219075 w 138"/>
              <a:gd name="T81" fmla="*/ 257175 h 228"/>
              <a:gd name="T82" fmla="*/ 219075 w 138"/>
              <a:gd name="T83" fmla="*/ 361950 h 2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8"/>
              <a:gd name="T127" fmla="*/ 0 h 228"/>
              <a:gd name="T128" fmla="*/ 138 w 138"/>
              <a:gd name="T129" fmla="*/ 228 h 2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8" h="228">
                <a:moveTo>
                  <a:pt x="14" y="0"/>
                </a:moveTo>
                <a:lnTo>
                  <a:pt x="14" y="50"/>
                </a:lnTo>
                <a:lnTo>
                  <a:pt x="14" y="58"/>
                </a:lnTo>
                <a:lnTo>
                  <a:pt x="16" y="66"/>
                </a:lnTo>
                <a:lnTo>
                  <a:pt x="20" y="70"/>
                </a:lnTo>
                <a:lnTo>
                  <a:pt x="24" y="76"/>
                </a:lnTo>
                <a:lnTo>
                  <a:pt x="48" y="96"/>
                </a:lnTo>
                <a:lnTo>
                  <a:pt x="56" y="104"/>
                </a:lnTo>
                <a:lnTo>
                  <a:pt x="58" y="110"/>
                </a:lnTo>
                <a:lnTo>
                  <a:pt x="58" y="114"/>
                </a:lnTo>
                <a:lnTo>
                  <a:pt x="56" y="122"/>
                </a:lnTo>
                <a:lnTo>
                  <a:pt x="48" y="132"/>
                </a:lnTo>
                <a:lnTo>
                  <a:pt x="24" y="152"/>
                </a:lnTo>
                <a:lnTo>
                  <a:pt x="20" y="156"/>
                </a:lnTo>
                <a:lnTo>
                  <a:pt x="16" y="162"/>
                </a:lnTo>
                <a:lnTo>
                  <a:pt x="14" y="168"/>
                </a:lnTo>
                <a:lnTo>
                  <a:pt x="14" y="176"/>
                </a:lnTo>
                <a:lnTo>
                  <a:pt x="14" y="228"/>
                </a:lnTo>
                <a:lnTo>
                  <a:pt x="0" y="228"/>
                </a:lnTo>
                <a:lnTo>
                  <a:pt x="0" y="172"/>
                </a:lnTo>
                <a:lnTo>
                  <a:pt x="0" y="162"/>
                </a:lnTo>
                <a:lnTo>
                  <a:pt x="2" y="154"/>
                </a:lnTo>
                <a:lnTo>
                  <a:pt x="8" y="148"/>
                </a:lnTo>
                <a:lnTo>
                  <a:pt x="14" y="142"/>
                </a:lnTo>
                <a:lnTo>
                  <a:pt x="36" y="122"/>
                </a:lnTo>
                <a:lnTo>
                  <a:pt x="40" y="118"/>
                </a:lnTo>
                <a:lnTo>
                  <a:pt x="42" y="114"/>
                </a:lnTo>
                <a:lnTo>
                  <a:pt x="40" y="110"/>
                </a:lnTo>
                <a:lnTo>
                  <a:pt x="36" y="106"/>
                </a:lnTo>
                <a:lnTo>
                  <a:pt x="14" y="86"/>
                </a:lnTo>
                <a:lnTo>
                  <a:pt x="8" y="80"/>
                </a:lnTo>
                <a:lnTo>
                  <a:pt x="2" y="72"/>
                </a:lnTo>
                <a:lnTo>
                  <a:pt x="0" y="66"/>
                </a:lnTo>
                <a:lnTo>
                  <a:pt x="0" y="56"/>
                </a:lnTo>
                <a:lnTo>
                  <a:pt x="0" y="0"/>
                </a:lnTo>
                <a:lnTo>
                  <a:pt x="14" y="0"/>
                </a:lnTo>
                <a:close/>
                <a:moveTo>
                  <a:pt x="124" y="228"/>
                </a:moveTo>
                <a:lnTo>
                  <a:pt x="124" y="176"/>
                </a:lnTo>
                <a:lnTo>
                  <a:pt x="124" y="168"/>
                </a:lnTo>
                <a:lnTo>
                  <a:pt x="122" y="162"/>
                </a:lnTo>
                <a:lnTo>
                  <a:pt x="118" y="156"/>
                </a:lnTo>
                <a:lnTo>
                  <a:pt x="114" y="152"/>
                </a:lnTo>
                <a:lnTo>
                  <a:pt x="90" y="132"/>
                </a:lnTo>
                <a:lnTo>
                  <a:pt x="82" y="122"/>
                </a:lnTo>
                <a:lnTo>
                  <a:pt x="80" y="114"/>
                </a:lnTo>
                <a:lnTo>
                  <a:pt x="80" y="110"/>
                </a:lnTo>
                <a:lnTo>
                  <a:pt x="82" y="104"/>
                </a:lnTo>
                <a:lnTo>
                  <a:pt x="90" y="96"/>
                </a:lnTo>
                <a:lnTo>
                  <a:pt x="114" y="76"/>
                </a:lnTo>
                <a:lnTo>
                  <a:pt x="118" y="70"/>
                </a:lnTo>
                <a:lnTo>
                  <a:pt x="122" y="66"/>
                </a:lnTo>
                <a:lnTo>
                  <a:pt x="124" y="58"/>
                </a:lnTo>
                <a:lnTo>
                  <a:pt x="124" y="50"/>
                </a:lnTo>
                <a:lnTo>
                  <a:pt x="124" y="0"/>
                </a:lnTo>
                <a:lnTo>
                  <a:pt x="138" y="0"/>
                </a:lnTo>
                <a:lnTo>
                  <a:pt x="138" y="56"/>
                </a:lnTo>
                <a:lnTo>
                  <a:pt x="138" y="66"/>
                </a:lnTo>
                <a:lnTo>
                  <a:pt x="136" y="72"/>
                </a:lnTo>
                <a:lnTo>
                  <a:pt x="132" y="80"/>
                </a:lnTo>
                <a:lnTo>
                  <a:pt x="124" y="86"/>
                </a:lnTo>
                <a:lnTo>
                  <a:pt x="102" y="106"/>
                </a:lnTo>
                <a:lnTo>
                  <a:pt x="98" y="110"/>
                </a:lnTo>
                <a:lnTo>
                  <a:pt x="96" y="114"/>
                </a:lnTo>
                <a:lnTo>
                  <a:pt x="98" y="118"/>
                </a:lnTo>
                <a:lnTo>
                  <a:pt x="102" y="122"/>
                </a:lnTo>
                <a:lnTo>
                  <a:pt x="124" y="142"/>
                </a:lnTo>
                <a:lnTo>
                  <a:pt x="132" y="148"/>
                </a:lnTo>
                <a:lnTo>
                  <a:pt x="136" y="154"/>
                </a:lnTo>
                <a:lnTo>
                  <a:pt x="138" y="162"/>
                </a:lnTo>
                <a:lnTo>
                  <a:pt x="138" y="172"/>
                </a:lnTo>
                <a:lnTo>
                  <a:pt x="138" y="228"/>
                </a:lnTo>
                <a:lnTo>
                  <a:pt x="124" y="228"/>
                </a:ln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6" name="Freeform 17"/>
          <p:cNvSpPr/>
          <p:nvPr/>
        </p:nvSpPr>
        <p:spPr bwMode="auto">
          <a:xfrm>
            <a:off x="7338015" y="4653448"/>
            <a:ext cx="98043" cy="171321"/>
          </a:xfrm>
          <a:custGeom>
            <a:avLst/>
            <a:gdLst>
              <a:gd name="T0" fmla="*/ 0 w 94"/>
              <a:gd name="T1" fmla="*/ 254000 h 160"/>
              <a:gd name="T2" fmla="*/ 76200 w 94"/>
              <a:gd name="T3" fmla="*/ 254000 h 160"/>
              <a:gd name="T4" fmla="*/ 149225 w 94"/>
              <a:gd name="T5" fmla="*/ 254000 h 160"/>
              <a:gd name="T6" fmla="*/ 149225 w 94"/>
              <a:gd name="T7" fmla="*/ 212725 h 160"/>
              <a:gd name="T8" fmla="*/ 92075 w 94"/>
              <a:gd name="T9" fmla="*/ 155575 h 160"/>
              <a:gd name="T10" fmla="*/ 92075 w 94"/>
              <a:gd name="T11" fmla="*/ 155575 h 160"/>
              <a:gd name="T12" fmla="*/ 85725 w 94"/>
              <a:gd name="T13" fmla="*/ 149225 h 160"/>
              <a:gd name="T14" fmla="*/ 82550 w 94"/>
              <a:gd name="T15" fmla="*/ 142875 h 160"/>
              <a:gd name="T16" fmla="*/ 82550 w 94"/>
              <a:gd name="T17" fmla="*/ 123825 h 160"/>
              <a:gd name="T18" fmla="*/ 82550 w 94"/>
              <a:gd name="T19" fmla="*/ 69850 h 160"/>
              <a:gd name="T20" fmla="*/ 82550 w 94"/>
              <a:gd name="T21" fmla="*/ 69850 h 160"/>
              <a:gd name="T22" fmla="*/ 82550 w 94"/>
              <a:gd name="T23" fmla="*/ 60325 h 160"/>
              <a:gd name="T24" fmla="*/ 85725 w 94"/>
              <a:gd name="T25" fmla="*/ 50800 h 160"/>
              <a:gd name="T26" fmla="*/ 98425 w 94"/>
              <a:gd name="T27" fmla="*/ 34925 h 160"/>
              <a:gd name="T28" fmla="*/ 120650 w 94"/>
              <a:gd name="T29" fmla="*/ 15875 h 160"/>
              <a:gd name="T30" fmla="*/ 120650 w 94"/>
              <a:gd name="T31" fmla="*/ 15875 h 160"/>
              <a:gd name="T32" fmla="*/ 130175 w 94"/>
              <a:gd name="T33" fmla="*/ 9525 h 160"/>
              <a:gd name="T34" fmla="*/ 139700 w 94"/>
              <a:gd name="T35" fmla="*/ 0 h 160"/>
              <a:gd name="T36" fmla="*/ 76200 w 94"/>
              <a:gd name="T37" fmla="*/ 0 h 160"/>
              <a:gd name="T38" fmla="*/ 9525 w 94"/>
              <a:gd name="T39" fmla="*/ 0 h 160"/>
              <a:gd name="T40" fmla="*/ 9525 w 94"/>
              <a:gd name="T41" fmla="*/ 0 h 160"/>
              <a:gd name="T42" fmla="*/ 19050 w 94"/>
              <a:gd name="T43" fmla="*/ 9525 h 160"/>
              <a:gd name="T44" fmla="*/ 28575 w 94"/>
              <a:gd name="T45" fmla="*/ 15875 h 160"/>
              <a:gd name="T46" fmla="*/ 50800 w 94"/>
              <a:gd name="T47" fmla="*/ 34925 h 160"/>
              <a:gd name="T48" fmla="*/ 50800 w 94"/>
              <a:gd name="T49" fmla="*/ 34925 h 160"/>
              <a:gd name="T50" fmla="*/ 60325 w 94"/>
              <a:gd name="T51" fmla="*/ 50800 h 160"/>
              <a:gd name="T52" fmla="*/ 66675 w 94"/>
              <a:gd name="T53" fmla="*/ 60325 h 160"/>
              <a:gd name="T54" fmla="*/ 66675 w 94"/>
              <a:gd name="T55" fmla="*/ 69850 h 160"/>
              <a:gd name="T56" fmla="*/ 66675 w 94"/>
              <a:gd name="T57" fmla="*/ 123825 h 160"/>
              <a:gd name="T58" fmla="*/ 66675 w 94"/>
              <a:gd name="T59" fmla="*/ 123825 h 160"/>
              <a:gd name="T60" fmla="*/ 66675 w 94"/>
              <a:gd name="T61" fmla="*/ 142875 h 160"/>
              <a:gd name="T62" fmla="*/ 63500 w 94"/>
              <a:gd name="T63" fmla="*/ 149225 h 160"/>
              <a:gd name="T64" fmla="*/ 60325 w 94"/>
              <a:gd name="T65" fmla="*/ 155575 h 160"/>
              <a:gd name="T66" fmla="*/ 0 w 94"/>
              <a:gd name="T67" fmla="*/ 212725 h 160"/>
              <a:gd name="T68" fmla="*/ 0 w 94"/>
              <a:gd name="T69" fmla="*/ 254000 h 1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60"/>
              <a:gd name="T107" fmla="*/ 94 w 94"/>
              <a:gd name="T108" fmla="*/ 160 h 1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60">
                <a:moveTo>
                  <a:pt x="0" y="160"/>
                </a:moveTo>
                <a:lnTo>
                  <a:pt x="48" y="160"/>
                </a:lnTo>
                <a:lnTo>
                  <a:pt x="94" y="160"/>
                </a:lnTo>
                <a:lnTo>
                  <a:pt x="94" y="134"/>
                </a:lnTo>
                <a:lnTo>
                  <a:pt x="58" y="98"/>
                </a:lnTo>
                <a:lnTo>
                  <a:pt x="54" y="94"/>
                </a:lnTo>
                <a:lnTo>
                  <a:pt x="52" y="90"/>
                </a:lnTo>
                <a:lnTo>
                  <a:pt x="52" y="78"/>
                </a:lnTo>
                <a:lnTo>
                  <a:pt x="52" y="44"/>
                </a:lnTo>
                <a:lnTo>
                  <a:pt x="52" y="38"/>
                </a:lnTo>
                <a:lnTo>
                  <a:pt x="54" y="32"/>
                </a:lnTo>
                <a:lnTo>
                  <a:pt x="62" y="22"/>
                </a:lnTo>
                <a:lnTo>
                  <a:pt x="76" y="10"/>
                </a:lnTo>
                <a:lnTo>
                  <a:pt x="82" y="6"/>
                </a:lnTo>
                <a:lnTo>
                  <a:pt x="88" y="0"/>
                </a:lnTo>
                <a:lnTo>
                  <a:pt x="48" y="0"/>
                </a:lnTo>
                <a:lnTo>
                  <a:pt x="6" y="0"/>
                </a:lnTo>
                <a:lnTo>
                  <a:pt x="12" y="6"/>
                </a:lnTo>
                <a:lnTo>
                  <a:pt x="18" y="10"/>
                </a:lnTo>
                <a:lnTo>
                  <a:pt x="32" y="22"/>
                </a:lnTo>
                <a:lnTo>
                  <a:pt x="38" y="32"/>
                </a:lnTo>
                <a:lnTo>
                  <a:pt x="42" y="38"/>
                </a:lnTo>
                <a:lnTo>
                  <a:pt x="42" y="44"/>
                </a:lnTo>
                <a:lnTo>
                  <a:pt x="42" y="78"/>
                </a:lnTo>
                <a:lnTo>
                  <a:pt x="42" y="90"/>
                </a:lnTo>
                <a:lnTo>
                  <a:pt x="40" y="94"/>
                </a:lnTo>
                <a:lnTo>
                  <a:pt x="38" y="98"/>
                </a:lnTo>
                <a:lnTo>
                  <a:pt x="0" y="134"/>
                </a:lnTo>
                <a:lnTo>
                  <a:pt x="0" y="160"/>
                </a:ln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0" name="Donut 12"/>
          <p:cNvSpPr>
            <a:spLocks noChangeArrowheads="1"/>
          </p:cNvSpPr>
          <p:nvPr/>
        </p:nvSpPr>
        <p:spPr bwMode="auto">
          <a:xfrm flipV="1">
            <a:off x="7196295" y="2861994"/>
            <a:ext cx="574111"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C1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1" name="Freeform 41"/>
          <p:cNvSpPr>
            <a:spLocks noEditPoints="1"/>
          </p:cNvSpPr>
          <p:nvPr/>
        </p:nvSpPr>
        <p:spPr bwMode="auto">
          <a:xfrm>
            <a:off x="7344301" y="3029421"/>
            <a:ext cx="278100" cy="257954"/>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3" name="Donut 13"/>
          <p:cNvSpPr>
            <a:spLocks noChangeArrowheads="1"/>
          </p:cNvSpPr>
          <p:nvPr/>
        </p:nvSpPr>
        <p:spPr bwMode="auto">
          <a:xfrm flipV="1">
            <a:off x="7687937" y="5137178"/>
            <a:ext cx="575056" cy="594755"/>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C1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7" name="Freeform 41"/>
          <p:cNvSpPr>
            <a:spLocks noEditPoints="1"/>
          </p:cNvSpPr>
          <p:nvPr/>
        </p:nvSpPr>
        <p:spPr bwMode="auto">
          <a:xfrm>
            <a:off x="7834058" y="5317260"/>
            <a:ext cx="282814" cy="234592"/>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9" name="Donut 14"/>
          <p:cNvSpPr>
            <a:spLocks noChangeArrowheads="1"/>
          </p:cNvSpPr>
          <p:nvPr/>
        </p:nvSpPr>
        <p:spPr bwMode="auto">
          <a:xfrm flipV="1">
            <a:off x="7866249" y="3626082"/>
            <a:ext cx="574112"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C1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60" name="Freeform 17"/>
          <p:cNvSpPr>
            <a:spLocks noEditPoints="1"/>
          </p:cNvSpPr>
          <p:nvPr/>
        </p:nvSpPr>
        <p:spPr bwMode="auto">
          <a:xfrm>
            <a:off x="8034052" y="3778908"/>
            <a:ext cx="238506" cy="287156"/>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rgbClr val="A70C1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cxnSp>
        <p:nvCxnSpPr>
          <p:cNvPr id="64" name="直接连接符 97"/>
          <p:cNvCxnSpPr/>
          <p:nvPr/>
        </p:nvCxnSpPr>
        <p:spPr>
          <a:xfrm rot="5400000">
            <a:off x="7774538" y="3178483"/>
            <a:ext cx="494817" cy="2114"/>
          </a:xfrm>
          <a:prstGeom prst="line">
            <a:avLst/>
          </a:prstGeom>
          <a:ln w="28575">
            <a:solidFill>
              <a:srgbClr val="A70C1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7" name="直接连接符 99"/>
          <p:cNvCxnSpPr/>
          <p:nvPr/>
        </p:nvCxnSpPr>
        <p:spPr>
          <a:xfrm rot="5400000">
            <a:off x="7664153" y="4733188"/>
            <a:ext cx="494817" cy="2114"/>
          </a:xfrm>
          <a:prstGeom prst="line">
            <a:avLst/>
          </a:prstGeom>
          <a:ln w="28575">
            <a:solidFill>
              <a:srgbClr val="A70C1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直接连接符 100"/>
          <p:cNvCxnSpPr/>
          <p:nvPr/>
        </p:nvCxnSpPr>
        <p:spPr>
          <a:xfrm rot="5400000">
            <a:off x="8254808" y="5483467"/>
            <a:ext cx="494817" cy="2114"/>
          </a:xfrm>
          <a:prstGeom prst="line">
            <a:avLst/>
          </a:prstGeom>
          <a:ln w="28575">
            <a:solidFill>
              <a:srgbClr val="A70C1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3" name="直接连接符 98"/>
          <p:cNvCxnSpPr/>
          <p:nvPr/>
        </p:nvCxnSpPr>
        <p:spPr>
          <a:xfrm rot="5400000">
            <a:off x="8446493" y="3941480"/>
            <a:ext cx="494817" cy="2114"/>
          </a:xfrm>
          <a:prstGeom prst="line">
            <a:avLst/>
          </a:prstGeom>
          <a:ln w="28575">
            <a:solidFill>
              <a:srgbClr val="A70C1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6" name="五边形 74"/>
          <p:cNvSpPr/>
          <p:nvPr/>
        </p:nvSpPr>
        <p:spPr>
          <a:xfrm flipV="1">
            <a:off x="3518122" y="2799805"/>
            <a:ext cx="3198015" cy="756395"/>
          </a:xfrm>
          <a:prstGeom prst="homePlate">
            <a:avLst/>
          </a:prstGeom>
          <a:solidFill>
            <a:srgbClr val="A70C1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5"/>
          <p:cNvSpPr/>
          <p:nvPr/>
        </p:nvSpPr>
        <p:spPr>
          <a:xfrm rot="5400000" flipV="1">
            <a:off x="1126845" y="1139264"/>
            <a:ext cx="1897314" cy="2967652"/>
          </a:xfrm>
          <a:custGeom>
            <a:avLst/>
            <a:gdLst>
              <a:gd name="connsiteX0" fmla="*/ 643466 w 1083733"/>
              <a:gd name="connsiteY0" fmla="*/ 1329267 h 1329267"/>
              <a:gd name="connsiteX1" fmla="*/ 1083733 w 1083733"/>
              <a:gd name="connsiteY1" fmla="*/ 1329267 h 1329267"/>
              <a:gd name="connsiteX2" fmla="*/ 795866 w 1083733"/>
              <a:gd name="connsiteY2" fmla="*/ 0 h 1329267"/>
              <a:gd name="connsiteX3" fmla="*/ 0 w 1083733"/>
              <a:gd name="connsiteY3" fmla="*/ 0 h 1329267"/>
              <a:gd name="connsiteX4" fmla="*/ 643466 w 1083733"/>
              <a:gd name="connsiteY4" fmla="*/ 1329267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733" h="1329267">
                <a:moveTo>
                  <a:pt x="643466" y="1329267"/>
                </a:moveTo>
                <a:lnTo>
                  <a:pt x="1083733" y="1329267"/>
                </a:lnTo>
                <a:lnTo>
                  <a:pt x="795866" y="0"/>
                </a:lnTo>
                <a:lnTo>
                  <a:pt x="0" y="0"/>
                </a:lnTo>
                <a:lnTo>
                  <a:pt x="643466" y="1329267"/>
                </a:lnTo>
                <a:close/>
              </a:path>
            </a:pathLst>
          </a:custGeom>
          <a:solidFill>
            <a:srgbClr val="6B0811"/>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Box 33"/>
          <p:cNvSpPr txBox="1"/>
          <p:nvPr/>
        </p:nvSpPr>
        <p:spPr>
          <a:xfrm>
            <a:off x="5455895" y="295746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1</a:t>
            </a:r>
            <a:endParaRPr lang="zh-CN" altLang="en-US" sz="2400" b="1" dirty="0">
              <a:solidFill>
                <a:schemeClr val="bg1"/>
              </a:solidFill>
              <a:effectLst>
                <a:outerShdw blurRad="38100" dist="38100" dir="2700000" algn="tl">
                  <a:srgbClr val="000000">
                    <a:alpha val="43137"/>
                  </a:srgbClr>
                </a:outerShdw>
              </a:effectLst>
            </a:endParaRPr>
          </a:p>
        </p:txBody>
      </p:sp>
      <p:sp>
        <p:nvSpPr>
          <p:cNvPr id="80" name="五边形 76"/>
          <p:cNvSpPr/>
          <p:nvPr/>
        </p:nvSpPr>
        <p:spPr>
          <a:xfrm flipV="1">
            <a:off x="3518121" y="3541376"/>
            <a:ext cx="4060600" cy="756395"/>
          </a:xfrm>
          <a:prstGeom prst="homePlate">
            <a:avLst/>
          </a:prstGeom>
          <a:solidFill>
            <a:srgbClr val="A70C1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77"/>
          <p:cNvSpPr/>
          <p:nvPr/>
        </p:nvSpPr>
        <p:spPr>
          <a:xfrm rot="5400000" flipV="1">
            <a:off x="1418997" y="2201131"/>
            <a:ext cx="1274757" cy="2948749"/>
          </a:xfrm>
          <a:custGeom>
            <a:avLst/>
            <a:gdLst>
              <a:gd name="connsiteX0" fmla="*/ 0 w 728133"/>
              <a:gd name="connsiteY0" fmla="*/ 0 h 1320800"/>
              <a:gd name="connsiteX1" fmla="*/ 626533 w 728133"/>
              <a:gd name="connsiteY1" fmla="*/ 0 h 1320800"/>
              <a:gd name="connsiteX2" fmla="*/ 728133 w 728133"/>
              <a:gd name="connsiteY2" fmla="*/ 1320800 h 1320800"/>
              <a:gd name="connsiteX3" fmla="*/ 287866 w 728133"/>
              <a:gd name="connsiteY3" fmla="*/ 1320800 h 1320800"/>
              <a:gd name="connsiteX4" fmla="*/ 0 w 728133"/>
              <a:gd name="connsiteY4" fmla="*/ 0 h 132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133" h="1320800">
                <a:moveTo>
                  <a:pt x="0" y="0"/>
                </a:moveTo>
                <a:lnTo>
                  <a:pt x="626533" y="0"/>
                </a:lnTo>
                <a:lnTo>
                  <a:pt x="728133" y="1320800"/>
                </a:lnTo>
                <a:lnTo>
                  <a:pt x="287866" y="1320800"/>
                </a:lnTo>
                <a:lnTo>
                  <a:pt x="0" y="0"/>
                </a:lnTo>
                <a:close/>
              </a:path>
            </a:pathLst>
          </a:custGeom>
          <a:solidFill>
            <a:srgbClr val="6B0811"/>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Box 34"/>
          <p:cNvSpPr txBox="1"/>
          <p:nvPr/>
        </p:nvSpPr>
        <p:spPr>
          <a:xfrm>
            <a:off x="6289902" y="3692036"/>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2</a:t>
            </a:r>
            <a:endParaRPr lang="zh-CN" altLang="en-US" sz="2400" b="1" dirty="0">
              <a:solidFill>
                <a:schemeClr val="bg1"/>
              </a:solidFill>
              <a:effectLst>
                <a:outerShdw blurRad="38100" dist="38100" dir="2700000" algn="tl">
                  <a:srgbClr val="000000">
                    <a:alpha val="43137"/>
                  </a:srgbClr>
                </a:outerShdw>
              </a:effectLst>
            </a:endParaRPr>
          </a:p>
        </p:txBody>
      </p:sp>
      <p:sp>
        <p:nvSpPr>
          <p:cNvPr id="84" name="五边形 78"/>
          <p:cNvSpPr/>
          <p:nvPr/>
        </p:nvSpPr>
        <p:spPr>
          <a:xfrm flipV="1">
            <a:off x="3518126" y="4297772"/>
            <a:ext cx="3126959" cy="756395"/>
          </a:xfrm>
          <a:prstGeom prst="homePlate">
            <a:avLst/>
          </a:prstGeom>
          <a:solidFill>
            <a:srgbClr val="A70C1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79"/>
          <p:cNvSpPr/>
          <p:nvPr/>
        </p:nvSpPr>
        <p:spPr>
          <a:xfrm rot="5400000" flipV="1">
            <a:off x="1524798" y="3190493"/>
            <a:ext cx="1082062" cy="2967652"/>
          </a:xfrm>
          <a:custGeom>
            <a:avLst/>
            <a:gdLst>
              <a:gd name="connsiteX0" fmla="*/ 0 w 618067"/>
              <a:gd name="connsiteY0" fmla="*/ 0 h 1329267"/>
              <a:gd name="connsiteX1" fmla="*/ 618067 w 618067"/>
              <a:gd name="connsiteY1" fmla="*/ 0 h 1329267"/>
              <a:gd name="connsiteX2" fmla="*/ 533400 w 618067"/>
              <a:gd name="connsiteY2" fmla="*/ 1329267 h 1329267"/>
              <a:gd name="connsiteX3" fmla="*/ 93134 w 618067"/>
              <a:gd name="connsiteY3" fmla="*/ 1320800 h 1329267"/>
              <a:gd name="connsiteX4" fmla="*/ 0 w 618067"/>
              <a:gd name="connsiteY4" fmla="*/ 0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067" h="1329267">
                <a:moveTo>
                  <a:pt x="0" y="0"/>
                </a:moveTo>
                <a:lnTo>
                  <a:pt x="618067" y="0"/>
                </a:lnTo>
                <a:lnTo>
                  <a:pt x="533400" y="1329267"/>
                </a:lnTo>
                <a:lnTo>
                  <a:pt x="93134" y="1320800"/>
                </a:lnTo>
                <a:lnTo>
                  <a:pt x="0" y="0"/>
                </a:lnTo>
                <a:close/>
              </a:path>
            </a:pathLst>
          </a:custGeom>
          <a:solidFill>
            <a:srgbClr val="6B0811"/>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TextBox 35"/>
          <p:cNvSpPr txBox="1"/>
          <p:nvPr/>
        </p:nvSpPr>
        <p:spPr>
          <a:xfrm>
            <a:off x="5389025" y="4457629"/>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3</a:t>
            </a:r>
            <a:endParaRPr lang="zh-CN" altLang="en-US" sz="2400" b="1" dirty="0">
              <a:solidFill>
                <a:schemeClr val="bg1"/>
              </a:solidFill>
              <a:effectLst>
                <a:outerShdw blurRad="38100" dist="38100" dir="2700000" algn="tl">
                  <a:srgbClr val="000000">
                    <a:alpha val="43137"/>
                  </a:srgbClr>
                </a:outerShdw>
              </a:effectLst>
            </a:endParaRPr>
          </a:p>
        </p:txBody>
      </p:sp>
      <p:sp>
        <p:nvSpPr>
          <p:cNvPr id="88" name="五边形 80"/>
          <p:cNvSpPr/>
          <p:nvPr/>
        </p:nvSpPr>
        <p:spPr>
          <a:xfrm flipV="1">
            <a:off x="3546702" y="5039269"/>
            <a:ext cx="3609237" cy="756395"/>
          </a:xfrm>
          <a:prstGeom prst="homePlate">
            <a:avLst/>
          </a:prstGeom>
          <a:solidFill>
            <a:srgbClr val="A70C1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81"/>
          <p:cNvSpPr/>
          <p:nvPr/>
        </p:nvSpPr>
        <p:spPr>
          <a:xfrm rot="5400000" flipV="1">
            <a:off x="1353372" y="4224673"/>
            <a:ext cx="1387978" cy="3040444"/>
          </a:xfrm>
          <a:custGeom>
            <a:avLst/>
            <a:gdLst>
              <a:gd name="connsiteX0" fmla="*/ 87549 w 792804"/>
              <a:gd name="connsiteY0" fmla="*/ 29183 h 1361872"/>
              <a:gd name="connsiteX1" fmla="*/ 0 w 792804"/>
              <a:gd name="connsiteY1" fmla="*/ 1361872 h 1361872"/>
              <a:gd name="connsiteX2" fmla="*/ 423153 w 792804"/>
              <a:gd name="connsiteY2" fmla="*/ 1361872 h 1361872"/>
              <a:gd name="connsiteX3" fmla="*/ 792804 w 792804"/>
              <a:gd name="connsiteY3" fmla="*/ 0 h 1361872"/>
              <a:gd name="connsiteX4" fmla="*/ 87549 w 792804"/>
              <a:gd name="connsiteY4" fmla="*/ 29183 h 1361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804" h="1361872">
                <a:moveTo>
                  <a:pt x="87549" y="29183"/>
                </a:moveTo>
                <a:lnTo>
                  <a:pt x="0" y="1361872"/>
                </a:lnTo>
                <a:lnTo>
                  <a:pt x="423153" y="1361872"/>
                </a:lnTo>
                <a:lnTo>
                  <a:pt x="792804" y="0"/>
                </a:lnTo>
                <a:lnTo>
                  <a:pt x="87549" y="29183"/>
                </a:lnTo>
                <a:close/>
              </a:path>
            </a:pathLst>
          </a:custGeom>
          <a:solidFill>
            <a:srgbClr val="6B0811"/>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TextBox 36"/>
          <p:cNvSpPr txBox="1"/>
          <p:nvPr/>
        </p:nvSpPr>
        <p:spPr>
          <a:xfrm>
            <a:off x="5908360" y="520600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4</a:t>
            </a:r>
            <a:endParaRPr lang="zh-CN" altLang="en-US" sz="2400" b="1" dirty="0">
              <a:solidFill>
                <a:schemeClr val="bg1"/>
              </a:solidFill>
              <a:effectLst>
                <a:outerShdw blurRad="38100" dist="38100" dir="2700000" algn="tl">
                  <a:srgbClr val="000000">
                    <a:alpha val="43137"/>
                  </a:srgbClr>
                </a:outerShdw>
              </a:effectLst>
            </a:endParaRPr>
          </a:p>
        </p:txBody>
      </p:sp>
      <p:sp>
        <p:nvSpPr>
          <p:cNvPr id="91" name="文本框 90"/>
          <p:cNvSpPr txBox="1"/>
          <p:nvPr/>
        </p:nvSpPr>
        <p:spPr>
          <a:xfrm>
            <a:off x="8116872" y="2924769"/>
            <a:ext cx="3527305"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2" name="文本框 91"/>
          <p:cNvSpPr txBox="1"/>
          <p:nvPr/>
        </p:nvSpPr>
        <p:spPr>
          <a:xfrm>
            <a:off x="8019538" y="4437062"/>
            <a:ext cx="3527305" cy="302070"/>
          </a:xfrm>
          <a:prstGeom prst="rect">
            <a:avLst/>
          </a:prstGeom>
          <a:noFill/>
        </p:spPr>
        <p:txBody>
          <a:bodyPr wrap="square" rtlCol="0">
            <a:spAutoFit/>
          </a:bodyPr>
          <a:lstStyle/>
          <a:p>
            <a:pPr algn="just">
              <a:lnSpc>
                <a:spcPct val="125000"/>
              </a:lnSpc>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8790936" y="3660483"/>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4" name="文本框 93"/>
          <p:cNvSpPr txBox="1"/>
          <p:nvPr/>
        </p:nvSpPr>
        <p:spPr>
          <a:xfrm>
            <a:off x="8584749" y="5172776"/>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95" name="Picture 94" descr="118-苏州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6601610"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947306" y="2266712"/>
            <a:ext cx="1162288" cy="1162288"/>
          </a:xfrm>
          <a:prstGeom prst="ellipse">
            <a:avLst/>
          </a:prstGeom>
          <a:noFill/>
          <a:ln w="38100">
            <a:solidFill>
              <a:srgbClr val="A70C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947306" y="2340024"/>
            <a:ext cx="1153886" cy="1015663"/>
          </a:xfrm>
          <a:prstGeom prst="rect">
            <a:avLst/>
          </a:prstGeom>
          <a:noFill/>
        </p:spPr>
        <p:txBody>
          <a:bodyPr wrap="square" rtlCol="0">
            <a:spAutoFit/>
          </a:bodyPr>
          <a:lstStyle/>
          <a:p>
            <a:pPr algn="ctr"/>
            <a:r>
              <a:rPr lang="en-US" altLang="zh-CN" sz="6000" dirty="0">
                <a:ln w="28575">
                  <a:noFill/>
                </a:ln>
                <a:solidFill>
                  <a:srgbClr val="A70C1B"/>
                </a:solidFill>
                <a:latin typeface="微软雅黑" panose="020B0503020204020204" pitchFamily="34" charset="-122"/>
                <a:ea typeface="微软雅黑" panose="020B0503020204020204" pitchFamily="34" charset="-122"/>
              </a:rPr>
              <a:t>05</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048486" y="3574959"/>
            <a:ext cx="4959929" cy="461665"/>
          </a:xfrm>
          <a:prstGeom prst="rect">
            <a:avLst/>
          </a:prstGeom>
          <a:noFill/>
        </p:spPr>
        <p:txBody>
          <a:bodyPr wrap="square" rtlCol="0">
            <a:spAutoFit/>
          </a:bodyPr>
          <a:lstStyle/>
          <a:p>
            <a:pPr algn="ctr"/>
            <a:r>
              <a:rPr lang="zh-CN" altLang="en-US" sz="2400" b="1" dirty="0">
                <a:solidFill>
                  <a:srgbClr val="A70C1B"/>
                </a:solidFill>
                <a:latin typeface="微软雅黑" panose="020B0503020204020204" pitchFamily="34" charset="-122"/>
                <a:ea typeface="微软雅黑" panose="020B0503020204020204" pitchFamily="34" charset="-122"/>
              </a:rPr>
              <a:t>课题研究的结论</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017397" y="4036624"/>
            <a:ext cx="5022106" cy="369332"/>
          </a:xfrm>
          <a:prstGeom prst="snip1Rect">
            <a:avLst>
              <a:gd name="adj" fmla="val 0"/>
            </a:avLst>
          </a:prstGeom>
          <a:noFill/>
          <a:ln w="28575">
            <a:noFill/>
          </a:ln>
        </p:spPr>
        <p:txBody>
          <a:bodyPr wrap="square" rtlCol="0">
            <a:spAutoFit/>
          </a:bodyPr>
          <a:lstStyle/>
          <a:p>
            <a:pPr algn="ctr"/>
            <a:r>
              <a:rPr lang="en-US" altLang="zh-CN" dirty="0">
                <a:solidFill>
                  <a:srgbClr val="A70C1B"/>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6B0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238993" y="298880"/>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课题研究的结论</a:t>
            </a:r>
          </a:p>
        </p:txBody>
      </p:sp>
      <p:sp>
        <p:nvSpPr>
          <p:cNvPr id="13" name="文本框 12"/>
          <p:cNvSpPr txBox="1"/>
          <p:nvPr/>
        </p:nvSpPr>
        <p:spPr>
          <a:xfrm>
            <a:off x="0" y="892966"/>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15" name="任意多边形 70"/>
          <p:cNvSpPr/>
          <p:nvPr/>
        </p:nvSpPr>
        <p:spPr>
          <a:xfrm rot="10444833">
            <a:off x="7622620" y="4144975"/>
            <a:ext cx="351467" cy="39869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280895"/>
              <a:gd name="connsiteY0-14" fmla="*/ 55720 h 243299"/>
              <a:gd name="connsiteX1-15" fmla="*/ 280866 w 280895"/>
              <a:gd name="connsiteY1-16" fmla="*/ 243299 h 243299"/>
              <a:gd name="connsiteX0-17" fmla="*/ 0 w 282920"/>
              <a:gd name="connsiteY0-18" fmla="*/ 53225 h 240804"/>
              <a:gd name="connsiteX1-19" fmla="*/ 280866 w 282920"/>
              <a:gd name="connsiteY1-20" fmla="*/ 240804 h 240804"/>
              <a:gd name="connsiteX0-21" fmla="*/ 0 w 268986"/>
              <a:gd name="connsiteY0-22" fmla="*/ 51775 h 242968"/>
              <a:gd name="connsiteX1-23" fmla="*/ 266615 w 268986"/>
              <a:gd name="connsiteY1-24" fmla="*/ 242968 h 242968"/>
              <a:gd name="connsiteX0-25" fmla="*/ 0 w 265261"/>
              <a:gd name="connsiteY0-26" fmla="*/ 58578 h 233382"/>
              <a:gd name="connsiteX1-27" fmla="*/ 262788 w 265261"/>
              <a:gd name="connsiteY1-28" fmla="*/ 233382 h 233382"/>
              <a:gd name="connsiteX0-29" fmla="*/ 0 w 264743"/>
              <a:gd name="connsiteY0-30" fmla="*/ 52776 h 227580"/>
              <a:gd name="connsiteX1-31" fmla="*/ 262788 w 264743"/>
              <a:gd name="connsiteY1-32" fmla="*/ 227580 h 227580"/>
              <a:gd name="connsiteX0-33" fmla="*/ 0 w 263982"/>
              <a:gd name="connsiteY0-34" fmla="*/ 66081 h 240885"/>
              <a:gd name="connsiteX1-35" fmla="*/ 262788 w 263982"/>
              <a:gd name="connsiteY1-36" fmla="*/ 240885 h 240885"/>
              <a:gd name="connsiteX0-37" fmla="*/ 0 w 264010"/>
              <a:gd name="connsiteY0-38" fmla="*/ 69373 h 244177"/>
              <a:gd name="connsiteX1-39" fmla="*/ 262788 w 264010"/>
              <a:gd name="connsiteY1-40" fmla="*/ 244177 h 244177"/>
            </a:gdLst>
            <a:ahLst/>
            <a:cxnLst>
              <a:cxn ang="0">
                <a:pos x="connsiteX0-1" y="connsiteY0-2"/>
              </a:cxn>
              <a:cxn ang="0">
                <a:pos x="connsiteX1-3" y="connsiteY1-4"/>
              </a:cxn>
            </a:cxnLst>
            <a:rect l="l" t="t" r="r" b="b"/>
            <a:pathLst>
              <a:path w="264010" h="244177">
                <a:moveTo>
                  <a:pt x="0" y="69373"/>
                </a:moveTo>
                <a:cubicBezTo>
                  <a:pt x="166260" y="-21179"/>
                  <a:pt x="276979" y="-73794"/>
                  <a:pt x="262788" y="244177"/>
                </a:cubicBezTo>
              </a:path>
            </a:pathLst>
          </a:custGeom>
          <a:solidFill>
            <a:srgbClr val="DC1024"/>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6" name="任意多边形 71"/>
          <p:cNvSpPr/>
          <p:nvPr/>
        </p:nvSpPr>
        <p:spPr>
          <a:xfrm rot="10800000">
            <a:off x="7651524" y="4197000"/>
            <a:ext cx="377589" cy="28982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332756"/>
              <a:gd name="connsiteY0-14" fmla="*/ 42655 h 264905"/>
              <a:gd name="connsiteX1-15" fmla="*/ 332740 w 332756"/>
              <a:gd name="connsiteY1-16" fmla="*/ 264905 h 264905"/>
              <a:gd name="connsiteX0-17" fmla="*/ 0 w 349423"/>
              <a:gd name="connsiteY0-18" fmla="*/ 41857 h 266488"/>
              <a:gd name="connsiteX1-19" fmla="*/ 349409 w 349423"/>
              <a:gd name="connsiteY1-20" fmla="*/ 266488 h 266488"/>
              <a:gd name="connsiteX0-21" fmla="*/ 0 w 349409"/>
              <a:gd name="connsiteY0-22" fmla="*/ 44521 h 269152"/>
              <a:gd name="connsiteX1-23" fmla="*/ 349409 w 349409"/>
              <a:gd name="connsiteY1-24" fmla="*/ 269152 h 269152"/>
              <a:gd name="connsiteX0-25" fmla="*/ 0 w 344646"/>
              <a:gd name="connsiteY0-26" fmla="*/ 47055 h 264543"/>
              <a:gd name="connsiteX1-27" fmla="*/ 344646 w 344646"/>
              <a:gd name="connsiteY1-28" fmla="*/ 264543 h 264543"/>
            </a:gdLst>
            <a:ahLst/>
            <a:cxnLst>
              <a:cxn ang="0">
                <a:pos x="connsiteX0-1" y="connsiteY0-2"/>
              </a:cxn>
              <a:cxn ang="0">
                <a:pos x="connsiteX1-3" y="connsiteY1-4"/>
              </a:cxn>
            </a:cxnLst>
            <a:rect l="l" t="t" r="r" b="b"/>
            <a:pathLst>
              <a:path w="344646" h="264543">
                <a:moveTo>
                  <a:pt x="0" y="47055"/>
                </a:moveTo>
                <a:cubicBezTo>
                  <a:pt x="216394" y="-3921"/>
                  <a:pt x="301031" y="-88109"/>
                  <a:pt x="344646" y="264543"/>
                </a:cubicBezTo>
              </a:path>
            </a:pathLst>
          </a:custGeom>
          <a:solidFill>
            <a:srgbClr val="AF0D1D"/>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7" name="任意多边形 72"/>
          <p:cNvSpPr/>
          <p:nvPr/>
        </p:nvSpPr>
        <p:spPr>
          <a:xfrm rot="21244833">
            <a:off x="8345225" y="3396563"/>
            <a:ext cx="351467" cy="39869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280895"/>
              <a:gd name="connsiteY0-14" fmla="*/ 55720 h 243299"/>
              <a:gd name="connsiteX1-15" fmla="*/ 280866 w 280895"/>
              <a:gd name="connsiteY1-16" fmla="*/ 243299 h 243299"/>
              <a:gd name="connsiteX0-17" fmla="*/ 0 w 282920"/>
              <a:gd name="connsiteY0-18" fmla="*/ 53225 h 240804"/>
              <a:gd name="connsiteX1-19" fmla="*/ 280866 w 282920"/>
              <a:gd name="connsiteY1-20" fmla="*/ 240804 h 240804"/>
              <a:gd name="connsiteX0-21" fmla="*/ 0 w 268986"/>
              <a:gd name="connsiteY0-22" fmla="*/ 51775 h 242968"/>
              <a:gd name="connsiteX1-23" fmla="*/ 266615 w 268986"/>
              <a:gd name="connsiteY1-24" fmla="*/ 242968 h 242968"/>
              <a:gd name="connsiteX0-25" fmla="*/ 0 w 265261"/>
              <a:gd name="connsiteY0-26" fmla="*/ 58578 h 233382"/>
              <a:gd name="connsiteX1-27" fmla="*/ 262788 w 265261"/>
              <a:gd name="connsiteY1-28" fmla="*/ 233382 h 233382"/>
              <a:gd name="connsiteX0-29" fmla="*/ 0 w 264743"/>
              <a:gd name="connsiteY0-30" fmla="*/ 52776 h 227580"/>
              <a:gd name="connsiteX1-31" fmla="*/ 262788 w 264743"/>
              <a:gd name="connsiteY1-32" fmla="*/ 227580 h 227580"/>
              <a:gd name="connsiteX0-33" fmla="*/ 0 w 263982"/>
              <a:gd name="connsiteY0-34" fmla="*/ 66081 h 240885"/>
              <a:gd name="connsiteX1-35" fmla="*/ 262788 w 263982"/>
              <a:gd name="connsiteY1-36" fmla="*/ 240885 h 240885"/>
              <a:gd name="connsiteX0-37" fmla="*/ 0 w 264010"/>
              <a:gd name="connsiteY0-38" fmla="*/ 69373 h 244177"/>
              <a:gd name="connsiteX1-39" fmla="*/ 262788 w 264010"/>
              <a:gd name="connsiteY1-40" fmla="*/ 244177 h 244177"/>
            </a:gdLst>
            <a:ahLst/>
            <a:cxnLst>
              <a:cxn ang="0">
                <a:pos x="connsiteX0-1" y="connsiteY0-2"/>
              </a:cxn>
              <a:cxn ang="0">
                <a:pos x="connsiteX1-3" y="connsiteY1-4"/>
              </a:cxn>
            </a:cxnLst>
            <a:rect l="l" t="t" r="r" b="b"/>
            <a:pathLst>
              <a:path w="264010" h="244177">
                <a:moveTo>
                  <a:pt x="0" y="69373"/>
                </a:moveTo>
                <a:cubicBezTo>
                  <a:pt x="166260" y="-21179"/>
                  <a:pt x="276979" y="-73794"/>
                  <a:pt x="262788" y="244177"/>
                </a:cubicBezTo>
              </a:path>
            </a:pathLst>
          </a:custGeom>
          <a:solidFill>
            <a:srgbClr val="DC1024"/>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8" name="任意多边形 73"/>
          <p:cNvSpPr/>
          <p:nvPr/>
        </p:nvSpPr>
        <p:spPr>
          <a:xfrm>
            <a:off x="8298480" y="3468659"/>
            <a:ext cx="377589" cy="277583"/>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332756"/>
              <a:gd name="connsiteY0-14" fmla="*/ 42655 h 264905"/>
              <a:gd name="connsiteX1-15" fmla="*/ 332740 w 332756"/>
              <a:gd name="connsiteY1-16" fmla="*/ 264905 h 264905"/>
              <a:gd name="connsiteX0-17" fmla="*/ 0 w 349423"/>
              <a:gd name="connsiteY0-18" fmla="*/ 41857 h 266488"/>
              <a:gd name="connsiteX1-19" fmla="*/ 349409 w 349423"/>
              <a:gd name="connsiteY1-20" fmla="*/ 266488 h 266488"/>
              <a:gd name="connsiteX0-21" fmla="*/ 0 w 349409"/>
              <a:gd name="connsiteY0-22" fmla="*/ 44521 h 269152"/>
              <a:gd name="connsiteX1-23" fmla="*/ 349409 w 349409"/>
              <a:gd name="connsiteY1-24" fmla="*/ 269152 h 269152"/>
              <a:gd name="connsiteX0-25" fmla="*/ 0 w 344646"/>
              <a:gd name="connsiteY0-26" fmla="*/ 47055 h 264543"/>
              <a:gd name="connsiteX1-27" fmla="*/ 344646 w 344646"/>
              <a:gd name="connsiteY1-28" fmla="*/ 264543 h 264543"/>
              <a:gd name="connsiteX0-29" fmla="*/ 0 w 344646"/>
              <a:gd name="connsiteY0-30" fmla="*/ 24863 h 242351"/>
              <a:gd name="connsiteX1-31" fmla="*/ 344646 w 344646"/>
              <a:gd name="connsiteY1-32" fmla="*/ 242351 h 242351"/>
              <a:gd name="connsiteX0-33" fmla="*/ 0 w 344646"/>
              <a:gd name="connsiteY0-34" fmla="*/ 35877 h 253365"/>
              <a:gd name="connsiteX1-35" fmla="*/ 344646 w 344646"/>
              <a:gd name="connsiteY1-36" fmla="*/ 253365 h 253365"/>
            </a:gdLst>
            <a:ahLst/>
            <a:cxnLst>
              <a:cxn ang="0">
                <a:pos x="connsiteX0-1" y="connsiteY0-2"/>
              </a:cxn>
              <a:cxn ang="0">
                <a:pos x="connsiteX1-3" y="connsiteY1-4"/>
              </a:cxn>
            </a:cxnLst>
            <a:rect l="l" t="t" r="r" b="b"/>
            <a:pathLst>
              <a:path w="344646" h="253365">
                <a:moveTo>
                  <a:pt x="0" y="35877"/>
                </a:moveTo>
                <a:cubicBezTo>
                  <a:pt x="287832" y="11095"/>
                  <a:pt x="301031" y="-99287"/>
                  <a:pt x="344646" y="253365"/>
                </a:cubicBezTo>
              </a:path>
            </a:pathLst>
          </a:custGeom>
          <a:solidFill>
            <a:srgbClr val="AF0D1D"/>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任意多边形 74"/>
          <p:cNvSpPr/>
          <p:nvPr/>
        </p:nvSpPr>
        <p:spPr>
          <a:xfrm>
            <a:off x="5316282" y="3205207"/>
            <a:ext cx="3318471"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6B0811"/>
          </a:solidFill>
          <a:ln w="12700" cap="flat" cmpd="sng" algn="ctr">
            <a:noFill/>
            <a:prstDash val="solid"/>
          </a:ln>
          <a:effectLst>
            <a:outerShdw blurRad="647700" sx="83000" sy="83000" algn="ctr" rotWithShape="0">
              <a:prstClr val="black">
                <a:alpha val="31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任意多边形 75"/>
          <p:cNvSpPr/>
          <p:nvPr/>
        </p:nvSpPr>
        <p:spPr>
          <a:xfrm>
            <a:off x="5324108" y="1529735"/>
            <a:ext cx="1528793" cy="889620"/>
          </a:xfrm>
          <a:custGeom>
            <a:avLst/>
            <a:gdLst>
              <a:gd name="connsiteX0" fmla="*/ 0 w 1395413"/>
              <a:gd name="connsiteY0" fmla="*/ 0 h 804862"/>
              <a:gd name="connsiteX1" fmla="*/ 1395413 w 1395413"/>
              <a:gd name="connsiteY1" fmla="*/ 728662 h 804862"/>
              <a:gd name="connsiteX2" fmla="*/ 9525 w 1395413"/>
              <a:gd name="connsiteY2" fmla="*/ 804862 h 804862"/>
              <a:gd name="connsiteX3" fmla="*/ 0 w 1395413"/>
              <a:gd name="connsiteY3" fmla="*/ 0 h 804862"/>
              <a:gd name="connsiteX0-1" fmla="*/ 0 w 1395413"/>
              <a:gd name="connsiteY0-2" fmla="*/ 23837 h 828699"/>
              <a:gd name="connsiteX1-3" fmla="*/ 1395413 w 1395413"/>
              <a:gd name="connsiteY1-4" fmla="*/ 752499 h 828699"/>
              <a:gd name="connsiteX2-5" fmla="*/ 9525 w 1395413"/>
              <a:gd name="connsiteY2-6" fmla="*/ 828699 h 828699"/>
              <a:gd name="connsiteX3-7" fmla="*/ 0 w 1395413"/>
              <a:gd name="connsiteY3-8" fmla="*/ 23837 h 828699"/>
              <a:gd name="connsiteX0-9" fmla="*/ 0 w 1395413"/>
              <a:gd name="connsiteY0-10" fmla="*/ 23837 h 828699"/>
              <a:gd name="connsiteX1-11" fmla="*/ 1395413 w 1395413"/>
              <a:gd name="connsiteY1-12" fmla="*/ 752499 h 828699"/>
              <a:gd name="connsiteX2-13" fmla="*/ 9525 w 1395413"/>
              <a:gd name="connsiteY2-14" fmla="*/ 828699 h 828699"/>
              <a:gd name="connsiteX3-15" fmla="*/ 0 w 1395413"/>
              <a:gd name="connsiteY3-16" fmla="*/ 23837 h 828699"/>
              <a:gd name="connsiteX0-17" fmla="*/ 0 w 1395413"/>
              <a:gd name="connsiteY0-18" fmla="*/ 0 h 807243"/>
              <a:gd name="connsiteX1-19" fmla="*/ 1395413 w 1395413"/>
              <a:gd name="connsiteY1-20" fmla="*/ 728662 h 807243"/>
              <a:gd name="connsiteX2-21" fmla="*/ 2381 w 1395413"/>
              <a:gd name="connsiteY2-22" fmla="*/ 807243 h 807243"/>
              <a:gd name="connsiteX3-23" fmla="*/ 0 w 1395413"/>
              <a:gd name="connsiteY3-24" fmla="*/ 0 h 807243"/>
              <a:gd name="connsiteX0-25" fmla="*/ 0 w 1395413"/>
              <a:gd name="connsiteY0-26" fmla="*/ 0 h 809624"/>
              <a:gd name="connsiteX1-27" fmla="*/ 1395413 w 1395413"/>
              <a:gd name="connsiteY1-28" fmla="*/ 728662 h 809624"/>
              <a:gd name="connsiteX2-29" fmla="*/ 9525 w 1395413"/>
              <a:gd name="connsiteY2-30" fmla="*/ 809624 h 809624"/>
              <a:gd name="connsiteX3-31" fmla="*/ 0 w 1395413"/>
              <a:gd name="connsiteY3-32" fmla="*/ 0 h 809624"/>
              <a:gd name="connsiteX0-33" fmla="*/ 0 w 1395413"/>
              <a:gd name="connsiteY0-34" fmla="*/ 0 h 812005"/>
              <a:gd name="connsiteX1-35" fmla="*/ 1395413 w 1395413"/>
              <a:gd name="connsiteY1-36" fmla="*/ 728662 h 812005"/>
              <a:gd name="connsiteX2-37" fmla="*/ 4762 w 1395413"/>
              <a:gd name="connsiteY2-38" fmla="*/ 812005 h 812005"/>
              <a:gd name="connsiteX3-39" fmla="*/ 0 w 1395413"/>
              <a:gd name="connsiteY3-40" fmla="*/ 0 h 812005"/>
              <a:gd name="connsiteX0-41" fmla="*/ 0 w 1395413"/>
              <a:gd name="connsiteY0-42" fmla="*/ 0 h 812005"/>
              <a:gd name="connsiteX1-43" fmla="*/ 1395413 w 1395413"/>
              <a:gd name="connsiteY1-44" fmla="*/ 728662 h 812005"/>
              <a:gd name="connsiteX2-45" fmla="*/ 4762 w 1395413"/>
              <a:gd name="connsiteY2-46" fmla="*/ 812005 h 812005"/>
              <a:gd name="connsiteX3-47" fmla="*/ 0 w 1395413"/>
              <a:gd name="connsiteY3-48" fmla="*/ 0 h 812005"/>
              <a:gd name="connsiteX0-49" fmla="*/ 0 w 1395413"/>
              <a:gd name="connsiteY0-50" fmla="*/ 0 h 812005"/>
              <a:gd name="connsiteX1-51" fmla="*/ 1395413 w 1395413"/>
              <a:gd name="connsiteY1-52" fmla="*/ 728662 h 812005"/>
              <a:gd name="connsiteX2-53" fmla="*/ 4762 w 1395413"/>
              <a:gd name="connsiteY2-54" fmla="*/ 812005 h 812005"/>
              <a:gd name="connsiteX3-55" fmla="*/ 0 w 1395413"/>
              <a:gd name="connsiteY3-56" fmla="*/ 0 h 812005"/>
            </a:gdLst>
            <a:ahLst/>
            <a:cxnLst>
              <a:cxn ang="0">
                <a:pos x="connsiteX0-1" y="connsiteY0-2"/>
              </a:cxn>
              <a:cxn ang="0">
                <a:pos x="connsiteX1-3" y="connsiteY1-4"/>
              </a:cxn>
              <a:cxn ang="0">
                <a:pos x="connsiteX2-5" y="connsiteY2-6"/>
              </a:cxn>
              <a:cxn ang="0">
                <a:pos x="connsiteX3-7" y="connsiteY3-8"/>
              </a:cxn>
            </a:cxnLst>
            <a:rect l="l" t="t" r="r" b="b"/>
            <a:pathLst>
              <a:path w="1395413" h="812005">
                <a:moveTo>
                  <a:pt x="0" y="0"/>
                </a:moveTo>
                <a:cubicBezTo>
                  <a:pt x="111919" y="25499"/>
                  <a:pt x="444475" y="-23837"/>
                  <a:pt x="1395413" y="728662"/>
                </a:cubicBezTo>
                <a:lnTo>
                  <a:pt x="4762" y="812005"/>
                </a:lnTo>
                <a:cubicBezTo>
                  <a:pt x="794" y="1586"/>
                  <a:pt x="3969" y="815181"/>
                  <a:pt x="0" y="0"/>
                </a:cubicBezTo>
                <a:close/>
              </a:path>
            </a:pathLst>
          </a:custGeom>
          <a:solidFill>
            <a:srgbClr val="A70C1B"/>
          </a:solidFill>
          <a:ln w="25400" cap="flat" cmpd="sng" algn="ctr">
            <a:noFill/>
            <a:prstDash val="solid"/>
          </a:ln>
          <a:effectLst>
            <a:glow rad="63500">
              <a:sysClr val="window" lastClr="FFFFFF">
                <a:alpha val="40000"/>
              </a:sysClr>
            </a:glow>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任意多边形 76"/>
          <p:cNvSpPr/>
          <p:nvPr/>
        </p:nvSpPr>
        <p:spPr>
          <a:xfrm>
            <a:off x="5324108" y="2214532"/>
            <a:ext cx="2175791" cy="1074227"/>
          </a:xfrm>
          <a:custGeom>
            <a:avLst/>
            <a:gdLst>
              <a:gd name="connsiteX0" fmla="*/ 4763 w 1985963"/>
              <a:gd name="connsiteY0" fmla="*/ 57150 h 862013"/>
              <a:gd name="connsiteX1" fmla="*/ 0 w 1985963"/>
              <a:gd name="connsiteY1" fmla="*/ 862013 h 862013"/>
              <a:gd name="connsiteX2" fmla="*/ 1985963 w 1985963"/>
              <a:gd name="connsiteY2" fmla="*/ 361950 h 862013"/>
              <a:gd name="connsiteX3" fmla="*/ 1495425 w 1985963"/>
              <a:gd name="connsiteY3" fmla="*/ 0 h 862013"/>
              <a:gd name="connsiteX4" fmla="*/ 4763 w 1985963"/>
              <a:gd name="connsiteY4" fmla="*/ 57150 h 862013"/>
              <a:gd name="connsiteX0-1" fmla="*/ 4763 w 1985963"/>
              <a:gd name="connsiteY0-2" fmla="*/ 175642 h 980505"/>
              <a:gd name="connsiteX1-3" fmla="*/ 0 w 1985963"/>
              <a:gd name="connsiteY1-4" fmla="*/ 980505 h 980505"/>
              <a:gd name="connsiteX2-5" fmla="*/ 1985963 w 1985963"/>
              <a:gd name="connsiteY2-6" fmla="*/ 480442 h 980505"/>
              <a:gd name="connsiteX3-7" fmla="*/ 1495425 w 1985963"/>
              <a:gd name="connsiteY3-8" fmla="*/ 118492 h 980505"/>
              <a:gd name="connsiteX4-9" fmla="*/ 4763 w 1985963"/>
              <a:gd name="connsiteY4-10" fmla="*/ 175642 h 980505"/>
              <a:gd name="connsiteX0-11" fmla="*/ 4763 w 1985963"/>
              <a:gd name="connsiteY0-12" fmla="*/ 175642 h 980505"/>
              <a:gd name="connsiteX1-13" fmla="*/ 0 w 1985963"/>
              <a:gd name="connsiteY1-14" fmla="*/ 980505 h 980505"/>
              <a:gd name="connsiteX2-15" fmla="*/ 1985963 w 1985963"/>
              <a:gd name="connsiteY2-16" fmla="*/ 480442 h 980505"/>
              <a:gd name="connsiteX3-17" fmla="*/ 1495425 w 1985963"/>
              <a:gd name="connsiteY3-18" fmla="*/ 118492 h 980505"/>
              <a:gd name="connsiteX4-19" fmla="*/ 4763 w 1985963"/>
              <a:gd name="connsiteY4-20" fmla="*/ 175642 h 980505"/>
              <a:gd name="connsiteX0-21" fmla="*/ 4763 w 1985963"/>
              <a:gd name="connsiteY0-22" fmla="*/ 175642 h 980505"/>
              <a:gd name="connsiteX1-23" fmla="*/ 0 w 1985963"/>
              <a:gd name="connsiteY1-24" fmla="*/ 980505 h 980505"/>
              <a:gd name="connsiteX2-25" fmla="*/ 1985963 w 1985963"/>
              <a:gd name="connsiteY2-26" fmla="*/ 480442 h 980505"/>
              <a:gd name="connsiteX3-27" fmla="*/ 1495425 w 1985963"/>
              <a:gd name="connsiteY3-28" fmla="*/ 118492 h 980505"/>
              <a:gd name="connsiteX4-29" fmla="*/ 4763 w 1985963"/>
              <a:gd name="connsiteY4-30" fmla="*/ 175642 h 980505"/>
              <a:gd name="connsiteX0-31" fmla="*/ 4763 w 1985963"/>
              <a:gd name="connsiteY0-32" fmla="*/ 175642 h 980505"/>
              <a:gd name="connsiteX1-33" fmla="*/ 0 w 1985963"/>
              <a:gd name="connsiteY1-34" fmla="*/ 980505 h 980505"/>
              <a:gd name="connsiteX2-35" fmla="*/ 1985963 w 1985963"/>
              <a:gd name="connsiteY2-36" fmla="*/ 480442 h 980505"/>
              <a:gd name="connsiteX3-37" fmla="*/ 1495425 w 1985963"/>
              <a:gd name="connsiteY3-38" fmla="*/ 118492 h 980505"/>
              <a:gd name="connsiteX4-39" fmla="*/ 4763 w 1985963"/>
              <a:gd name="connsiteY4-40" fmla="*/ 175642 h 980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85963" h="980505">
                <a:moveTo>
                  <a:pt x="4763" y="175642"/>
                </a:moveTo>
                <a:cubicBezTo>
                  <a:pt x="3175" y="443930"/>
                  <a:pt x="1588" y="712217"/>
                  <a:pt x="0" y="980505"/>
                </a:cubicBezTo>
                <a:cubicBezTo>
                  <a:pt x="780455" y="561603"/>
                  <a:pt x="1661145" y="448445"/>
                  <a:pt x="1985963" y="480442"/>
                </a:cubicBezTo>
                <a:lnTo>
                  <a:pt x="1495425" y="118492"/>
                </a:lnTo>
                <a:cubicBezTo>
                  <a:pt x="999853" y="0"/>
                  <a:pt x="425996" y="123825"/>
                  <a:pt x="4763" y="175642"/>
                </a:cubicBezTo>
                <a:close/>
              </a:path>
            </a:pathLst>
          </a:custGeom>
          <a:solidFill>
            <a:srgbClr val="A70C1B"/>
          </a:solidFill>
          <a:ln w="12700" cap="flat" cmpd="sng" algn="ctr">
            <a:noFill/>
            <a:prstDash val="solid"/>
          </a:ln>
          <a:effectLst>
            <a:outerShdw blurRad="50800" dist="38100" dir="10800000" algn="r"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2" name="任意多边形 77"/>
          <p:cNvSpPr/>
          <p:nvPr/>
        </p:nvSpPr>
        <p:spPr>
          <a:xfrm>
            <a:off x="5324108" y="2640674"/>
            <a:ext cx="2828006" cy="1649234"/>
          </a:xfrm>
          <a:custGeom>
            <a:avLst/>
            <a:gdLst>
              <a:gd name="connsiteX0" fmla="*/ 0 w 2581275"/>
              <a:gd name="connsiteY0" fmla="*/ 1409700 h 1409700"/>
              <a:gd name="connsiteX1" fmla="*/ 0 w 2581275"/>
              <a:gd name="connsiteY1" fmla="*/ 490538 h 1409700"/>
              <a:gd name="connsiteX2" fmla="*/ 2076450 w 2581275"/>
              <a:gd name="connsiteY2" fmla="*/ 0 h 1409700"/>
              <a:gd name="connsiteX3" fmla="*/ 2581275 w 2581275"/>
              <a:gd name="connsiteY3" fmla="*/ 376238 h 1409700"/>
              <a:gd name="connsiteX4" fmla="*/ 0 w 2581275"/>
              <a:gd name="connsiteY4" fmla="*/ 1409700 h 1409700"/>
              <a:gd name="connsiteX0-1" fmla="*/ 0 w 2581275"/>
              <a:gd name="connsiteY0-2" fmla="*/ 1490166 h 1490166"/>
              <a:gd name="connsiteX1-3" fmla="*/ 0 w 2581275"/>
              <a:gd name="connsiteY1-4" fmla="*/ 571004 h 1490166"/>
              <a:gd name="connsiteX2-5" fmla="*/ 2076450 w 2581275"/>
              <a:gd name="connsiteY2-6" fmla="*/ 80466 h 1490166"/>
              <a:gd name="connsiteX3-7" fmla="*/ 2581275 w 2581275"/>
              <a:gd name="connsiteY3-8" fmla="*/ 456704 h 1490166"/>
              <a:gd name="connsiteX4-9" fmla="*/ 0 w 2581275"/>
              <a:gd name="connsiteY4-10" fmla="*/ 1490166 h 1490166"/>
              <a:gd name="connsiteX0-11" fmla="*/ 0 w 2581275"/>
              <a:gd name="connsiteY0-12" fmla="*/ 1490166 h 1490166"/>
              <a:gd name="connsiteX1-13" fmla="*/ 0 w 2581275"/>
              <a:gd name="connsiteY1-14" fmla="*/ 571004 h 1490166"/>
              <a:gd name="connsiteX2-15" fmla="*/ 2076450 w 2581275"/>
              <a:gd name="connsiteY2-16" fmla="*/ 80466 h 1490166"/>
              <a:gd name="connsiteX3-17" fmla="*/ 2581275 w 2581275"/>
              <a:gd name="connsiteY3-18" fmla="*/ 456704 h 1490166"/>
              <a:gd name="connsiteX4-19" fmla="*/ 0 w 2581275"/>
              <a:gd name="connsiteY4-20" fmla="*/ 1490166 h 1490166"/>
              <a:gd name="connsiteX0-21" fmla="*/ 0 w 2581275"/>
              <a:gd name="connsiteY0-22" fmla="*/ 1490166 h 1490166"/>
              <a:gd name="connsiteX1-23" fmla="*/ 0 w 2581275"/>
              <a:gd name="connsiteY1-24" fmla="*/ 571004 h 1490166"/>
              <a:gd name="connsiteX2-25" fmla="*/ 2076450 w 2581275"/>
              <a:gd name="connsiteY2-26" fmla="*/ 80466 h 1490166"/>
              <a:gd name="connsiteX3-27" fmla="*/ 2581275 w 2581275"/>
              <a:gd name="connsiteY3-28" fmla="*/ 456704 h 1490166"/>
              <a:gd name="connsiteX4-29" fmla="*/ 0 w 2581275"/>
              <a:gd name="connsiteY4-30" fmla="*/ 1490166 h 1490166"/>
              <a:gd name="connsiteX0-31" fmla="*/ 0 w 2581275"/>
              <a:gd name="connsiteY0-32" fmla="*/ 1490166 h 1490166"/>
              <a:gd name="connsiteX1-33" fmla="*/ 0 w 2581275"/>
              <a:gd name="connsiteY1-34" fmla="*/ 571004 h 1490166"/>
              <a:gd name="connsiteX2-35" fmla="*/ 2076450 w 2581275"/>
              <a:gd name="connsiteY2-36" fmla="*/ 80466 h 1490166"/>
              <a:gd name="connsiteX3-37" fmla="*/ 2581275 w 2581275"/>
              <a:gd name="connsiteY3-38" fmla="*/ 456704 h 1490166"/>
              <a:gd name="connsiteX4-39" fmla="*/ 0 w 2581275"/>
              <a:gd name="connsiteY4-40" fmla="*/ 1490166 h 1490166"/>
              <a:gd name="connsiteX0-41" fmla="*/ 0 w 2581275"/>
              <a:gd name="connsiteY0-42" fmla="*/ 1490166 h 1490166"/>
              <a:gd name="connsiteX1-43" fmla="*/ 0 w 2581275"/>
              <a:gd name="connsiteY1-44" fmla="*/ 571004 h 1490166"/>
              <a:gd name="connsiteX2-45" fmla="*/ 2076450 w 2581275"/>
              <a:gd name="connsiteY2-46" fmla="*/ 80466 h 1490166"/>
              <a:gd name="connsiteX3-47" fmla="*/ 2581275 w 2581275"/>
              <a:gd name="connsiteY3-48" fmla="*/ 456704 h 1490166"/>
              <a:gd name="connsiteX4-49" fmla="*/ 0 w 2581275"/>
              <a:gd name="connsiteY4-50" fmla="*/ 1490166 h 1490166"/>
              <a:gd name="connsiteX0-51" fmla="*/ 0 w 2581275"/>
              <a:gd name="connsiteY0-52" fmla="*/ 1490166 h 1490166"/>
              <a:gd name="connsiteX1-53" fmla="*/ 0 w 2581275"/>
              <a:gd name="connsiteY1-54" fmla="*/ 571004 h 1490166"/>
              <a:gd name="connsiteX2-55" fmla="*/ 2076450 w 2581275"/>
              <a:gd name="connsiteY2-56" fmla="*/ 80466 h 1490166"/>
              <a:gd name="connsiteX3-57" fmla="*/ 2581275 w 2581275"/>
              <a:gd name="connsiteY3-58" fmla="*/ 456704 h 1490166"/>
              <a:gd name="connsiteX4-59" fmla="*/ 0 w 2581275"/>
              <a:gd name="connsiteY4-60" fmla="*/ 1490166 h 1490166"/>
              <a:gd name="connsiteX0-61" fmla="*/ 0 w 2581275"/>
              <a:gd name="connsiteY0-62" fmla="*/ 1573336 h 1573336"/>
              <a:gd name="connsiteX1-63" fmla="*/ 0 w 2581275"/>
              <a:gd name="connsiteY1-64" fmla="*/ 654174 h 1573336"/>
              <a:gd name="connsiteX2-65" fmla="*/ 2076450 w 2581275"/>
              <a:gd name="connsiteY2-66" fmla="*/ 163636 h 1573336"/>
              <a:gd name="connsiteX3-67" fmla="*/ 2581275 w 2581275"/>
              <a:gd name="connsiteY3-68" fmla="*/ 539874 h 1573336"/>
              <a:gd name="connsiteX4-69" fmla="*/ 0 w 2581275"/>
              <a:gd name="connsiteY4-70" fmla="*/ 1573336 h 1573336"/>
              <a:gd name="connsiteX0-71" fmla="*/ 0 w 2581275"/>
              <a:gd name="connsiteY0-72" fmla="*/ 1505346 h 1505346"/>
              <a:gd name="connsiteX1-73" fmla="*/ 0 w 2581275"/>
              <a:gd name="connsiteY1-74" fmla="*/ 586184 h 1505346"/>
              <a:gd name="connsiteX2-75" fmla="*/ 2076450 w 2581275"/>
              <a:gd name="connsiteY2-76" fmla="*/ 95646 h 1505346"/>
              <a:gd name="connsiteX3-77" fmla="*/ 2581275 w 2581275"/>
              <a:gd name="connsiteY3-78" fmla="*/ 471884 h 1505346"/>
              <a:gd name="connsiteX4-79" fmla="*/ 0 w 2581275"/>
              <a:gd name="connsiteY4-80" fmla="*/ 1505346 h 1505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81275" h="1505346">
                <a:moveTo>
                  <a:pt x="0" y="1505346"/>
                </a:moveTo>
                <a:lnTo>
                  <a:pt x="0" y="586184"/>
                </a:lnTo>
                <a:cubicBezTo>
                  <a:pt x="1161851" y="0"/>
                  <a:pt x="2028527" y="90711"/>
                  <a:pt x="2076450" y="95646"/>
                </a:cubicBezTo>
                <a:lnTo>
                  <a:pt x="2581275" y="471884"/>
                </a:lnTo>
                <a:cubicBezTo>
                  <a:pt x="1524050" y="472132"/>
                  <a:pt x="403771" y="1233438"/>
                  <a:pt x="0" y="1505346"/>
                </a:cubicBezTo>
                <a:close/>
              </a:path>
            </a:pathLst>
          </a:custGeom>
          <a:solidFill>
            <a:srgbClr val="A70C1B"/>
          </a:solidFill>
          <a:ln w="12700" cap="flat" cmpd="sng" algn="ctr">
            <a:noFill/>
            <a:prstDash val="solid"/>
          </a:ln>
          <a:effectLst>
            <a:outerShdw blurRad="50800" dist="38100" dir="10800000" algn="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任意多边形 78"/>
          <p:cNvSpPr/>
          <p:nvPr/>
        </p:nvSpPr>
        <p:spPr>
          <a:xfrm>
            <a:off x="5318890" y="3134879"/>
            <a:ext cx="3318471"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A70C1B"/>
          </a:solidFill>
          <a:ln w="12700" cap="flat" cmpd="sng" algn="ctr">
            <a:noFill/>
            <a:prstDash val="solid"/>
          </a:ln>
          <a:effectLst>
            <a:outerShdw blurRad="50800" dist="38100" dir="10800000" algn="r" rotWithShape="0">
              <a:prstClr val="black">
                <a:alpha val="40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TextBox 26"/>
          <p:cNvSpPr txBox="1"/>
          <p:nvPr/>
        </p:nvSpPr>
        <p:spPr>
          <a:xfrm>
            <a:off x="5453561" y="1653557"/>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01</a:t>
            </a:r>
          </a:p>
        </p:txBody>
      </p:sp>
      <p:sp>
        <p:nvSpPr>
          <p:cNvPr id="25" name="TextBox 27"/>
          <p:cNvSpPr txBox="1"/>
          <p:nvPr/>
        </p:nvSpPr>
        <p:spPr>
          <a:xfrm>
            <a:off x="5453561" y="2423456"/>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02</a:t>
            </a:r>
          </a:p>
        </p:txBody>
      </p:sp>
      <p:sp>
        <p:nvSpPr>
          <p:cNvPr id="28" name="TextBox 28"/>
          <p:cNvSpPr txBox="1"/>
          <p:nvPr/>
        </p:nvSpPr>
        <p:spPr>
          <a:xfrm>
            <a:off x="5419220" y="3233426"/>
            <a:ext cx="652743" cy="646331"/>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srgbClr val="FFFFFF"/>
                </a:solidFill>
                <a:latin typeface="+mn-lt"/>
                <a:ea typeface="宋体" panose="02010600030101010101" pitchFamily="2" charset="-122"/>
              </a:rPr>
              <a:t>03</a:t>
            </a:r>
          </a:p>
        </p:txBody>
      </p:sp>
      <p:sp>
        <p:nvSpPr>
          <p:cNvPr id="29" name="TextBox 29"/>
          <p:cNvSpPr txBox="1"/>
          <p:nvPr/>
        </p:nvSpPr>
        <p:spPr>
          <a:xfrm>
            <a:off x="5453561" y="4096828"/>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04</a:t>
            </a:r>
          </a:p>
        </p:txBody>
      </p:sp>
      <p:sp>
        <p:nvSpPr>
          <p:cNvPr id="30" name="矩形 1"/>
          <p:cNvSpPr/>
          <p:nvPr/>
        </p:nvSpPr>
        <p:spPr>
          <a:xfrm rot="19900841">
            <a:off x="6174203" y="3686950"/>
            <a:ext cx="2189009"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rot lat="0" lon="900000" rev="0"/>
            </a:camera>
            <a:lightRig rig="threePt" dir="t"/>
          </a:scene3d>
        </p:spPr>
        <p:txBody>
          <a:bodyPr wrap="square" lIns="68580" tIns="34290" rIns="68580" bIns="34290" anchor="ctr" anchorCtr="0">
            <a:prstTxWarp prst="textArchUp">
              <a:avLst>
                <a:gd name="adj" fmla="val 7880006"/>
              </a:avLst>
            </a:prstTxWarp>
            <a:spAutoFit/>
            <a:flatTx/>
          </a:bodyPr>
          <a:lstStyle/>
          <a:p>
            <a:pPr algn="ctr" fontAlgn="auto">
              <a:spcBef>
                <a:spcPts val="0"/>
              </a:spcBef>
              <a:spcAft>
                <a:spcPts val="0"/>
              </a:spcAft>
            </a:pPr>
            <a:r>
              <a:rPr lang="en-US" altLang="zh-CN" b="1" dirty="0">
                <a:solidFill>
                  <a:prstClr val="white"/>
                </a:solidFill>
                <a:latin typeface="Calibri" panose="020F0502020204030204"/>
                <a:ea typeface="宋体" panose="02010600030101010101" pitchFamily="2" charset="-122"/>
              </a:rPr>
              <a:t>text </a:t>
            </a:r>
            <a:endParaRPr lang="en-US" altLang="zh-CN" sz="1600" b="1" dirty="0">
              <a:solidFill>
                <a:prstClr val="white"/>
              </a:solidFill>
              <a:latin typeface="Calibri" panose="020F0502020204030204"/>
              <a:ea typeface="宋体" panose="02010600030101010101" pitchFamily="2" charset="-122"/>
            </a:endParaRPr>
          </a:p>
        </p:txBody>
      </p:sp>
      <p:sp>
        <p:nvSpPr>
          <p:cNvPr id="31" name="矩形 1"/>
          <p:cNvSpPr/>
          <p:nvPr/>
        </p:nvSpPr>
        <p:spPr>
          <a:xfrm rot="20656130">
            <a:off x="5922852" y="3104305"/>
            <a:ext cx="1970033"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Up">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pic>
        <p:nvPicPr>
          <p:cNvPr id="32" name="Picture 5" descr="\\MAGNUM\Projects\Microsoft\Cloud Power FY12\Design\ICONS_PNG\Increase.png"/>
          <p:cNvPicPr>
            <a:picLocks noChangeAspect="1" noChangeArrowheads="1"/>
          </p:cNvPicPr>
          <p:nvPr/>
        </p:nvPicPr>
        <p:blipFill rotWithShape="1">
          <a:blip r:embed="rId2" cstate="print">
            <a:duotone>
              <a:prstClr val="black"/>
              <a:schemeClr val="tx2">
                <a:tint val="45000"/>
                <a:satMod val="400000"/>
              </a:schemeClr>
            </a:duotone>
          </a:blip>
          <a:srcRect b="16251"/>
          <a:stretch>
            <a:fillRect/>
          </a:stretch>
        </p:blipFill>
        <p:spPr bwMode="auto">
          <a:xfrm>
            <a:off x="7854309" y="3577953"/>
            <a:ext cx="595607" cy="498685"/>
          </a:xfrm>
          <a:prstGeom prst="rect">
            <a:avLst/>
          </a:prstGeom>
          <a:noFill/>
          <a:effectLst>
            <a:reflection blurRad="6350" stA="52000" endA="300" endPos="35000" dir="5400000" sy="-100000" algn="bl" rotWithShape="0"/>
          </a:effectLst>
        </p:spPr>
      </p:pic>
      <p:sp>
        <p:nvSpPr>
          <p:cNvPr id="35" name="任意多边形 85"/>
          <p:cNvSpPr/>
          <p:nvPr/>
        </p:nvSpPr>
        <p:spPr>
          <a:xfrm rot="10800000">
            <a:off x="7690748" y="2272901"/>
            <a:ext cx="3318472"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6B0811"/>
          </a:solidFill>
          <a:ln w="12700" cap="flat" cmpd="sng" algn="ctr">
            <a:noFill/>
            <a:prstDash val="solid"/>
          </a:ln>
          <a:effectLst>
            <a:outerShdw blurRad="647700" sx="83000" sy="83000" algn="ctr" rotWithShape="0">
              <a:prstClr val="black">
                <a:alpha val="31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7" name="任意多边形 87"/>
          <p:cNvSpPr/>
          <p:nvPr/>
        </p:nvSpPr>
        <p:spPr>
          <a:xfrm rot="10800000">
            <a:off x="9480427" y="5528201"/>
            <a:ext cx="1528793" cy="889620"/>
          </a:xfrm>
          <a:custGeom>
            <a:avLst/>
            <a:gdLst>
              <a:gd name="connsiteX0" fmla="*/ 0 w 1395413"/>
              <a:gd name="connsiteY0" fmla="*/ 0 h 804862"/>
              <a:gd name="connsiteX1" fmla="*/ 1395413 w 1395413"/>
              <a:gd name="connsiteY1" fmla="*/ 728662 h 804862"/>
              <a:gd name="connsiteX2" fmla="*/ 9525 w 1395413"/>
              <a:gd name="connsiteY2" fmla="*/ 804862 h 804862"/>
              <a:gd name="connsiteX3" fmla="*/ 0 w 1395413"/>
              <a:gd name="connsiteY3" fmla="*/ 0 h 804862"/>
              <a:gd name="connsiteX0-1" fmla="*/ 0 w 1395413"/>
              <a:gd name="connsiteY0-2" fmla="*/ 23837 h 828699"/>
              <a:gd name="connsiteX1-3" fmla="*/ 1395413 w 1395413"/>
              <a:gd name="connsiteY1-4" fmla="*/ 752499 h 828699"/>
              <a:gd name="connsiteX2-5" fmla="*/ 9525 w 1395413"/>
              <a:gd name="connsiteY2-6" fmla="*/ 828699 h 828699"/>
              <a:gd name="connsiteX3-7" fmla="*/ 0 w 1395413"/>
              <a:gd name="connsiteY3-8" fmla="*/ 23837 h 828699"/>
              <a:gd name="connsiteX0-9" fmla="*/ 0 w 1395413"/>
              <a:gd name="connsiteY0-10" fmla="*/ 23837 h 828699"/>
              <a:gd name="connsiteX1-11" fmla="*/ 1395413 w 1395413"/>
              <a:gd name="connsiteY1-12" fmla="*/ 752499 h 828699"/>
              <a:gd name="connsiteX2-13" fmla="*/ 9525 w 1395413"/>
              <a:gd name="connsiteY2-14" fmla="*/ 828699 h 828699"/>
              <a:gd name="connsiteX3-15" fmla="*/ 0 w 1395413"/>
              <a:gd name="connsiteY3-16" fmla="*/ 23837 h 828699"/>
              <a:gd name="connsiteX0-17" fmla="*/ 0 w 1395413"/>
              <a:gd name="connsiteY0-18" fmla="*/ 0 h 807243"/>
              <a:gd name="connsiteX1-19" fmla="*/ 1395413 w 1395413"/>
              <a:gd name="connsiteY1-20" fmla="*/ 728662 h 807243"/>
              <a:gd name="connsiteX2-21" fmla="*/ 2381 w 1395413"/>
              <a:gd name="connsiteY2-22" fmla="*/ 807243 h 807243"/>
              <a:gd name="connsiteX3-23" fmla="*/ 0 w 1395413"/>
              <a:gd name="connsiteY3-24" fmla="*/ 0 h 807243"/>
              <a:gd name="connsiteX0-25" fmla="*/ 0 w 1395413"/>
              <a:gd name="connsiteY0-26" fmla="*/ 0 h 809624"/>
              <a:gd name="connsiteX1-27" fmla="*/ 1395413 w 1395413"/>
              <a:gd name="connsiteY1-28" fmla="*/ 728662 h 809624"/>
              <a:gd name="connsiteX2-29" fmla="*/ 9525 w 1395413"/>
              <a:gd name="connsiteY2-30" fmla="*/ 809624 h 809624"/>
              <a:gd name="connsiteX3-31" fmla="*/ 0 w 1395413"/>
              <a:gd name="connsiteY3-32" fmla="*/ 0 h 809624"/>
              <a:gd name="connsiteX0-33" fmla="*/ 0 w 1395413"/>
              <a:gd name="connsiteY0-34" fmla="*/ 0 h 812005"/>
              <a:gd name="connsiteX1-35" fmla="*/ 1395413 w 1395413"/>
              <a:gd name="connsiteY1-36" fmla="*/ 728662 h 812005"/>
              <a:gd name="connsiteX2-37" fmla="*/ 4762 w 1395413"/>
              <a:gd name="connsiteY2-38" fmla="*/ 812005 h 812005"/>
              <a:gd name="connsiteX3-39" fmla="*/ 0 w 1395413"/>
              <a:gd name="connsiteY3-40" fmla="*/ 0 h 812005"/>
              <a:gd name="connsiteX0-41" fmla="*/ 0 w 1395413"/>
              <a:gd name="connsiteY0-42" fmla="*/ 0 h 812005"/>
              <a:gd name="connsiteX1-43" fmla="*/ 1395413 w 1395413"/>
              <a:gd name="connsiteY1-44" fmla="*/ 728662 h 812005"/>
              <a:gd name="connsiteX2-45" fmla="*/ 4762 w 1395413"/>
              <a:gd name="connsiteY2-46" fmla="*/ 812005 h 812005"/>
              <a:gd name="connsiteX3-47" fmla="*/ 0 w 1395413"/>
              <a:gd name="connsiteY3-48" fmla="*/ 0 h 812005"/>
              <a:gd name="connsiteX0-49" fmla="*/ 0 w 1395413"/>
              <a:gd name="connsiteY0-50" fmla="*/ 0 h 812005"/>
              <a:gd name="connsiteX1-51" fmla="*/ 1395413 w 1395413"/>
              <a:gd name="connsiteY1-52" fmla="*/ 728662 h 812005"/>
              <a:gd name="connsiteX2-53" fmla="*/ 4762 w 1395413"/>
              <a:gd name="connsiteY2-54" fmla="*/ 812005 h 812005"/>
              <a:gd name="connsiteX3-55" fmla="*/ 0 w 1395413"/>
              <a:gd name="connsiteY3-56" fmla="*/ 0 h 812005"/>
            </a:gdLst>
            <a:ahLst/>
            <a:cxnLst>
              <a:cxn ang="0">
                <a:pos x="connsiteX0-1" y="connsiteY0-2"/>
              </a:cxn>
              <a:cxn ang="0">
                <a:pos x="connsiteX1-3" y="connsiteY1-4"/>
              </a:cxn>
              <a:cxn ang="0">
                <a:pos x="connsiteX2-5" y="connsiteY2-6"/>
              </a:cxn>
              <a:cxn ang="0">
                <a:pos x="connsiteX3-7" y="connsiteY3-8"/>
              </a:cxn>
            </a:cxnLst>
            <a:rect l="l" t="t" r="r" b="b"/>
            <a:pathLst>
              <a:path w="1395413" h="812005">
                <a:moveTo>
                  <a:pt x="0" y="0"/>
                </a:moveTo>
                <a:cubicBezTo>
                  <a:pt x="111919" y="25499"/>
                  <a:pt x="444475" y="-23837"/>
                  <a:pt x="1395413" y="728662"/>
                </a:cubicBezTo>
                <a:lnTo>
                  <a:pt x="4762" y="812005"/>
                </a:lnTo>
                <a:cubicBezTo>
                  <a:pt x="794" y="1586"/>
                  <a:pt x="3969" y="815181"/>
                  <a:pt x="0" y="0"/>
                </a:cubicBezTo>
                <a:close/>
              </a:path>
            </a:pathLst>
          </a:custGeom>
          <a:solidFill>
            <a:srgbClr val="A70C1B"/>
          </a:solidFill>
          <a:ln w="25400" cap="flat" cmpd="sng" algn="ctr">
            <a:noFill/>
            <a:prstDash val="solid"/>
          </a:ln>
          <a:effectLst>
            <a:glow rad="63500">
              <a:sysClr val="window" lastClr="FFFFFF">
                <a:alpha val="40000"/>
              </a:sysClr>
            </a:glow>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8" name="任意多边形 88"/>
          <p:cNvSpPr/>
          <p:nvPr/>
        </p:nvSpPr>
        <p:spPr>
          <a:xfrm rot="10800000">
            <a:off x="8833429" y="4658798"/>
            <a:ext cx="2175791" cy="1074226"/>
          </a:xfrm>
          <a:custGeom>
            <a:avLst/>
            <a:gdLst>
              <a:gd name="connsiteX0" fmla="*/ 4763 w 1985963"/>
              <a:gd name="connsiteY0" fmla="*/ 57150 h 862013"/>
              <a:gd name="connsiteX1" fmla="*/ 0 w 1985963"/>
              <a:gd name="connsiteY1" fmla="*/ 862013 h 862013"/>
              <a:gd name="connsiteX2" fmla="*/ 1985963 w 1985963"/>
              <a:gd name="connsiteY2" fmla="*/ 361950 h 862013"/>
              <a:gd name="connsiteX3" fmla="*/ 1495425 w 1985963"/>
              <a:gd name="connsiteY3" fmla="*/ 0 h 862013"/>
              <a:gd name="connsiteX4" fmla="*/ 4763 w 1985963"/>
              <a:gd name="connsiteY4" fmla="*/ 57150 h 862013"/>
              <a:gd name="connsiteX0-1" fmla="*/ 4763 w 1985963"/>
              <a:gd name="connsiteY0-2" fmla="*/ 175642 h 980505"/>
              <a:gd name="connsiteX1-3" fmla="*/ 0 w 1985963"/>
              <a:gd name="connsiteY1-4" fmla="*/ 980505 h 980505"/>
              <a:gd name="connsiteX2-5" fmla="*/ 1985963 w 1985963"/>
              <a:gd name="connsiteY2-6" fmla="*/ 480442 h 980505"/>
              <a:gd name="connsiteX3-7" fmla="*/ 1495425 w 1985963"/>
              <a:gd name="connsiteY3-8" fmla="*/ 118492 h 980505"/>
              <a:gd name="connsiteX4-9" fmla="*/ 4763 w 1985963"/>
              <a:gd name="connsiteY4-10" fmla="*/ 175642 h 980505"/>
              <a:gd name="connsiteX0-11" fmla="*/ 4763 w 1985963"/>
              <a:gd name="connsiteY0-12" fmla="*/ 175642 h 980505"/>
              <a:gd name="connsiteX1-13" fmla="*/ 0 w 1985963"/>
              <a:gd name="connsiteY1-14" fmla="*/ 980505 h 980505"/>
              <a:gd name="connsiteX2-15" fmla="*/ 1985963 w 1985963"/>
              <a:gd name="connsiteY2-16" fmla="*/ 480442 h 980505"/>
              <a:gd name="connsiteX3-17" fmla="*/ 1495425 w 1985963"/>
              <a:gd name="connsiteY3-18" fmla="*/ 118492 h 980505"/>
              <a:gd name="connsiteX4-19" fmla="*/ 4763 w 1985963"/>
              <a:gd name="connsiteY4-20" fmla="*/ 175642 h 980505"/>
              <a:gd name="connsiteX0-21" fmla="*/ 4763 w 1985963"/>
              <a:gd name="connsiteY0-22" fmla="*/ 175642 h 980505"/>
              <a:gd name="connsiteX1-23" fmla="*/ 0 w 1985963"/>
              <a:gd name="connsiteY1-24" fmla="*/ 980505 h 980505"/>
              <a:gd name="connsiteX2-25" fmla="*/ 1985963 w 1985963"/>
              <a:gd name="connsiteY2-26" fmla="*/ 480442 h 980505"/>
              <a:gd name="connsiteX3-27" fmla="*/ 1495425 w 1985963"/>
              <a:gd name="connsiteY3-28" fmla="*/ 118492 h 980505"/>
              <a:gd name="connsiteX4-29" fmla="*/ 4763 w 1985963"/>
              <a:gd name="connsiteY4-30" fmla="*/ 175642 h 980505"/>
              <a:gd name="connsiteX0-31" fmla="*/ 4763 w 1985963"/>
              <a:gd name="connsiteY0-32" fmla="*/ 175642 h 980505"/>
              <a:gd name="connsiteX1-33" fmla="*/ 0 w 1985963"/>
              <a:gd name="connsiteY1-34" fmla="*/ 980505 h 980505"/>
              <a:gd name="connsiteX2-35" fmla="*/ 1985963 w 1985963"/>
              <a:gd name="connsiteY2-36" fmla="*/ 480442 h 980505"/>
              <a:gd name="connsiteX3-37" fmla="*/ 1495425 w 1985963"/>
              <a:gd name="connsiteY3-38" fmla="*/ 118492 h 980505"/>
              <a:gd name="connsiteX4-39" fmla="*/ 4763 w 1985963"/>
              <a:gd name="connsiteY4-40" fmla="*/ 175642 h 980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85963" h="980505">
                <a:moveTo>
                  <a:pt x="4763" y="175642"/>
                </a:moveTo>
                <a:cubicBezTo>
                  <a:pt x="3175" y="443930"/>
                  <a:pt x="1588" y="712217"/>
                  <a:pt x="0" y="980505"/>
                </a:cubicBezTo>
                <a:cubicBezTo>
                  <a:pt x="780455" y="561603"/>
                  <a:pt x="1661145" y="448445"/>
                  <a:pt x="1985963" y="480442"/>
                </a:cubicBezTo>
                <a:lnTo>
                  <a:pt x="1495425" y="118492"/>
                </a:lnTo>
                <a:cubicBezTo>
                  <a:pt x="999853" y="0"/>
                  <a:pt x="425996" y="123825"/>
                  <a:pt x="4763" y="175642"/>
                </a:cubicBezTo>
                <a:close/>
              </a:path>
            </a:pathLst>
          </a:custGeom>
          <a:solidFill>
            <a:srgbClr val="A70C1B"/>
          </a:solidFill>
          <a:ln w="12700" cap="flat" cmpd="sng" algn="ctr">
            <a:noFill/>
            <a:prstDash val="solid"/>
          </a:ln>
          <a:effectLst>
            <a:outerShdw blurRad="50800" dist="38100" dir="2700000" algn="tl"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9" name="任意多边形 89"/>
          <p:cNvSpPr/>
          <p:nvPr/>
        </p:nvSpPr>
        <p:spPr>
          <a:xfrm rot="10800000">
            <a:off x="8181214" y="3657649"/>
            <a:ext cx="2828006" cy="1649233"/>
          </a:xfrm>
          <a:custGeom>
            <a:avLst/>
            <a:gdLst>
              <a:gd name="connsiteX0" fmla="*/ 0 w 2581275"/>
              <a:gd name="connsiteY0" fmla="*/ 1409700 h 1409700"/>
              <a:gd name="connsiteX1" fmla="*/ 0 w 2581275"/>
              <a:gd name="connsiteY1" fmla="*/ 490538 h 1409700"/>
              <a:gd name="connsiteX2" fmla="*/ 2076450 w 2581275"/>
              <a:gd name="connsiteY2" fmla="*/ 0 h 1409700"/>
              <a:gd name="connsiteX3" fmla="*/ 2581275 w 2581275"/>
              <a:gd name="connsiteY3" fmla="*/ 376238 h 1409700"/>
              <a:gd name="connsiteX4" fmla="*/ 0 w 2581275"/>
              <a:gd name="connsiteY4" fmla="*/ 1409700 h 1409700"/>
              <a:gd name="connsiteX0-1" fmla="*/ 0 w 2581275"/>
              <a:gd name="connsiteY0-2" fmla="*/ 1490166 h 1490166"/>
              <a:gd name="connsiteX1-3" fmla="*/ 0 w 2581275"/>
              <a:gd name="connsiteY1-4" fmla="*/ 571004 h 1490166"/>
              <a:gd name="connsiteX2-5" fmla="*/ 2076450 w 2581275"/>
              <a:gd name="connsiteY2-6" fmla="*/ 80466 h 1490166"/>
              <a:gd name="connsiteX3-7" fmla="*/ 2581275 w 2581275"/>
              <a:gd name="connsiteY3-8" fmla="*/ 456704 h 1490166"/>
              <a:gd name="connsiteX4-9" fmla="*/ 0 w 2581275"/>
              <a:gd name="connsiteY4-10" fmla="*/ 1490166 h 1490166"/>
              <a:gd name="connsiteX0-11" fmla="*/ 0 w 2581275"/>
              <a:gd name="connsiteY0-12" fmla="*/ 1490166 h 1490166"/>
              <a:gd name="connsiteX1-13" fmla="*/ 0 w 2581275"/>
              <a:gd name="connsiteY1-14" fmla="*/ 571004 h 1490166"/>
              <a:gd name="connsiteX2-15" fmla="*/ 2076450 w 2581275"/>
              <a:gd name="connsiteY2-16" fmla="*/ 80466 h 1490166"/>
              <a:gd name="connsiteX3-17" fmla="*/ 2581275 w 2581275"/>
              <a:gd name="connsiteY3-18" fmla="*/ 456704 h 1490166"/>
              <a:gd name="connsiteX4-19" fmla="*/ 0 w 2581275"/>
              <a:gd name="connsiteY4-20" fmla="*/ 1490166 h 1490166"/>
              <a:gd name="connsiteX0-21" fmla="*/ 0 w 2581275"/>
              <a:gd name="connsiteY0-22" fmla="*/ 1490166 h 1490166"/>
              <a:gd name="connsiteX1-23" fmla="*/ 0 w 2581275"/>
              <a:gd name="connsiteY1-24" fmla="*/ 571004 h 1490166"/>
              <a:gd name="connsiteX2-25" fmla="*/ 2076450 w 2581275"/>
              <a:gd name="connsiteY2-26" fmla="*/ 80466 h 1490166"/>
              <a:gd name="connsiteX3-27" fmla="*/ 2581275 w 2581275"/>
              <a:gd name="connsiteY3-28" fmla="*/ 456704 h 1490166"/>
              <a:gd name="connsiteX4-29" fmla="*/ 0 w 2581275"/>
              <a:gd name="connsiteY4-30" fmla="*/ 1490166 h 1490166"/>
              <a:gd name="connsiteX0-31" fmla="*/ 0 w 2581275"/>
              <a:gd name="connsiteY0-32" fmla="*/ 1490166 h 1490166"/>
              <a:gd name="connsiteX1-33" fmla="*/ 0 w 2581275"/>
              <a:gd name="connsiteY1-34" fmla="*/ 571004 h 1490166"/>
              <a:gd name="connsiteX2-35" fmla="*/ 2076450 w 2581275"/>
              <a:gd name="connsiteY2-36" fmla="*/ 80466 h 1490166"/>
              <a:gd name="connsiteX3-37" fmla="*/ 2581275 w 2581275"/>
              <a:gd name="connsiteY3-38" fmla="*/ 456704 h 1490166"/>
              <a:gd name="connsiteX4-39" fmla="*/ 0 w 2581275"/>
              <a:gd name="connsiteY4-40" fmla="*/ 1490166 h 1490166"/>
              <a:gd name="connsiteX0-41" fmla="*/ 0 w 2581275"/>
              <a:gd name="connsiteY0-42" fmla="*/ 1490166 h 1490166"/>
              <a:gd name="connsiteX1-43" fmla="*/ 0 w 2581275"/>
              <a:gd name="connsiteY1-44" fmla="*/ 571004 h 1490166"/>
              <a:gd name="connsiteX2-45" fmla="*/ 2076450 w 2581275"/>
              <a:gd name="connsiteY2-46" fmla="*/ 80466 h 1490166"/>
              <a:gd name="connsiteX3-47" fmla="*/ 2581275 w 2581275"/>
              <a:gd name="connsiteY3-48" fmla="*/ 456704 h 1490166"/>
              <a:gd name="connsiteX4-49" fmla="*/ 0 w 2581275"/>
              <a:gd name="connsiteY4-50" fmla="*/ 1490166 h 1490166"/>
              <a:gd name="connsiteX0-51" fmla="*/ 0 w 2581275"/>
              <a:gd name="connsiteY0-52" fmla="*/ 1490166 h 1490166"/>
              <a:gd name="connsiteX1-53" fmla="*/ 0 w 2581275"/>
              <a:gd name="connsiteY1-54" fmla="*/ 571004 h 1490166"/>
              <a:gd name="connsiteX2-55" fmla="*/ 2076450 w 2581275"/>
              <a:gd name="connsiteY2-56" fmla="*/ 80466 h 1490166"/>
              <a:gd name="connsiteX3-57" fmla="*/ 2581275 w 2581275"/>
              <a:gd name="connsiteY3-58" fmla="*/ 456704 h 1490166"/>
              <a:gd name="connsiteX4-59" fmla="*/ 0 w 2581275"/>
              <a:gd name="connsiteY4-60" fmla="*/ 1490166 h 1490166"/>
              <a:gd name="connsiteX0-61" fmla="*/ 0 w 2581275"/>
              <a:gd name="connsiteY0-62" fmla="*/ 1573336 h 1573336"/>
              <a:gd name="connsiteX1-63" fmla="*/ 0 w 2581275"/>
              <a:gd name="connsiteY1-64" fmla="*/ 654174 h 1573336"/>
              <a:gd name="connsiteX2-65" fmla="*/ 2076450 w 2581275"/>
              <a:gd name="connsiteY2-66" fmla="*/ 163636 h 1573336"/>
              <a:gd name="connsiteX3-67" fmla="*/ 2581275 w 2581275"/>
              <a:gd name="connsiteY3-68" fmla="*/ 539874 h 1573336"/>
              <a:gd name="connsiteX4-69" fmla="*/ 0 w 2581275"/>
              <a:gd name="connsiteY4-70" fmla="*/ 1573336 h 1573336"/>
              <a:gd name="connsiteX0-71" fmla="*/ 0 w 2581275"/>
              <a:gd name="connsiteY0-72" fmla="*/ 1505346 h 1505346"/>
              <a:gd name="connsiteX1-73" fmla="*/ 0 w 2581275"/>
              <a:gd name="connsiteY1-74" fmla="*/ 586184 h 1505346"/>
              <a:gd name="connsiteX2-75" fmla="*/ 2076450 w 2581275"/>
              <a:gd name="connsiteY2-76" fmla="*/ 95646 h 1505346"/>
              <a:gd name="connsiteX3-77" fmla="*/ 2581275 w 2581275"/>
              <a:gd name="connsiteY3-78" fmla="*/ 471884 h 1505346"/>
              <a:gd name="connsiteX4-79" fmla="*/ 0 w 2581275"/>
              <a:gd name="connsiteY4-80" fmla="*/ 1505346 h 1505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81275" h="1505346">
                <a:moveTo>
                  <a:pt x="0" y="1505346"/>
                </a:moveTo>
                <a:lnTo>
                  <a:pt x="0" y="586184"/>
                </a:lnTo>
                <a:cubicBezTo>
                  <a:pt x="1161851" y="0"/>
                  <a:pt x="2028527" y="90711"/>
                  <a:pt x="2076450" y="95646"/>
                </a:cubicBezTo>
                <a:lnTo>
                  <a:pt x="2581275" y="471884"/>
                </a:lnTo>
                <a:cubicBezTo>
                  <a:pt x="1524050" y="472132"/>
                  <a:pt x="403771" y="1233438"/>
                  <a:pt x="0" y="1505346"/>
                </a:cubicBezTo>
                <a:close/>
              </a:path>
            </a:pathLst>
          </a:custGeom>
          <a:solidFill>
            <a:srgbClr val="A70C1B"/>
          </a:solidFill>
          <a:ln w="127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0" name="任意多边形 90"/>
          <p:cNvSpPr/>
          <p:nvPr/>
        </p:nvSpPr>
        <p:spPr>
          <a:xfrm rot="10800000">
            <a:off x="7690748" y="2343229"/>
            <a:ext cx="3318472" cy="2469448"/>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A70C1B"/>
          </a:solidFill>
          <a:ln w="12700" cap="flat" cmpd="sng" algn="ctr">
            <a:noFill/>
            <a:prstDash val="solid"/>
          </a:ln>
          <a:effectLst>
            <a:outerShdw blurRad="50800" dist="38100" dir="2700000" algn="tl" rotWithShape="0">
              <a:prstClr val="black">
                <a:alpha val="40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37" name="Group 173"/>
          <p:cNvGrpSpPr>
            <a:grpSpLocks noChangeAspect="1"/>
          </p:cNvGrpSpPr>
          <p:nvPr/>
        </p:nvGrpSpPr>
        <p:grpSpPr>
          <a:xfrm>
            <a:off x="10360070" y="3015752"/>
            <a:ext cx="490345" cy="631127"/>
            <a:chOff x="-2773363" y="1651000"/>
            <a:chExt cx="2692401" cy="3448051"/>
          </a:xfrm>
          <a:solidFill>
            <a:sysClr val="window" lastClr="FFFFFF"/>
          </a:solidFill>
          <a:effectLst>
            <a:reflection blurRad="6350" stA="52000" endA="300" endPos="35000" dir="5400000" sy="-100000" algn="bl" rotWithShape="0"/>
          </a:effectLst>
        </p:grpSpPr>
        <p:sp>
          <p:nvSpPr>
            <p:cNvPr id="50"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1"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2"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3"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4"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5" name="Oval 24"/>
            <p:cNvSpPr>
              <a:spLocks noChangeArrowheads="1"/>
            </p:cNvSpPr>
            <p:nvPr/>
          </p:nvSpPr>
          <p:spPr bwMode="auto">
            <a:xfrm>
              <a:off x="-1333500" y="3128963"/>
              <a:ext cx="77788" cy="79375"/>
            </a:xfrm>
            <a:prstGeom prst="ellipse">
              <a:avLst/>
            </a:prstGeom>
            <a:grpFill/>
            <a:ln w="9525">
              <a:solidFill>
                <a:sysClr val="windowText" lastClr="000000"/>
              </a:solidFill>
              <a:round/>
            </a:ln>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6" name="Freeform 25"/>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grpSp>
      <p:pic>
        <p:nvPicPr>
          <p:cNvPr id="38" name="Picture 34" descr="Efficiency.png"/>
          <p:cNvPicPr>
            <a:picLocks noChangeAspect="1"/>
          </p:cNvPicPr>
          <p:nvPr/>
        </p:nvPicPr>
        <p:blipFill>
          <a:blip r:embed="rId3" cstate="print">
            <a:lum bright="70000" contrast="-70000"/>
            <a:extLst>
              <a:ext uri="{BEBA8EAE-BF5A-486C-A8C5-ECC9F3942E4B}">
                <a14:imgProps xmlns:a14="http://schemas.microsoft.com/office/drawing/2010/main">
                  <a14:imgLayer r:embed="rId4">
                    <a14:imgEffect>
                      <a14:artisticGlowEdges/>
                    </a14:imgEffect>
                  </a14:imgLayer>
                </a14:imgProps>
              </a:ext>
            </a:extLst>
          </a:blip>
          <a:srcRect/>
          <a:stretch>
            <a:fillRect/>
          </a:stretch>
        </p:blipFill>
        <p:spPr bwMode="auto">
          <a:xfrm>
            <a:off x="10289680" y="4038119"/>
            <a:ext cx="631127" cy="585751"/>
          </a:xfrm>
          <a:prstGeom prst="rect">
            <a:avLst/>
          </a:prstGeom>
          <a:noFill/>
          <a:ln>
            <a:noFill/>
          </a:ln>
          <a:effectLst>
            <a:reflection blurRad="6350" stA="52000" endA="300" endPos="35000" dir="5400000" sy="-100000" algn="bl" rotWithShape="0"/>
          </a:effectLst>
        </p:spPr>
      </p:pic>
      <p:grpSp>
        <p:nvGrpSpPr>
          <p:cNvPr id="39" name="组合 100"/>
          <p:cNvGrpSpPr/>
          <p:nvPr/>
        </p:nvGrpSpPr>
        <p:grpSpPr>
          <a:xfrm>
            <a:off x="10357351" y="5015107"/>
            <a:ext cx="495784" cy="403237"/>
            <a:chOff x="1075737" y="1609572"/>
            <a:chExt cx="541064" cy="440065"/>
          </a:xfrm>
          <a:solidFill>
            <a:sysClr val="window" lastClr="FFFFFF"/>
          </a:solidFill>
          <a:effectLst>
            <a:reflection blurRad="6350" stA="52000" endA="300" endPos="35000" dir="5400000" sy="-100000" algn="bl" rotWithShape="0"/>
          </a:effectLst>
        </p:grpSpPr>
        <p:sp>
          <p:nvSpPr>
            <p:cNvPr id="48" name="Freeform 86"/>
            <p:cNvSpPr>
              <a:spLocks noEditPoints="1"/>
            </p:cNvSpPr>
            <p:nvPr/>
          </p:nvSpPr>
          <p:spPr bwMode="black">
            <a:xfrm>
              <a:off x="1075737" y="1652491"/>
              <a:ext cx="395062" cy="397146"/>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endParaRPr>
            </a:p>
          </p:txBody>
        </p:sp>
        <p:sp>
          <p:nvSpPr>
            <p:cNvPr id="49" name="Freeform 88"/>
            <p:cNvSpPr>
              <a:spLocks noEditPoints="1"/>
            </p:cNvSpPr>
            <p:nvPr/>
          </p:nvSpPr>
          <p:spPr bwMode="black">
            <a:xfrm>
              <a:off x="1416407" y="1609572"/>
              <a:ext cx="200394" cy="215741"/>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endParaRPr>
            </a:p>
          </p:txBody>
        </p:sp>
      </p:grpSp>
      <p:sp>
        <p:nvSpPr>
          <p:cNvPr id="40" name="Freeform 89"/>
          <p:cNvSpPr>
            <a:spLocks noEditPoints="1"/>
          </p:cNvSpPr>
          <p:nvPr/>
        </p:nvSpPr>
        <p:spPr bwMode="black">
          <a:xfrm>
            <a:off x="10351299" y="5809583"/>
            <a:ext cx="507889" cy="326857"/>
          </a:xfrm>
          <a:custGeom>
            <a:avLst/>
            <a:gdLst>
              <a:gd name="T0" fmla="*/ 350 w 3153"/>
              <a:gd name="T1" fmla="*/ 935 h 2031"/>
              <a:gd name="T2" fmla="*/ 788 w 3153"/>
              <a:gd name="T3" fmla="*/ 0 h 2031"/>
              <a:gd name="T4" fmla="*/ 2918 w 3153"/>
              <a:gd name="T5" fmla="*/ 1882 h 2031"/>
              <a:gd name="T6" fmla="*/ 2403 w 3153"/>
              <a:gd name="T7" fmla="*/ 1493 h 2031"/>
              <a:gd name="T8" fmla="*/ 2244 w 3153"/>
              <a:gd name="T9" fmla="*/ 1424 h 2031"/>
              <a:gd name="T10" fmla="*/ 2391 w 3153"/>
              <a:gd name="T11" fmla="*/ 1458 h 2031"/>
              <a:gd name="T12" fmla="*/ 1437 w 3153"/>
              <a:gd name="T13" fmla="*/ 1486 h 2031"/>
              <a:gd name="T14" fmla="*/ 1460 w 3153"/>
              <a:gd name="T15" fmla="*/ 1427 h 2031"/>
              <a:gd name="T16" fmla="*/ 1588 w 3153"/>
              <a:gd name="T17" fmla="*/ 1440 h 2031"/>
              <a:gd name="T18" fmla="*/ 1563 w 3153"/>
              <a:gd name="T19" fmla="*/ 1636 h 2031"/>
              <a:gd name="T20" fmla="*/ 1421 w 3153"/>
              <a:gd name="T21" fmla="*/ 1612 h 2031"/>
              <a:gd name="T22" fmla="*/ 1170 w 3153"/>
              <a:gd name="T23" fmla="*/ 1604 h 2031"/>
              <a:gd name="T24" fmla="*/ 1340 w 3153"/>
              <a:gd name="T25" fmla="*/ 1589 h 2031"/>
              <a:gd name="T26" fmla="*/ 1175 w 3153"/>
              <a:gd name="T27" fmla="*/ 1631 h 2031"/>
              <a:gd name="T28" fmla="*/ 1228 w 3153"/>
              <a:gd name="T29" fmla="*/ 1433 h 2031"/>
              <a:gd name="T30" fmla="*/ 1366 w 3153"/>
              <a:gd name="T31" fmla="*/ 1441 h 2031"/>
              <a:gd name="T32" fmla="*/ 916 w 3153"/>
              <a:gd name="T33" fmla="*/ 1607 h 2031"/>
              <a:gd name="T34" fmla="*/ 1099 w 3153"/>
              <a:gd name="T35" fmla="*/ 1564 h 2031"/>
              <a:gd name="T36" fmla="*/ 911 w 3153"/>
              <a:gd name="T37" fmla="*/ 1624 h 2031"/>
              <a:gd name="T38" fmla="*/ 832 w 3153"/>
              <a:gd name="T39" fmla="*/ 1503 h 2031"/>
              <a:gd name="T40" fmla="*/ 922 w 3153"/>
              <a:gd name="T41" fmla="*/ 1437 h 2031"/>
              <a:gd name="T42" fmla="*/ 999 w 3153"/>
              <a:gd name="T43" fmla="*/ 1440 h 2031"/>
              <a:gd name="T44" fmla="*/ 1143 w 3153"/>
              <a:gd name="T45" fmla="*/ 1436 h 2031"/>
              <a:gd name="T46" fmla="*/ 1113 w 3153"/>
              <a:gd name="T47" fmla="*/ 1496 h 2031"/>
              <a:gd name="T48" fmla="*/ 692 w 3153"/>
              <a:gd name="T49" fmla="*/ 1804 h 2031"/>
              <a:gd name="T50" fmla="*/ 574 w 3153"/>
              <a:gd name="T51" fmla="*/ 1739 h 2031"/>
              <a:gd name="T52" fmla="*/ 656 w 3153"/>
              <a:gd name="T53" fmla="*/ 1687 h 2031"/>
              <a:gd name="T54" fmla="*/ 823 w 3153"/>
              <a:gd name="T55" fmla="*/ 1619 h 2031"/>
              <a:gd name="T56" fmla="*/ 669 w 3153"/>
              <a:gd name="T57" fmla="*/ 1638 h 2031"/>
              <a:gd name="T58" fmla="*/ 713 w 3153"/>
              <a:gd name="T59" fmla="*/ 1551 h 2031"/>
              <a:gd name="T60" fmla="*/ 828 w 3153"/>
              <a:gd name="T61" fmla="*/ 1613 h 2031"/>
              <a:gd name="T62" fmla="*/ 1570 w 3153"/>
              <a:gd name="T63" fmla="*/ 1798 h 2031"/>
              <a:gd name="T64" fmla="*/ 850 w 3153"/>
              <a:gd name="T65" fmla="*/ 1803 h 2031"/>
              <a:gd name="T66" fmla="*/ 882 w 3153"/>
              <a:gd name="T67" fmla="*/ 1698 h 2031"/>
              <a:gd name="T68" fmla="*/ 1563 w 3153"/>
              <a:gd name="T69" fmla="*/ 1687 h 2031"/>
              <a:gd name="T70" fmla="*/ 1670 w 3153"/>
              <a:gd name="T71" fmla="*/ 1489 h 2031"/>
              <a:gd name="T72" fmla="*/ 1693 w 3153"/>
              <a:gd name="T73" fmla="*/ 1424 h 2031"/>
              <a:gd name="T74" fmla="*/ 1793 w 3153"/>
              <a:gd name="T75" fmla="*/ 1500 h 2031"/>
              <a:gd name="T76" fmla="*/ 1675 w 3153"/>
              <a:gd name="T77" fmla="*/ 1612 h 2031"/>
              <a:gd name="T78" fmla="*/ 1843 w 3153"/>
              <a:gd name="T79" fmla="*/ 1621 h 2031"/>
              <a:gd name="T80" fmla="*/ 1804 w 3153"/>
              <a:gd name="T81" fmla="*/ 1637 h 2031"/>
              <a:gd name="T82" fmla="*/ 1866 w 3153"/>
              <a:gd name="T83" fmla="*/ 1793 h 2031"/>
              <a:gd name="T84" fmla="*/ 1690 w 3153"/>
              <a:gd name="T85" fmla="*/ 1778 h 2031"/>
              <a:gd name="T86" fmla="*/ 1686 w 3153"/>
              <a:gd name="T87" fmla="*/ 1702 h 2031"/>
              <a:gd name="T88" fmla="*/ 1724 w 3153"/>
              <a:gd name="T89" fmla="*/ 1685 h 2031"/>
              <a:gd name="T90" fmla="*/ 1843 w 3153"/>
              <a:gd name="T91" fmla="*/ 1691 h 2031"/>
              <a:gd name="T92" fmla="*/ 2009 w 3153"/>
              <a:gd name="T93" fmla="*/ 1439 h 2031"/>
              <a:gd name="T94" fmla="*/ 2140 w 3153"/>
              <a:gd name="T95" fmla="*/ 1428 h 2031"/>
              <a:gd name="T96" fmla="*/ 2161 w 3153"/>
              <a:gd name="T97" fmla="*/ 1499 h 2031"/>
              <a:gd name="T98" fmla="*/ 2064 w 3153"/>
              <a:gd name="T99" fmla="*/ 1588 h 2031"/>
              <a:gd name="T100" fmla="*/ 2218 w 3153"/>
              <a:gd name="T101" fmla="*/ 1565 h 2031"/>
              <a:gd name="T102" fmla="*/ 2225 w 3153"/>
              <a:gd name="T103" fmla="*/ 1634 h 2031"/>
              <a:gd name="T104" fmla="*/ 2319 w 3153"/>
              <a:gd name="T105" fmla="*/ 1790 h 2031"/>
              <a:gd name="T106" fmla="*/ 2131 w 3153"/>
              <a:gd name="T107" fmla="*/ 1770 h 2031"/>
              <a:gd name="T108" fmla="*/ 2145 w 3153"/>
              <a:gd name="T109" fmla="*/ 1683 h 2031"/>
              <a:gd name="T110" fmla="*/ 2340 w 3153"/>
              <a:gd name="T111" fmla="*/ 1624 h 2031"/>
              <a:gd name="T112" fmla="*/ 2463 w 3153"/>
              <a:gd name="T113" fmla="*/ 1564 h 2031"/>
              <a:gd name="T114" fmla="*/ 2434 w 3153"/>
              <a:gd name="T115" fmla="*/ 1636 h 2031"/>
              <a:gd name="T116" fmla="*/ 2415 w 3153"/>
              <a:gd name="T117" fmla="*/ 1769 h 2031"/>
              <a:gd name="T118" fmla="*/ 2500 w 3153"/>
              <a:gd name="T119" fmla="*/ 1683 h 2031"/>
              <a:gd name="T120" fmla="*/ 2605 w 3153"/>
              <a:gd name="T121" fmla="*/ 1791 h 2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153" h="2031">
                <a:moveTo>
                  <a:pt x="448" y="830"/>
                </a:moveTo>
                <a:cubicBezTo>
                  <a:pt x="368" y="755"/>
                  <a:pt x="368" y="615"/>
                  <a:pt x="448" y="539"/>
                </a:cubicBezTo>
                <a:cubicBezTo>
                  <a:pt x="393" y="549"/>
                  <a:pt x="339" y="610"/>
                  <a:pt x="339" y="685"/>
                </a:cubicBezTo>
                <a:cubicBezTo>
                  <a:pt x="339" y="759"/>
                  <a:pt x="393" y="820"/>
                  <a:pt x="448" y="830"/>
                </a:cubicBezTo>
                <a:close/>
                <a:moveTo>
                  <a:pt x="2814" y="685"/>
                </a:moveTo>
                <a:cubicBezTo>
                  <a:pt x="2815" y="610"/>
                  <a:pt x="2761" y="549"/>
                  <a:pt x="2706" y="539"/>
                </a:cubicBezTo>
                <a:cubicBezTo>
                  <a:pt x="2786" y="615"/>
                  <a:pt x="2786" y="755"/>
                  <a:pt x="2706" y="830"/>
                </a:cubicBezTo>
                <a:cubicBezTo>
                  <a:pt x="2761" y="820"/>
                  <a:pt x="2815" y="759"/>
                  <a:pt x="2814" y="685"/>
                </a:cubicBezTo>
                <a:close/>
                <a:moveTo>
                  <a:pt x="2804" y="935"/>
                </a:moveTo>
                <a:cubicBezTo>
                  <a:pt x="2886" y="904"/>
                  <a:pt x="2970" y="808"/>
                  <a:pt x="2969" y="685"/>
                </a:cubicBezTo>
                <a:cubicBezTo>
                  <a:pt x="2970" y="561"/>
                  <a:pt x="2886" y="465"/>
                  <a:pt x="2804" y="434"/>
                </a:cubicBezTo>
                <a:cubicBezTo>
                  <a:pt x="2871" y="501"/>
                  <a:pt x="2915" y="591"/>
                  <a:pt x="2914" y="685"/>
                </a:cubicBezTo>
                <a:cubicBezTo>
                  <a:pt x="2915" y="778"/>
                  <a:pt x="2871" y="868"/>
                  <a:pt x="2804" y="935"/>
                </a:cubicBezTo>
                <a:close/>
                <a:moveTo>
                  <a:pt x="350" y="935"/>
                </a:moveTo>
                <a:cubicBezTo>
                  <a:pt x="282" y="868"/>
                  <a:pt x="239" y="778"/>
                  <a:pt x="239" y="685"/>
                </a:cubicBezTo>
                <a:cubicBezTo>
                  <a:pt x="239" y="591"/>
                  <a:pt x="282" y="501"/>
                  <a:pt x="350" y="434"/>
                </a:cubicBezTo>
                <a:cubicBezTo>
                  <a:pt x="267" y="465"/>
                  <a:pt x="183" y="561"/>
                  <a:pt x="184" y="685"/>
                </a:cubicBezTo>
                <a:cubicBezTo>
                  <a:pt x="183" y="808"/>
                  <a:pt x="267" y="904"/>
                  <a:pt x="350" y="935"/>
                </a:cubicBezTo>
                <a:close/>
                <a:moveTo>
                  <a:pt x="2877" y="1804"/>
                </a:moveTo>
                <a:cubicBezTo>
                  <a:pt x="2844" y="1765"/>
                  <a:pt x="2811" y="1726"/>
                  <a:pt x="2778" y="1687"/>
                </a:cubicBezTo>
                <a:cubicBezTo>
                  <a:pt x="2705" y="1601"/>
                  <a:pt x="2633" y="1516"/>
                  <a:pt x="2560" y="1430"/>
                </a:cubicBezTo>
                <a:cubicBezTo>
                  <a:pt x="2557" y="1426"/>
                  <a:pt x="2553" y="1421"/>
                  <a:pt x="2549" y="1417"/>
                </a:cubicBezTo>
                <a:cubicBezTo>
                  <a:pt x="2534" y="1399"/>
                  <a:pt x="2511" y="1389"/>
                  <a:pt x="2489" y="1381"/>
                </a:cubicBezTo>
                <a:cubicBezTo>
                  <a:pt x="2466" y="1373"/>
                  <a:pt x="2441" y="1368"/>
                  <a:pt x="2416" y="1367"/>
                </a:cubicBezTo>
                <a:cubicBezTo>
                  <a:pt x="2503" y="1344"/>
                  <a:pt x="2567" y="1266"/>
                  <a:pt x="2567" y="1172"/>
                </a:cubicBezTo>
                <a:cubicBezTo>
                  <a:pt x="2567" y="202"/>
                  <a:pt x="2567" y="202"/>
                  <a:pt x="2567" y="202"/>
                </a:cubicBezTo>
                <a:cubicBezTo>
                  <a:pt x="2567" y="90"/>
                  <a:pt x="2476" y="0"/>
                  <a:pt x="2365" y="0"/>
                </a:cubicBezTo>
                <a:cubicBezTo>
                  <a:pt x="788" y="0"/>
                  <a:pt x="788" y="0"/>
                  <a:pt x="788" y="0"/>
                </a:cubicBezTo>
                <a:cubicBezTo>
                  <a:pt x="677" y="0"/>
                  <a:pt x="586" y="90"/>
                  <a:pt x="586" y="202"/>
                </a:cubicBezTo>
                <a:cubicBezTo>
                  <a:pt x="586" y="1172"/>
                  <a:pt x="586" y="1172"/>
                  <a:pt x="586" y="1172"/>
                </a:cubicBezTo>
                <a:cubicBezTo>
                  <a:pt x="586" y="1266"/>
                  <a:pt x="651" y="1345"/>
                  <a:pt x="738" y="1368"/>
                </a:cubicBezTo>
                <a:cubicBezTo>
                  <a:pt x="689" y="1370"/>
                  <a:pt x="633" y="1388"/>
                  <a:pt x="600" y="1426"/>
                </a:cubicBezTo>
                <a:cubicBezTo>
                  <a:pt x="575" y="1457"/>
                  <a:pt x="549" y="1487"/>
                  <a:pt x="524" y="1518"/>
                </a:cubicBezTo>
                <a:cubicBezTo>
                  <a:pt x="446" y="1610"/>
                  <a:pt x="368" y="1703"/>
                  <a:pt x="290" y="1796"/>
                </a:cubicBezTo>
                <a:cubicBezTo>
                  <a:pt x="271" y="1819"/>
                  <a:pt x="235" y="1852"/>
                  <a:pt x="235" y="1884"/>
                </a:cubicBezTo>
                <a:cubicBezTo>
                  <a:pt x="235" y="1971"/>
                  <a:pt x="235" y="1971"/>
                  <a:pt x="235" y="1971"/>
                </a:cubicBezTo>
                <a:cubicBezTo>
                  <a:pt x="236" y="1982"/>
                  <a:pt x="238" y="1993"/>
                  <a:pt x="244" y="2002"/>
                </a:cubicBezTo>
                <a:cubicBezTo>
                  <a:pt x="264" y="2030"/>
                  <a:pt x="304" y="2031"/>
                  <a:pt x="336" y="2031"/>
                </a:cubicBezTo>
                <a:cubicBezTo>
                  <a:pt x="380" y="2031"/>
                  <a:pt x="2688" y="2031"/>
                  <a:pt x="2758" y="2031"/>
                </a:cubicBezTo>
                <a:cubicBezTo>
                  <a:pt x="2792" y="2031"/>
                  <a:pt x="2831" y="2027"/>
                  <a:pt x="2865" y="2020"/>
                </a:cubicBezTo>
                <a:cubicBezTo>
                  <a:pt x="2888" y="2016"/>
                  <a:pt x="2915" y="2003"/>
                  <a:pt x="2918" y="1976"/>
                </a:cubicBezTo>
                <a:cubicBezTo>
                  <a:pt x="2918" y="1882"/>
                  <a:pt x="2918" y="1882"/>
                  <a:pt x="2918" y="1882"/>
                </a:cubicBezTo>
                <a:cubicBezTo>
                  <a:pt x="2921" y="1861"/>
                  <a:pt x="2909" y="1841"/>
                  <a:pt x="2896" y="1826"/>
                </a:cubicBezTo>
                <a:cubicBezTo>
                  <a:pt x="2889" y="1818"/>
                  <a:pt x="2883" y="1811"/>
                  <a:pt x="2877" y="1804"/>
                </a:cubicBezTo>
                <a:close/>
                <a:moveTo>
                  <a:pt x="705" y="1159"/>
                </a:moveTo>
                <a:cubicBezTo>
                  <a:pt x="705" y="215"/>
                  <a:pt x="705" y="215"/>
                  <a:pt x="705" y="215"/>
                </a:cubicBezTo>
                <a:cubicBezTo>
                  <a:pt x="705" y="157"/>
                  <a:pt x="752" y="111"/>
                  <a:pt x="809" y="111"/>
                </a:cubicBezTo>
                <a:cubicBezTo>
                  <a:pt x="2344" y="111"/>
                  <a:pt x="2344" y="111"/>
                  <a:pt x="2344" y="111"/>
                </a:cubicBezTo>
                <a:cubicBezTo>
                  <a:pt x="2401" y="111"/>
                  <a:pt x="2448" y="157"/>
                  <a:pt x="2448" y="215"/>
                </a:cubicBezTo>
                <a:cubicBezTo>
                  <a:pt x="2448" y="1159"/>
                  <a:pt x="2448" y="1159"/>
                  <a:pt x="2448" y="1159"/>
                </a:cubicBezTo>
                <a:cubicBezTo>
                  <a:pt x="2448" y="1216"/>
                  <a:pt x="2401" y="1263"/>
                  <a:pt x="2344" y="1263"/>
                </a:cubicBezTo>
                <a:cubicBezTo>
                  <a:pt x="809" y="1263"/>
                  <a:pt x="809" y="1263"/>
                  <a:pt x="809" y="1263"/>
                </a:cubicBezTo>
                <a:cubicBezTo>
                  <a:pt x="752" y="1263"/>
                  <a:pt x="705" y="1216"/>
                  <a:pt x="705" y="1159"/>
                </a:cubicBezTo>
                <a:close/>
                <a:moveTo>
                  <a:pt x="2407" y="1487"/>
                </a:moveTo>
                <a:cubicBezTo>
                  <a:pt x="2407" y="1489"/>
                  <a:pt x="2406" y="1491"/>
                  <a:pt x="2404" y="1493"/>
                </a:cubicBezTo>
                <a:cubicBezTo>
                  <a:pt x="2404" y="1493"/>
                  <a:pt x="2403" y="1493"/>
                  <a:pt x="2403" y="1493"/>
                </a:cubicBezTo>
                <a:cubicBezTo>
                  <a:pt x="2403" y="1493"/>
                  <a:pt x="2403" y="1493"/>
                  <a:pt x="2403" y="1493"/>
                </a:cubicBezTo>
                <a:cubicBezTo>
                  <a:pt x="2403" y="1494"/>
                  <a:pt x="2403" y="1494"/>
                  <a:pt x="2402" y="1494"/>
                </a:cubicBezTo>
                <a:cubicBezTo>
                  <a:pt x="2402" y="1494"/>
                  <a:pt x="2402" y="1494"/>
                  <a:pt x="2401" y="1495"/>
                </a:cubicBezTo>
                <a:cubicBezTo>
                  <a:pt x="2401" y="1495"/>
                  <a:pt x="2400" y="1495"/>
                  <a:pt x="2400" y="1496"/>
                </a:cubicBezTo>
                <a:cubicBezTo>
                  <a:pt x="2399" y="1496"/>
                  <a:pt x="2399" y="1496"/>
                  <a:pt x="2398" y="1496"/>
                </a:cubicBezTo>
                <a:cubicBezTo>
                  <a:pt x="2388" y="1501"/>
                  <a:pt x="2374" y="1500"/>
                  <a:pt x="2362" y="1500"/>
                </a:cubicBezTo>
                <a:cubicBezTo>
                  <a:pt x="2304" y="1500"/>
                  <a:pt x="2304" y="1500"/>
                  <a:pt x="2304" y="1500"/>
                </a:cubicBezTo>
                <a:cubicBezTo>
                  <a:pt x="2293" y="1500"/>
                  <a:pt x="2281" y="1498"/>
                  <a:pt x="2271" y="1493"/>
                </a:cubicBezTo>
                <a:cubicBezTo>
                  <a:pt x="2267" y="1491"/>
                  <a:pt x="2263" y="1489"/>
                  <a:pt x="2260" y="1487"/>
                </a:cubicBezTo>
                <a:cubicBezTo>
                  <a:pt x="2257" y="1484"/>
                  <a:pt x="2254" y="1482"/>
                  <a:pt x="2252" y="1479"/>
                </a:cubicBezTo>
                <a:cubicBezTo>
                  <a:pt x="2250" y="1474"/>
                  <a:pt x="2250" y="1474"/>
                  <a:pt x="2250" y="1474"/>
                </a:cubicBezTo>
                <a:cubicBezTo>
                  <a:pt x="2244" y="1463"/>
                  <a:pt x="2236" y="1453"/>
                  <a:pt x="2231" y="1441"/>
                </a:cubicBezTo>
                <a:cubicBezTo>
                  <a:pt x="2227" y="1433"/>
                  <a:pt x="2231" y="1429"/>
                  <a:pt x="2238" y="1426"/>
                </a:cubicBezTo>
                <a:cubicBezTo>
                  <a:pt x="2240" y="1425"/>
                  <a:pt x="2242" y="1424"/>
                  <a:pt x="2244" y="1424"/>
                </a:cubicBezTo>
                <a:cubicBezTo>
                  <a:pt x="2248" y="1423"/>
                  <a:pt x="2253" y="1422"/>
                  <a:pt x="2258" y="1422"/>
                </a:cubicBezTo>
                <a:cubicBezTo>
                  <a:pt x="2266" y="1422"/>
                  <a:pt x="2266" y="1422"/>
                  <a:pt x="2266" y="1422"/>
                </a:cubicBezTo>
                <a:cubicBezTo>
                  <a:pt x="2266" y="1422"/>
                  <a:pt x="2266" y="1422"/>
                  <a:pt x="2266" y="1422"/>
                </a:cubicBezTo>
                <a:cubicBezTo>
                  <a:pt x="2282" y="1422"/>
                  <a:pt x="2297" y="1422"/>
                  <a:pt x="2312" y="1422"/>
                </a:cubicBezTo>
                <a:cubicBezTo>
                  <a:pt x="2313" y="1422"/>
                  <a:pt x="2313" y="1422"/>
                  <a:pt x="2313" y="1422"/>
                </a:cubicBezTo>
                <a:cubicBezTo>
                  <a:pt x="2328" y="1422"/>
                  <a:pt x="2328" y="1422"/>
                  <a:pt x="2328" y="1422"/>
                </a:cubicBezTo>
                <a:cubicBezTo>
                  <a:pt x="2333" y="1422"/>
                  <a:pt x="2339" y="1422"/>
                  <a:pt x="2344" y="1423"/>
                </a:cubicBezTo>
                <a:cubicBezTo>
                  <a:pt x="2347" y="1424"/>
                  <a:pt x="2351" y="1425"/>
                  <a:pt x="2354" y="1426"/>
                </a:cubicBezTo>
                <a:cubicBezTo>
                  <a:pt x="2355" y="1426"/>
                  <a:pt x="2355" y="1426"/>
                  <a:pt x="2356" y="1426"/>
                </a:cubicBezTo>
                <a:cubicBezTo>
                  <a:pt x="2356" y="1427"/>
                  <a:pt x="2356" y="1427"/>
                  <a:pt x="2357" y="1427"/>
                </a:cubicBezTo>
                <a:cubicBezTo>
                  <a:pt x="2357" y="1427"/>
                  <a:pt x="2358" y="1427"/>
                  <a:pt x="2358" y="1427"/>
                </a:cubicBezTo>
                <a:cubicBezTo>
                  <a:pt x="2363" y="1429"/>
                  <a:pt x="2367" y="1431"/>
                  <a:pt x="2371" y="1433"/>
                </a:cubicBezTo>
                <a:cubicBezTo>
                  <a:pt x="2374" y="1436"/>
                  <a:pt x="2377" y="1438"/>
                  <a:pt x="2379" y="1441"/>
                </a:cubicBezTo>
                <a:cubicBezTo>
                  <a:pt x="2391" y="1458"/>
                  <a:pt x="2391" y="1458"/>
                  <a:pt x="2391" y="1458"/>
                </a:cubicBezTo>
                <a:cubicBezTo>
                  <a:pt x="2394" y="1463"/>
                  <a:pt x="2401" y="1471"/>
                  <a:pt x="2404" y="1478"/>
                </a:cubicBezTo>
                <a:cubicBezTo>
                  <a:pt x="2404" y="1478"/>
                  <a:pt x="2404" y="1478"/>
                  <a:pt x="2404" y="1478"/>
                </a:cubicBezTo>
                <a:cubicBezTo>
                  <a:pt x="2406" y="1481"/>
                  <a:pt x="2407" y="1484"/>
                  <a:pt x="2407" y="1487"/>
                </a:cubicBezTo>
                <a:close/>
                <a:moveTo>
                  <a:pt x="1589" y="1480"/>
                </a:moveTo>
                <a:cubicBezTo>
                  <a:pt x="1589" y="1483"/>
                  <a:pt x="1588" y="1485"/>
                  <a:pt x="1587" y="1487"/>
                </a:cubicBezTo>
                <a:cubicBezTo>
                  <a:pt x="1576" y="1507"/>
                  <a:pt x="1525" y="1502"/>
                  <a:pt x="1507" y="1502"/>
                </a:cubicBezTo>
                <a:cubicBezTo>
                  <a:pt x="1496" y="1502"/>
                  <a:pt x="1485" y="1502"/>
                  <a:pt x="1474" y="1502"/>
                </a:cubicBezTo>
                <a:cubicBezTo>
                  <a:pt x="1464" y="1502"/>
                  <a:pt x="1451" y="1500"/>
                  <a:pt x="1442" y="1493"/>
                </a:cubicBezTo>
                <a:cubicBezTo>
                  <a:pt x="1442" y="1493"/>
                  <a:pt x="1441" y="1492"/>
                  <a:pt x="1441" y="1492"/>
                </a:cubicBezTo>
                <a:cubicBezTo>
                  <a:pt x="1441" y="1492"/>
                  <a:pt x="1440" y="1491"/>
                  <a:pt x="1440" y="1491"/>
                </a:cubicBezTo>
                <a:cubicBezTo>
                  <a:pt x="1439" y="1490"/>
                  <a:pt x="1439" y="1490"/>
                  <a:pt x="1439" y="1489"/>
                </a:cubicBezTo>
                <a:cubicBezTo>
                  <a:pt x="1439" y="1489"/>
                  <a:pt x="1439" y="1489"/>
                  <a:pt x="1438" y="1489"/>
                </a:cubicBezTo>
                <a:cubicBezTo>
                  <a:pt x="1438" y="1489"/>
                  <a:pt x="1438" y="1489"/>
                  <a:pt x="1438" y="1489"/>
                </a:cubicBezTo>
                <a:cubicBezTo>
                  <a:pt x="1438" y="1488"/>
                  <a:pt x="1437" y="1487"/>
                  <a:pt x="1437" y="1486"/>
                </a:cubicBezTo>
                <a:cubicBezTo>
                  <a:pt x="1436" y="1484"/>
                  <a:pt x="1436" y="1483"/>
                  <a:pt x="1436" y="1481"/>
                </a:cubicBezTo>
                <a:cubicBezTo>
                  <a:pt x="1436" y="1479"/>
                  <a:pt x="1436" y="1479"/>
                  <a:pt x="1436" y="1479"/>
                </a:cubicBezTo>
                <a:cubicBezTo>
                  <a:pt x="1437" y="1477"/>
                  <a:pt x="1437" y="1474"/>
                  <a:pt x="1437" y="1472"/>
                </a:cubicBezTo>
                <a:cubicBezTo>
                  <a:pt x="1437" y="1471"/>
                  <a:pt x="1437" y="1471"/>
                  <a:pt x="1437" y="1471"/>
                </a:cubicBezTo>
                <a:cubicBezTo>
                  <a:pt x="1438" y="1463"/>
                  <a:pt x="1438" y="1454"/>
                  <a:pt x="1440" y="1446"/>
                </a:cubicBezTo>
                <a:cubicBezTo>
                  <a:pt x="1440" y="1443"/>
                  <a:pt x="1440" y="1443"/>
                  <a:pt x="1440" y="1443"/>
                </a:cubicBezTo>
                <a:cubicBezTo>
                  <a:pt x="1441" y="1441"/>
                  <a:pt x="1442" y="1438"/>
                  <a:pt x="1444" y="1436"/>
                </a:cubicBezTo>
                <a:cubicBezTo>
                  <a:pt x="1446" y="1434"/>
                  <a:pt x="1448" y="1433"/>
                  <a:pt x="1450" y="1431"/>
                </a:cubicBezTo>
                <a:cubicBezTo>
                  <a:pt x="1450" y="1431"/>
                  <a:pt x="1450" y="1431"/>
                  <a:pt x="1450" y="1431"/>
                </a:cubicBezTo>
                <a:cubicBezTo>
                  <a:pt x="1451" y="1431"/>
                  <a:pt x="1451" y="1430"/>
                  <a:pt x="1452" y="1430"/>
                </a:cubicBezTo>
                <a:cubicBezTo>
                  <a:pt x="1452" y="1430"/>
                  <a:pt x="1453" y="1430"/>
                  <a:pt x="1453" y="1429"/>
                </a:cubicBezTo>
                <a:cubicBezTo>
                  <a:pt x="1453" y="1429"/>
                  <a:pt x="1454" y="1429"/>
                  <a:pt x="1454" y="1429"/>
                </a:cubicBezTo>
                <a:cubicBezTo>
                  <a:pt x="1455" y="1428"/>
                  <a:pt x="1457" y="1428"/>
                  <a:pt x="1458" y="1427"/>
                </a:cubicBezTo>
                <a:cubicBezTo>
                  <a:pt x="1459" y="1427"/>
                  <a:pt x="1459" y="1427"/>
                  <a:pt x="1460" y="1427"/>
                </a:cubicBezTo>
                <a:cubicBezTo>
                  <a:pt x="1461" y="1426"/>
                  <a:pt x="1463" y="1426"/>
                  <a:pt x="1464" y="1426"/>
                </a:cubicBezTo>
                <a:cubicBezTo>
                  <a:pt x="1465" y="1426"/>
                  <a:pt x="1465" y="1425"/>
                  <a:pt x="1466" y="1425"/>
                </a:cubicBezTo>
                <a:cubicBezTo>
                  <a:pt x="1466" y="1425"/>
                  <a:pt x="1466" y="1425"/>
                  <a:pt x="1466" y="1425"/>
                </a:cubicBezTo>
                <a:cubicBezTo>
                  <a:pt x="1467" y="1425"/>
                  <a:pt x="1468" y="1425"/>
                  <a:pt x="1468" y="1425"/>
                </a:cubicBezTo>
                <a:cubicBezTo>
                  <a:pt x="1472" y="1424"/>
                  <a:pt x="1476" y="1424"/>
                  <a:pt x="1480" y="1424"/>
                </a:cubicBezTo>
                <a:cubicBezTo>
                  <a:pt x="1483" y="1424"/>
                  <a:pt x="1483" y="1424"/>
                  <a:pt x="1483" y="1424"/>
                </a:cubicBezTo>
                <a:cubicBezTo>
                  <a:pt x="1487" y="1424"/>
                  <a:pt x="1492" y="1424"/>
                  <a:pt x="1496" y="1424"/>
                </a:cubicBezTo>
                <a:cubicBezTo>
                  <a:pt x="1550" y="1424"/>
                  <a:pt x="1550" y="1424"/>
                  <a:pt x="1550" y="1424"/>
                </a:cubicBezTo>
                <a:cubicBezTo>
                  <a:pt x="1551" y="1424"/>
                  <a:pt x="1552" y="1424"/>
                  <a:pt x="1554" y="1424"/>
                </a:cubicBezTo>
                <a:cubicBezTo>
                  <a:pt x="1554" y="1424"/>
                  <a:pt x="1555" y="1424"/>
                  <a:pt x="1555" y="1424"/>
                </a:cubicBezTo>
                <a:cubicBezTo>
                  <a:pt x="1556" y="1424"/>
                  <a:pt x="1558" y="1424"/>
                  <a:pt x="1559" y="1424"/>
                </a:cubicBezTo>
                <a:cubicBezTo>
                  <a:pt x="1570" y="1425"/>
                  <a:pt x="1582" y="1428"/>
                  <a:pt x="1586" y="1438"/>
                </a:cubicBezTo>
                <a:cubicBezTo>
                  <a:pt x="1587" y="1438"/>
                  <a:pt x="1587" y="1439"/>
                  <a:pt x="1587" y="1440"/>
                </a:cubicBezTo>
                <a:cubicBezTo>
                  <a:pt x="1588" y="1440"/>
                  <a:pt x="1588" y="1440"/>
                  <a:pt x="1588" y="1440"/>
                </a:cubicBezTo>
                <a:cubicBezTo>
                  <a:pt x="1591" y="1452"/>
                  <a:pt x="1588" y="1466"/>
                  <a:pt x="1589" y="1478"/>
                </a:cubicBezTo>
                <a:lnTo>
                  <a:pt x="1589" y="1480"/>
                </a:lnTo>
                <a:close/>
                <a:moveTo>
                  <a:pt x="1511" y="1543"/>
                </a:moveTo>
                <a:cubicBezTo>
                  <a:pt x="1531" y="1543"/>
                  <a:pt x="1577" y="1537"/>
                  <a:pt x="1588" y="1559"/>
                </a:cubicBezTo>
                <a:cubicBezTo>
                  <a:pt x="1589" y="1561"/>
                  <a:pt x="1590" y="1563"/>
                  <a:pt x="1590" y="1566"/>
                </a:cubicBezTo>
                <a:cubicBezTo>
                  <a:pt x="1590" y="1589"/>
                  <a:pt x="1590" y="1589"/>
                  <a:pt x="1590" y="1589"/>
                </a:cubicBezTo>
                <a:cubicBezTo>
                  <a:pt x="1590" y="1595"/>
                  <a:pt x="1590" y="1602"/>
                  <a:pt x="1590" y="1609"/>
                </a:cubicBezTo>
                <a:cubicBezTo>
                  <a:pt x="1590" y="1609"/>
                  <a:pt x="1590" y="1609"/>
                  <a:pt x="1590" y="1609"/>
                </a:cubicBezTo>
                <a:cubicBezTo>
                  <a:pt x="1590" y="1612"/>
                  <a:pt x="1590" y="1612"/>
                  <a:pt x="1590" y="1612"/>
                </a:cubicBezTo>
                <a:cubicBezTo>
                  <a:pt x="1590" y="1615"/>
                  <a:pt x="1589" y="1619"/>
                  <a:pt x="1587" y="1622"/>
                </a:cubicBezTo>
                <a:cubicBezTo>
                  <a:pt x="1587" y="1622"/>
                  <a:pt x="1586" y="1623"/>
                  <a:pt x="1586" y="1623"/>
                </a:cubicBezTo>
                <a:cubicBezTo>
                  <a:pt x="1585" y="1624"/>
                  <a:pt x="1584" y="1625"/>
                  <a:pt x="1583" y="1626"/>
                </a:cubicBezTo>
                <a:cubicBezTo>
                  <a:pt x="1583" y="1626"/>
                  <a:pt x="1583" y="1626"/>
                  <a:pt x="1583" y="1626"/>
                </a:cubicBezTo>
                <a:cubicBezTo>
                  <a:pt x="1578" y="1631"/>
                  <a:pt x="1571" y="1634"/>
                  <a:pt x="1563" y="1636"/>
                </a:cubicBezTo>
                <a:cubicBezTo>
                  <a:pt x="1563" y="1636"/>
                  <a:pt x="1563" y="1636"/>
                  <a:pt x="1563" y="1636"/>
                </a:cubicBezTo>
                <a:cubicBezTo>
                  <a:pt x="1563" y="1636"/>
                  <a:pt x="1563" y="1636"/>
                  <a:pt x="1563" y="1636"/>
                </a:cubicBezTo>
                <a:cubicBezTo>
                  <a:pt x="1560" y="1637"/>
                  <a:pt x="1558" y="1637"/>
                  <a:pt x="1556" y="1637"/>
                </a:cubicBezTo>
                <a:cubicBezTo>
                  <a:pt x="1555" y="1637"/>
                  <a:pt x="1554" y="1637"/>
                  <a:pt x="1554" y="1638"/>
                </a:cubicBezTo>
                <a:cubicBezTo>
                  <a:pt x="1551" y="1638"/>
                  <a:pt x="1548" y="1638"/>
                  <a:pt x="1546" y="1638"/>
                </a:cubicBezTo>
                <a:cubicBezTo>
                  <a:pt x="1546" y="1638"/>
                  <a:pt x="1546" y="1638"/>
                  <a:pt x="1546" y="1638"/>
                </a:cubicBezTo>
                <a:cubicBezTo>
                  <a:pt x="1463" y="1638"/>
                  <a:pt x="1463" y="1638"/>
                  <a:pt x="1463" y="1638"/>
                </a:cubicBezTo>
                <a:cubicBezTo>
                  <a:pt x="1453" y="1638"/>
                  <a:pt x="1441" y="1636"/>
                  <a:pt x="1432" y="1631"/>
                </a:cubicBezTo>
                <a:cubicBezTo>
                  <a:pt x="1432" y="1631"/>
                  <a:pt x="1432" y="1631"/>
                  <a:pt x="1432" y="1631"/>
                </a:cubicBezTo>
                <a:cubicBezTo>
                  <a:pt x="1432" y="1631"/>
                  <a:pt x="1432" y="1630"/>
                  <a:pt x="1432" y="1630"/>
                </a:cubicBezTo>
                <a:cubicBezTo>
                  <a:pt x="1431" y="1629"/>
                  <a:pt x="1429" y="1628"/>
                  <a:pt x="1427" y="1627"/>
                </a:cubicBezTo>
                <a:cubicBezTo>
                  <a:pt x="1426" y="1626"/>
                  <a:pt x="1425" y="1624"/>
                  <a:pt x="1424" y="1623"/>
                </a:cubicBezTo>
                <a:cubicBezTo>
                  <a:pt x="1424" y="1623"/>
                  <a:pt x="1424" y="1623"/>
                  <a:pt x="1424" y="1622"/>
                </a:cubicBezTo>
                <a:cubicBezTo>
                  <a:pt x="1422" y="1619"/>
                  <a:pt x="1421" y="1616"/>
                  <a:pt x="1421" y="1612"/>
                </a:cubicBezTo>
                <a:cubicBezTo>
                  <a:pt x="1422" y="1606"/>
                  <a:pt x="1422" y="1606"/>
                  <a:pt x="1422" y="1606"/>
                </a:cubicBezTo>
                <a:cubicBezTo>
                  <a:pt x="1422" y="1606"/>
                  <a:pt x="1422" y="1606"/>
                  <a:pt x="1422" y="1606"/>
                </a:cubicBezTo>
                <a:cubicBezTo>
                  <a:pt x="1424" y="1593"/>
                  <a:pt x="1425" y="1580"/>
                  <a:pt x="1427" y="1567"/>
                </a:cubicBezTo>
                <a:cubicBezTo>
                  <a:pt x="1427" y="1566"/>
                  <a:pt x="1427" y="1566"/>
                  <a:pt x="1427" y="1566"/>
                </a:cubicBezTo>
                <a:cubicBezTo>
                  <a:pt x="1427" y="1566"/>
                  <a:pt x="1427" y="1566"/>
                  <a:pt x="1427" y="1565"/>
                </a:cubicBezTo>
                <a:cubicBezTo>
                  <a:pt x="1432" y="1536"/>
                  <a:pt x="1490" y="1543"/>
                  <a:pt x="1511" y="1543"/>
                </a:cubicBezTo>
                <a:close/>
                <a:moveTo>
                  <a:pt x="1175" y="1631"/>
                </a:moveTo>
                <a:cubicBezTo>
                  <a:pt x="1173" y="1630"/>
                  <a:pt x="1172" y="1629"/>
                  <a:pt x="1170" y="1627"/>
                </a:cubicBezTo>
                <a:cubicBezTo>
                  <a:pt x="1169" y="1626"/>
                  <a:pt x="1169" y="1625"/>
                  <a:pt x="1168" y="1624"/>
                </a:cubicBezTo>
                <a:cubicBezTo>
                  <a:pt x="1168" y="1623"/>
                  <a:pt x="1168" y="1623"/>
                  <a:pt x="1168" y="1623"/>
                </a:cubicBezTo>
                <a:cubicBezTo>
                  <a:pt x="1166" y="1620"/>
                  <a:pt x="1166" y="1616"/>
                  <a:pt x="1167" y="1613"/>
                </a:cubicBezTo>
                <a:cubicBezTo>
                  <a:pt x="1169" y="1607"/>
                  <a:pt x="1169" y="1607"/>
                  <a:pt x="1169" y="1607"/>
                </a:cubicBezTo>
                <a:cubicBezTo>
                  <a:pt x="1169" y="1607"/>
                  <a:pt x="1169" y="1607"/>
                  <a:pt x="1169" y="1607"/>
                </a:cubicBezTo>
                <a:cubicBezTo>
                  <a:pt x="1169" y="1606"/>
                  <a:pt x="1169" y="1605"/>
                  <a:pt x="1170" y="1604"/>
                </a:cubicBezTo>
                <a:cubicBezTo>
                  <a:pt x="1181" y="1567"/>
                  <a:pt x="1181" y="1567"/>
                  <a:pt x="1181" y="1567"/>
                </a:cubicBezTo>
                <a:cubicBezTo>
                  <a:pt x="1181" y="1566"/>
                  <a:pt x="1181" y="1566"/>
                  <a:pt x="1182" y="1565"/>
                </a:cubicBezTo>
                <a:cubicBezTo>
                  <a:pt x="1193" y="1537"/>
                  <a:pt x="1244" y="1543"/>
                  <a:pt x="1268" y="1543"/>
                </a:cubicBezTo>
                <a:cubicBezTo>
                  <a:pt x="1278" y="1543"/>
                  <a:pt x="1297" y="1542"/>
                  <a:pt x="1314" y="1543"/>
                </a:cubicBezTo>
                <a:cubicBezTo>
                  <a:pt x="1317" y="1544"/>
                  <a:pt x="1320" y="1544"/>
                  <a:pt x="1323" y="1545"/>
                </a:cubicBezTo>
                <a:cubicBezTo>
                  <a:pt x="1323" y="1545"/>
                  <a:pt x="1323" y="1545"/>
                  <a:pt x="1324" y="1545"/>
                </a:cubicBezTo>
                <a:cubicBezTo>
                  <a:pt x="1332" y="1547"/>
                  <a:pt x="1339" y="1551"/>
                  <a:pt x="1342" y="1556"/>
                </a:cubicBezTo>
                <a:cubicBezTo>
                  <a:pt x="1342" y="1557"/>
                  <a:pt x="1342" y="1557"/>
                  <a:pt x="1343" y="1557"/>
                </a:cubicBezTo>
                <a:cubicBezTo>
                  <a:pt x="1343" y="1558"/>
                  <a:pt x="1343" y="1558"/>
                  <a:pt x="1343" y="1558"/>
                </a:cubicBezTo>
                <a:cubicBezTo>
                  <a:pt x="1343" y="1558"/>
                  <a:pt x="1343" y="1559"/>
                  <a:pt x="1343" y="1559"/>
                </a:cubicBezTo>
                <a:cubicBezTo>
                  <a:pt x="1344" y="1561"/>
                  <a:pt x="1345" y="1564"/>
                  <a:pt x="1344" y="1567"/>
                </a:cubicBezTo>
                <a:cubicBezTo>
                  <a:pt x="1344" y="1569"/>
                  <a:pt x="1344" y="1569"/>
                  <a:pt x="1344" y="1569"/>
                </a:cubicBezTo>
                <a:cubicBezTo>
                  <a:pt x="1344" y="1569"/>
                  <a:pt x="1344" y="1569"/>
                  <a:pt x="1344" y="1569"/>
                </a:cubicBezTo>
                <a:cubicBezTo>
                  <a:pt x="1343" y="1576"/>
                  <a:pt x="1341" y="1583"/>
                  <a:pt x="1340" y="1589"/>
                </a:cubicBezTo>
                <a:cubicBezTo>
                  <a:pt x="1336" y="1612"/>
                  <a:pt x="1336" y="1612"/>
                  <a:pt x="1336" y="1612"/>
                </a:cubicBezTo>
                <a:cubicBezTo>
                  <a:pt x="1336" y="1616"/>
                  <a:pt x="1334" y="1619"/>
                  <a:pt x="1331" y="1622"/>
                </a:cubicBezTo>
                <a:cubicBezTo>
                  <a:pt x="1331" y="1623"/>
                  <a:pt x="1330" y="1623"/>
                  <a:pt x="1330" y="1623"/>
                </a:cubicBezTo>
                <a:cubicBezTo>
                  <a:pt x="1330" y="1624"/>
                  <a:pt x="1329" y="1624"/>
                  <a:pt x="1329" y="1624"/>
                </a:cubicBezTo>
                <a:cubicBezTo>
                  <a:pt x="1328" y="1625"/>
                  <a:pt x="1327" y="1626"/>
                  <a:pt x="1326" y="1627"/>
                </a:cubicBezTo>
                <a:cubicBezTo>
                  <a:pt x="1320" y="1632"/>
                  <a:pt x="1312" y="1635"/>
                  <a:pt x="1305" y="1636"/>
                </a:cubicBezTo>
                <a:cubicBezTo>
                  <a:pt x="1305" y="1637"/>
                  <a:pt x="1305" y="1637"/>
                  <a:pt x="1305" y="1637"/>
                </a:cubicBezTo>
                <a:cubicBezTo>
                  <a:pt x="1304" y="1637"/>
                  <a:pt x="1304" y="1637"/>
                  <a:pt x="1304" y="1637"/>
                </a:cubicBezTo>
                <a:cubicBezTo>
                  <a:pt x="1302" y="1637"/>
                  <a:pt x="1300" y="1638"/>
                  <a:pt x="1297" y="1638"/>
                </a:cubicBezTo>
                <a:cubicBezTo>
                  <a:pt x="1297" y="1638"/>
                  <a:pt x="1296" y="1638"/>
                  <a:pt x="1295" y="1638"/>
                </a:cubicBezTo>
                <a:cubicBezTo>
                  <a:pt x="1292" y="1638"/>
                  <a:pt x="1290" y="1639"/>
                  <a:pt x="1287" y="1639"/>
                </a:cubicBezTo>
                <a:cubicBezTo>
                  <a:pt x="1287" y="1639"/>
                  <a:pt x="1287" y="1639"/>
                  <a:pt x="1287" y="1639"/>
                </a:cubicBezTo>
                <a:cubicBezTo>
                  <a:pt x="1204" y="1639"/>
                  <a:pt x="1204" y="1639"/>
                  <a:pt x="1204" y="1639"/>
                </a:cubicBezTo>
                <a:cubicBezTo>
                  <a:pt x="1194" y="1639"/>
                  <a:pt x="1183" y="1637"/>
                  <a:pt x="1175" y="1631"/>
                </a:cubicBezTo>
                <a:cubicBezTo>
                  <a:pt x="1175" y="1631"/>
                  <a:pt x="1175" y="1631"/>
                  <a:pt x="1175" y="1631"/>
                </a:cubicBezTo>
                <a:close/>
                <a:moveTo>
                  <a:pt x="1278" y="1502"/>
                </a:moveTo>
                <a:cubicBezTo>
                  <a:pt x="1266" y="1502"/>
                  <a:pt x="1253" y="1502"/>
                  <a:pt x="1241" y="1502"/>
                </a:cubicBezTo>
                <a:cubicBezTo>
                  <a:pt x="1230" y="1502"/>
                  <a:pt x="1213" y="1500"/>
                  <a:pt x="1207" y="1489"/>
                </a:cubicBezTo>
                <a:cubicBezTo>
                  <a:pt x="1207" y="1488"/>
                  <a:pt x="1207" y="1487"/>
                  <a:pt x="1207" y="1486"/>
                </a:cubicBezTo>
                <a:cubicBezTo>
                  <a:pt x="1206" y="1486"/>
                  <a:pt x="1206" y="1485"/>
                  <a:pt x="1206" y="1484"/>
                </a:cubicBezTo>
                <a:cubicBezTo>
                  <a:pt x="1206" y="1483"/>
                  <a:pt x="1207" y="1482"/>
                  <a:pt x="1207" y="1481"/>
                </a:cubicBezTo>
                <a:cubicBezTo>
                  <a:pt x="1207" y="1481"/>
                  <a:pt x="1207" y="1481"/>
                  <a:pt x="1207" y="1481"/>
                </a:cubicBezTo>
                <a:cubicBezTo>
                  <a:pt x="1207" y="1481"/>
                  <a:pt x="1207" y="1481"/>
                  <a:pt x="1207" y="1481"/>
                </a:cubicBezTo>
                <a:cubicBezTo>
                  <a:pt x="1207" y="1478"/>
                  <a:pt x="1209" y="1474"/>
                  <a:pt x="1210" y="1472"/>
                </a:cubicBezTo>
                <a:cubicBezTo>
                  <a:pt x="1212" y="1463"/>
                  <a:pt x="1214" y="1453"/>
                  <a:pt x="1218" y="1445"/>
                </a:cubicBezTo>
                <a:cubicBezTo>
                  <a:pt x="1218" y="1444"/>
                  <a:pt x="1218" y="1444"/>
                  <a:pt x="1218" y="1444"/>
                </a:cubicBezTo>
                <a:cubicBezTo>
                  <a:pt x="1219" y="1441"/>
                  <a:pt x="1221" y="1438"/>
                  <a:pt x="1223" y="1436"/>
                </a:cubicBezTo>
                <a:cubicBezTo>
                  <a:pt x="1225" y="1435"/>
                  <a:pt x="1226" y="1434"/>
                  <a:pt x="1228" y="1433"/>
                </a:cubicBezTo>
                <a:cubicBezTo>
                  <a:pt x="1233" y="1429"/>
                  <a:pt x="1239" y="1427"/>
                  <a:pt x="1245" y="1426"/>
                </a:cubicBezTo>
                <a:cubicBezTo>
                  <a:pt x="1246" y="1426"/>
                  <a:pt x="1246" y="1426"/>
                  <a:pt x="1247" y="1426"/>
                </a:cubicBezTo>
                <a:cubicBezTo>
                  <a:pt x="1251" y="1425"/>
                  <a:pt x="1257" y="1424"/>
                  <a:pt x="1262" y="1424"/>
                </a:cubicBezTo>
                <a:cubicBezTo>
                  <a:pt x="1269" y="1424"/>
                  <a:pt x="1269" y="1424"/>
                  <a:pt x="1269" y="1424"/>
                </a:cubicBezTo>
                <a:cubicBezTo>
                  <a:pt x="1271" y="1424"/>
                  <a:pt x="1274" y="1424"/>
                  <a:pt x="1276" y="1424"/>
                </a:cubicBezTo>
                <a:cubicBezTo>
                  <a:pt x="1291" y="1424"/>
                  <a:pt x="1307" y="1424"/>
                  <a:pt x="1322" y="1424"/>
                </a:cubicBezTo>
                <a:cubicBezTo>
                  <a:pt x="1324" y="1424"/>
                  <a:pt x="1326" y="1424"/>
                  <a:pt x="1329" y="1424"/>
                </a:cubicBezTo>
                <a:cubicBezTo>
                  <a:pt x="1331" y="1424"/>
                  <a:pt x="1331" y="1424"/>
                  <a:pt x="1331" y="1424"/>
                </a:cubicBezTo>
                <a:cubicBezTo>
                  <a:pt x="1332" y="1424"/>
                  <a:pt x="1332" y="1424"/>
                  <a:pt x="1333" y="1424"/>
                </a:cubicBezTo>
                <a:cubicBezTo>
                  <a:pt x="1335" y="1424"/>
                  <a:pt x="1337" y="1424"/>
                  <a:pt x="1339" y="1425"/>
                </a:cubicBezTo>
                <a:cubicBezTo>
                  <a:pt x="1339" y="1425"/>
                  <a:pt x="1339" y="1425"/>
                  <a:pt x="1339" y="1425"/>
                </a:cubicBezTo>
                <a:cubicBezTo>
                  <a:pt x="1351" y="1426"/>
                  <a:pt x="1364" y="1429"/>
                  <a:pt x="1366" y="1439"/>
                </a:cubicBezTo>
                <a:cubicBezTo>
                  <a:pt x="1366" y="1439"/>
                  <a:pt x="1366" y="1440"/>
                  <a:pt x="1366" y="1440"/>
                </a:cubicBezTo>
                <a:cubicBezTo>
                  <a:pt x="1366" y="1440"/>
                  <a:pt x="1366" y="1440"/>
                  <a:pt x="1366" y="1441"/>
                </a:cubicBezTo>
                <a:cubicBezTo>
                  <a:pt x="1367" y="1452"/>
                  <a:pt x="1362" y="1467"/>
                  <a:pt x="1360" y="1478"/>
                </a:cubicBezTo>
                <a:cubicBezTo>
                  <a:pt x="1360" y="1478"/>
                  <a:pt x="1360" y="1478"/>
                  <a:pt x="1360" y="1478"/>
                </a:cubicBezTo>
                <a:cubicBezTo>
                  <a:pt x="1359" y="1481"/>
                  <a:pt x="1359" y="1481"/>
                  <a:pt x="1359" y="1481"/>
                </a:cubicBezTo>
                <a:cubicBezTo>
                  <a:pt x="1359" y="1483"/>
                  <a:pt x="1358" y="1485"/>
                  <a:pt x="1356" y="1487"/>
                </a:cubicBezTo>
                <a:cubicBezTo>
                  <a:pt x="1356" y="1488"/>
                  <a:pt x="1355" y="1488"/>
                  <a:pt x="1355" y="1489"/>
                </a:cubicBezTo>
                <a:cubicBezTo>
                  <a:pt x="1355" y="1489"/>
                  <a:pt x="1355" y="1489"/>
                  <a:pt x="1355" y="1489"/>
                </a:cubicBezTo>
                <a:cubicBezTo>
                  <a:pt x="1355" y="1489"/>
                  <a:pt x="1355" y="1489"/>
                  <a:pt x="1354" y="1489"/>
                </a:cubicBezTo>
                <a:cubicBezTo>
                  <a:pt x="1339" y="1507"/>
                  <a:pt x="1298" y="1502"/>
                  <a:pt x="1278" y="1502"/>
                </a:cubicBezTo>
                <a:close/>
                <a:moveTo>
                  <a:pt x="911" y="1620"/>
                </a:moveTo>
                <a:cubicBezTo>
                  <a:pt x="911" y="1619"/>
                  <a:pt x="911" y="1618"/>
                  <a:pt x="911" y="1618"/>
                </a:cubicBezTo>
                <a:cubicBezTo>
                  <a:pt x="912" y="1616"/>
                  <a:pt x="912" y="1615"/>
                  <a:pt x="913" y="1614"/>
                </a:cubicBezTo>
                <a:cubicBezTo>
                  <a:pt x="913" y="1614"/>
                  <a:pt x="913" y="1614"/>
                  <a:pt x="913" y="1613"/>
                </a:cubicBezTo>
                <a:cubicBezTo>
                  <a:pt x="913" y="1612"/>
                  <a:pt x="913" y="1612"/>
                  <a:pt x="913" y="1612"/>
                </a:cubicBezTo>
                <a:cubicBezTo>
                  <a:pt x="914" y="1611"/>
                  <a:pt x="915" y="1609"/>
                  <a:pt x="916" y="1607"/>
                </a:cubicBezTo>
                <a:cubicBezTo>
                  <a:pt x="922" y="1594"/>
                  <a:pt x="928" y="1582"/>
                  <a:pt x="935" y="1569"/>
                </a:cubicBezTo>
                <a:cubicBezTo>
                  <a:pt x="935" y="1569"/>
                  <a:pt x="935" y="1569"/>
                  <a:pt x="935" y="1569"/>
                </a:cubicBezTo>
                <a:cubicBezTo>
                  <a:pt x="935" y="1568"/>
                  <a:pt x="935" y="1568"/>
                  <a:pt x="935" y="1568"/>
                </a:cubicBezTo>
                <a:cubicBezTo>
                  <a:pt x="936" y="1567"/>
                  <a:pt x="936" y="1566"/>
                  <a:pt x="937" y="1566"/>
                </a:cubicBezTo>
                <a:cubicBezTo>
                  <a:pt x="937" y="1565"/>
                  <a:pt x="938" y="1564"/>
                  <a:pt x="938" y="1563"/>
                </a:cubicBezTo>
                <a:cubicBezTo>
                  <a:pt x="938" y="1563"/>
                  <a:pt x="938" y="1563"/>
                  <a:pt x="939" y="1563"/>
                </a:cubicBezTo>
                <a:cubicBezTo>
                  <a:pt x="956" y="1539"/>
                  <a:pt x="997" y="1544"/>
                  <a:pt x="1023" y="1544"/>
                </a:cubicBezTo>
                <a:cubicBezTo>
                  <a:pt x="1023" y="1544"/>
                  <a:pt x="1023" y="1544"/>
                  <a:pt x="1023" y="1544"/>
                </a:cubicBezTo>
                <a:cubicBezTo>
                  <a:pt x="1030" y="1544"/>
                  <a:pt x="1049" y="1542"/>
                  <a:pt x="1066" y="1544"/>
                </a:cubicBezTo>
                <a:cubicBezTo>
                  <a:pt x="1071" y="1544"/>
                  <a:pt x="1077" y="1544"/>
                  <a:pt x="1081" y="1545"/>
                </a:cubicBezTo>
                <a:cubicBezTo>
                  <a:pt x="1084" y="1546"/>
                  <a:pt x="1087" y="1547"/>
                  <a:pt x="1089" y="1548"/>
                </a:cubicBezTo>
                <a:cubicBezTo>
                  <a:pt x="1095" y="1551"/>
                  <a:pt x="1099" y="1556"/>
                  <a:pt x="1099" y="1562"/>
                </a:cubicBezTo>
                <a:cubicBezTo>
                  <a:pt x="1099" y="1562"/>
                  <a:pt x="1099" y="1562"/>
                  <a:pt x="1099" y="1562"/>
                </a:cubicBezTo>
                <a:cubicBezTo>
                  <a:pt x="1099" y="1563"/>
                  <a:pt x="1099" y="1563"/>
                  <a:pt x="1099" y="1564"/>
                </a:cubicBezTo>
                <a:cubicBezTo>
                  <a:pt x="1099" y="1565"/>
                  <a:pt x="1099" y="1566"/>
                  <a:pt x="1099" y="1567"/>
                </a:cubicBezTo>
                <a:cubicBezTo>
                  <a:pt x="1082" y="1613"/>
                  <a:pt x="1082" y="1613"/>
                  <a:pt x="1082" y="1613"/>
                </a:cubicBezTo>
                <a:cubicBezTo>
                  <a:pt x="1081" y="1617"/>
                  <a:pt x="1078" y="1620"/>
                  <a:pt x="1075" y="1623"/>
                </a:cubicBezTo>
                <a:cubicBezTo>
                  <a:pt x="1071" y="1626"/>
                  <a:pt x="1067" y="1629"/>
                  <a:pt x="1062" y="1631"/>
                </a:cubicBezTo>
                <a:cubicBezTo>
                  <a:pt x="1062" y="1632"/>
                  <a:pt x="1061" y="1632"/>
                  <a:pt x="1061" y="1632"/>
                </a:cubicBezTo>
                <a:cubicBezTo>
                  <a:pt x="1054" y="1635"/>
                  <a:pt x="1047" y="1637"/>
                  <a:pt x="1039" y="1639"/>
                </a:cubicBezTo>
                <a:cubicBezTo>
                  <a:pt x="1038" y="1639"/>
                  <a:pt x="1038" y="1639"/>
                  <a:pt x="1038" y="1639"/>
                </a:cubicBezTo>
                <a:cubicBezTo>
                  <a:pt x="1036" y="1639"/>
                  <a:pt x="1035" y="1639"/>
                  <a:pt x="1034" y="1639"/>
                </a:cubicBezTo>
                <a:cubicBezTo>
                  <a:pt x="1020" y="1640"/>
                  <a:pt x="1005" y="1639"/>
                  <a:pt x="990" y="1639"/>
                </a:cubicBezTo>
                <a:cubicBezTo>
                  <a:pt x="975" y="1639"/>
                  <a:pt x="960" y="1640"/>
                  <a:pt x="945" y="1640"/>
                </a:cubicBezTo>
                <a:cubicBezTo>
                  <a:pt x="935" y="1640"/>
                  <a:pt x="920" y="1638"/>
                  <a:pt x="914" y="1628"/>
                </a:cubicBezTo>
                <a:cubicBezTo>
                  <a:pt x="913" y="1628"/>
                  <a:pt x="913" y="1628"/>
                  <a:pt x="913" y="1627"/>
                </a:cubicBezTo>
                <a:cubicBezTo>
                  <a:pt x="913" y="1627"/>
                  <a:pt x="912" y="1626"/>
                  <a:pt x="912" y="1626"/>
                </a:cubicBezTo>
                <a:cubicBezTo>
                  <a:pt x="912" y="1625"/>
                  <a:pt x="912" y="1624"/>
                  <a:pt x="911" y="1624"/>
                </a:cubicBezTo>
                <a:cubicBezTo>
                  <a:pt x="911" y="1624"/>
                  <a:pt x="911" y="1624"/>
                  <a:pt x="911" y="1624"/>
                </a:cubicBezTo>
                <a:cubicBezTo>
                  <a:pt x="911" y="1623"/>
                  <a:pt x="911" y="1623"/>
                  <a:pt x="911" y="1623"/>
                </a:cubicBezTo>
                <a:cubicBezTo>
                  <a:pt x="911" y="1622"/>
                  <a:pt x="911" y="1621"/>
                  <a:pt x="911" y="1620"/>
                </a:cubicBezTo>
                <a:close/>
                <a:moveTo>
                  <a:pt x="910" y="1465"/>
                </a:moveTo>
                <a:cubicBezTo>
                  <a:pt x="910" y="1465"/>
                  <a:pt x="910" y="1465"/>
                  <a:pt x="910" y="1465"/>
                </a:cubicBezTo>
                <a:cubicBezTo>
                  <a:pt x="900" y="1482"/>
                  <a:pt x="900" y="1482"/>
                  <a:pt x="900" y="1482"/>
                </a:cubicBezTo>
                <a:cubicBezTo>
                  <a:pt x="899" y="1485"/>
                  <a:pt x="896" y="1488"/>
                  <a:pt x="893" y="1490"/>
                </a:cubicBezTo>
                <a:cubicBezTo>
                  <a:pt x="889" y="1493"/>
                  <a:pt x="885" y="1495"/>
                  <a:pt x="880" y="1497"/>
                </a:cubicBezTo>
                <a:cubicBezTo>
                  <a:pt x="879" y="1497"/>
                  <a:pt x="878" y="1498"/>
                  <a:pt x="876" y="1498"/>
                </a:cubicBezTo>
                <a:cubicBezTo>
                  <a:pt x="876" y="1499"/>
                  <a:pt x="875" y="1499"/>
                  <a:pt x="874" y="1499"/>
                </a:cubicBezTo>
                <a:cubicBezTo>
                  <a:pt x="874" y="1499"/>
                  <a:pt x="874" y="1499"/>
                  <a:pt x="874" y="1499"/>
                </a:cubicBezTo>
                <a:cubicBezTo>
                  <a:pt x="871" y="1500"/>
                  <a:pt x="868" y="1501"/>
                  <a:pt x="865" y="1502"/>
                </a:cubicBezTo>
                <a:cubicBezTo>
                  <a:pt x="859" y="1503"/>
                  <a:pt x="854" y="1503"/>
                  <a:pt x="848" y="1503"/>
                </a:cubicBezTo>
                <a:cubicBezTo>
                  <a:pt x="832" y="1503"/>
                  <a:pt x="832" y="1503"/>
                  <a:pt x="832" y="1503"/>
                </a:cubicBezTo>
                <a:cubicBezTo>
                  <a:pt x="832" y="1503"/>
                  <a:pt x="832" y="1503"/>
                  <a:pt x="832" y="1503"/>
                </a:cubicBezTo>
                <a:cubicBezTo>
                  <a:pt x="812" y="1503"/>
                  <a:pt x="793" y="1504"/>
                  <a:pt x="774" y="1504"/>
                </a:cubicBezTo>
                <a:cubicBezTo>
                  <a:pt x="765" y="1504"/>
                  <a:pt x="747" y="1502"/>
                  <a:pt x="745" y="1491"/>
                </a:cubicBezTo>
                <a:cubicBezTo>
                  <a:pt x="745" y="1489"/>
                  <a:pt x="745" y="1488"/>
                  <a:pt x="746" y="1486"/>
                </a:cubicBezTo>
                <a:cubicBezTo>
                  <a:pt x="747" y="1482"/>
                  <a:pt x="751" y="1478"/>
                  <a:pt x="753" y="1475"/>
                </a:cubicBezTo>
                <a:cubicBezTo>
                  <a:pt x="760" y="1464"/>
                  <a:pt x="766" y="1452"/>
                  <a:pt x="775" y="1443"/>
                </a:cubicBezTo>
                <a:cubicBezTo>
                  <a:pt x="775" y="1442"/>
                  <a:pt x="776" y="1442"/>
                  <a:pt x="776" y="1441"/>
                </a:cubicBezTo>
                <a:cubicBezTo>
                  <a:pt x="776" y="1441"/>
                  <a:pt x="777" y="1441"/>
                  <a:pt x="777" y="1441"/>
                </a:cubicBezTo>
                <a:cubicBezTo>
                  <a:pt x="799" y="1419"/>
                  <a:pt x="845" y="1425"/>
                  <a:pt x="873" y="1425"/>
                </a:cubicBezTo>
                <a:cubicBezTo>
                  <a:pt x="886" y="1425"/>
                  <a:pt x="901" y="1423"/>
                  <a:pt x="913" y="1428"/>
                </a:cubicBezTo>
                <a:cubicBezTo>
                  <a:pt x="913" y="1428"/>
                  <a:pt x="913" y="1428"/>
                  <a:pt x="913" y="1428"/>
                </a:cubicBezTo>
                <a:cubicBezTo>
                  <a:pt x="915" y="1429"/>
                  <a:pt x="916" y="1430"/>
                  <a:pt x="917" y="1430"/>
                </a:cubicBezTo>
                <a:cubicBezTo>
                  <a:pt x="917" y="1430"/>
                  <a:pt x="917" y="1431"/>
                  <a:pt x="918" y="1431"/>
                </a:cubicBezTo>
                <a:cubicBezTo>
                  <a:pt x="920" y="1432"/>
                  <a:pt x="922" y="1435"/>
                  <a:pt x="922" y="1437"/>
                </a:cubicBezTo>
                <a:cubicBezTo>
                  <a:pt x="923" y="1439"/>
                  <a:pt x="923" y="1442"/>
                  <a:pt x="921" y="1444"/>
                </a:cubicBezTo>
                <a:cubicBezTo>
                  <a:pt x="920" y="1446"/>
                  <a:pt x="920" y="1446"/>
                  <a:pt x="920" y="1446"/>
                </a:cubicBezTo>
                <a:cubicBezTo>
                  <a:pt x="918" y="1452"/>
                  <a:pt x="913" y="1460"/>
                  <a:pt x="910" y="1465"/>
                </a:cubicBezTo>
                <a:close/>
                <a:moveTo>
                  <a:pt x="1095" y="1502"/>
                </a:moveTo>
                <a:cubicBezTo>
                  <a:pt x="1093" y="1502"/>
                  <a:pt x="1091" y="1502"/>
                  <a:pt x="1089" y="1502"/>
                </a:cubicBezTo>
                <a:cubicBezTo>
                  <a:pt x="1089" y="1502"/>
                  <a:pt x="1089" y="1503"/>
                  <a:pt x="1088" y="1503"/>
                </a:cubicBezTo>
                <a:cubicBezTo>
                  <a:pt x="1077" y="1504"/>
                  <a:pt x="1066" y="1503"/>
                  <a:pt x="1054" y="1503"/>
                </a:cubicBezTo>
                <a:cubicBezTo>
                  <a:pt x="1007" y="1503"/>
                  <a:pt x="1007" y="1503"/>
                  <a:pt x="1007" y="1503"/>
                </a:cubicBezTo>
                <a:cubicBezTo>
                  <a:pt x="997" y="1503"/>
                  <a:pt x="980" y="1501"/>
                  <a:pt x="976" y="1490"/>
                </a:cubicBezTo>
                <a:cubicBezTo>
                  <a:pt x="976" y="1489"/>
                  <a:pt x="976" y="1488"/>
                  <a:pt x="976" y="1487"/>
                </a:cubicBezTo>
                <a:cubicBezTo>
                  <a:pt x="976" y="1486"/>
                  <a:pt x="976" y="1486"/>
                  <a:pt x="976" y="1485"/>
                </a:cubicBezTo>
                <a:cubicBezTo>
                  <a:pt x="977" y="1481"/>
                  <a:pt x="980" y="1477"/>
                  <a:pt x="982" y="1473"/>
                </a:cubicBezTo>
                <a:cubicBezTo>
                  <a:pt x="986" y="1463"/>
                  <a:pt x="990" y="1449"/>
                  <a:pt x="998" y="1441"/>
                </a:cubicBezTo>
                <a:cubicBezTo>
                  <a:pt x="998" y="1440"/>
                  <a:pt x="999" y="1440"/>
                  <a:pt x="999" y="1440"/>
                </a:cubicBezTo>
                <a:cubicBezTo>
                  <a:pt x="1000" y="1439"/>
                  <a:pt x="1000" y="1439"/>
                  <a:pt x="1000" y="1438"/>
                </a:cubicBezTo>
                <a:cubicBezTo>
                  <a:pt x="1001" y="1438"/>
                  <a:pt x="1001" y="1438"/>
                  <a:pt x="1001" y="1438"/>
                </a:cubicBezTo>
                <a:cubicBezTo>
                  <a:pt x="1002" y="1437"/>
                  <a:pt x="1002" y="1437"/>
                  <a:pt x="1002" y="1437"/>
                </a:cubicBezTo>
                <a:cubicBezTo>
                  <a:pt x="1003" y="1436"/>
                  <a:pt x="1003" y="1436"/>
                  <a:pt x="1003" y="1436"/>
                </a:cubicBezTo>
                <a:cubicBezTo>
                  <a:pt x="1010" y="1431"/>
                  <a:pt x="1018" y="1428"/>
                  <a:pt x="1027" y="1427"/>
                </a:cubicBezTo>
                <a:cubicBezTo>
                  <a:pt x="1027" y="1427"/>
                  <a:pt x="1027" y="1426"/>
                  <a:pt x="1028" y="1426"/>
                </a:cubicBezTo>
                <a:cubicBezTo>
                  <a:pt x="1033" y="1425"/>
                  <a:pt x="1038" y="1425"/>
                  <a:pt x="1043" y="1425"/>
                </a:cubicBezTo>
                <a:cubicBezTo>
                  <a:pt x="1072" y="1425"/>
                  <a:pt x="1072" y="1425"/>
                  <a:pt x="1072" y="1425"/>
                </a:cubicBezTo>
                <a:cubicBezTo>
                  <a:pt x="1081" y="1425"/>
                  <a:pt x="1090" y="1425"/>
                  <a:pt x="1099" y="1425"/>
                </a:cubicBezTo>
                <a:cubicBezTo>
                  <a:pt x="1112" y="1425"/>
                  <a:pt x="1130" y="1423"/>
                  <a:pt x="1140" y="1432"/>
                </a:cubicBezTo>
                <a:cubicBezTo>
                  <a:pt x="1140" y="1433"/>
                  <a:pt x="1141" y="1433"/>
                  <a:pt x="1141" y="1434"/>
                </a:cubicBezTo>
                <a:cubicBezTo>
                  <a:pt x="1142" y="1434"/>
                  <a:pt x="1142" y="1434"/>
                  <a:pt x="1142" y="1434"/>
                </a:cubicBezTo>
                <a:cubicBezTo>
                  <a:pt x="1142" y="1434"/>
                  <a:pt x="1142" y="1435"/>
                  <a:pt x="1142" y="1435"/>
                </a:cubicBezTo>
                <a:cubicBezTo>
                  <a:pt x="1143" y="1435"/>
                  <a:pt x="1143" y="1436"/>
                  <a:pt x="1143" y="1436"/>
                </a:cubicBezTo>
                <a:cubicBezTo>
                  <a:pt x="1144" y="1438"/>
                  <a:pt x="1144" y="1440"/>
                  <a:pt x="1144" y="1442"/>
                </a:cubicBezTo>
                <a:cubicBezTo>
                  <a:pt x="1143" y="1452"/>
                  <a:pt x="1135" y="1467"/>
                  <a:pt x="1133" y="1473"/>
                </a:cubicBezTo>
                <a:cubicBezTo>
                  <a:pt x="1133" y="1474"/>
                  <a:pt x="1133" y="1474"/>
                  <a:pt x="1133" y="1474"/>
                </a:cubicBezTo>
                <a:cubicBezTo>
                  <a:pt x="1132" y="1476"/>
                  <a:pt x="1131" y="1478"/>
                  <a:pt x="1130" y="1480"/>
                </a:cubicBezTo>
                <a:cubicBezTo>
                  <a:pt x="1130" y="1481"/>
                  <a:pt x="1130" y="1481"/>
                  <a:pt x="1130" y="1481"/>
                </a:cubicBezTo>
                <a:cubicBezTo>
                  <a:pt x="1130" y="1482"/>
                  <a:pt x="1129" y="1483"/>
                  <a:pt x="1129" y="1483"/>
                </a:cubicBezTo>
                <a:cubicBezTo>
                  <a:pt x="1129" y="1484"/>
                  <a:pt x="1128" y="1484"/>
                  <a:pt x="1128" y="1485"/>
                </a:cubicBezTo>
                <a:cubicBezTo>
                  <a:pt x="1128" y="1485"/>
                  <a:pt x="1127" y="1486"/>
                  <a:pt x="1127" y="1487"/>
                </a:cubicBezTo>
                <a:cubicBezTo>
                  <a:pt x="1126" y="1487"/>
                  <a:pt x="1126" y="1487"/>
                  <a:pt x="1126" y="1488"/>
                </a:cubicBezTo>
                <a:cubicBezTo>
                  <a:pt x="1125" y="1488"/>
                  <a:pt x="1125" y="1488"/>
                  <a:pt x="1125" y="1488"/>
                </a:cubicBezTo>
                <a:cubicBezTo>
                  <a:pt x="1124" y="1489"/>
                  <a:pt x="1124" y="1489"/>
                  <a:pt x="1124" y="1490"/>
                </a:cubicBezTo>
                <a:cubicBezTo>
                  <a:pt x="1122" y="1491"/>
                  <a:pt x="1121" y="1492"/>
                  <a:pt x="1119" y="1493"/>
                </a:cubicBezTo>
                <a:cubicBezTo>
                  <a:pt x="1117" y="1494"/>
                  <a:pt x="1115" y="1495"/>
                  <a:pt x="1114" y="1496"/>
                </a:cubicBezTo>
                <a:cubicBezTo>
                  <a:pt x="1113" y="1496"/>
                  <a:pt x="1113" y="1496"/>
                  <a:pt x="1113" y="1496"/>
                </a:cubicBezTo>
                <a:cubicBezTo>
                  <a:pt x="1112" y="1497"/>
                  <a:pt x="1112" y="1497"/>
                  <a:pt x="1112" y="1497"/>
                </a:cubicBezTo>
                <a:cubicBezTo>
                  <a:pt x="1106" y="1499"/>
                  <a:pt x="1100" y="1501"/>
                  <a:pt x="1095" y="1502"/>
                </a:cubicBezTo>
                <a:close/>
                <a:moveTo>
                  <a:pt x="773" y="1710"/>
                </a:moveTo>
                <a:cubicBezTo>
                  <a:pt x="773" y="1710"/>
                  <a:pt x="773" y="1710"/>
                  <a:pt x="773" y="1710"/>
                </a:cubicBezTo>
                <a:cubicBezTo>
                  <a:pt x="771" y="1721"/>
                  <a:pt x="762" y="1732"/>
                  <a:pt x="756" y="1742"/>
                </a:cubicBezTo>
                <a:cubicBezTo>
                  <a:pt x="756" y="1742"/>
                  <a:pt x="756" y="1742"/>
                  <a:pt x="756" y="1742"/>
                </a:cubicBezTo>
                <a:cubicBezTo>
                  <a:pt x="750" y="1753"/>
                  <a:pt x="744" y="1767"/>
                  <a:pt x="736" y="1777"/>
                </a:cubicBezTo>
                <a:cubicBezTo>
                  <a:pt x="735" y="1778"/>
                  <a:pt x="735" y="1779"/>
                  <a:pt x="734" y="1781"/>
                </a:cubicBezTo>
                <a:cubicBezTo>
                  <a:pt x="734" y="1781"/>
                  <a:pt x="733" y="1781"/>
                  <a:pt x="733" y="1781"/>
                </a:cubicBezTo>
                <a:cubicBezTo>
                  <a:pt x="732" y="1782"/>
                  <a:pt x="731" y="1783"/>
                  <a:pt x="730" y="1784"/>
                </a:cubicBezTo>
                <a:cubicBezTo>
                  <a:pt x="729" y="1785"/>
                  <a:pt x="729" y="1785"/>
                  <a:pt x="728" y="1786"/>
                </a:cubicBezTo>
                <a:cubicBezTo>
                  <a:pt x="728" y="1786"/>
                  <a:pt x="728" y="1786"/>
                  <a:pt x="728" y="1786"/>
                </a:cubicBezTo>
                <a:cubicBezTo>
                  <a:pt x="719" y="1794"/>
                  <a:pt x="708" y="1799"/>
                  <a:pt x="696" y="1802"/>
                </a:cubicBezTo>
                <a:cubicBezTo>
                  <a:pt x="695" y="1803"/>
                  <a:pt x="693" y="1803"/>
                  <a:pt x="692" y="1804"/>
                </a:cubicBezTo>
                <a:cubicBezTo>
                  <a:pt x="685" y="1805"/>
                  <a:pt x="678" y="1806"/>
                  <a:pt x="671" y="1806"/>
                </a:cubicBezTo>
                <a:cubicBezTo>
                  <a:pt x="665" y="1806"/>
                  <a:pt x="665" y="1806"/>
                  <a:pt x="665" y="1806"/>
                </a:cubicBezTo>
                <a:cubicBezTo>
                  <a:pt x="665" y="1806"/>
                  <a:pt x="665" y="1806"/>
                  <a:pt x="665" y="1806"/>
                </a:cubicBezTo>
                <a:cubicBezTo>
                  <a:pt x="636" y="1806"/>
                  <a:pt x="607" y="1807"/>
                  <a:pt x="578" y="1807"/>
                </a:cubicBezTo>
                <a:cubicBezTo>
                  <a:pt x="575" y="1807"/>
                  <a:pt x="573" y="1806"/>
                  <a:pt x="571" y="1806"/>
                </a:cubicBezTo>
                <a:cubicBezTo>
                  <a:pt x="567" y="1806"/>
                  <a:pt x="563" y="1805"/>
                  <a:pt x="560" y="1804"/>
                </a:cubicBezTo>
                <a:cubicBezTo>
                  <a:pt x="555" y="1802"/>
                  <a:pt x="551" y="1800"/>
                  <a:pt x="549" y="1797"/>
                </a:cubicBezTo>
                <a:cubicBezTo>
                  <a:pt x="546" y="1794"/>
                  <a:pt x="545" y="1790"/>
                  <a:pt x="545" y="1786"/>
                </a:cubicBezTo>
                <a:cubicBezTo>
                  <a:pt x="545" y="1783"/>
                  <a:pt x="546" y="1780"/>
                  <a:pt x="548" y="1777"/>
                </a:cubicBezTo>
                <a:cubicBezTo>
                  <a:pt x="548" y="1776"/>
                  <a:pt x="549" y="1776"/>
                  <a:pt x="549" y="1776"/>
                </a:cubicBezTo>
                <a:cubicBezTo>
                  <a:pt x="549" y="1775"/>
                  <a:pt x="549" y="1774"/>
                  <a:pt x="550" y="1774"/>
                </a:cubicBezTo>
                <a:cubicBezTo>
                  <a:pt x="551" y="1772"/>
                  <a:pt x="551" y="1772"/>
                  <a:pt x="551" y="1772"/>
                </a:cubicBezTo>
                <a:cubicBezTo>
                  <a:pt x="551" y="1772"/>
                  <a:pt x="551" y="1772"/>
                  <a:pt x="551" y="1772"/>
                </a:cubicBezTo>
                <a:cubicBezTo>
                  <a:pt x="558" y="1761"/>
                  <a:pt x="566" y="1750"/>
                  <a:pt x="574" y="1739"/>
                </a:cubicBezTo>
                <a:cubicBezTo>
                  <a:pt x="579" y="1730"/>
                  <a:pt x="585" y="1720"/>
                  <a:pt x="592" y="1713"/>
                </a:cubicBezTo>
                <a:cubicBezTo>
                  <a:pt x="593" y="1712"/>
                  <a:pt x="593" y="1711"/>
                  <a:pt x="594" y="1710"/>
                </a:cubicBezTo>
                <a:cubicBezTo>
                  <a:pt x="594" y="1710"/>
                  <a:pt x="595" y="1710"/>
                  <a:pt x="595" y="1710"/>
                </a:cubicBezTo>
                <a:cubicBezTo>
                  <a:pt x="596" y="1708"/>
                  <a:pt x="598" y="1707"/>
                  <a:pt x="600" y="1705"/>
                </a:cubicBezTo>
                <a:cubicBezTo>
                  <a:pt x="600" y="1705"/>
                  <a:pt x="600" y="1705"/>
                  <a:pt x="600" y="1705"/>
                </a:cubicBezTo>
                <a:cubicBezTo>
                  <a:pt x="600" y="1705"/>
                  <a:pt x="600" y="1705"/>
                  <a:pt x="600" y="1705"/>
                </a:cubicBezTo>
                <a:cubicBezTo>
                  <a:pt x="610" y="1697"/>
                  <a:pt x="622" y="1692"/>
                  <a:pt x="635" y="1690"/>
                </a:cubicBezTo>
                <a:cubicBezTo>
                  <a:pt x="635" y="1690"/>
                  <a:pt x="635" y="1690"/>
                  <a:pt x="635" y="1690"/>
                </a:cubicBezTo>
                <a:cubicBezTo>
                  <a:pt x="636" y="1690"/>
                  <a:pt x="636" y="1690"/>
                  <a:pt x="636" y="1690"/>
                </a:cubicBezTo>
                <a:cubicBezTo>
                  <a:pt x="638" y="1689"/>
                  <a:pt x="640" y="1689"/>
                  <a:pt x="643" y="1688"/>
                </a:cubicBezTo>
                <a:cubicBezTo>
                  <a:pt x="644" y="1688"/>
                  <a:pt x="646" y="1688"/>
                  <a:pt x="647" y="1688"/>
                </a:cubicBezTo>
                <a:cubicBezTo>
                  <a:pt x="649" y="1688"/>
                  <a:pt x="650" y="1688"/>
                  <a:pt x="652" y="1688"/>
                </a:cubicBezTo>
                <a:cubicBezTo>
                  <a:pt x="653" y="1687"/>
                  <a:pt x="654" y="1687"/>
                  <a:pt x="655" y="1687"/>
                </a:cubicBezTo>
                <a:cubicBezTo>
                  <a:pt x="656" y="1687"/>
                  <a:pt x="656" y="1687"/>
                  <a:pt x="656" y="1687"/>
                </a:cubicBezTo>
                <a:cubicBezTo>
                  <a:pt x="656" y="1687"/>
                  <a:pt x="656" y="1687"/>
                  <a:pt x="656" y="1687"/>
                </a:cubicBezTo>
                <a:cubicBezTo>
                  <a:pt x="683" y="1687"/>
                  <a:pt x="709" y="1687"/>
                  <a:pt x="736" y="1687"/>
                </a:cubicBezTo>
                <a:cubicBezTo>
                  <a:pt x="736" y="1687"/>
                  <a:pt x="736" y="1687"/>
                  <a:pt x="736" y="1687"/>
                </a:cubicBezTo>
                <a:cubicBezTo>
                  <a:pt x="740" y="1687"/>
                  <a:pt x="740" y="1687"/>
                  <a:pt x="740" y="1687"/>
                </a:cubicBezTo>
                <a:cubicBezTo>
                  <a:pt x="747" y="1687"/>
                  <a:pt x="753" y="1688"/>
                  <a:pt x="757" y="1689"/>
                </a:cubicBezTo>
                <a:cubicBezTo>
                  <a:pt x="759" y="1690"/>
                  <a:pt x="760" y="1690"/>
                  <a:pt x="761" y="1691"/>
                </a:cubicBezTo>
                <a:cubicBezTo>
                  <a:pt x="761" y="1691"/>
                  <a:pt x="762" y="1691"/>
                  <a:pt x="763" y="1691"/>
                </a:cubicBezTo>
                <a:cubicBezTo>
                  <a:pt x="763" y="1692"/>
                  <a:pt x="763" y="1692"/>
                  <a:pt x="764" y="1692"/>
                </a:cubicBezTo>
                <a:cubicBezTo>
                  <a:pt x="771" y="1695"/>
                  <a:pt x="775" y="1701"/>
                  <a:pt x="773" y="1710"/>
                </a:cubicBezTo>
                <a:close/>
                <a:moveTo>
                  <a:pt x="828" y="1613"/>
                </a:moveTo>
                <a:cubicBezTo>
                  <a:pt x="827" y="1614"/>
                  <a:pt x="827" y="1614"/>
                  <a:pt x="827" y="1614"/>
                </a:cubicBezTo>
                <a:cubicBezTo>
                  <a:pt x="827" y="1614"/>
                  <a:pt x="827" y="1614"/>
                  <a:pt x="827" y="1614"/>
                </a:cubicBezTo>
                <a:cubicBezTo>
                  <a:pt x="826" y="1616"/>
                  <a:pt x="825" y="1617"/>
                  <a:pt x="824" y="1619"/>
                </a:cubicBezTo>
                <a:cubicBezTo>
                  <a:pt x="824" y="1619"/>
                  <a:pt x="824" y="1619"/>
                  <a:pt x="823" y="1619"/>
                </a:cubicBezTo>
                <a:cubicBezTo>
                  <a:pt x="817" y="1627"/>
                  <a:pt x="807" y="1632"/>
                  <a:pt x="797" y="1635"/>
                </a:cubicBezTo>
                <a:cubicBezTo>
                  <a:pt x="797" y="1635"/>
                  <a:pt x="797" y="1635"/>
                  <a:pt x="797" y="1635"/>
                </a:cubicBezTo>
                <a:cubicBezTo>
                  <a:pt x="795" y="1636"/>
                  <a:pt x="794" y="1636"/>
                  <a:pt x="792" y="1636"/>
                </a:cubicBezTo>
                <a:cubicBezTo>
                  <a:pt x="791" y="1637"/>
                  <a:pt x="790" y="1637"/>
                  <a:pt x="789" y="1637"/>
                </a:cubicBezTo>
                <a:cubicBezTo>
                  <a:pt x="788" y="1637"/>
                  <a:pt x="788" y="1638"/>
                  <a:pt x="787" y="1638"/>
                </a:cubicBezTo>
                <a:cubicBezTo>
                  <a:pt x="781" y="1639"/>
                  <a:pt x="774" y="1640"/>
                  <a:pt x="768" y="1640"/>
                </a:cubicBezTo>
                <a:cubicBezTo>
                  <a:pt x="767" y="1640"/>
                  <a:pt x="767" y="1640"/>
                  <a:pt x="767" y="1640"/>
                </a:cubicBezTo>
                <a:cubicBezTo>
                  <a:pt x="756" y="1641"/>
                  <a:pt x="745" y="1640"/>
                  <a:pt x="735" y="1640"/>
                </a:cubicBezTo>
                <a:cubicBezTo>
                  <a:pt x="718" y="1640"/>
                  <a:pt x="702" y="1640"/>
                  <a:pt x="685" y="1640"/>
                </a:cubicBezTo>
                <a:cubicBezTo>
                  <a:pt x="683" y="1640"/>
                  <a:pt x="680" y="1640"/>
                  <a:pt x="677" y="1640"/>
                </a:cubicBezTo>
                <a:cubicBezTo>
                  <a:pt x="677" y="1640"/>
                  <a:pt x="677" y="1640"/>
                  <a:pt x="676" y="1640"/>
                </a:cubicBezTo>
                <a:cubicBezTo>
                  <a:pt x="674" y="1639"/>
                  <a:pt x="672" y="1639"/>
                  <a:pt x="669" y="1638"/>
                </a:cubicBezTo>
                <a:cubicBezTo>
                  <a:pt x="669" y="1638"/>
                  <a:pt x="669" y="1638"/>
                  <a:pt x="669" y="1638"/>
                </a:cubicBezTo>
                <a:cubicBezTo>
                  <a:pt x="669" y="1638"/>
                  <a:pt x="669" y="1638"/>
                  <a:pt x="669" y="1638"/>
                </a:cubicBezTo>
                <a:cubicBezTo>
                  <a:pt x="662" y="1636"/>
                  <a:pt x="655" y="1632"/>
                  <a:pt x="655" y="1624"/>
                </a:cubicBezTo>
                <a:cubicBezTo>
                  <a:pt x="655" y="1623"/>
                  <a:pt x="655" y="1621"/>
                  <a:pt x="656" y="1620"/>
                </a:cubicBezTo>
                <a:cubicBezTo>
                  <a:pt x="656" y="1619"/>
                  <a:pt x="656" y="1619"/>
                  <a:pt x="656" y="1618"/>
                </a:cubicBezTo>
                <a:cubicBezTo>
                  <a:pt x="657" y="1617"/>
                  <a:pt x="657" y="1616"/>
                  <a:pt x="658" y="1614"/>
                </a:cubicBezTo>
                <a:cubicBezTo>
                  <a:pt x="658" y="1614"/>
                  <a:pt x="658" y="1614"/>
                  <a:pt x="658" y="1614"/>
                </a:cubicBezTo>
                <a:cubicBezTo>
                  <a:pt x="659" y="1613"/>
                  <a:pt x="659" y="1613"/>
                  <a:pt x="659" y="1613"/>
                </a:cubicBezTo>
                <a:cubicBezTo>
                  <a:pt x="660" y="1612"/>
                  <a:pt x="661" y="1610"/>
                  <a:pt x="662" y="1609"/>
                </a:cubicBezTo>
                <a:cubicBezTo>
                  <a:pt x="670" y="1597"/>
                  <a:pt x="678" y="1585"/>
                  <a:pt x="686" y="1572"/>
                </a:cubicBezTo>
                <a:cubicBezTo>
                  <a:pt x="687" y="1572"/>
                  <a:pt x="687" y="1572"/>
                  <a:pt x="687" y="1572"/>
                </a:cubicBezTo>
                <a:cubicBezTo>
                  <a:pt x="689" y="1568"/>
                  <a:pt x="689" y="1568"/>
                  <a:pt x="689" y="1568"/>
                </a:cubicBezTo>
                <a:cubicBezTo>
                  <a:pt x="692" y="1565"/>
                  <a:pt x="695" y="1562"/>
                  <a:pt x="699" y="1559"/>
                </a:cubicBezTo>
                <a:cubicBezTo>
                  <a:pt x="702" y="1557"/>
                  <a:pt x="705" y="1555"/>
                  <a:pt x="708" y="1554"/>
                </a:cubicBezTo>
                <a:cubicBezTo>
                  <a:pt x="709" y="1553"/>
                  <a:pt x="710" y="1553"/>
                  <a:pt x="711" y="1552"/>
                </a:cubicBezTo>
                <a:cubicBezTo>
                  <a:pt x="712" y="1552"/>
                  <a:pt x="712" y="1552"/>
                  <a:pt x="713" y="1551"/>
                </a:cubicBezTo>
                <a:cubicBezTo>
                  <a:pt x="713" y="1551"/>
                  <a:pt x="714" y="1551"/>
                  <a:pt x="714" y="1551"/>
                </a:cubicBezTo>
                <a:cubicBezTo>
                  <a:pt x="715" y="1551"/>
                  <a:pt x="715" y="1551"/>
                  <a:pt x="716" y="1550"/>
                </a:cubicBezTo>
                <a:cubicBezTo>
                  <a:pt x="720" y="1549"/>
                  <a:pt x="725" y="1547"/>
                  <a:pt x="730" y="1546"/>
                </a:cubicBezTo>
                <a:cubicBezTo>
                  <a:pt x="735" y="1545"/>
                  <a:pt x="741" y="1544"/>
                  <a:pt x="747" y="1544"/>
                </a:cubicBezTo>
                <a:cubicBezTo>
                  <a:pt x="763" y="1544"/>
                  <a:pt x="763" y="1544"/>
                  <a:pt x="763" y="1544"/>
                </a:cubicBezTo>
                <a:cubicBezTo>
                  <a:pt x="767" y="1544"/>
                  <a:pt x="770" y="1544"/>
                  <a:pt x="774" y="1544"/>
                </a:cubicBezTo>
                <a:cubicBezTo>
                  <a:pt x="789" y="1544"/>
                  <a:pt x="803" y="1544"/>
                  <a:pt x="818" y="1544"/>
                </a:cubicBezTo>
                <a:cubicBezTo>
                  <a:pt x="818" y="1544"/>
                  <a:pt x="818" y="1544"/>
                  <a:pt x="818" y="1544"/>
                </a:cubicBezTo>
                <a:cubicBezTo>
                  <a:pt x="824" y="1544"/>
                  <a:pt x="824" y="1544"/>
                  <a:pt x="824" y="1544"/>
                </a:cubicBezTo>
                <a:cubicBezTo>
                  <a:pt x="830" y="1544"/>
                  <a:pt x="835" y="1545"/>
                  <a:pt x="839" y="1546"/>
                </a:cubicBezTo>
                <a:cubicBezTo>
                  <a:pt x="843" y="1547"/>
                  <a:pt x="845" y="1548"/>
                  <a:pt x="847" y="1549"/>
                </a:cubicBezTo>
                <a:cubicBezTo>
                  <a:pt x="854" y="1553"/>
                  <a:pt x="858" y="1559"/>
                  <a:pt x="853" y="1568"/>
                </a:cubicBezTo>
                <a:cubicBezTo>
                  <a:pt x="848" y="1579"/>
                  <a:pt x="841" y="1590"/>
                  <a:pt x="835" y="1600"/>
                </a:cubicBezTo>
                <a:cubicBezTo>
                  <a:pt x="828" y="1613"/>
                  <a:pt x="828" y="1613"/>
                  <a:pt x="828" y="1613"/>
                </a:cubicBezTo>
                <a:cubicBezTo>
                  <a:pt x="828" y="1613"/>
                  <a:pt x="828" y="1613"/>
                  <a:pt x="828" y="1613"/>
                </a:cubicBezTo>
                <a:close/>
                <a:moveTo>
                  <a:pt x="1592" y="1771"/>
                </a:moveTo>
                <a:cubicBezTo>
                  <a:pt x="1592" y="1773"/>
                  <a:pt x="1592" y="1775"/>
                  <a:pt x="1591" y="1777"/>
                </a:cubicBezTo>
                <a:cubicBezTo>
                  <a:pt x="1591" y="1778"/>
                  <a:pt x="1591" y="1778"/>
                  <a:pt x="1591" y="1778"/>
                </a:cubicBezTo>
                <a:cubicBezTo>
                  <a:pt x="1590" y="1780"/>
                  <a:pt x="1590" y="1782"/>
                  <a:pt x="1589" y="1783"/>
                </a:cubicBezTo>
                <a:cubicBezTo>
                  <a:pt x="1589" y="1783"/>
                  <a:pt x="1589" y="1783"/>
                  <a:pt x="1589" y="1784"/>
                </a:cubicBezTo>
                <a:cubicBezTo>
                  <a:pt x="1588" y="1784"/>
                  <a:pt x="1588" y="1784"/>
                  <a:pt x="1588" y="1784"/>
                </a:cubicBezTo>
                <a:cubicBezTo>
                  <a:pt x="1587" y="1786"/>
                  <a:pt x="1586" y="1788"/>
                  <a:pt x="1584" y="1789"/>
                </a:cubicBezTo>
                <a:cubicBezTo>
                  <a:pt x="1584" y="1789"/>
                  <a:pt x="1584" y="1789"/>
                  <a:pt x="1584" y="1789"/>
                </a:cubicBezTo>
                <a:cubicBezTo>
                  <a:pt x="1582" y="1791"/>
                  <a:pt x="1581" y="1792"/>
                  <a:pt x="1579" y="1794"/>
                </a:cubicBezTo>
                <a:cubicBezTo>
                  <a:pt x="1578" y="1794"/>
                  <a:pt x="1578" y="1794"/>
                  <a:pt x="1578" y="1794"/>
                </a:cubicBezTo>
                <a:cubicBezTo>
                  <a:pt x="1578" y="1794"/>
                  <a:pt x="1577" y="1795"/>
                  <a:pt x="1577" y="1795"/>
                </a:cubicBezTo>
                <a:cubicBezTo>
                  <a:pt x="1575" y="1796"/>
                  <a:pt x="1573" y="1797"/>
                  <a:pt x="1571" y="1798"/>
                </a:cubicBezTo>
                <a:cubicBezTo>
                  <a:pt x="1571" y="1798"/>
                  <a:pt x="1571" y="1798"/>
                  <a:pt x="1570" y="1798"/>
                </a:cubicBezTo>
                <a:cubicBezTo>
                  <a:pt x="1569" y="1799"/>
                  <a:pt x="1567" y="1800"/>
                  <a:pt x="1566" y="1800"/>
                </a:cubicBezTo>
                <a:cubicBezTo>
                  <a:pt x="1565" y="1800"/>
                  <a:pt x="1564" y="1801"/>
                  <a:pt x="1563" y="1801"/>
                </a:cubicBezTo>
                <a:cubicBezTo>
                  <a:pt x="1563" y="1801"/>
                  <a:pt x="1563" y="1801"/>
                  <a:pt x="1562" y="1801"/>
                </a:cubicBezTo>
                <a:cubicBezTo>
                  <a:pt x="1562" y="1801"/>
                  <a:pt x="1561" y="1801"/>
                  <a:pt x="1561" y="1802"/>
                </a:cubicBezTo>
                <a:cubicBezTo>
                  <a:pt x="1559" y="1802"/>
                  <a:pt x="1557" y="1802"/>
                  <a:pt x="1555" y="1803"/>
                </a:cubicBezTo>
                <a:cubicBezTo>
                  <a:pt x="1553" y="1803"/>
                  <a:pt x="1551" y="1803"/>
                  <a:pt x="1550" y="1803"/>
                </a:cubicBezTo>
                <a:cubicBezTo>
                  <a:pt x="1548" y="1804"/>
                  <a:pt x="1546" y="1804"/>
                  <a:pt x="1544" y="1804"/>
                </a:cubicBezTo>
                <a:cubicBezTo>
                  <a:pt x="1544" y="1804"/>
                  <a:pt x="1543" y="1804"/>
                  <a:pt x="1542" y="1804"/>
                </a:cubicBezTo>
                <a:cubicBezTo>
                  <a:pt x="1540" y="1804"/>
                  <a:pt x="1540" y="1804"/>
                  <a:pt x="1540" y="1804"/>
                </a:cubicBezTo>
                <a:cubicBezTo>
                  <a:pt x="1540" y="1804"/>
                  <a:pt x="1540" y="1804"/>
                  <a:pt x="1540" y="1804"/>
                </a:cubicBezTo>
                <a:cubicBezTo>
                  <a:pt x="1530" y="1804"/>
                  <a:pt x="1519" y="1804"/>
                  <a:pt x="1509" y="1804"/>
                </a:cubicBezTo>
                <a:cubicBezTo>
                  <a:pt x="1461" y="1804"/>
                  <a:pt x="908" y="1806"/>
                  <a:pt x="869" y="1806"/>
                </a:cubicBezTo>
                <a:cubicBezTo>
                  <a:pt x="866" y="1806"/>
                  <a:pt x="863" y="1806"/>
                  <a:pt x="861" y="1805"/>
                </a:cubicBezTo>
                <a:cubicBezTo>
                  <a:pt x="857" y="1805"/>
                  <a:pt x="853" y="1804"/>
                  <a:pt x="850" y="1803"/>
                </a:cubicBezTo>
                <a:cubicBezTo>
                  <a:pt x="845" y="1802"/>
                  <a:pt x="841" y="1799"/>
                  <a:pt x="838" y="1796"/>
                </a:cubicBezTo>
                <a:cubicBezTo>
                  <a:pt x="835" y="1793"/>
                  <a:pt x="833" y="1790"/>
                  <a:pt x="832" y="1786"/>
                </a:cubicBezTo>
                <a:cubicBezTo>
                  <a:pt x="832" y="1782"/>
                  <a:pt x="832" y="1778"/>
                  <a:pt x="834" y="1773"/>
                </a:cubicBezTo>
                <a:cubicBezTo>
                  <a:pt x="836" y="1771"/>
                  <a:pt x="836" y="1771"/>
                  <a:pt x="836" y="1771"/>
                </a:cubicBezTo>
                <a:cubicBezTo>
                  <a:pt x="836" y="1771"/>
                  <a:pt x="836" y="1771"/>
                  <a:pt x="836" y="1771"/>
                </a:cubicBezTo>
                <a:cubicBezTo>
                  <a:pt x="842" y="1758"/>
                  <a:pt x="848" y="1745"/>
                  <a:pt x="854" y="1732"/>
                </a:cubicBezTo>
                <a:cubicBezTo>
                  <a:pt x="856" y="1730"/>
                  <a:pt x="857" y="1728"/>
                  <a:pt x="858" y="1726"/>
                </a:cubicBezTo>
                <a:cubicBezTo>
                  <a:pt x="862" y="1716"/>
                  <a:pt x="862" y="1716"/>
                  <a:pt x="862" y="1716"/>
                </a:cubicBezTo>
                <a:cubicBezTo>
                  <a:pt x="864" y="1712"/>
                  <a:pt x="868" y="1708"/>
                  <a:pt x="872" y="1704"/>
                </a:cubicBezTo>
                <a:cubicBezTo>
                  <a:pt x="873" y="1704"/>
                  <a:pt x="874" y="1703"/>
                  <a:pt x="875" y="1702"/>
                </a:cubicBezTo>
                <a:cubicBezTo>
                  <a:pt x="875" y="1702"/>
                  <a:pt x="876" y="1701"/>
                  <a:pt x="877" y="1701"/>
                </a:cubicBezTo>
                <a:cubicBezTo>
                  <a:pt x="878" y="1700"/>
                  <a:pt x="878" y="1700"/>
                  <a:pt x="879" y="1699"/>
                </a:cubicBezTo>
                <a:cubicBezTo>
                  <a:pt x="880" y="1699"/>
                  <a:pt x="880" y="1699"/>
                  <a:pt x="880" y="1699"/>
                </a:cubicBezTo>
                <a:cubicBezTo>
                  <a:pt x="881" y="1698"/>
                  <a:pt x="881" y="1698"/>
                  <a:pt x="882" y="1698"/>
                </a:cubicBezTo>
                <a:cubicBezTo>
                  <a:pt x="883" y="1697"/>
                  <a:pt x="885" y="1696"/>
                  <a:pt x="886" y="1695"/>
                </a:cubicBezTo>
                <a:cubicBezTo>
                  <a:pt x="887" y="1695"/>
                  <a:pt x="888" y="1695"/>
                  <a:pt x="889" y="1694"/>
                </a:cubicBezTo>
                <a:cubicBezTo>
                  <a:pt x="890" y="1694"/>
                  <a:pt x="891" y="1693"/>
                  <a:pt x="893" y="1693"/>
                </a:cubicBezTo>
                <a:cubicBezTo>
                  <a:pt x="895" y="1692"/>
                  <a:pt x="897" y="1691"/>
                  <a:pt x="899" y="1690"/>
                </a:cubicBezTo>
                <a:cubicBezTo>
                  <a:pt x="900" y="1690"/>
                  <a:pt x="901" y="1690"/>
                  <a:pt x="903" y="1689"/>
                </a:cubicBezTo>
                <a:cubicBezTo>
                  <a:pt x="903" y="1689"/>
                  <a:pt x="904" y="1689"/>
                  <a:pt x="904" y="1689"/>
                </a:cubicBezTo>
                <a:cubicBezTo>
                  <a:pt x="910" y="1687"/>
                  <a:pt x="917" y="1687"/>
                  <a:pt x="923" y="1687"/>
                </a:cubicBezTo>
                <a:cubicBezTo>
                  <a:pt x="923" y="1687"/>
                  <a:pt x="1503" y="1685"/>
                  <a:pt x="1525" y="1685"/>
                </a:cubicBezTo>
                <a:cubicBezTo>
                  <a:pt x="1531" y="1685"/>
                  <a:pt x="1538" y="1685"/>
                  <a:pt x="1545" y="1685"/>
                </a:cubicBezTo>
                <a:cubicBezTo>
                  <a:pt x="1548" y="1685"/>
                  <a:pt x="1551" y="1685"/>
                  <a:pt x="1554" y="1686"/>
                </a:cubicBezTo>
                <a:cubicBezTo>
                  <a:pt x="1554" y="1686"/>
                  <a:pt x="1555" y="1686"/>
                  <a:pt x="1555" y="1686"/>
                </a:cubicBezTo>
                <a:cubicBezTo>
                  <a:pt x="1557" y="1686"/>
                  <a:pt x="1560" y="1686"/>
                  <a:pt x="1562" y="1687"/>
                </a:cubicBezTo>
                <a:cubicBezTo>
                  <a:pt x="1562" y="1687"/>
                  <a:pt x="1563" y="1687"/>
                  <a:pt x="1563" y="1687"/>
                </a:cubicBezTo>
                <a:cubicBezTo>
                  <a:pt x="1563" y="1687"/>
                  <a:pt x="1563" y="1687"/>
                  <a:pt x="1563" y="1687"/>
                </a:cubicBezTo>
                <a:cubicBezTo>
                  <a:pt x="1566" y="1688"/>
                  <a:pt x="1568" y="1689"/>
                  <a:pt x="1570" y="1690"/>
                </a:cubicBezTo>
                <a:cubicBezTo>
                  <a:pt x="1570" y="1690"/>
                  <a:pt x="1571" y="1690"/>
                  <a:pt x="1571" y="1690"/>
                </a:cubicBezTo>
                <a:cubicBezTo>
                  <a:pt x="1573" y="1691"/>
                  <a:pt x="1575" y="1692"/>
                  <a:pt x="1577" y="1693"/>
                </a:cubicBezTo>
                <a:cubicBezTo>
                  <a:pt x="1577" y="1693"/>
                  <a:pt x="1577" y="1693"/>
                  <a:pt x="1578" y="1693"/>
                </a:cubicBezTo>
                <a:cubicBezTo>
                  <a:pt x="1578" y="1694"/>
                  <a:pt x="1578" y="1694"/>
                  <a:pt x="1578" y="1694"/>
                </a:cubicBezTo>
                <a:cubicBezTo>
                  <a:pt x="1580" y="1695"/>
                  <a:pt x="1581" y="1696"/>
                  <a:pt x="1582" y="1697"/>
                </a:cubicBezTo>
                <a:cubicBezTo>
                  <a:pt x="1584" y="1698"/>
                  <a:pt x="1586" y="1700"/>
                  <a:pt x="1588" y="1703"/>
                </a:cubicBezTo>
                <a:cubicBezTo>
                  <a:pt x="1590" y="1706"/>
                  <a:pt x="1592" y="1710"/>
                  <a:pt x="1592" y="1714"/>
                </a:cubicBezTo>
                <a:cubicBezTo>
                  <a:pt x="1592" y="1717"/>
                  <a:pt x="1592" y="1717"/>
                  <a:pt x="1592" y="1717"/>
                </a:cubicBezTo>
                <a:cubicBezTo>
                  <a:pt x="1592" y="1717"/>
                  <a:pt x="1592" y="1717"/>
                  <a:pt x="1592" y="1717"/>
                </a:cubicBezTo>
                <a:cubicBezTo>
                  <a:pt x="1592" y="1731"/>
                  <a:pt x="1592" y="1746"/>
                  <a:pt x="1592" y="1760"/>
                </a:cubicBezTo>
                <a:cubicBezTo>
                  <a:pt x="1592" y="1764"/>
                  <a:pt x="1593" y="1767"/>
                  <a:pt x="1592" y="1771"/>
                </a:cubicBezTo>
                <a:close/>
                <a:moveTo>
                  <a:pt x="1671" y="1490"/>
                </a:moveTo>
                <a:cubicBezTo>
                  <a:pt x="1671" y="1490"/>
                  <a:pt x="1670" y="1489"/>
                  <a:pt x="1670" y="1489"/>
                </a:cubicBezTo>
                <a:cubicBezTo>
                  <a:pt x="1670" y="1489"/>
                  <a:pt x="1669" y="1489"/>
                  <a:pt x="1669" y="1488"/>
                </a:cubicBezTo>
                <a:cubicBezTo>
                  <a:pt x="1667" y="1486"/>
                  <a:pt x="1666" y="1483"/>
                  <a:pt x="1665" y="1480"/>
                </a:cubicBezTo>
                <a:cubicBezTo>
                  <a:pt x="1665" y="1477"/>
                  <a:pt x="1665" y="1477"/>
                  <a:pt x="1665" y="1477"/>
                </a:cubicBezTo>
                <a:cubicBezTo>
                  <a:pt x="1665" y="1475"/>
                  <a:pt x="1665" y="1473"/>
                  <a:pt x="1665" y="1471"/>
                </a:cubicBezTo>
                <a:cubicBezTo>
                  <a:pt x="1665" y="1471"/>
                  <a:pt x="1665" y="1471"/>
                  <a:pt x="1665" y="1471"/>
                </a:cubicBezTo>
                <a:cubicBezTo>
                  <a:pt x="1664" y="1463"/>
                  <a:pt x="1662" y="1454"/>
                  <a:pt x="1663" y="1445"/>
                </a:cubicBezTo>
                <a:cubicBezTo>
                  <a:pt x="1663" y="1443"/>
                  <a:pt x="1663" y="1443"/>
                  <a:pt x="1663" y="1443"/>
                </a:cubicBezTo>
                <a:cubicBezTo>
                  <a:pt x="1662" y="1440"/>
                  <a:pt x="1663" y="1437"/>
                  <a:pt x="1665" y="1435"/>
                </a:cubicBezTo>
                <a:cubicBezTo>
                  <a:pt x="1667" y="1433"/>
                  <a:pt x="1669" y="1431"/>
                  <a:pt x="1673" y="1429"/>
                </a:cubicBezTo>
                <a:cubicBezTo>
                  <a:pt x="1676" y="1427"/>
                  <a:pt x="1680" y="1426"/>
                  <a:pt x="1684" y="1425"/>
                </a:cubicBezTo>
                <a:cubicBezTo>
                  <a:pt x="1684" y="1425"/>
                  <a:pt x="1684" y="1425"/>
                  <a:pt x="1684" y="1425"/>
                </a:cubicBezTo>
                <a:cubicBezTo>
                  <a:pt x="1685" y="1425"/>
                  <a:pt x="1685" y="1425"/>
                  <a:pt x="1685" y="1425"/>
                </a:cubicBezTo>
                <a:cubicBezTo>
                  <a:pt x="1687" y="1424"/>
                  <a:pt x="1689" y="1424"/>
                  <a:pt x="1690" y="1424"/>
                </a:cubicBezTo>
                <a:cubicBezTo>
                  <a:pt x="1691" y="1424"/>
                  <a:pt x="1692" y="1424"/>
                  <a:pt x="1693" y="1424"/>
                </a:cubicBezTo>
                <a:cubicBezTo>
                  <a:pt x="1700" y="1423"/>
                  <a:pt x="1708" y="1423"/>
                  <a:pt x="1716" y="1423"/>
                </a:cubicBezTo>
                <a:cubicBezTo>
                  <a:pt x="1769" y="1423"/>
                  <a:pt x="1769" y="1423"/>
                  <a:pt x="1769" y="1423"/>
                </a:cubicBezTo>
                <a:cubicBezTo>
                  <a:pt x="1772" y="1423"/>
                  <a:pt x="1775" y="1423"/>
                  <a:pt x="1778" y="1424"/>
                </a:cubicBezTo>
                <a:cubicBezTo>
                  <a:pt x="1792" y="1425"/>
                  <a:pt x="1808" y="1429"/>
                  <a:pt x="1810" y="1442"/>
                </a:cubicBezTo>
                <a:cubicBezTo>
                  <a:pt x="1814" y="1454"/>
                  <a:pt x="1815" y="1466"/>
                  <a:pt x="1817" y="1478"/>
                </a:cubicBezTo>
                <a:cubicBezTo>
                  <a:pt x="1818" y="1480"/>
                  <a:pt x="1818" y="1480"/>
                  <a:pt x="1818" y="1480"/>
                </a:cubicBezTo>
                <a:cubicBezTo>
                  <a:pt x="1818" y="1482"/>
                  <a:pt x="1818" y="1485"/>
                  <a:pt x="1817" y="1487"/>
                </a:cubicBezTo>
                <a:cubicBezTo>
                  <a:pt x="1817" y="1487"/>
                  <a:pt x="1817" y="1488"/>
                  <a:pt x="1816" y="1488"/>
                </a:cubicBezTo>
                <a:cubicBezTo>
                  <a:pt x="1816" y="1488"/>
                  <a:pt x="1816" y="1488"/>
                  <a:pt x="1816" y="1488"/>
                </a:cubicBezTo>
                <a:cubicBezTo>
                  <a:pt x="1816" y="1488"/>
                  <a:pt x="1816" y="1488"/>
                  <a:pt x="1816" y="1488"/>
                </a:cubicBezTo>
                <a:cubicBezTo>
                  <a:pt x="1813" y="1494"/>
                  <a:pt x="1807" y="1497"/>
                  <a:pt x="1799" y="1499"/>
                </a:cubicBezTo>
                <a:cubicBezTo>
                  <a:pt x="1798" y="1499"/>
                  <a:pt x="1798" y="1499"/>
                  <a:pt x="1797" y="1499"/>
                </a:cubicBezTo>
                <a:cubicBezTo>
                  <a:pt x="1796" y="1500"/>
                  <a:pt x="1796" y="1500"/>
                  <a:pt x="1795" y="1500"/>
                </a:cubicBezTo>
                <a:cubicBezTo>
                  <a:pt x="1794" y="1500"/>
                  <a:pt x="1794" y="1500"/>
                  <a:pt x="1793" y="1500"/>
                </a:cubicBezTo>
                <a:cubicBezTo>
                  <a:pt x="1792" y="1500"/>
                  <a:pt x="1790" y="1501"/>
                  <a:pt x="1789" y="1501"/>
                </a:cubicBezTo>
                <a:cubicBezTo>
                  <a:pt x="1771" y="1503"/>
                  <a:pt x="1750" y="1501"/>
                  <a:pt x="1741" y="1501"/>
                </a:cubicBezTo>
                <a:cubicBezTo>
                  <a:pt x="1707" y="1501"/>
                  <a:pt x="1707" y="1501"/>
                  <a:pt x="1707" y="1501"/>
                </a:cubicBezTo>
                <a:cubicBezTo>
                  <a:pt x="1704" y="1501"/>
                  <a:pt x="1702" y="1501"/>
                  <a:pt x="1699" y="1501"/>
                </a:cubicBezTo>
                <a:cubicBezTo>
                  <a:pt x="1697" y="1501"/>
                  <a:pt x="1695" y="1500"/>
                  <a:pt x="1693" y="1500"/>
                </a:cubicBezTo>
                <a:cubicBezTo>
                  <a:pt x="1693" y="1500"/>
                  <a:pt x="1692" y="1500"/>
                  <a:pt x="1692" y="1500"/>
                </a:cubicBezTo>
                <a:cubicBezTo>
                  <a:pt x="1691" y="1500"/>
                  <a:pt x="1691" y="1500"/>
                  <a:pt x="1691" y="1500"/>
                </a:cubicBezTo>
                <a:cubicBezTo>
                  <a:pt x="1689" y="1499"/>
                  <a:pt x="1687" y="1499"/>
                  <a:pt x="1685" y="1498"/>
                </a:cubicBezTo>
                <a:cubicBezTo>
                  <a:pt x="1684" y="1498"/>
                  <a:pt x="1684" y="1497"/>
                  <a:pt x="1683" y="1497"/>
                </a:cubicBezTo>
                <a:cubicBezTo>
                  <a:pt x="1681" y="1496"/>
                  <a:pt x="1680" y="1496"/>
                  <a:pt x="1678" y="1495"/>
                </a:cubicBezTo>
                <a:cubicBezTo>
                  <a:pt x="1676" y="1494"/>
                  <a:pt x="1674" y="1492"/>
                  <a:pt x="1672" y="1491"/>
                </a:cubicBezTo>
                <a:cubicBezTo>
                  <a:pt x="1672" y="1491"/>
                  <a:pt x="1671" y="1490"/>
                  <a:pt x="1671" y="1490"/>
                </a:cubicBezTo>
                <a:close/>
                <a:moveTo>
                  <a:pt x="1680" y="1622"/>
                </a:moveTo>
                <a:cubicBezTo>
                  <a:pt x="1677" y="1618"/>
                  <a:pt x="1676" y="1615"/>
                  <a:pt x="1675" y="1612"/>
                </a:cubicBezTo>
                <a:cubicBezTo>
                  <a:pt x="1675" y="1607"/>
                  <a:pt x="1675" y="1607"/>
                  <a:pt x="1675" y="1607"/>
                </a:cubicBezTo>
                <a:cubicBezTo>
                  <a:pt x="1675" y="1607"/>
                  <a:pt x="1675" y="1607"/>
                  <a:pt x="1675" y="1607"/>
                </a:cubicBezTo>
                <a:cubicBezTo>
                  <a:pt x="1674" y="1593"/>
                  <a:pt x="1673" y="1580"/>
                  <a:pt x="1672" y="1567"/>
                </a:cubicBezTo>
                <a:cubicBezTo>
                  <a:pt x="1672" y="1567"/>
                  <a:pt x="1672" y="1567"/>
                  <a:pt x="1672" y="1567"/>
                </a:cubicBezTo>
                <a:cubicBezTo>
                  <a:pt x="1672" y="1566"/>
                  <a:pt x="1672" y="1566"/>
                  <a:pt x="1672" y="1566"/>
                </a:cubicBezTo>
                <a:cubicBezTo>
                  <a:pt x="1672" y="1565"/>
                  <a:pt x="1672" y="1564"/>
                  <a:pt x="1672" y="1563"/>
                </a:cubicBezTo>
                <a:cubicBezTo>
                  <a:pt x="1675" y="1535"/>
                  <a:pt x="1735" y="1542"/>
                  <a:pt x="1754" y="1542"/>
                </a:cubicBezTo>
                <a:cubicBezTo>
                  <a:pt x="1776" y="1542"/>
                  <a:pt x="1819" y="1537"/>
                  <a:pt x="1832" y="1559"/>
                </a:cubicBezTo>
                <a:cubicBezTo>
                  <a:pt x="1833" y="1561"/>
                  <a:pt x="1835" y="1563"/>
                  <a:pt x="1835" y="1565"/>
                </a:cubicBezTo>
                <a:cubicBezTo>
                  <a:pt x="1836" y="1568"/>
                  <a:pt x="1836" y="1568"/>
                  <a:pt x="1836" y="1568"/>
                </a:cubicBezTo>
                <a:cubicBezTo>
                  <a:pt x="1836" y="1568"/>
                  <a:pt x="1836" y="1568"/>
                  <a:pt x="1836" y="1568"/>
                </a:cubicBezTo>
                <a:cubicBezTo>
                  <a:pt x="1837" y="1575"/>
                  <a:pt x="1838" y="1581"/>
                  <a:pt x="1840" y="1588"/>
                </a:cubicBezTo>
                <a:cubicBezTo>
                  <a:pt x="1844" y="1611"/>
                  <a:pt x="1844" y="1611"/>
                  <a:pt x="1844" y="1611"/>
                </a:cubicBezTo>
                <a:cubicBezTo>
                  <a:pt x="1845" y="1615"/>
                  <a:pt x="1844" y="1618"/>
                  <a:pt x="1843" y="1621"/>
                </a:cubicBezTo>
                <a:cubicBezTo>
                  <a:pt x="1842" y="1623"/>
                  <a:pt x="1840" y="1625"/>
                  <a:pt x="1838" y="1627"/>
                </a:cubicBezTo>
                <a:cubicBezTo>
                  <a:pt x="1838" y="1627"/>
                  <a:pt x="1837" y="1628"/>
                  <a:pt x="1836" y="1629"/>
                </a:cubicBezTo>
                <a:cubicBezTo>
                  <a:pt x="1836" y="1629"/>
                  <a:pt x="1835" y="1629"/>
                  <a:pt x="1835" y="1630"/>
                </a:cubicBezTo>
                <a:cubicBezTo>
                  <a:pt x="1835" y="1630"/>
                  <a:pt x="1834" y="1630"/>
                  <a:pt x="1834" y="1630"/>
                </a:cubicBezTo>
                <a:cubicBezTo>
                  <a:pt x="1833" y="1631"/>
                  <a:pt x="1832" y="1631"/>
                  <a:pt x="1830" y="1632"/>
                </a:cubicBezTo>
                <a:cubicBezTo>
                  <a:pt x="1829" y="1633"/>
                  <a:pt x="1828" y="1633"/>
                  <a:pt x="1827" y="1634"/>
                </a:cubicBezTo>
                <a:cubicBezTo>
                  <a:pt x="1826" y="1634"/>
                  <a:pt x="1825" y="1634"/>
                  <a:pt x="1825" y="1634"/>
                </a:cubicBezTo>
                <a:cubicBezTo>
                  <a:pt x="1824" y="1635"/>
                  <a:pt x="1823" y="1635"/>
                  <a:pt x="1822" y="1635"/>
                </a:cubicBezTo>
                <a:cubicBezTo>
                  <a:pt x="1821" y="1635"/>
                  <a:pt x="1820" y="1636"/>
                  <a:pt x="1819" y="1636"/>
                </a:cubicBezTo>
                <a:cubicBezTo>
                  <a:pt x="1818" y="1636"/>
                  <a:pt x="1818" y="1636"/>
                  <a:pt x="1818" y="1636"/>
                </a:cubicBezTo>
                <a:cubicBezTo>
                  <a:pt x="1816" y="1636"/>
                  <a:pt x="1814" y="1637"/>
                  <a:pt x="1812" y="1637"/>
                </a:cubicBezTo>
                <a:cubicBezTo>
                  <a:pt x="1809" y="1637"/>
                  <a:pt x="1807" y="1637"/>
                  <a:pt x="1805" y="1637"/>
                </a:cubicBezTo>
                <a:cubicBezTo>
                  <a:pt x="1805" y="1637"/>
                  <a:pt x="1805" y="1637"/>
                  <a:pt x="1805" y="1637"/>
                </a:cubicBezTo>
                <a:cubicBezTo>
                  <a:pt x="1804" y="1637"/>
                  <a:pt x="1804" y="1637"/>
                  <a:pt x="1804" y="1637"/>
                </a:cubicBezTo>
                <a:cubicBezTo>
                  <a:pt x="1804" y="1637"/>
                  <a:pt x="1804" y="1637"/>
                  <a:pt x="1804" y="1637"/>
                </a:cubicBezTo>
                <a:cubicBezTo>
                  <a:pt x="1777" y="1637"/>
                  <a:pt x="1750" y="1637"/>
                  <a:pt x="1722" y="1638"/>
                </a:cubicBezTo>
                <a:cubicBezTo>
                  <a:pt x="1719" y="1638"/>
                  <a:pt x="1716" y="1637"/>
                  <a:pt x="1714" y="1637"/>
                </a:cubicBezTo>
                <a:cubicBezTo>
                  <a:pt x="1713" y="1637"/>
                  <a:pt x="1712" y="1637"/>
                  <a:pt x="1712" y="1637"/>
                </a:cubicBezTo>
                <a:cubicBezTo>
                  <a:pt x="1709" y="1636"/>
                  <a:pt x="1707" y="1636"/>
                  <a:pt x="1705" y="1636"/>
                </a:cubicBezTo>
                <a:cubicBezTo>
                  <a:pt x="1705" y="1636"/>
                  <a:pt x="1705" y="1636"/>
                  <a:pt x="1705" y="1636"/>
                </a:cubicBezTo>
                <a:cubicBezTo>
                  <a:pt x="1704" y="1635"/>
                  <a:pt x="1704" y="1635"/>
                  <a:pt x="1704" y="1635"/>
                </a:cubicBezTo>
                <a:cubicBezTo>
                  <a:pt x="1701" y="1635"/>
                  <a:pt x="1699" y="1634"/>
                  <a:pt x="1697" y="1633"/>
                </a:cubicBezTo>
                <a:cubicBezTo>
                  <a:pt x="1696" y="1633"/>
                  <a:pt x="1695" y="1632"/>
                  <a:pt x="1695" y="1632"/>
                </a:cubicBezTo>
                <a:cubicBezTo>
                  <a:pt x="1693" y="1632"/>
                  <a:pt x="1692" y="1631"/>
                  <a:pt x="1691" y="1630"/>
                </a:cubicBezTo>
                <a:cubicBezTo>
                  <a:pt x="1691" y="1630"/>
                  <a:pt x="1690" y="1630"/>
                  <a:pt x="1690" y="1630"/>
                </a:cubicBezTo>
                <a:cubicBezTo>
                  <a:pt x="1686" y="1628"/>
                  <a:pt x="1682" y="1625"/>
                  <a:pt x="1680" y="1622"/>
                </a:cubicBezTo>
                <a:close/>
                <a:moveTo>
                  <a:pt x="1875" y="1783"/>
                </a:moveTo>
                <a:cubicBezTo>
                  <a:pt x="1873" y="1787"/>
                  <a:pt x="1870" y="1790"/>
                  <a:pt x="1866" y="1793"/>
                </a:cubicBezTo>
                <a:cubicBezTo>
                  <a:pt x="1862" y="1796"/>
                  <a:pt x="1858" y="1799"/>
                  <a:pt x="1852" y="1800"/>
                </a:cubicBezTo>
                <a:cubicBezTo>
                  <a:pt x="1846" y="1802"/>
                  <a:pt x="1840" y="1803"/>
                  <a:pt x="1833" y="1803"/>
                </a:cubicBezTo>
                <a:cubicBezTo>
                  <a:pt x="1815" y="1803"/>
                  <a:pt x="1815" y="1803"/>
                  <a:pt x="1815" y="1803"/>
                </a:cubicBezTo>
                <a:cubicBezTo>
                  <a:pt x="1814" y="1803"/>
                  <a:pt x="1814" y="1803"/>
                  <a:pt x="1814" y="1803"/>
                </a:cubicBezTo>
                <a:cubicBezTo>
                  <a:pt x="1789" y="1803"/>
                  <a:pt x="1765" y="1803"/>
                  <a:pt x="1740" y="1803"/>
                </a:cubicBezTo>
                <a:cubicBezTo>
                  <a:pt x="1737" y="1803"/>
                  <a:pt x="1734" y="1803"/>
                  <a:pt x="1731" y="1803"/>
                </a:cubicBezTo>
                <a:cubicBezTo>
                  <a:pt x="1730" y="1803"/>
                  <a:pt x="1730" y="1803"/>
                  <a:pt x="1729" y="1803"/>
                </a:cubicBezTo>
                <a:cubicBezTo>
                  <a:pt x="1726" y="1802"/>
                  <a:pt x="1724" y="1802"/>
                  <a:pt x="1721" y="1801"/>
                </a:cubicBezTo>
                <a:cubicBezTo>
                  <a:pt x="1721" y="1801"/>
                  <a:pt x="1721" y="1801"/>
                  <a:pt x="1720" y="1801"/>
                </a:cubicBezTo>
                <a:cubicBezTo>
                  <a:pt x="1720" y="1801"/>
                  <a:pt x="1720" y="1801"/>
                  <a:pt x="1720" y="1801"/>
                </a:cubicBezTo>
                <a:cubicBezTo>
                  <a:pt x="1709" y="1798"/>
                  <a:pt x="1698" y="1792"/>
                  <a:pt x="1692" y="1783"/>
                </a:cubicBezTo>
                <a:cubicBezTo>
                  <a:pt x="1692" y="1783"/>
                  <a:pt x="1692" y="1783"/>
                  <a:pt x="1692" y="1783"/>
                </a:cubicBezTo>
                <a:cubicBezTo>
                  <a:pt x="1692" y="1783"/>
                  <a:pt x="1692" y="1783"/>
                  <a:pt x="1692" y="1783"/>
                </a:cubicBezTo>
                <a:cubicBezTo>
                  <a:pt x="1691" y="1782"/>
                  <a:pt x="1690" y="1780"/>
                  <a:pt x="1690" y="1778"/>
                </a:cubicBezTo>
                <a:cubicBezTo>
                  <a:pt x="1689" y="1777"/>
                  <a:pt x="1689" y="1776"/>
                  <a:pt x="1689" y="1775"/>
                </a:cubicBezTo>
                <a:cubicBezTo>
                  <a:pt x="1688" y="1774"/>
                  <a:pt x="1688" y="1773"/>
                  <a:pt x="1688" y="1772"/>
                </a:cubicBezTo>
                <a:cubicBezTo>
                  <a:pt x="1688" y="1772"/>
                  <a:pt x="1688" y="1771"/>
                  <a:pt x="1688" y="1771"/>
                </a:cubicBezTo>
                <a:cubicBezTo>
                  <a:pt x="1687" y="1769"/>
                  <a:pt x="1687" y="1769"/>
                  <a:pt x="1687" y="1769"/>
                </a:cubicBezTo>
                <a:cubicBezTo>
                  <a:pt x="1687" y="1769"/>
                  <a:pt x="1687" y="1769"/>
                  <a:pt x="1687" y="1769"/>
                </a:cubicBezTo>
                <a:cubicBezTo>
                  <a:pt x="1686" y="1756"/>
                  <a:pt x="1685" y="1742"/>
                  <a:pt x="1684" y="1728"/>
                </a:cubicBezTo>
                <a:cubicBezTo>
                  <a:pt x="1684" y="1725"/>
                  <a:pt x="1684" y="1723"/>
                  <a:pt x="1684" y="1721"/>
                </a:cubicBezTo>
                <a:cubicBezTo>
                  <a:pt x="1683" y="1714"/>
                  <a:pt x="1683" y="1714"/>
                  <a:pt x="1683" y="1714"/>
                </a:cubicBezTo>
                <a:cubicBezTo>
                  <a:pt x="1683" y="1713"/>
                  <a:pt x="1683" y="1713"/>
                  <a:pt x="1683" y="1713"/>
                </a:cubicBezTo>
                <a:cubicBezTo>
                  <a:pt x="1683" y="1711"/>
                  <a:pt x="1683" y="1710"/>
                  <a:pt x="1684" y="1709"/>
                </a:cubicBezTo>
                <a:cubicBezTo>
                  <a:pt x="1684" y="1708"/>
                  <a:pt x="1684" y="1707"/>
                  <a:pt x="1684" y="1707"/>
                </a:cubicBezTo>
                <a:cubicBezTo>
                  <a:pt x="1685" y="1706"/>
                  <a:pt x="1685" y="1705"/>
                  <a:pt x="1685" y="1704"/>
                </a:cubicBezTo>
                <a:cubicBezTo>
                  <a:pt x="1686" y="1703"/>
                  <a:pt x="1686" y="1703"/>
                  <a:pt x="1686" y="1702"/>
                </a:cubicBezTo>
                <a:cubicBezTo>
                  <a:pt x="1686" y="1702"/>
                  <a:pt x="1686" y="1702"/>
                  <a:pt x="1686" y="1702"/>
                </a:cubicBezTo>
                <a:cubicBezTo>
                  <a:pt x="1687" y="1700"/>
                  <a:pt x="1688" y="1699"/>
                  <a:pt x="1689" y="1698"/>
                </a:cubicBezTo>
                <a:cubicBezTo>
                  <a:pt x="1690" y="1697"/>
                  <a:pt x="1691" y="1697"/>
                  <a:pt x="1691" y="1696"/>
                </a:cubicBezTo>
                <a:cubicBezTo>
                  <a:pt x="1692" y="1695"/>
                  <a:pt x="1693" y="1695"/>
                  <a:pt x="1694" y="1694"/>
                </a:cubicBezTo>
                <a:cubicBezTo>
                  <a:pt x="1695" y="1694"/>
                  <a:pt x="1695" y="1693"/>
                  <a:pt x="1695" y="1693"/>
                </a:cubicBezTo>
                <a:cubicBezTo>
                  <a:pt x="1695" y="1693"/>
                  <a:pt x="1696" y="1693"/>
                  <a:pt x="1696" y="1693"/>
                </a:cubicBezTo>
                <a:cubicBezTo>
                  <a:pt x="1698" y="1692"/>
                  <a:pt x="1699" y="1691"/>
                  <a:pt x="1701" y="1690"/>
                </a:cubicBezTo>
                <a:cubicBezTo>
                  <a:pt x="1702" y="1690"/>
                  <a:pt x="1702" y="1689"/>
                  <a:pt x="1702" y="1689"/>
                </a:cubicBezTo>
                <a:cubicBezTo>
                  <a:pt x="1703" y="1689"/>
                  <a:pt x="1703" y="1689"/>
                  <a:pt x="1703" y="1689"/>
                </a:cubicBezTo>
                <a:cubicBezTo>
                  <a:pt x="1704" y="1689"/>
                  <a:pt x="1704" y="1689"/>
                  <a:pt x="1705" y="1688"/>
                </a:cubicBezTo>
                <a:cubicBezTo>
                  <a:pt x="1706" y="1688"/>
                  <a:pt x="1708" y="1687"/>
                  <a:pt x="1709" y="1687"/>
                </a:cubicBezTo>
                <a:cubicBezTo>
                  <a:pt x="1710" y="1687"/>
                  <a:pt x="1711" y="1686"/>
                  <a:pt x="1712" y="1686"/>
                </a:cubicBezTo>
                <a:cubicBezTo>
                  <a:pt x="1713" y="1686"/>
                  <a:pt x="1714" y="1686"/>
                  <a:pt x="1714" y="1686"/>
                </a:cubicBezTo>
                <a:cubicBezTo>
                  <a:pt x="1717" y="1685"/>
                  <a:pt x="1720" y="1685"/>
                  <a:pt x="1723" y="1685"/>
                </a:cubicBezTo>
                <a:cubicBezTo>
                  <a:pt x="1723" y="1685"/>
                  <a:pt x="1724" y="1685"/>
                  <a:pt x="1724" y="1685"/>
                </a:cubicBezTo>
                <a:cubicBezTo>
                  <a:pt x="1725" y="1685"/>
                  <a:pt x="1726" y="1685"/>
                  <a:pt x="1727" y="1685"/>
                </a:cubicBezTo>
                <a:cubicBezTo>
                  <a:pt x="1731" y="1685"/>
                  <a:pt x="1731" y="1685"/>
                  <a:pt x="1731" y="1685"/>
                </a:cubicBezTo>
                <a:cubicBezTo>
                  <a:pt x="1736" y="1684"/>
                  <a:pt x="1740" y="1684"/>
                  <a:pt x="1744" y="1684"/>
                </a:cubicBezTo>
                <a:cubicBezTo>
                  <a:pt x="1748" y="1684"/>
                  <a:pt x="1752" y="1684"/>
                  <a:pt x="1755" y="1684"/>
                </a:cubicBezTo>
                <a:cubicBezTo>
                  <a:pt x="1791" y="1684"/>
                  <a:pt x="1791" y="1684"/>
                  <a:pt x="1791" y="1684"/>
                </a:cubicBezTo>
                <a:cubicBezTo>
                  <a:pt x="1801" y="1684"/>
                  <a:pt x="1811" y="1684"/>
                  <a:pt x="1820" y="1685"/>
                </a:cubicBezTo>
                <a:cubicBezTo>
                  <a:pt x="1822" y="1685"/>
                  <a:pt x="1823" y="1685"/>
                  <a:pt x="1825" y="1685"/>
                </a:cubicBezTo>
                <a:cubicBezTo>
                  <a:pt x="1826" y="1686"/>
                  <a:pt x="1827" y="1686"/>
                  <a:pt x="1828" y="1686"/>
                </a:cubicBezTo>
                <a:cubicBezTo>
                  <a:pt x="1828" y="1686"/>
                  <a:pt x="1829" y="1686"/>
                  <a:pt x="1830" y="1686"/>
                </a:cubicBezTo>
                <a:cubicBezTo>
                  <a:pt x="1830" y="1686"/>
                  <a:pt x="1831" y="1686"/>
                  <a:pt x="1831" y="1687"/>
                </a:cubicBezTo>
                <a:cubicBezTo>
                  <a:pt x="1832" y="1687"/>
                  <a:pt x="1832" y="1687"/>
                  <a:pt x="1833" y="1687"/>
                </a:cubicBezTo>
                <a:cubicBezTo>
                  <a:pt x="1834" y="1687"/>
                  <a:pt x="1836" y="1688"/>
                  <a:pt x="1838" y="1689"/>
                </a:cubicBezTo>
                <a:cubicBezTo>
                  <a:pt x="1839" y="1689"/>
                  <a:pt x="1840" y="1689"/>
                  <a:pt x="1841" y="1690"/>
                </a:cubicBezTo>
                <a:cubicBezTo>
                  <a:pt x="1842" y="1690"/>
                  <a:pt x="1842" y="1690"/>
                  <a:pt x="1843" y="1691"/>
                </a:cubicBezTo>
                <a:cubicBezTo>
                  <a:pt x="1845" y="1691"/>
                  <a:pt x="1846" y="1692"/>
                  <a:pt x="1847" y="1693"/>
                </a:cubicBezTo>
                <a:cubicBezTo>
                  <a:pt x="1852" y="1695"/>
                  <a:pt x="1856" y="1698"/>
                  <a:pt x="1859" y="1702"/>
                </a:cubicBezTo>
                <a:cubicBezTo>
                  <a:pt x="1862" y="1705"/>
                  <a:pt x="1864" y="1709"/>
                  <a:pt x="1865" y="1713"/>
                </a:cubicBezTo>
                <a:cubicBezTo>
                  <a:pt x="1870" y="1736"/>
                  <a:pt x="1870" y="1736"/>
                  <a:pt x="1870" y="1736"/>
                </a:cubicBezTo>
                <a:cubicBezTo>
                  <a:pt x="1871" y="1746"/>
                  <a:pt x="1873" y="1755"/>
                  <a:pt x="1875" y="1764"/>
                </a:cubicBezTo>
                <a:cubicBezTo>
                  <a:pt x="1875" y="1764"/>
                  <a:pt x="1875" y="1764"/>
                  <a:pt x="1875" y="1764"/>
                </a:cubicBezTo>
                <a:cubicBezTo>
                  <a:pt x="1876" y="1770"/>
                  <a:pt x="1876" y="1770"/>
                  <a:pt x="1876" y="1770"/>
                </a:cubicBezTo>
                <a:cubicBezTo>
                  <a:pt x="1877" y="1775"/>
                  <a:pt x="1877" y="1779"/>
                  <a:pt x="1875" y="1783"/>
                </a:cubicBezTo>
                <a:close/>
                <a:moveTo>
                  <a:pt x="2041" y="1494"/>
                </a:moveTo>
                <a:cubicBezTo>
                  <a:pt x="2036" y="1492"/>
                  <a:pt x="2032" y="1490"/>
                  <a:pt x="2030" y="1487"/>
                </a:cubicBezTo>
                <a:cubicBezTo>
                  <a:pt x="2027" y="1485"/>
                  <a:pt x="2024" y="1482"/>
                  <a:pt x="2023" y="1479"/>
                </a:cubicBezTo>
                <a:cubicBezTo>
                  <a:pt x="2021" y="1474"/>
                  <a:pt x="2021" y="1474"/>
                  <a:pt x="2021" y="1474"/>
                </a:cubicBezTo>
                <a:cubicBezTo>
                  <a:pt x="2019" y="1467"/>
                  <a:pt x="2016" y="1460"/>
                  <a:pt x="2014" y="1453"/>
                </a:cubicBezTo>
                <a:cubicBezTo>
                  <a:pt x="2012" y="1449"/>
                  <a:pt x="2009" y="1444"/>
                  <a:pt x="2009" y="1439"/>
                </a:cubicBezTo>
                <a:cubicBezTo>
                  <a:pt x="2009" y="1439"/>
                  <a:pt x="2009" y="1438"/>
                  <a:pt x="2009" y="1437"/>
                </a:cubicBezTo>
                <a:cubicBezTo>
                  <a:pt x="2009" y="1437"/>
                  <a:pt x="2009" y="1437"/>
                  <a:pt x="2009" y="1437"/>
                </a:cubicBezTo>
                <a:cubicBezTo>
                  <a:pt x="2009" y="1436"/>
                  <a:pt x="2009" y="1436"/>
                  <a:pt x="2009" y="1436"/>
                </a:cubicBezTo>
                <a:cubicBezTo>
                  <a:pt x="2010" y="1435"/>
                  <a:pt x="2009" y="1435"/>
                  <a:pt x="2010" y="1434"/>
                </a:cubicBezTo>
                <a:cubicBezTo>
                  <a:pt x="2010" y="1434"/>
                  <a:pt x="2010" y="1434"/>
                  <a:pt x="2010" y="1434"/>
                </a:cubicBezTo>
                <a:cubicBezTo>
                  <a:pt x="2016" y="1421"/>
                  <a:pt x="2039" y="1423"/>
                  <a:pt x="2051" y="1423"/>
                </a:cubicBezTo>
                <a:cubicBezTo>
                  <a:pt x="2110" y="1422"/>
                  <a:pt x="2110" y="1422"/>
                  <a:pt x="2110" y="1422"/>
                </a:cubicBezTo>
                <a:cubicBezTo>
                  <a:pt x="2115" y="1422"/>
                  <a:pt x="2120" y="1423"/>
                  <a:pt x="2125" y="1424"/>
                </a:cubicBezTo>
                <a:cubicBezTo>
                  <a:pt x="2126" y="1424"/>
                  <a:pt x="2128" y="1424"/>
                  <a:pt x="2129" y="1425"/>
                </a:cubicBezTo>
                <a:cubicBezTo>
                  <a:pt x="2129" y="1425"/>
                  <a:pt x="2130" y="1425"/>
                  <a:pt x="2131" y="1425"/>
                </a:cubicBezTo>
                <a:cubicBezTo>
                  <a:pt x="2132" y="1425"/>
                  <a:pt x="2133" y="1426"/>
                  <a:pt x="2133" y="1426"/>
                </a:cubicBezTo>
                <a:cubicBezTo>
                  <a:pt x="2135" y="1426"/>
                  <a:pt x="2137" y="1427"/>
                  <a:pt x="2138" y="1428"/>
                </a:cubicBezTo>
                <a:cubicBezTo>
                  <a:pt x="2139" y="1428"/>
                  <a:pt x="2139" y="1428"/>
                  <a:pt x="2139" y="1428"/>
                </a:cubicBezTo>
                <a:cubicBezTo>
                  <a:pt x="2139" y="1428"/>
                  <a:pt x="2139" y="1428"/>
                  <a:pt x="2140" y="1428"/>
                </a:cubicBezTo>
                <a:cubicBezTo>
                  <a:pt x="2141" y="1429"/>
                  <a:pt x="2142" y="1429"/>
                  <a:pt x="2144" y="1430"/>
                </a:cubicBezTo>
                <a:cubicBezTo>
                  <a:pt x="2145" y="1431"/>
                  <a:pt x="2146" y="1431"/>
                  <a:pt x="2146" y="1431"/>
                </a:cubicBezTo>
                <a:cubicBezTo>
                  <a:pt x="2147" y="1432"/>
                  <a:pt x="2147" y="1432"/>
                  <a:pt x="2148" y="1432"/>
                </a:cubicBezTo>
                <a:cubicBezTo>
                  <a:pt x="2148" y="1433"/>
                  <a:pt x="2148" y="1433"/>
                  <a:pt x="2149" y="1433"/>
                </a:cubicBezTo>
                <a:cubicBezTo>
                  <a:pt x="2149" y="1433"/>
                  <a:pt x="2150" y="1434"/>
                  <a:pt x="2150" y="1434"/>
                </a:cubicBezTo>
                <a:cubicBezTo>
                  <a:pt x="2153" y="1436"/>
                  <a:pt x="2156" y="1439"/>
                  <a:pt x="2157" y="1442"/>
                </a:cubicBezTo>
                <a:cubicBezTo>
                  <a:pt x="2157" y="1442"/>
                  <a:pt x="2157" y="1442"/>
                  <a:pt x="2157" y="1442"/>
                </a:cubicBezTo>
                <a:cubicBezTo>
                  <a:pt x="2163" y="1450"/>
                  <a:pt x="2166" y="1460"/>
                  <a:pt x="2170" y="1468"/>
                </a:cubicBezTo>
                <a:cubicBezTo>
                  <a:pt x="2170" y="1468"/>
                  <a:pt x="2170" y="1468"/>
                  <a:pt x="2170" y="1468"/>
                </a:cubicBezTo>
                <a:cubicBezTo>
                  <a:pt x="2172" y="1473"/>
                  <a:pt x="2176" y="1477"/>
                  <a:pt x="2177" y="1482"/>
                </a:cubicBezTo>
                <a:cubicBezTo>
                  <a:pt x="2177" y="1482"/>
                  <a:pt x="2177" y="1483"/>
                  <a:pt x="2177" y="1483"/>
                </a:cubicBezTo>
                <a:cubicBezTo>
                  <a:pt x="2177" y="1483"/>
                  <a:pt x="2177" y="1483"/>
                  <a:pt x="2177" y="1483"/>
                </a:cubicBezTo>
                <a:cubicBezTo>
                  <a:pt x="2178" y="1492"/>
                  <a:pt x="2170" y="1496"/>
                  <a:pt x="2162" y="1498"/>
                </a:cubicBezTo>
                <a:cubicBezTo>
                  <a:pt x="2161" y="1498"/>
                  <a:pt x="2161" y="1498"/>
                  <a:pt x="2161" y="1499"/>
                </a:cubicBezTo>
                <a:cubicBezTo>
                  <a:pt x="2160" y="1499"/>
                  <a:pt x="2160" y="1499"/>
                  <a:pt x="2159" y="1499"/>
                </a:cubicBezTo>
                <a:cubicBezTo>
                  <a:pt x="2158" y="1499"/>
                  <a:pt x="2156" y="1499"/>
                  <a:pt x="2155" y="1500"/>
                </a:cubicBezTo>
                <a:cubicBezTo>
                  <a:pt x="2154" y="1500"/>
                  <a:pt x="2154" y="1500"/>
                  <a:pt x="2153" y="1500"/>
                </a:cubicBezTo>
                <a:cubicBezTo>
                  <a:pt x="2152" y="1500"/>
                  <a:pt x="2150" y="1500"/>
                  <a:pt x="2149" y="1500"/>
                </a:cubicBezTo>
                <a:cubicBezTo>
                  <a:pt x="2148" y="1500"/>
                  <a:pt x="2147" y="1500"/>
                  <a:pt x="2146" y="1500"/>
                </a:cubicBezTo>
                <a:cubicBezTo>
                  <a:pt x="2146" y="1500"/>
                  <a:pt x="2146" y="1500"/>
                  <a:pt x="2146" y="1500"/>
                </a:cubicBezTo>
                <a:cubicBezTo>
                  <a:pt x="2144" y="1500"/>
                  <a:pt x="2144" y="1500"/>
                  <a:pt x="2144" y="1500"/>
                </a:cubicBezTo>
                <a:cubicBezTo>
                  <a:pt x="2135" y="1500"/>
                  <a:pt x="2126" y="1500"/>
                  <a:pt x="2117" y="1500"/>
                </a:cubicBezTo>
                <a:cubicBezTo>
                  <a:pt x="2102" y="1500"/>
                  <a:pt x="2087" y="1500"/>
                  <a:pt x="2072" y="1500"/>
                </a:cubicBezTo>
                <a:cubicBezTo>
                  <a:pt x="2061" y="1500"/>
                  <a:pt x="2050" y="1499"/>
                  <a:pt x="2041" y="1494"/>
                </a:cubicBezTo>
                <a:cubicBezTo>
                  <a:pt x="2041" y="1494"/>
                  <a:pt x="2041" y="1494"/>
                  <a:pt x="2041" y="1494"/>
                </a:cubicBezTo>
                <a:close/>
                <a:moveTo>
                  <a:pt x="2079" y="1621"/>
                </a:moveTo>
                <a:cubicBezTo>
                  <a:pt x="2076" y="1617"/>
                  <a:pt x="2073" y="1614"/>
                  <a:pt x="2072" y="1611"/>
                </a:cubicBezTo>
                <a:cubicBezTo>
                  <a:pt x="2064" y="1588"/>
                  <a:pt x="2064" y="1588"/>
                  <a:pt x="2064" y="1588"/>
                </a:cubicBezTo>
                <a:cubicBezTo>
                  <a:pt x="2061" y="1581"/>
                  <a:pt x="2059" y="1575"/>
                  <a:pt x="2056" y="1568"/>
                </a:cubicBezTo>
                <a:cubicBezTo>
                  <a:pt x="2056" y="1568"/>
                  <a:pt x="2056" y="1568"/>
                  <a:pt x="2056" y="1568"/>
                </a:cubicBezTo>
                <a:cubicBezTo>
                  <a:pt x="2055" y="1565"/>
                  <a:pt x="2055" y="1565"/>
                  <a:pt x="2055" y="1565"/>
                </a:cubicBezTo>
                <a:cubicBezTo>
                  <a:pt x="2054" y="1561"/>
                  <a:pt x="2054" y="1558"/>
                  <a:pt x="2055" y="1555"/>
                </a:cubicBezTo>
                <a:cubicBezTo>
                  <a:pt x="2056" y="1553"/>
                  <a:pt x="2057" y="1552"/>
                  <a:pt x="2059" y="1550"/>
                </a:cubicBezTo>
                <a:cubicBezTo>
                  <a:pt x="2059" y="1550"/>
                  <a:pt x="2059" y="1550"/>
                  <a:pt x="2060" y="1549"/>
                </a:cubicBezTo>
                <a:cubicBezTo>
                  <a:pt x="2060" y="1549"/>
                  <a:pt x="2061" y="1548"/>
                  <a:pt x="2061" y="1548"/>
                </a:cubicBezTo>
                <a:cubicBezTo>
                  <a:pt x="2064" y="1546"/>
                  <a:pt x="2068" y="1544"/>
                  <a:pt x="2072" y="1543"/>
                </a:cubicBezTo>
                <a:cubicBezTo>
                  <a:pt x="2076" y="1542"/>
                  <a:pt x="2080" y="1542"/>
                  <a:pt x="2084" y="1541"/>
                </a:cubicBezTo>
                <a:cubicBezTo>
                  <a:pt x="2100" y="1540"/>
                  <a:pt x="2117" y="1541"/>
                  <a:pt x="2125" y="1541"/>
                </a:cubicBezTo>
                <a:cubicBezTo>
                  <a:pt x="2153" y="1541"/>
                  <a:pt x="2202" y="1535"/>
                  <a:pt x="2218" y="1564"/>
                </a:cubicBezTo>
                <a:cubicBezTo>
                  <a:pt x="2218" y="1564"/>
                  <a:pt x="2218" y="1564"/>
                  <a:pt x="2218" y="1564"/>
                </a:cubicBezTo>
                <a:cubicBezTo>
                  <a:pt x="2218" y="1565"/>
                  <a:pt x="2218" y="1565"/>
                  <a:pt x="2218" y="1565"/>
                </a:cubicBezTo>
                <a:cubicBezTo>
                  <a:pt x="2218" y="1565"/>
                  <a:pt x="2218" y="1565"/>
                  <a:pt x="2218" y="1565"/>
                </a:cubicBezTo>
                <a:cubicBezTo>
                  <a:pt x="2224" y="1577"/>
                  <a:pt x="2230" y="1589"/>
                  <a:pt x="2236" y="1601"/>
                </a:cubicBezTo>
                <a:cubicBezTo>
                  <a:pt x="2238" y="1605"/>
                  <a:pt x="2241" y="1609"/>
                  <a:pt x="2242" y="1614"/>
                </a:cubicBezTo>
                <a:cubicBezTo>
                  <a:pt x="2242" y="1614"/>
                  <a:pt x="2242" y="1614"/>
                  <a:pt x="2242" y="1614"/>
                </a:cubicBezTo>
                <a:cubicBezTo>
                  <a:pt x="2242" y="1615"/>
                  <a:pt x="2242" y="1616"/>
                  <a:pt x="2242" y="1617"/>
                </a:cubicBezTo>
                <a:cubicBezTo>
                  <a:pt x="2242" y="1618"/>
                  <a:pt x="2242" y="1619"/>
                  <a:pt x="2242" y="1620"/>
                </a:cubicBezTo>
                <a:cubicBezTo>
                  <a:pt x="2242" y="1620"/>
                  <a:pt x="2242" y="1620"/>
                  <a:pt x="2242" y="1620"/>
                </a:cubicBezTo>
                <a:cubicBezTo>
                  <a:pt x="2242" y="1620"/>
                  <a:pt x="2242" y="1621"/>
                  <a:pt x="2242" y="1621"/>
                </a:cubicBezTo>
                <a:cubicBezTo>
                  <a:pt x="2242" y="1622"/>
                  <a:pt x="2241" y="1623"/>
                  <a:pt x="2240" y="1624"/>
                </a:cubicBezTo>
                <a:cubicBezTo>
                  <a:pt x="2240" y="1625"/>
                  <a:pt x="2240" y="1625"/>
                  <a:pt x="2240" y="1625"/>
                </a:cubicBezTo>
                <a:cubicBezTo>
                  <a:pt x="2239" y="1626"/>
                  <a:pt x="2238" y="1627"/>
                  <a:pt x="2237" y="1628"/>
                </a:cubicBezTo>
                <a:cubicBezTo>
                  <a:pt x="2237" y="1628"/>
                  <a:pt x="2237" y="1628"/>
                  <a:pt x="2237" y="1628"/>
                </a:cubicBezTo>
                <a:cubicBezTo>
                  <a:pt x="2236" y="1629"/>
                  <a:pt x="2236" y="1629"/>
                  <a:pt x="2236" y="1629"/>
                </a:cubicBezTo>
                <a:cubicBezTo>
                  <a:pt x="2235" y="1630"/>
                  <a:pt x="2234" y="1630"/>
                  <a:pt x="2234" y="1630"/>
                </a:cubicBezTo>
                <a:cubicBezTo>
                  <a:pt x="2231" y="1632"/>
                  <a:pt x="2229" y="1633"/>
                  <a:pt x="2225" y="1634"/>
                </a:cubicBezTo>
                <a:cubicBezTo>
                  <a:pt x="2225" y="1634"/>
                  <a:pt x="2224" y="1635"/>
                  <a:pt x="2223" y="1635"/>
                </a:cubicBezTo>
                <a:cubicBezTo>
                  <a:pt x="2221" y="1635"/>
                  <a:pt x="2220" y="1635"/>
                  <a:pt x="2219" y="1636"/>
                </a:cubicBezTo>
                <a:cubicBezTo>
                  <a:pt x="2218" y="1636"/>
                  <a:pt x="2218" y="1636"/>
                  <a:pt x="2217" y="1636"/>
                </a:cubicBezTo>
                <a:cubicBezTo>
                  <a:pt x="2217" y="1636"/>
                  <a:pt x="2216" y="1636"/>
                  <a:pt x="2216" y="1636"/>
                </a:cubicBezTo>
                <a:cubicBezTo>
                  <a:pt x="2187" y="1639"/>
                  <a:pt x="2156" y="1636"/>
                  <a:pt x="2126" y="1637"/>
                </a:cubicBezTo>
                <a:cubicBezTo>
                  <a:pt x="2123" y="1637"/>
                  <a:pt x="2120" y="1636"/>
                  <a:pt x="2117" y="1636"/>
                </a:cubicBezTo>
                <a:cubicBezTo>
                  <a:pt x="2117" y="1636"/>
                  <a:pt x="2117" y="1636"/>
                  <a:pt x="2117" y="1636"/>
                </a:cubicBezTo>
                <a:cubicBezTo>
                  <a:pt x="2106" y="1635"/>
                  <a:pt x="2095" y="1631"/>
                  <a:pt x="2086" y="1625"/>
                </a:cubicBezTo>
                <a:cubicBezTo>
                  <a:pt x="2083" y="1624"/>
                  <a:pt x="2081" y="1622"/>
                  <a:pt x="2079" y="1621"/>
                </a:cubicBezTo>
                <a:close/>
                <a:moveTo>
                  <a:pt x="2322" y="1782"/>
                </a:moveTo>
                <a:cubicBezTo>
                  <a:pt x="2322" y="1783"/>
                  <a:pt x="2321" y="1783"/>
                  <a:pt x="2321" y="1784"/>
                </a:cubicBezTo>
                <a:cubicBezTo>
                  <a:pt x="2321" y="1785"/>
                  <a:pt x="2321" y="1785"/>
                  <a:pt x="2321" y="1786"/>
                </a:cubicBezTo>
                <a:cubicBezTo>
                  <a:pt x="2320" y="1787"/>
                  <a:pt x="2320" y="1788"/>
                  <a:pt x="2319" y="1789"/>
                </a:cubicBezTo>
                <a:cubicBezTo>
                  <a:pt x="2319" y="1789"/>
                  <a:pt x="2319" y="1789"/>
                  <a:pt x="2319" y="1790"/>
                </a:cubicBezTo>
                <a:cubicBezTo>
                  <a:pt x="2318" y="1790"/>
                  <a:pt x="2318" y="1791"/>
                  <a:pt x="2317" y="1791"/>
                </a:cubicBezTo>
                <a:cubicBezTo>
                  <a:pt x="2317" y="1791"/>
                  <a:pt x="2317" y="1792"/>
                  <a:pt x="2316" y="1792"/>
                </a:cubicBezTo>
                <a:cubicBezTo>
                  <a:pt x="2316" y="1792"/>
                  <a:pt x="2316" y="1792"/>
                  <a:pt x="2316" y="1793"/>
                </a:cubicBezTo>
                <a:cubicBezTo>
                  <a:pt x="2310" y="1798"/>
                  <a:pt x="2303" y="1800"/>
                  <a:pt x="2296" y="1801"/>
                </a:cubicBezTo>
                <a:cubicBezTo>
                  <a:pt x="2296" y="1801"/>
                  <a:pt x="2295" y="1801"/>
                  <a:pt x="2295" y="1801"/>
                </a:cubicBezTo>
                <a:cubicBezTo>
                  <a:pt x="2292" y="1802"/>
                  <a:pt x="2289" y="1802"/>
                  <a:pt x="2286" y="1802"/>
                </a:cubicBezTo>
                <a:cubicBezTo>
                  <a:pt x="2286" y="1802"/>
                  <a:pt x="2286" y="1802"/>
                  <a:pt x="2286" y="1802"/>
                </a:cubicBezTo>
                <a:cubicBezTo>
                  <a:pt x="2283" y="1802"/>
                  <a:pt x="2283" y="1802"/>
                  <a:pt x="2283" y="1802"/>
                </a:cubicBezTo>
                <a:cubicBezTo>
                  <a:pt x="2280" y="1802"/>
                  <a:pt x="2277" y="1802"/>
                  <a:pt x="2275" y="1802"/>
                </a:cubicBezTo>
                <a:cubicBezTo>
                  <a:pt x="2193" y="1802"/>
                  <a:pt x="2193" y="1802"/>
                  <a:pt x="2193" y="1802"/>
                </a:cubicBezTo>
                <a:cubicBezTo>
                  <a:pt x="2190" y="1802"/>
                  <a:pt x="2187" y="1802"/>
                  <a:pt x="2184" y="1802"/>
                </a:cubicBezTo>
                <a:cubicBezTo>
                  <a:pt x="2183" y="1801"/>
                  <a:pt x="2182" y="1801"/>
                  <a:pt x="2181" y="1801"/>
                </a:cubicBezTo>
                <a:cubicBezTo>
                  <a:pt x="2164" y="1799"/>
                  <a:pt x="2144" y="1791"/>
                  <a:pt x="2135" y="1776"/>
                </a:cubicBezTo>
                <a:cubicBezTo>
                  <a:pt x="2133" y="1774"/>
                  <a:pt x="2132" y="1772"/>
                  <a:pt x="2131" y="1770"/>
                </a:cubicBezTo>
                <a:cubicBezTo>
                  <a:pt x="2131" y="1769"/>
                  <a:pt x="2131" y="1769"/>
                  <a:pt x="2131" y="1769"/>
                </a:cubicBezTo>
                <a:cubicBezTo>
                  <a:pt x="2131" y="1769"/>
                  <a:pt x="2131" y="1769"/>
                  <a:pt x="2131" y="1769"/>
                </a:cubicBezTo>
                <a:cubicBezTo>
                  <a:pt x="2127" y="1757"/>
                  <a:pt x="2122" y="1746"/>
                  <a:pt x="2118" y="1734"/>
                </a:cubicBezTo>
                <a:cubicBezTo>
                  <a:pt x="2116" y="1728"/>
                  <a:pt x="2112" y="1720"/>
                  <a:pt x="2110" y="1713"/>
                </a:cubicBezTo>
                <a:cubicBezTo>
                  <a:pt x="2110" y="1713"/>
                  <a:pt x="2110" y="1713"/>
                  <a:pt x="2110" y="1713"/>
                </a:cubicBezTo>
                <a:cubicBezTo>
                  <a:pt x="2110" y="1713"/>
                  <a:pt x="2110" y="1712"/>
                  <a:pt x="2110" y="1712"/>
                </a:cubicBezTo>
                <a:cubicBezTo>
                  <a:pt x="2110" y="1712"/>
                  <a:pt x="2109" y="1711"/>
                  <a:pt x="2109" y="1710"/>
                </a:cubicBezTo>
                <a:cubicBezTo>
                  <a:pt x="2109" y="1707"/>
                  <a:pt x="2109" y="1704"/>
                  <a:pt x="2109" y="1701"/>
                </a:cubicBezTo>
                <a:cubicBezTo>
                  <a:pt x="2110" y="1699"/>
                  <a:pt x="2111" y="1698"/>
                  <a:pt x="2112" y="1696"/>
                </a:cubicBezTo>
                <a:cubicBezTo>
                  <a:pt x="2112" y="1696"/>
                  <a:pt x="2112" y="1696"/>
                  <a:pt x="2112" y="1696"/>
                </a:cubicBezTo>
                <a:cubicBezTo>
                  <a:pt x="2117" y="1688"/>
                  <a:pt x="2126" y="1685"/>
                  <a:pt x="2136" y="1684"/>
                </a:cubicBezTo>
                <a:cubicBezTo>
                  <a:pt x="2136" y="1684"/>
                  <a:pt x="2136" y="1684"/>
                  <a:pt x="2137" y="1684"/>
                </a:cubicBezTo>
                <a:cubicBezTo>
                  <a:pt x="2139" y="1684"/>
                  <a:pt x="2141" y="1684"/>
                  <a:pt x="2144" y="1684"/>
                </a:cubicBezTo>
                <a:cubicBezTo>
                  <a:pt x="2144" y="1684"/>
                  <a:pt x="2145" y="1683"/>
                  <a:pt x="2145" y="1683"/>
                </a:cubicBezTo>
                <a:cubicBezTo>
                  <a:pt x="2151" y="1683"/>
                  <a:pt x="2151" y="1683"/>
                  <a:pt x="2151" y="1683"/>
                </a:cubicBezTo>
                <a:cubicBezTo>
                  <a:pt x="2152" y="1683"/>
                  <a:pt x="2153" y="1683"/>
                  <a:pt x="2155" y="1683"/>
                </a:cubicBezTo>
                <a:cubicBezTo>
                  <a:pt x="2180" y="1683"/>
                  <a:pt x="2205" y="1683"/>
                  <a:pt x="2231" y="1683"/>
                </a:cubicBezTo>
                <a:cubicBezTo>
                  <a:pt x="2231" y="1683"/>
                  <a:pt x="2231" y="1683"/>
                  <a:pt x="2231" y="1683"/>
                </a:cubicBezTo>
                <a:cubicBezTo>
                  <a:pt x="2231" y="1683"/>
                  <a:pt x="2231" y="1683"/>
                  <a:pt x="2231" y="1683"/>
                </a:cubicBezTo>
                <a:cubicBezTo>
                  <a:pt x="2234" y="1683"/>
                  <a:pt x="2237" y="1683"/>
                  <a:pt x="2240" y="1684"/>
                </a:cubicBezTo>
                <a:cubicBezTo>
                  <a:pt x="2240" y="1684"/>
                  <a:pt x="2241" y="1684"/>
                  <a:pt x="2241" y="1684"/>
                </a:cubicBezTo>
                <a:cubicBezTo>
                  <a:pt x="2258" y="1686"/>
                  <a:pt x="2277" y="1693"/>
                  <a:pt x="2287" y="1706"/>
                </a:cubicBezTo>
                <a:cubicBezTo>
                  <a:pt x="2289" y="1708"/>
                  <a:pt x="2290" y="1710"/>
                  <a:pt x="2291" y="1712"/>
                </a:cubicBezTo>
                <a:cubicBezTo>
                  <a:pt x="2294" y="1717"/>
                  <a:pt x="2294" y="1717"/>
                  <a:pt x="2294" y="1717"/>
                </a:cubicBezTo>
                <a:cubicBezTo>
                  <a:pt x="2299" y="1727"/>
                  <a:pt x="2304" y="1737"/>
                  <a:pt x="2309" y="1748"/>
                </a:cubicBezTo>
                <a:cubicBezTo>
                  <a:pt x="2312" y="1754"/>
                  <a:pt x="2318" y="1762"/>
                  <a:pt x="2320" y="1771"/>
                </a:cubicBezTo>
                <a:cubicBezTo>
                  <a:pt x="2322" y="1775"/>
                  <a:pt x="2323" y="1778"/>
                  <a:pt x="2322" y="1782"/>
                </a:cubicBezTo>
                <a:close/>
                <a:moveTo>
                  <a:pt x="2340" y="1624"/>
                </a:moveTo>
                <a:cubicBezTo>
                  <a:pt x="2338" y="1622"/>
                  <a:pt x="2337" y="1621"/>
                  <a:pt x="2335" y="1620"/>
                </a:cubicBezTo>
                <a:cubicBezTo>
                  <a:pt x="2331" y="1617"/>
                  <a:pt x="2328" y="1613"/>
                  <a:pt x="2326" y="1610"/>
                </a:cubicBezTo>
                <a:cubicBezTo>
                  <a:pt x="2324" y="1607"/>
                  <a:pt x="2324" y="1607"/>
                  <a:pt x="2324" y="1607"/>
                </a:cubicBezTo>
                <a:cubicBezTo>
                  <a:pt x="2324" y="1607"/>
                  <a:pt x="2324" y="1607"/>
                  <a:pt x="2324" y="1607"/>
                </a:cubicBezTo>
                <a:cubicBezTo>
                  <a:pt x="2317" y="1594"/>
                  <a:pt x="2310" y="1582"/>
                  <a:pt x="2303" y="1569"/>
                </a:cubicBezTo>
                <a:cubicBezTo>
                  <a:pt x="2303" y="1569"/>
                  <a:pt x="2303" y="1569"/>
                  <a:pt x="2303" y="1569"/>
                </a:cubicBezTo>
                <a:cubicBezTo>
                  <a:pt x="2300" y="1564"/>
                  <a:pt x="2300" y="1564"/>
                  <a:pt x="2300" y="1564"/>
                </a:cubicBezTo>
                <a:cubicBezTo>
                  <a:pt x="2298" y="1561"/>
                  <a:pt x="2298" y="1558"/>
                  <a:pt x="2298" y="1555"/>
                </a:cubicBezTo>
                <a:cubicBezTo>
                  <a:pt x="2299" y="1552"/>
                  <a:pt x="2300" y="1550"/>
                  <a:pt x="2303" y="1547"/>
                </a:cubicBezTo>
                <a:cubicBezTo>
                  <a:pt x="2306" y="1545"/>
                  <a:pt x="2309" y="1544"/>
                  <a:pt x="2313" y="1542"/>
                </a:cubicBezTo>
                <a:cubicBezTo>
                  <a:pt x="2318" y="1541"/>
                  <a:pt x="2323" y="1541"/>
                  <a:pt x="2329" y="1541"/>
                </a:cubicBezTo>
                <a:cubicBezTo>
                  <a:pt x="2330" y="1541"/>
                  <a:pt x="2330" y="1541"/>
                  <a:pt x="2330" y="1541"/>
                </a:cubicBezTo>
                <a:cubicBezTo>
                  <a:pt x="2342" y="1540"/>
                  <a:pt x="2356" y="1540"/>
                  <a:pt x="2363" y="1540"/>
                </a:cubicBezTo>
                <a:cubicBezTo>
                  <a:pt x="2394" y="1540"/>
                  <a:pt x="2443" y="1534"/>
                  <a:pt x="2463" y="1564"/>
                </a:cubicBezTo>
                <a:cubicBezTo>
                  <a:pt x="2470" y="1573"/>
                  <a:pt x="2476" y="1583"/>
                  <a:pt x="2483" y="1593"/>
                </a:cubicBezTo>
                <a:cubicBezTo>
                  <a:pt x="2486" y="1598"/>
                  <a:pt x="2492" y="1605"/>
                  <a:pt x="2495" y="1611"/>
                </a:cubicBezTo>
                <a:cubicBezTo>
                  <a:pt x="2497" y="1614"/>
                  <a:pt x="2498" y="1617"/>
                  <a:pt x="2498" y="1620"/>
                </a:cubicBezTo>
                <a:cubicBezTo>
                  <a:pt x="2498" y="1621"/>
                  <a:pt x="2497" y="1623"/>
                  <a:pt x="2496" y="1625"/>
                </a:cubicBezTo>
                <a:cubicBezTo>
                  <a:pt x="2496" y="1626"/>
                  <a:pt x="2495" y="1627"/>
                  <a:pt x="2494" y="1628"/>
                </a:cubicBezTo>
                <a:cubicBezTo>
                  <a:pt x="2494" y="1628"/>
                  <a:pt x="2494" y="1628"/>
                  <a:pt x="2494" y="1628"/>
                </a:cubicBezTo>
                <a:cubicBezTo>
                  <a:pt x="2494" y="1628"/>
                  <a:pt x="2494" y="1628"/>
                  <a:pt x="2494" y="1628"/>
                </a:cubicBezTo>
                <a:cubicBezTo>
                  <a:pt x="2493" y="1629"/>
                  <a:pt x="2493" y="1629"/>
                  <a:pt x="2492" y="1630"/>
                </a:cubicBezTo>
                <a:cubicBezTo>
                  <a:pt x="2492" y="1630"/>
                  <a:pt x="2491" y="1630"/>
                  <a:pt x="2491" y="1630"/>
                </a:cubicBezTo>
                <a:cubicBezTo>
                  <a:pt x="2490" y="1631"/>
                  <a:pt x="2489" y="1631"/>
                  <a:pt x="2488" y="1632"/>
                </a:cubicBezTo>
                <a:cubicBezTo>
                  <a:pt x="2487" y="1632"/>
                  <a:pt x="2485" y="1633"/>
                  <a:pt x="2484" y="1633"/>
                </a:cubicBezTo>
                <a:cubicBezTo>
                  <a:pt x="2484" y="1633"/>
                  <a:pt x="2484" y="1634"/>
                  <a:pt x="2484" y="1634"/>
                </a:cubicBezTo>
                <a:cubicBezTo>
                  <a:pt x="2484" y="1634"/>
                  <a:pt x="2483" y="1634"/>
                  <a:pt x="2483" y="1634"/>
                </a:cubicBezTo>
                <a:cubicBezTo>
                  <a:pt x="2469" y="1638"/>
                  <a:pt x="2448" y="1636"/>
                  <a:pt x="2434" y="1636"/>
                </a:cubicBezTo>
                <a:cubicBezTo>
                  <a:pt x="2418" y="1636"/>
                  <a:pt x="2401" y="1636"/>
                  <a:pt x="2385" y="1636"/>
                </a:cubicBezTo>
                <a:cubicBezTo>
                  <a:pt x="2370" y="1636"/>
                  <a:pt x="2353" y="1632"/>
                  <a:pt x="2340" y="1624"/>
                </a:cubicBezTo>
                <a:close/>
                <a:moveTo>
                  <a:pt x="2605" y="1791"/>
                </a:moveTo>
                <a:cubicBezTo>
                  <a:pt x="2605" y="1791"/>
                  <a:pt x="2605" y="1791"/>
                  <a:pt x="2604" y="1791"/>
                </a:cubicBezTo>
                <a:cubicBezTo>
                  <a:pt x="2602" y="1794"/>
                  <a:pt x="2598" y="1797"/>
                  <a:pt x="2593" y="1798"/>
                </a:cubicBezTo>
                <a:cubicBezTo>
                  <a:pt x="2589" y="1800"/>
                  <a:pt x="2583" y="1801"/>
                  <a:pt x="2576" y="1801"/>
                </a:cubicBezTo>
                <a:cubicBezTo>
                  <a:pt x="2569" y="1801"/>
                  <a:pt x="2569" y="1801"/>
                  <a:pt x="2569" y="1801"/>
                </a:cubicBezTo>
                <a:cubicBezTo>
                  <a:pt x="2569" y="1801"/>
                  <a:pt x="2569" y="1801"/>
                  <a:pt x="2569" y="1801"/>
                </a:cubicBezTo>
                <a:cubicBezTo>
                  <a:pt x="2541" y="1801"/>
                  <a:pt x="2512" y="1801"/>
                  <a:pt x="2483" y="1801"/>
                </a:cubicBezTo>
                <a:cubicBezTo>
                  <a:pt x="2480" y="1801"/>
                  <a:pt x="2476" y="1801"/>
                  <a:pt x="2473" y="1801"/>
                </a:cubicBezTo>
                <a:cubicBezTo>
                  <a:pt x="2473" y="1801"/>
                  <a:pt x="2473" y="1801"/>
                  <a:pt x="2473" y="1801"/>
                </a:cubicBezTo>
                <a:cubicBezTo>
                  <a:pt x="2453" y="1799"/>
                  <a:pt x="2432" y="1790"/>
                  <a:pt x="2419" y="1775"/>
                </a:cubicBezTo>
                <a:cubicBezTo>
                  <a:pt x="2418" y="1773"/>
                  <a:pt x="2416" y="1771"/>
                  <a:pt x="2415" y="1769"/>
                </a:cubicBezTo>
                <a:cubicBezTo>
                  <a:pt x="2415" y="1769"/>
                  <a:pt x="2415" y="1769"/>
                  <a:pt x="2415" y="1769"/>
                </a:cubicBezTo>
                <a:cubicBezTo>
                  <a:pt x="2415" y="1769"/>
                  <a:pt x="2415" y="1769"/>
                  <a:pt x="2415" y="1769"/>
                </a:cubicBezTo>
                <a:cubicBezTo>
                  <a:pt x="2409" y="1758"/>
                  <a:pt x="2402" y="1747"/>
                  <a:pt x="2396" y="1736"/>
                </a:cubicBezTo>
                <a:cubicBezTo>
                  <a:pt x="2392" y="1728"/>
                  <a:pt x="2383" y="1716"/>
                  <a:pt x="2381" y="1706"/>
                </a:cubicBezTo>
                <a:cubicBezTo>
                  <a:pt x="2381" y="1706"/>
                  <a:pt x="2381" y="1706"/>
                  <a:pt x="2381" y="1706"/>
                </a:cubicBezTo>
                <a:cubicBezTo>
                  <a:pt x="2380" y="1705"/>
                  <a:pt x="2380" y="1704"/>
                  <a:pt x="2380" y="1703"/>
                </a:cubicBezTo>
                <a:cubicBezTo>
                  <a:pt x="2379" y="1693"/>
                  <a:pt x="2387" y="1688"/>
                  <a:pt x="2396" y="1685"/>
                </a:cubicBezTo>
                <a:cubicBezTo>
                  <a:pt x="2396" y="1685"/>
                  <a:pt x="2396" y="1685"/>
                  <a:pt x="2396" y="1685"/>
                </a:cubicBezTo>
                <a:cubicBezTo>
                  <a:pt x="2396" y="1685"/>
                  <a:pt x="2397" y="1685"/>
                  <a:pt x="2397" y="1685"/>
                </a:cubicBezTo>
                <a:cubicBezTo>
                  <a:pt x="2398" y="1685"/>
                  <a:pt x="2398" y="1685"/>
                  <a:pt x="2399" y="1684"/>
                </a:cubicBezTo>
                <a:cubicBezTo>
                  <a:pt x="2403" y="1683"/>
                  <a:pt x="2408" y="1683"/>
                  <a:pt x="2413" y="1683"/>
                </a:cubicBezTo>
                <a:cubicBezTo>
                  <a:pt x="2470" y="1683"/>
                  <a:pt x="2470" y="1683"/>
                  <a:pt x="2470" y="1683"/>
                </a:cubicBezTo>
                <a:cubicBezTo>
                  <a:pt x="2479" y="1683"/>
                  <a:pt x="2489" y="1683"/>
                  <a:pt x="2498" y="1683"/>
                </a:cubicBezTo>
                <a:cubicBezTo>
                  <a:pt x="2498" y="1683"/>
                  <a:pt x="2498" y="1683"/>
                  <a:pt x="2498" y="1683"/>
                </a:cubicBezTo>
                <a:cubicBezTo>
                  <a:pt x="2499" y="1683"/>
                  <a:pt x="2499" y="1683"/>
                  <a:pt x="2500" y="1683"/>
                </a:cubicBezTo>
                <a:cubicBezTo>
                  <a:pt x="2502" y="1683"/>
                  <a:pt x="2505" y="1683"/>
                  <a:pt x="2507" y="1683"/>
                </a:cubicBezTo>
                <a:cubicBezTo>
                  <a:pt x="2508" y="1683"/>
                  <a:pt x="2508" y="1683"/>
                  <a:pt x="2509" y="1683"/>
                </a:cubicBezTo>
                <a:cubicBezTo>
                  <a:pt x="2527" y="1685"/>
                  <a:pt x="2546" y="1692"/>
                  <a:pt x="2558" y="1705"/>
                </a:cubicBezTo>
                <a:cubicBezTo>
                  <a:pt x="2559" y="1705"/>
                  <a:pt x="2560" y="1706"/>
                  <a:pt x="2561" y="1707"/>
                </a:cubicBezTo>
                <a:cubicBezTo>
                  <a:pt x="2561" y="1708"/>
                  <a:pt x="2562" y="1708"/>
                  <a:pt x="2562" y="1709"/>
                </a:cubicBezTo>
                <a:cubicBezTo>
                  <a:pt x="2563" y="1710"/>
                  <a:pt x="2563" y="1710"/>
                  <a:pt x="2564" y="1711"/>
                </a:cubicBezTo>
                <a:cubicBezTo>
                  <a:pt x="2564" y="1711"/>
                  <a:pt x="2564" y="1711"/>
                  <a:pt x="2564" y="1711"/>
                </a:cubicBezTo>
                <a:cubicBezTo>
                  <a:pt x="2566" y="1713"/>
                  <a:pt x="2566" y="1713"/>
                  <a:pt x="2566" y="1713"/>
                </a:cubicBezTo>
                <a:cubicBezTo>
                  <a:pt x="2571" y="1721"/>
                  <a:pt x="2576" y="1729"/>
                  <a:pt x="2582" y="1737"/>
                </a:cubicBezTo>
                <a:cubicBezTo>
                  <a:pt x="2582" y="1737"/>
                  <a:pt x="2582" y="1737"/>
                  <a:pt x="2582" y="1737"/>
                </a:cubicBezTo>
                <a:cubicBezTo>
                  <a:pt x="2589" y="1748"/>
                  <a:pt x="2599" y="1759"/>
                  <a:pt x="2605" y="1772"/>
                </a:cubicBezTo>
                <a:cubicBezTo>
                  <a:pt x="2606" y="1773"/>
                  <a:pt x="2606" y="1773"/>
                  <a:pt x="2606" y="1774"/>
                </a:cubicBezTo>
                <a:cubicBezTo>
                  <a:pt x="2607" y="1775"/>
                  <a:pt x="2607" y="1775"/>
                  <a:pt x="2607" y="1775"/>
                </a:cubicBezTo>
                <a:cubicBezTo>
                  <a:pt x="2609" y="1782"/>
                  <a:pt x="2608" y="1787"/>
                  <a:pt x="2605" y="1791"/>
                </a:cubicBezTo>
                <a:close/>
                <a:moveTo>
                  <a:pt x="2937" y="318"/>
                </a:moveTo>
                <a:cubicBezTo>
                  <a:pt x="3034" y="414"/>
                  <a:pt x="3089" y="549"/>
                  <a:pt x="3089" y="685"/>
                </a:cubicBezTo>
                <a:cubicBezTo>
                  <a:pt x="3089" y="821"/>
                  <a:pt x="3034" y="955"/>
                  <a:pt x="2937" y="1051"/>
                </a:cubicBezTo>
                <a:cubicBezTo>
                  <a:pt x="3050" y="999"/>
                  <a:pt x="3153" y="855"/>
                  <a:pt x="3152" y="685"/>
                </a:cubicBezTo>
                <a:cubicBezTo>
                  <a:pt x="3153" y="514"/>
                  <a:pt x="3050" y="371"/>
                  <a:pt x="2937" y="318"/>
                </a:cubicBezTo>
                <a:close/>
                <a:moveTo>
                  <a:pt x="216" y="318"/>
                </a:moveTo>
                <a:cubicBezTo>
                  <a:pt x="104" y="371"/>
                  <a:pt x="0" y="514"/>
                  <a:pt x="2" y="685"/>
                </a:cubicBezTo>
                <a:cubicBezTo>
                  <a:pt x="0" y="855"/>
                  <a:pt x="104" y="999"/>
                  <a:pt x="216" y="1051"/>
                </a:cubicBezTo>
                <a:cubicBezTo>
                  <a:pt x="120" y="955"/>
                  <a:pt x="64" y="821"/>
                  <a:pt x="65" y="685"/>
                </a:cubicBezTo>
                <a:cubicBezTo>
                  <a:pt x="64" y="549"/>
                  <a:pt x="120" y="414"/>
                  <a:pt x="216" y="318"/>
                </a:cubicBezTo>
                <a:close/>
              </a:path>
            </a:pathLst>
          </a:custGeom>
          <a:solidFill>
            <a:srgbClr val="FFFFFF"/>
          </a:solidFill>
          <a:ln>
            <a:noFill/>
          </a:ln>
          <a:effectLst>
            <a:reflection blurRad="6350" stA="52000" endA="300" endPos="35000" dir="5400000" sy="-100000" algn="bl" rotWithShape="0"/>
          </a:effectLst>
        </p:spPr>
        <p:txBody>
          <a:bodyPr vert="horz" wrap="square" lIns="61735" tIns="30867" rIns="61735" bIns="30867" numCol="1" anchor="t" anchorCtr="0" compatLnSpc="1"/>
          <a:lstStyle/>
          <a:p>
            <a:pPr fontAlgn="auto">
              <a:spcBef>
                <a:spcPts val="0"/>
              </a:spcBef>
              <a:spcAft>
                <a:spcPts val="0"/>
              </a:spcAft>
            </a:pPr>
            <a:endParaRPr lang="en-US" sz="1200">
              <a:solidFill>
                <a:prstClr val="black"/>
              </a:solidFill>
              <a:latin typeface="Calibri" panose="020F0502020204030204"/>
              <a:ea typeface="+mn-ea"/>
            </a:endParaRPr>
          </a:p>
        </p:txBody>
      </p:sp>
      <p:sp>
        <p:nvSpPr>
          <p:cNvPr id="41" name="矩形 1"/>
          <p:cNvSpPr/>
          <p:nvPr/>
        </p:nvSpPr>
        <p:spPr>
          <a:xfrm rot="19929661">
            <a:off x="8231542" y="3864874"/>
            <a:ext cx="1970034"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Down">
              <a:avLst>
                <a:gd name="adj" fmla="val 131357"/>
              </a:avLst>
            </a:prstTxWarp>
            <a:spAutoFit/>
            <a:flatTx/>
          </a:bodyPr>
          <a:lstStyle/>
          <a:p>
            <a:pPr algn="ctr" fontAlgn="auto">
              <a:spcBef>
                <a:spcPts val="0"/>
              </a:spcBef>
              <a:spcAft>
                <a:spcPts val="0"/>
              </a:spcAft>
            </a:pPr>
            <a:r>
              <a:rPr lang="en-US" altLang="zh-CN" sz="1600" b="1" dirty="0">
                <a:solidFill>
                  <a:prstClr val="white"/>
                </a:solidFill>
                <a:latin typeface="Calibri" panose="020F0502020204030204"/>
                <a:ea typeface="宋体" panose="02010600030101010101" pitchFamily="2" charset="-122"/>
              </a:rPr>
              <a:t>text</a:t>
            </a:r>
          </a:p>
        </p:txBody>
      </p:sp>
      <p:sp>
        <p:nvSpPr>
          <p:cNvPr id="47" name="矩形 1"/>
          <p:cNvSpPr/>
          <p:nvPr/>
        </p:nvSpPr>
        <p:spPr>
          <a:xfrm rot="20330487">
            <a:off x="8501265" y="4481951"/>
            <a:ext cx="1970034"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Down">
              <a:avLst>
                <a:gd name="adj" fmla="val 75031"/>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sp>
        <p:nvSpPr>
          <p:cNvPr id="61" name="矩形 1"/>
          <p:cNvSpPr/>
          <p:nvPr/>
        </p:nvSpPr>
        <p:spPr>
          <a:xfrm rot="20656130">
            <a:off x="5666417" y="2564362"/>
            <a:ext cx="1970033"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Up">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sp>
        <p:nvSpPr>
          <p:cNvPr id="62" name="文本框 61"/>
          <p:cNvSpPr txBox="1"/>
          <p:nvPr/>
        </p:nvSpPr>
        <p:spPr>
          <a:xfrm>
            <a:off x="1238993"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63" name="文本框 62"/>
          <p:cNvSpPr txBox="1"/>
          <p:nvPr/>
        </p:nvSpPr>
        <p:spPr>
          <a:xfrm>
            <a:off x="1266182"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64" name="TextBox 38"/>
          <p:cNvSpPr txBox="1"/>
          <p:nvPr/>
        </p:nvSpPr>
        <p:spPr>
          <a:xfrm>
            <a:off x="1325783"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5" name="文本框 64"/>
          <p:cNvSpPr txBox="1"/>
          <p:nvPr/>
        </p:nvSpPr>
        <p:spPr>
          <a:xfrm>
            <a:off x="1238993" y="4558733"/>
            <a:ext cx="3366383" cy="53290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25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8" name="Picture 67" descr="118-苏州大学-logo.png"/>
          <p:cNvPicPr>
            <a:picLocks noChangeAspect="1"/>
          </p:cNvPicPr>
          <p:nvPr/>
        </p:nvPicPr>
        <p:blipFill>
          <a:blip r:embed="rId7"/>
          <a:stretch>
            <a:fillRect/>
          </a:stretch>
        </p:blipFill>
        <p:spPr>
          <a:xfrm>
            <a:off x="11140812" y="571507"/>
            <a:ext cx="564061" cy="564061"/>
          </a:xfrm>
          <a:prstGeom prst="rect">
            <a:avLst/>
          </a:prstGeom>
        </p:spPr>
      </p:pic>
      <p:pic>
        <p:nvPicPr>
          <p:cNvPr id="67" name="图片 66">
            <a:extLst>
              <a:ext uri="{FF2B5EF4-FFF2-40B4-BE49-F238E27FC236}">
                <a16:creationId xmlns:a16="http://schemas.microsoft.com/office/drawing/2014/main" id="{AD67BC6A-4AFB-CEA6-E7F6-F99548DA9B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65730" y="4501324"/>
            <a:ext cx="1891637" cy="10111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5321" y="413375"/>
            <a:ext cx="12192000" cy="6031250"/>
          </a:xfrm>
          <a:prstGeom prst="rect">
            <a:avLst/>
          </a:prstGeom>
          <a:solidFill>
            <a:srgbClr val="A70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文本框 15"/>
          <p:cNvSpPr txBox="1"/>
          <p:nvPr/>
        </p:nvSpPr>
        <p:spPr>
          <a:xfrm>
            <a:off x="2329676" y="4114946"/>
            <a:ext cx="7424516" cy="923330"/>
          </a:xfrm>
          <a:prstGeom prst="rect">
            <a:avLst/>
          </a:prstGeom>
          <a:noFill/>
        </p:spPr>
        <p:txBody>
          <a:bodyPr wrap="square" rtlCol="0">
            <a:spAutoFit/>
          </a:bodyPr>
          <a:lstStyle/>
          <a:p>
            <a:pPr algn="ctr"/>
            <a:r>
              <a:rPr lang="zh-CN" altLang="en-US" sz="5400" dirty="0">
                <a:solidFill>
                  <a:schemeClr val="bg1"/>
                </a:solidFill>
                <a:latin typeface="微软雅黑" panose="020B0503020204020204" pitchFamily="34" charset="-122"/>
                <a:ea typeface="微软雅黑" panose="020B0503020204020204" pitchFamily="34" charset="-122"/>
              </a:rPr>
              <a:t>欢迎各位老师指导</a:t>
            </a:r>
          </a:p>
        </p:txBody>
      </p:sp>
      <p:sp>
        <p:nvSpPr>
          <p:cNvPr id="17" name="文本框 19"/>
          <p:cNvSpPr txBox="1"/>
          <p:nvPr/>
        </p:nvSpPr>
        <p:spPr>
          <a:xfrm>
            <a:off x="491757" y="2705725"/>
            <a:ext cx="11100354"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 YOU</a:t>
            </a:r>
            <a:endParaRPr lang="zh-CN" altLang="en-US"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8" name="Group 32"/>
          <p:cNvGrpSpPr/>
          <p:nvPr/>
        </p:nvGrpSpPr>
        <p:grpSpPr>
          <a:xfrm>
            <a:off x="5256631" y="1049663"/>
            <a:ext cx="1570606" cy="1573782"/>
            <a:chOff x="3692576" y="1742634"/>
            <a:chExt cx="2790379" cy="2796023"/>
          </a:xfrm>
        </p:grpSpPr>
        <p:grpSp>
          <p:nvGrpSpPr>
            <p:cNvPr id="19" name="组合 79"/>
            <p:cNvGrpSpPr/>
            <p:nvPr/>
          </p:nvGrpSpPr>
          <p:grpSpPr bwMode="auto">
            <a:xfrm>
              <a:off x="3692576" y="1742634"/>
              <a:ext cx="2790379" cy="2796023"/>
              <a:chOff x="6379729" y="2488774"/>
              <a:chExt cx="2513016" cy="2513016"/>
            </a:xfrm>
          </p:grpSpPr>
          <p:sp>
            <p:nvSpPr>
              <p:cNvPr id="21"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2"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0" name="椭圆 80"/>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29" name="Picture 28" descr="118-苏州大学-logo.png"/>
          <p:cNvPicPr>
            <a:picLocks noChangeAspect="1"/>
          </p:cNvPicPr>
          <p:nvPr/>
        </p:nvPicPr>
        <p:blipFill>
          <a:blip r:embed="rId3"/>
          <a:stretch>
            <a:fillRect/>
          </a:stretch>
        </p:blipFill>
        <p:spPr>
          <a:xfrm>
            <a:off x="5492938" y="1287964"/>
            <a:ext cx="1109878" cy="110987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1165</Words>
  <Application>Microsoft Office PowerPoint</Application>
  <PresentationFormat>宽屏</PresentationFormat>
  <Paragraphs>150</Paragraphs>
  <Slides>18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Arial Unicode MS</vt:lpstr>
      <vt:lpstr>Gill Sans</vt:lpstr>
      <vt:lpstr>Arial</vt:lpstr>
      <vt:lpstr>Calibri</vt:lpstr>
      <vt:lpstr>Calibri Light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47</cp:revision>
  <dcterms:created xsi:type="dcterms:W3CDTF">2017-05-12T04:51:00Z</dcterms:created>
  <dcterms:modified xsi:type="dcterms:W3CDTF">2022-07-03T01:17:56Z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