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5"/>
  </p:notesMasterIdLst>
  <p:sldIdLst>
    <p:sldId id="256" r:id="rId2"/>
    <p:sldId id="289" r:id="rId3"/>
    <p:sldId id="281" r:id="rId4"/>
    <p:sldId id="283" r:id="rId5"/>
    <p:sldId id="291" r:id="rId6"/>
    <p:sldId id="371" r:id="rId7"/>
    <p:sldId id="303" r:id="rId8"/>
    <p:sldId id="354" r:id="rId9"/>
    <p:sldId id="355" r:id="rId10"/>
    <p:sldId id="356" r:id="rId11"/>
    <p:sldId id="357" r:id="rId12"/>
    <p:sldId id="372" r:id="rId13"/>
    <p:sldId id="373" r:id="rId14"/>
  </p:sldIdLst>
  <p:sldSz cx="12192000" cy="6858000"/>
  <p:notesSz cx="6858000" cy="9144000"/>
  <p:defaultTextStyle>
    <a:defPPr>
      <a:defRPr lang="zh-CN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C65D15-69E1-4539-ADCD-C0730042239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29EE611-5FF0-4D45-95D1-8BF686696B94}">
      <dgm:prSet phldrT="[文本]" custT="1"/>
      <dgm:spPr>
        <a:solidFill>
          <a:schemeClr val="accent5"/>
        </a:solidFill>
      </dgm:spPr>
      <dgm:t>
        <a:bodyPr/>
        <a:lstStyle/>
        <a:p>
          <a:r>
            <a:rPr lang="en-US" altLang="zh-CN" sz="3600" b="0" dirty="0">
              <a:latin typeface="Times New Roman" pitchFamily="18" charset="0"/>
              <a:cs typeface="Times New Roman" pitchFamily="18" charset="0"/>
            </a:rPr>
            <a:t>Communication</a:t>
          </a:r>
          <a:endParaRPr lang="zh-CN" altLang="en-US" sz="3600" b="0" dirty="0">
            <a:latin typeface="Times New Roman" pitchFamily="18" charset="0"/>
            <a:cs typeface="Times New Roman" pitchFamily="18" charset="0"/>
          </a:endParaRPr>
        </a:p>
      </dgm:t>
    </dgm:pt>
    <dgm:pt modelId="{F88B88AD-8872-4A1F-89E1-189A34F1683E}" type="parTrans" cxnId="{512EF71B-C6A3-4A4C-88A1-6A6289E4347C}">
      <dgm:prSet/>
      <dgm:spPr/>
      <dgm:t>
        <a:bodyPr/>
        <a:lstStyle/>
        <a:p>
          <a:endParaRPr lang="zh-CN" altLang="en-US"/>
        </a:p>
      </dgm:t>
    </dgm:pt>
    <dgm:pt modelId="{0796C200-438A-4D73-9F6E-9253C9AE3B2B}" type="sibTrans" cxnId="{512EF71B-C6A3-4A4C-88A1-6A6289E4347C}">
      <dgm:prSet/>
      <dgm:spPr/>
      <dgm:t>
        <a:bodyPr/>
        <a:lstStyle/>
        <a:p>
          <a:endParaRPr lang="zh-CN" altLang="en-US"/>
        </a:p>
      </dgm:t>
    </dgm:pt>
    <dgm:pt modelId="{9B6800CB-9719-4D6E-A0DD-5844865CDBF1}">
      <dgm:prSet phldrT="[文本]" custT="1"/>
      <dgm:spPr>
        <a:solidFill>
          <a:schemeClr val="accent5"/>
        </a:solidFill>
      </dgm:spPr>
      <dgm:t>
        <a:bodyPr/>
        <a:lstStyle/>
        <a:p>
          <a:r>
            <a:rPr lang="en-US" altLang="zh-CN" sz="2800" b="0" dirty="0">
              <a:latin typeface="Times New Roman" pitchFamily="18" charset="0"/>
              <a:cs typeface="Times New Roman" pitchFamily="18" charset="0"/>
            </a:rPr>
            <a:t>Nonverbal Communication</a:t>
          </a:r>
          <a:endParaRPr lang="zh-CN" altLang="en-US" sz="2800" b="0" dirty="0">
            <a:latin typeface="Times New Roman" pitchFamily="18" charset="0"/>
            <a:cs typeface="Times New Roman" pitchFamily="18" charset="0"/>
          </a:endParaRPr>
        </a:p>
      </dgm:t>
    </dgm:pt>
    <dgm:pt modelId="{C4FD5E43-B95A-43CB-9B07-CB53757747A4}" type="parTrans" cxnId="{7508BB1C-B575-4C67-8C73-E5D78D3E2AFD}">
      <dgm:prSet/>
      <dgm:spPr/>
      <dgm:t>
        <a:bodyPr/>
        <a:lstStyle/>
        <a:p>
          <a:endParaRPr lang="zh-CN" altLang="en-US">
            <a:solidFill>
              <a:srgbClr val="0070C0"/>
            </a:solidFill>
          </a:endParaRPr>
        </a:p>
      </dgm:t>
    </dgm:pt>
    <dgm:pt modelId="{9DC4A632-EF3E-4F53-99F5-8C9C416750F3}" type="sibTrans" cxnId="{7508BB1C-B575-4C67-8C73-E5D78D3E2AFD}">
      <dgm:prSet/>
      <dgm:spPr/>
      <dgm:t>
        <a:bodyPr/>
        <a:lstStyle/>
        <a:p>
          <a:endParaRPr lang="zh-CN" altLang="en-US"/>
        </a:p>
      </dgm:t>
    </dgm:pt>
    <dgm:pt modelId="{9A595244-5E3D-4758-BE54-CE5766B907B1}">
      <dgm:prSet custT="1"/>
      <dgm:spPr>
        <a:solidFill>
          <a:schemeClr val="accent5"/>
        </a:solidFill>
      </dgm:spPr>
      <dgm:t>
        <a:bodyPr/>
        <a:lstStyle/>
        <a:p>
          <a:r>
            <a:rPr lang="en-US" altLang="zh-CN" sz="2800" dirty="0">
              <a:latin typeface="Times New Roman" pitchFamily="18" charset="0"/>
              <a:cs typeface="Times New Roman" pitchFamily="18" charset="0"/>
            </a:rPr>
            <a:t>Without words</a:t>
          </a:r>
          <a:endParaRPr lang="zh-CN" altLang="en-US" sz="2800" dirty="0">
            <a:latin typeface="Times New Roman" pitchFamily="18" charset="0"/>
            <a:cs typeface="Times New Roman" pitchFamily="18" charset="0"/>
          </a:endParaRPr>
        </a:p>
      </dgm:t>
    </dgm:pt>
    <dgm:pt modelId="{F9E3696B-8FD3-4099-A6E8-2B60AAE65E47}" type="parTrans" cxnId="{40072ADF-EFC0-4776-9B93-4C00346431E4}">
      <dgm:prSet/>
      <dgm:spPr/>
      <dgm:t>
        <a:bodyPr/>
        <a:lstStyle/>
        <a:p>
          <a:endParaRPr lang="zh-CN" altLang="en-US">
            <a:solidFill>
              <a:srgbClr val="0070C0"/>
            </a:solidFill>
          </a:endParaRPr>
        </a:p>
      </dgm:t>
    </dgm:pt>
    <dgm:pt modelId="{74FB1D63-A1E2-47F3-8022-5A6E7643CB1C}" type="sibTrans" cxnId="{40072ADF-EFC0-4776-9B93-4C00346431E4}">
      <dgm:prSet/>
      <dgm:spPr/>
      <dgm:t>
        <a:bodyPr/>
        <a:lstStyle/>
        <a:p>
          <a:endParaRPr lang="zh-CN" altLang="en-US"/>
        </a:p>
      </dgm:t>
    </dgm:pt>
    <dgm:pt modelId="{36E46965-62C3-4315-B4BF-94C032A03086}">
      <dgm:prSet custT="1"/>
      <dgm:spPr>
        <a:solidFill>
          <a:schemeClr val="accent5"/>
        </a:solidFill>
      </dgm:spPr>
      <dgm:t>
        <a:bodyPr/>
        <a:lstStyle/>
        <a:p>
          <a:r>
            <a:rPr lang="en-US" altLang="zh-CN" sz="2800" dirty="0">
              <a:latin typeface="Times New Roman" pitchFamily="18" charset="0"/>
              <a:cs typeface="Times New Roman" pitchFamily="18" charset="0"/>
            </a:rPr>
            <a:t>Words</a:t>
          </a:r>
          <a:endParaRPr lang="zh-CN" altLang="en-US" sz="2800" dirty="0">
            <a:latin typeface="Times New Roman" pitchFamily="18" charset="0"/>
            <a:cs typeface="Times New Roman" pitchFamily="18" charset="0"/>
          </a:endParaRPr>
        </a:p>
      </dgm:t>
    </dgm:pt>
    <dgm:pt modelId="{96B71C8E-1928-4EA6-8F84-55A32CF56108}" type="parTrans" cxnId="{49F00197-54BE-4567-9170-A05C3AAF59F4}">
      <dgm:prSet/>
      <dgm:spPr/>
      <dgm:t>
        <a:bodyPr/>
        <a:lstStyle/>
        <a:p>
          <a:endParaRPr lang="zh-CN" altLang="en-US">
            <a:solidFill>
              <a:srgbClr val="0070C0"/>
            </a:solidFill>
          </a:endParaRPr>
        </a:p>
      </dgm:t>
    </dgm:pt>
    <dgm:pt modelId="{A1444040-3563-4DCB-8811-646CF29E2091}" type="sibTrans" cxnId="{49F00197-54BE-4567-9170-A05C3AAF59F4}">
      <dgm:prSet/>
      <dgm:spPr/>
      <dgm:t>
        <a:bodyPr/>
        <a:lstStyle/>
        <a:p>
          <a:endParaRPr lang="zh-CN" altLang="en-US"/>
        </a:p>
      </dgm:t>
    </dgm:pt>
    <dgm:pt modelId="{8FFA8AF2-50CD-4AEE-A298-D47C36B6E206}">
      <dgm:prSet phldrT="[文本]" custT="1"/>
      <dgm:spPr>
        <a:solidFill>
          <a:schemeClr val="accent5"/>
        </a:solidFill>
      </dgm:spPr>
      <dgm:t>
        <a:bodyPr/>
        <a:lstStyle/>
        <a:p>
          <a:r>
            <a:rPr lang="en-US" altLang="zh-CN" sz="2800" b="0" dirty="0">
              <a:latin typeface="Times New Roman" pitchFamily="18" charset="0"/>
              <a:cs typeface="Times New Roman" pitchFamily="18" charset="0"/>
            </a:rPr>
            <a:t>Verbal Communication</a:t>
          </a:r>
          <a:endParaRPr lang="zh-CN" altLang="en-US" sz="2800" b="0" dirty="0">
            <a:latin typeface="Times New Roman" pitchFamily="18" charset="0"/>
            <a:cs typeface="Times New Roman" pitchFamily="18" charset="0"/>
          </a:endParaRPr>
        </a:p>
      </dgm:t>
    </dgm:pt>
    <dgm:pt modelId="{0179C6A8-5041-45EB-879B-439C9DC8763D}" type="sibTrans" cxnId="{865271C0-F9AB-4386-A0A0-A9EC8EA05FF7}">
      <dgm:prSet/>
      <dgm:spPr/>
      <dgm:t>
        <a:bodyPr/>
        <a:lstStyle/>
        <a:p>
          <a:endParaRPr lang="zh-CN" altLang="en-US"/>
        </a:p>
      </dgm:t>
    </dgm:pt>
    <dgm:pt modelId="{4C6CFFA9-3529-47A0-93B7-6F9F0871311E}" type="parTrans" cxnId="{865271C0-F9AB-4386-A0A0-A9EC8EA05FF7}">
      <dgm:prSet/>
      <dgm:spPr/>
      <dgm:t>
        <a:bodyPr/>
        <a:lstStyle/>
        <a:p>
          <a:endParaRPr lang="zh-CN" altLang="en-US">
            <a:solidFill>
              <a:srgbClr val="0070C0"/>
            </a:solidFill>
          </a:endParaRPr>
        </a:p>
      </dgm:t>
    </dgm:pt>
    <dgm:pt modelId="{F3EDC397-DC56-4B41-BF3B-D05A1E276460}" type="pres">
      <dgm:prSet presAssocID="{C6C65D15-69E1-4539-ADCD-C0730042239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3B43A8EE-D5AF-4CBA-A508-50C413FD06CD}" type="pres">
      <dgm:prSet presAssocID="{D29EE611-5FF0-4D45-95D1-8BF686696B94}" presName="hierRoot1" presStyleCnt="0">
        <dgm:presLayoutVars>
          <dgm:hierBranch val="init"/>
        </dgm:presLayoutVars>
      </dgm:prSet>
      <dgm:spPr/>
    </dgm:pt>
    <dgm:pt modelId="{C4552E55-062F-472E-98AC-34059AC92E2F}" type="pres">
      <dgm:prSet presAssocID="{D29EE611-5FF0-4D45-95D1-8BF686696B94}" presName="rootComposite1" presStyleCnt="0"/>
      <dgm:spPr/>
    </dgm:pt>
    <dgm:pt modelId="{49B81B04-E66A-4FB0-9071-396A5060BCAA}" type="pres">
      <dgm:prSet presAssocID="{D29EE611-5FF0-4D45-95D1-8BF686696B94}" presName="rootText1" presStyleLbl="node0" presStyleIdx="0" presStyleCnt="1" custScaleX="353716" custScaleY="117006" custLinFactNeighborX="1986" custLinFactNeighborY="-2717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0E6A07D-0977-4B99-8994-E258266F77BD}" type="pres">
      <dgm:prSet presAssocID="{D29EE611-5FF0-4D45-95D1-8BF686696B94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8BABCA4D-7904-4359-8831-5F402B041D45}" type="pres">
      <dgm:prSet presAssocID="{D29EE611-5FF0-4D45-95D1-8BF686696B94}" presName="hierChild2" presStyleCnt="0"/>
      <dgm:spPr/>
    </dgm:pt>
    <dgm:pt modelId="{97469914-E814-4553-B724-EDD4F5095F67}" type="pres">
      <dgm:prSet presAssocID="{4C6CFFA9-3529-47A0-93B7-6F9F0871311E}" presName="Name37" presStyleLbl="parChTrans1D2" presStyleIdx="0" presStyleCnt="2"/>
      <dgm:spPr/>
      <dgm:t>
        <a:bodyPr/>
        <a:lstStyle/>
        <a:p>
          <a:endParaRPr lang="zh-CN" altLang="en-US"/>
        </a:p>
      </dgm:t>
    </dgm:pt>
    <dgm:pt modelId="{D25FF286-64EF-4E27-B9B2-93F0FB028A84}" type="pres">
      <dgm:prSet presAssocID="{8FFA8AF2-50CD-4AEE-A298-D47C36B6E206}" presName="hierRoot2" presStyleCnt="0">
        <dgm:presLayoutVars>
          <dgm:hierBranch val="init"/>
        </dgm:presLayoutVars>
      </dgm:prSet>
      <dgm:spPr/>
    </dgm:pt>
    <dgm:pt modelId="{0FA3F654-A75B-4F8D-B19B-214679A96147}" type="pres">
      <dgm:prSet presAssocID="{8FFA8AF2-50CD-4AEE-A298-D47C36B6E206}" presName="rootComposite" presStyleCnt="0"/>
      <dgm:spPr/>
    </dgm:pt>
    <dgm:pt modelId="{42C50D80-4368-4C04-85F3-DBE85CA98597}" type="pres">
      <dgm:prSet presAssocID="{8FFA8AF2-50CD-4AEE-A298-D47C36B6E206}" presName="rootText" presStyleLbl="node2" presStyleIdx="0" presStyleCnt="2" custScaleX="27868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CD5D671-AA12-4E63-B749-4E1E8220E869}" type="pres">
      <dgm:prSet presAssocID="{8FFA8AF2-50CD-4AEE-A298-D47C36B6E206}" presName="rootConnector" presStyleLbl="node2" presStyleIdx="0" presStyleCnt="2"/>
      <dgm:spPr/>
      <dgm:t>
        <a:bodyPr/>
        <a:lstStyle/>
        <a:p>
          <a:endParaRPr lang="zh-CN" altLang="en-US"/>
        </a:p>
      </dgm:t>
    </dgm:pt>
    <dgm:pt modelId="{EB414D97-254F-4430-9529-998F3415DB48}" type="pres">
      <dgm:prSet presAssocID="{8FFA8AF2-50CD-4AEE-A298-D47C36B6E206}" presName="hierChild4" presStyleCnt="0"/>
      <dgm:spPr/>
    </dgm:pt>
    <dgm:pt modelId="{4912E670-4B30-4940-80DC-22C0568AA842}" type="pres">
      <dgm:prSet presAssocID="{96B71C8E-1928-4EA6-8F84-55A32CF56108}" presName="Name37" presStyleLbl="parChTrans1D3" presStyleIdx="0" presStyleCnt="2"/>
      <dgm:spPr/>
      <dgm:t>
        <a:bodyPr/>
        <a:lstStyle/>
        <a:p>
          <a:endParaRPr lang="zh-CN" altLang="en-US"/>
        </a:p>
      </dgm:t>
    </dgm:pt>
    <dgm:pt modelId="{5FE09C17-B4EF-4491-B74E-C4BD05D167E5}" type="pres">
      <dgm:prSet presAssocID="{36E46965-62C3-4315-B4BF-94C032A03086}" presName="hierRoot2" presStyleCnt="0">
        <dgm:presLayoutVars>
          <dgm:hierBranch val="init"/>
        </dgm:presLayoutVars>
      </dgm:prSet>
      <dgm:spPr/>
    </dgm:pt>
    <dgm:pt modelId="{3F006F5D-0343-4BF3-B9A7-852143402F06}" type="pres">
      <dgm:prSet presAssocID="{36E46965-62C3-4315-B4BF-94C032A03086}" presName="rootComposite" presStyleCnt="0"/>
      <dgm:spPr/>
    </dgm:pt>
    <dgm:pt modelId="{78CF2325-76BC-4A98-BB45-102AD08EFA0C}" type="pres">
      <dgm:prSet presAssocID="{36E46965-62C3-4315-B4BF-94C032A03086}" presName="rootText" presStyleLbl="node3" presStyleIdx="0" presStyleCnt="2" custScaleX="129555" custLinFactNeighborX="13578" custLinFactNeighborY="-306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C2E0EE7-106F-4561-98E6-1533B828F9D9}" type="pres">
      <dgm:prSet presAssocID="{36E46965-62C3-4315-B4BF-94C032A03086}" presName="rootConnector" presStyleLbl="node3" presStyleIdx="0" presStyleCnt="2"/>
      <dgm:spPr/>
      <dgm:t>
        <a:bodyPr/>
        <a:lstStyle/>
        <a:p>
          <a:endParaRPr lang="zh-CN" altLang="en-US"/>
        </a:p>
      </dgm:t>
    </dgm:pt>
    <dgm:pt modelId="{3EC4A053-2902-41F6-9ED6-CC5F8F501055}" type="pres">
      <dgm:prSet presAssocID="{36E46965-62C3-4315-B4BF-94C032A03086}" presName="hierChild4" presStyleCnt="0"/>
      <dgm:spPr/>
    </dgm:pt>
    <dgm:pt modelId="{DEBB782B-481B-440D-BEEC-C5E2B212E59F}" type="pres">
      <dgm:prSet presAssocID="{36E46965-62C3-4315-B4BF-94C032A03086}" presName="hierChild5" presStyleCnt="0"/>
      <dgm:spPr/>
    </dgm:pt>
    <dgm:pt modelId="{6A5C1E9A-392D-4061-9A1F-B608A3F63FED}" type="pres">
      <dgm:prSet presAssocID="{8FFA8AF2-50CD-4AEE-A298-D47C36B6E206}" presName="hierChild5" presStyleCnt="0"/>
      <dgm:spPr/>
    </dgm:pt>
    <dgm:pt modelId="{4E6925B2-03BF-4FF7-889B-6BE61E3EE740}" type="pres">
      <dgm:prSet presAssocID="{C4FD5E43-B95A-43CB-9B07-CB53757747A4}" presName="Name37" presStyleLbl="parChTrans1D2" presStyleIdx="1" presStyleCnt="2"/>
      <dgm:spPr/>
      <dgm:t>
        <a:bodyPr/>
        <a:lstStyle/>
        <a:p>
          <a:endParaRPr lang="zh-CN" altLang="en-US"/>
        </a:p>
      </dgm:t>
    </dgm:pt>
    <dgm:pt modelId="{CD95B860-B0A7-4317-979C-825330BEDF70}" type="pres">
      <dgm:prSet presAssocID="{9B6800CB-9719-4D6E-A0DD-5844865CDBF1}" presName="hierRoot2" presStyleCnt="0">
        <dgm:presLayoutVars>
          <dgm:hierBranch val="init"/>
        </dgm:presLayoutVars>
      </dgm:prSet>
      <dgm:spPr/>
    </dgm:pt>
    <dgm:pt modelId="{2146578D-A26A-4D4D-A9C1-2AB35CBCFC98}" type="pres">
      <dgm:prSet presAssocID="{9B6800CB-9719-4D6E-A0DD-5844865CDBF1}" presName="rootComposite" presStyleCnt="0"/>
      <dgm:spPr/>
    </dgm:pt>
    <dgm:pt modelId="{E94A052E-666A-4154-B833-55A1CD36D493}" type="pres">
      <dgm:prSet presAssocID="{9B6800CB-9719-4D6E-A0DD-5844865CDBF1}" presName="rootText" presStyleLbl="node2" presStyleIdx="1" presStyleCnt="2" custScaleX="28551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5153011-5171-4A52-94A3-538D0AB85E43}" type="pres">
      <dgm:prSet presAssocID="{9B6800CB-9719-4D6E-A0DD-5844865CDBF1}" presName="rootConnector" presStyleLbl="node2" presStyleIdx="1" presStyleCnt="2"/>
      <dgm:spPr/>
      <dgm:t>
        <a:bodyPr/>
        <a:lstStyle/>
        <a:p>
          <a:endParaRPr lang="zh-CN" altLang="en-US"/>
        </a:p>
      </dgm:t>
    </dgm:pt>
    <dgm:pt modelId="{F953285A-C312-4716-9720-8A78A062A70F}" type="pres">
      <dgm:prSet presAssocID="{9B6800CB-9719-4D6E-A0DD-5844865CDBF1}" presName="hierChild4" presStyleCnt="0"/>
      <dgm:spPr/>
    </dgm:pt>
    <dgm:pt modelId="{3466F0B0-62CC-4B27-8D87-4ABF5F66B361}" type="pres">
      <dgm:prSet presAssocID="{F9E3696B-8FD3-4099-A6E8-2B60AAE65E47}" presName="Name37" presStyleLbl="parChTrans1D3" presStyleIdx="1" presStyleCnt="2"/>
      <dgm:spPr/>
      <dgm:t>
        <a:bodyPr/>
        <a:lstStyle/>
        <a:p>
          <a:endParaRPr lang="zh-CN" altLang="en-US"/>
        </a:p>
      </dgm:t>
    </dgm:pt>
    <dgm:pt modelId="{B59E3FBF-DCDD-4EA0-9836-1C5C73B3B246}" type="pres">
      <dgm:prSet presAssocID="{9A595244-5E3D-4758-BE54-CE5766B907B1}" presName="hierRoot2" presStyleCnt="0">
        <dgm:presLayoutVars>
          <dgm:hierBranch val="init"/>
        </dgm:presLayoutVars>
      </dgm:prSet>
      <dgm:spPr/>
    </dgm:pt>
    <dgm:pt modelId="{4A64305D-E41E-4DAF-818A-D2491ED9146E}" type="pres">
      <dgm:prSet presAssocID="{9A595244-5E3D-4758-BE54-CE5766B907B1}" presName="rootComposite" presStyleCnt="0"/>
      <dgm:spPr/>
    </dgm:pt>
    <dgm:pt modelId="{63680027-A7D8-4FE9-9D2A-F9639425F0A9}" type="pres">
      <dgm:prSet presAssocID="{9A595244-5E3D-4758-BE54-CE5766B907B1}" presName="rootText" presStyleLbl="node3" presStyleIdx="1" presStyleCnt="2" custScaleX="17163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4E0C92D-290D-410E-9E28-A1F02F501D76}" type="pres">
      <dgm:prSet presAssocID="{9A595244-5E3D-4758-BE54-CE5766B907B1}" presName="rootConnector" presStyleLbl="node3" presStyleIdx="1" presStyleCnt="2"/>
      <dgm:spPr/>
      <dgm:t>
        <a:bodyPr/>
        <a:lstStyle/>
        <a:p>
          <a:endParaRPr lang="zh-CN" altLang="en-US"/>
        </a:p>
      </dgm:t>
    </dgm:pt>
    <dgm:pt modelId="{36AD2819-BF89-49A4-A67A-37F6896CBE0A}" type="pres">
      <dgm:prSet presAssocID="{9A595244-5E3D-4758-BE54-CE5766B907B1}" presName="hierChild4" presStyleCnt="0"/>
      <dgm:spPr/>
    </dgm:pt>
    <dgm:pt modelId="{118AEE50-1C12-4EDC-BB68-35B1225F51C2}" type="pres">
      <dgm:prSet presAssocID="{9A595244-5E3D-4758-BE54-CE5766B907B1}" presName="hierChild5" presStyleCnt="0"/>
      <dgm:spPr/>
    </dgm:pt>
    <dgm:pt modelId="{2FED408B-5C80-4D35-8057-B014CF85D12D}" type="pres">
      <dgm:prSet presAssocID="{9B6800CB-9719-4D6E-A0DD-5844865CDBF1}" presName="hierChild5" presStyleCnt="0"/>
      <dgm:spPr/>
    </dgm:pt>
    <dgm:pt modelId="{253039FB-30E9-4B2A-B71F-8F5C8E4A6A35}" type="pres">
      <dgm:prSet presAssocID="{D29EE611-5FF0-4D45-95D1-8BF686696B94}" presName="hierChild3" presStyleCnt="0"/>
      <dgm:spPr/>
    </dgm:pt>
  </dgm:ptLst>
  <dgm:cxnLst>
    <dgm:cxn modelId="{AA91ED69-D605-44D9-93CE-3BB74177FD75}" type="presOf" srcId="{36E46965-62C3-4315-B4BF-94C032A03086}" destId="{78CF2325-76BC-4A98-BB45-102AD08EFA0C}" srcOrd="0" destOrd="0" presId="urn:microsoft.com/office/officeart/2005/8/layout/orgChart1"/>
    <dgm:cxn modelId="{4E0BBD1A-29BB-4A54-BB3C-013C7A7C2D4E}" type="presOf" srcId="{9A595244-5E3D-4758-BE54-CE5766B907B1}" destId="{63680027-A7D8-4FE9-9D2A-F9639425F0A9}" srcOrd="0" destOrd="0" presId="urn:microsoft.com/office/officeart/2005/8/layout/orgChart1"/>
    <dgm:cxn modelId="{865271C0-F9AB-4386-A0A0-A9EC8EA05FF7}" srcId="{D29EE611-5FF0-4D45-95D1-8BF686696B94}" destId="{8FFA8AF2-50CD-4AEE-A298-D47C36B6E206}" srcOrd="0" destOrd="0" parTransId="{4C6CFFA9-3529-47A0-93B7-6F9F0871311E}" sibTransId="{0179C6A8-5041-45EB-879B-439C9DC8763D}"/>
    <dgm:cxn modelId="{512EF71B-C6A3-4A4C-88A1-6A6289E4347C}" srcId="{C6C65D15-69E1-4539-ADCD-C07300422398}" destId="{D29EE611-5FF0-4D45-95D1-8BF686696B94}" srcOrd="0" destOrd="0" parTransId="{F88B88AD-8872-4A1F-89E1-189A34F1683E}" sibTransId="{0796C200-438A-4D73-9F6E-9253C9AE3B2B}"/>
    <dgm:cxn modelId="{40072ADF-EFC0-4776-9B93-4C00346431E4}" srcId="{9B6800CB-9719-4D6E-A0DD-5844865CDBF1}" destId="{9A595244-5E3D-4758-BE54-CE5766B907B1}" srcOrd="0" destOrd="0" parTransId="{F9E3696B-8FD3-4099-A6E8-2B60AAE65E47}" sibTransId="{74FB1D63-A1E2-47F3-8022-5A6E7643CB1C}"/>
    <dgm:cxn modelId="{3BC74A3C-B1C0-4631-B3FC-45F442F72988}" type="presOf" srcId="{9A595244-5E3D-4758-BE54-CE5766B907B1}" destId="{34E0C92D-290D-410E-9E28-A1F02F501D76}" srcOrd="1" destOrd="0" presId="urn:microsoft.com/office/officeart/2005/8/layout/orgChart1"/>
    <dgm:cxn modelId="{B4CB1BEC-1DF0-4D7C-9FC6-55085CF4DDDB}" type="presOf" srcId="{C6C65D15-69E1-4539-ADCD-C07300422398}" destId="{F3EDC397-DC56-4B41-BF3B-D05A1E276460}" srcOrd="0" destOrd="0" presId="urn:microsoft.com/office/officeart/2005/8/layout/orgChart1"/>
    <dgm:cxn modelId="{D4AFB171-6080-40F4-B14C-2F3D2002AB80}" type="presOf" srcId="{8FFA8AF2-50CD-4AEE-A298-D47C36B6E206}" destId="{42C50D80-4368-4C04-85F3-DBE85CA98597}" srcOrd="0" destOrd="0" presId="urn:microsoft.com/office/officeart/2005/8/layout/orgChart1"/>
    <dgm:cxn modelId="{3E56F962-1FA3-4236-BC68-2AFB3D4DA76A}" type="presOf" srcId="{36E46965-62C3-4315-B4BF-94C032A03086}" destId="{1C2E0EE7-106F-4561-98E6-1533B828F9D9}" srcOrd="1" destOrd="0" presId="urn:microsoft.com/office/officeart/2005/8/layout/orgChart1"/>
    <dgm:cxn modelId="{49F00197-54BE-4567-9170-A05C3AAF59F4}" srcId="{8FFA8AF2-50CD-4AEE-A298-D47C36B6E206}" destId="{36E46965-62C3-4315-B4BF-94C032A03086}" srcOrd="0" destOrd="0" parTransId="{96B71C8E-1928-4EA6-8F84-55A32CF56108}" sibTransId="{A1444040-3563-4DCB-8811-646CF29E2091}"/>
    <dgm:cxn modelId="{7508BB1C-B575-4C67-8C73-E5D78D3E2AFD}" srcId="{D29EE611-5FF0-4D45-95D1-8BF686696B94}" destId="{9B6800CB-9719-4D6E-A0DD-5844865CDBF1}" srcOrd="1" destOrd="0" parTransId="{C4FD5E43-B95A-43CB-9B07-CB53757747A4}" sibTransId="{9DC4A632-EF3E-4F53-99F5-8C9C416750F3}"/>
    <dgm:cxn modelId="{0148E813-D988-47B5-9ADE-9E29BDC643EA}" type="presOf" srcId="{9B6800CB-9719-4D6E-A0DD-5844865CDBF1}" destId="{65153011-5171-4A52-94A3-538D0AB85E43}" srcOrd="1" destOrd="0" presId="urn:microsoft.com/office/officeart/2005/8/layout/orgChart1"/>
    <dgm:cxn modelId="{FC247D29-DA37-430F-A926-27C7B6E8D016}" type="presOf" srcId="{D29EE611-5FF0-4D45-95D1-8BF686696B94}" destId="{B0E6A07D-0977-4B99-8994-E258266F77BD}" srcOrd="1" destOrd="0" presId="urn:microsoft.com/office/officeart/2005/8/layout/orgChart1"/>
    <dgm:cxn modelId="{34A419E5-2807-4E80-B2DE-9118248C8B74}" type="presOf" srcId="{96B71C8E-1928-4EA6-8F84-55A32CF56108}" destId="{4912E670-4B30-4940-80DC-22C0568AA842}" srcOrd="0" destOrd="0" presId="urn:microsoft.com/office/officeart/2005/8/layout/orgChart1"/>
    <dgm:cxn modelId="{55A9E878-82CD-4C5A-8AB6-AF49F1D5D43F}" type="presOf" srcId="{8FFA8AF2-50CD-4AEE-A298-D47C36B6E206}" destId="{9CD5D671-AA12-4E63-B749-4E1E8220E869}" srcOrd="1" destOrd="0" presId="urn:microsoft.com/office/officeart/2005/8/layout/orgChart1"/>
    <dgm:cxn modelId="{71FD32F9-4B27-4E08-BEBA-D5F739FE8539}" type="presOf" srcId="{C4FD5E43-B95A-43CB-9B07-CB53757747A4}" destId="{4E6925B2-03BF-4FF7-889B-6BE61E3EE740}" srcOrd="0" destOrd="0" presId="urn:microsoft.com/office/officeart/2005/8/layout/orgChart1"/>
    <dgm:cxn modelId="{41F89164-F34D-4F8C-B3F5-C5446CC68995}" type="presOf" srcId="{D29EE611-5FF0-4D45-95D1-8BF686696B94}" destId="{49B81B04-E66A-4FB0-9071-396A5060BCAA}" srcOrd="0" destOrd="0" presId="urn:microsoft.com/office/officeart/2005/8/layout/orgChart1"/>
    <dgm:cxn modelId="{AB7F427F-99F4-4FAC-BEB5-56AC095792FB}" type="presOf" srcId="{9B6800CB-9719-4D6E-A0DD-5844865CDBF1}" destId="{E94A052E-666A-4154-B833-55A1CD36D493}" srcOrd="0" destOrd="0" presId="urn:microsoft.com/office/officeart/2005/8/layout/orgChart1"/>
    <dgm:cxn modelId="{AC091AA6-3E43-461E-8F94-487423DF5583}" type="presOf" srcId="{F9E3696B-8FD3-4099-A6E8-2B60AAE65E47}" destId="{3466F0B0-62CC-4B27-8D87-4ABF5F66B361}" srcOrd="0" destOrd="0" presId="urn:microsoft.com/office/officeart/2005/8/layout/orgChart1"/>
    <dgm:cxn modelId="{E5FA0D69-AD1E-42B1-BDAA-43E748F7673D}" type="presOf" srcId="{4C6CFFA9-3529-47A0-93B7-6F9F0871311E}" destId="{97469914-E814-4553-B724-EDD4F5095F67}" srcOrd="0" destOrd="0" presId="urn:microsoft.com/office/officeart/2005/8/layout/orgChart1"/>
    <dgm:cxn modelId="{A3740C17-BF65-44F4-B644-9B07FCFD1052}" type="presParOf" srcId="{F3EDC397-DC56-4B41-BF3B-D05A1E276460}" destId="{3B43A8EE-D5AF-4CBA-A508-50C413FD06CD}" srcOrd="0" destOrd="0" presId="urn:microsoft.com/office/officeart/2005/8/layout/orgChart1"/>
    <dgm:cxn modelId="{93E74779-70F8-469F-896E-CE45A1A51AB9}" type="presParOf" srcId="{3B43A8EE-D5AF-4CBA-A508-50C413FD06CD}" destId="{C4552E55-062F-472E-98AC-34059AC92E2F}" srcOrd="0" destOrd="0" presId="urn:microsoft.com/office/officeart/2005/8/layout/orgChart1"/>
    <dgm:cxn modelId="{6E429182-CBE3-4CB9-996C-B9E729EB1A07}" type="presParOf" srcId="{C4552E55-062F-472E-98AC-34059AC92E2F}" destId="{49B81B04-E66A-4FB0-9071-396A5060BCAA}" srcOrd="0" destOrd="0" presId="urn:microsoft.com/office/officeart/2005/8/layout/orgChart1"/>
    <dgm:cxn modelId="{A9A131AD-1E1F-40AF-979C-DDBAA08404E1}" type="presParOf" srcId="{C4552E55-062F-472E-98AC-34059AC92E2F}" destId="{B0E6A07D-0977-4B99-8994-E258266F77BD}" srcOrd="1" destOrd="0" presId="urn:microsoft.com/office/officeart/2005/8/layout/orgChart1"/>
    <dgm:cxn modelId="{276DD4D1-7DED-494A-8135-8C91ECC7A4A0}" type="presParOf" srcId="{3B43A8EE-D5AF-4CBA-A508-50C413FD06CD}" destId="{8BABCA4D-7904-4359-8831-5F402B041D45}" srcOrd="1" destOrd="0" presId="urn:microsoft.com/office/officeart/2005/8/layout/orgChart1"/>
    <dgm:cxn modelId="{22A9DFD6-2058-46DE-888A-3260EF618695}" type="presParOf" srcId="{8BABCA4D-7904-4359-8831-5F402B041D45}" destId="{97469914-E814-4553-B724-EDD4F5095F67}" srcOrd="0" destOrd="0" presId="urn:microsoft.com/office/officeart/2005/8/layout/orgChart1"/>
    <dgm:cxn modelId="{94FBA41A-6A97-4EF7-A49A-26A7A0831047}" type="presParOf" srcId="{8BABCA4D-7904-4359-8831-5F402B041D45}" destId="{D25FF286-64EF-4E27-B9B2-93F0FB028A84}" srcOrd="1" destOrd="0" presId="urn:microsoft.com/office/officeart/2005/8/layout/orgChart1"/>
    <dgm:cxn modelId="{545E58E6-694B-4385-B7C4-FFF0755A1DEA}" type="presParOf" srcId="{D25FF286-64EF-4E27-B9B2-93F0FB028A84}" destId="{0FA3F654-A75B-4F8D-B19B-214679A96147}" srcOrd="0" destOrd="0" presId="urn:microsoft.com/office/officeart/2005/8/layout/orgChart1"/>
    <dgm:cxn modelId="{71A698A5-6EB4-4381-861B-38A725777905}" type="presParOf" srcId="{0FA3F654-A75B-4F8D-B19B-214679A96147}" destId="{42C50D80-4368-4C04-85F3-DBE85CA98597}" srcOrd="0" destOrd="0" presId="urn:microsoft.com/office/officeart/2005/8/layout/orgChart1"/>
    <dgm:cxn modelId="{2E622372-56C0-4CB4-829D-DF389D88F22C}" type="presParOf" srcId="{0FA3F654-A75B-4F8D-B19B-214679A96147}" destId="{9CD5D671-AA12-4E63-B749-4E1E8220E869}" srcOrd="1" destOrd="0" presId="urn:microsoft.com/office/officeart/2005/8/layout/orgChart1"/>
    <dgm:cxn modelId="{E41F405A-4F94-45EB-93A1-67C05BDF9F3D}" type="presParOf" srcId="{D25FF286-64EF-4E27-B9B2-93F0FB028A84}" destId="{EB414D97-254F-4430-9529-998F3415DB48}" srcOrd="1" destOrd="0" presId="urn:microsoft.com/office/officeart/2005/8/layout/orgChart1"/>
    <dgm:cxn modelId="{AED7BEC1-E372-4E58-8D81-8AEBDC478C17}" type="presParOf" srcId="{EB414D97-254F-4430-9529-998F3415DB48}" destId="{4912E670-4B30-4940-80DC-22C0568AA842}" srcOrd="0" destOrd="0" presId="urn:microsoft.com/office/officeart/2005/8/layout/orgChart1"/>
    <dgm:cxn modelId="{BB6AA02A-CF70-41EC-84FC-188F1968C1D6}" type="presParOf" srcId="{EB414D97-254F-4430-9529-998F3415DB48}" destId="{5FE09C17-B4EF-4491-B74E-C4BD05D167E5}" srcOrd="1" destOrd="0" presId="urn:microsoft.com/office/officeart/2005/8/layout/orgChart1"/>
    <dgm:cxn modelId="{BFAEB746-736B-4011-9760-ABA2DAA01F06}" type="presParOf" srcId="{5FE09C17-B4EF-4491-B74E-C4BD05D167E5}" destId="{3F006F5D-0343-4BF3-B9A7-852143402F06}" srcOrd="0" destOrd="0" presId="urn:microsoft.com/office/officeart/2005/8/layout/orgChart1"/>
    <dgm:cxn modelId="{1DB1878C-2FC3-4F0C-8028-D64ACEEA3693}" type="presParOf" srcId="{3F006F5D-0343-4BF3-B9A7-852143402F06}" destId="{78CF2325-76BC-4A98-BB45-102AD08EFA0C}" srcOrd="0" destOrd="0" presId="urn:microsoft.com/office/officeart/2005/8/layout/orgChart1"/>
    <dgm:cxn modelId="{9BFD39D9-933E-4889-8E10-D129C6791A7A}" type="presParOf" srcId="{3F006F5D-0343-4BF3-B9A7-852143402F06}" destId="{1C2E0EE7-106F-4561-98E6-1533B828F9D9}" srcOrd="1" destOrd="0" presId="urn:microsoft.com/office/officeart/2005/8/layout/orgChart1"/>
    <dgm:cxn modelId="{2FD489AA-DCBF-4D3B-9DC7-9254EF864617}" type="presParOf" srcId="{5FE09C17-B4EF-4491-B74E-C4BD05D167E5}" destId="{3EC4A053-2902-41F6-9ED6-CC5F8F501055}" srcOrd="1" destOrd="0" presId="urn:microsoft.com/office/officeart/2005/8/layout/orgChart1"/>
    <dgm:cxn modelId="{14C18BEC-E217-4030-9AED-CC4A64DF4567}" type="presParOf" srcId="{5FE09C17-B4EF-4491-B74E-C4BD05D167E5}" destId="{DEBB782B-481B-440D-BEEC-C5E2B212E59F}" srcOrd="2" destOrd="0" presId="urn:microsoft.com/office/officeart/2005/8/layout/orgChart1"/>
    <dgm:cxn modelId="{B7FC6CBA-3522-4DD3-A1EB-89A2DF175EE8}" type="presParOf" srcId="{D25FF286-64EF-4E27-B9B2-93F0FB028A84}" destId="{6A5C1E9A-392D-4061-9A1F-B608A3F63FED}" srcOrd="2" destOrd="0" presId="urn:microsoft.com/office/officeart/2005/8/layout/orgChart1"/>
    <dgm:cxn modelId="{51B400D3-4262-4445-B75F-4FE330215356}" type="presParOf" srcId="{8BABCA4D-7904-4359-8831-5F402B041D45}" destId="{4E6925B2-03BF-4FF7-889B-6BE61E3EE740}" srcOrd="2" destOrd="0" presId="urn:microsoft.com/office/officeart/2005/8/layout/orgChart1"/>
    <dgm:cxn modelId="{29316219-9297-4E2B-A7D8-F2FD65447E4D}" type="presParOf" srcId="{8BABCA4D-7904-4359-8831-5F402B041D45}" destId="{CD95B860-B0A7-4317-979C-825330BEDF70}" srcOrd="3" destOrd="0" presId="urn:microsoft.com/office/officeart/2005/8/layout/orgChart1"/>
    <dgm:cxn modelId="{F58ED284-1ADD-4C60-96C9-0CBF5CCF97BE}" type="presParOf" srcId="{CD95B860-B0A7-4317-979C-825330BEDF70}" destId="{2146578D-A26A-4D4D-A9C1-2AB35CBCFC98}" srcOrd="0" destOrd="0" presId="urn:microsoft.com/office/officeart/2005/8/layout/orgChart1"/>
    <dgm:cxn modelId="{693E775E-2F85-4D18-8C77-FFE171C03B47}" type="presParOf" srcId="{2146578D-A26A-4D4D-A9C1-2AB35CBCFC98}" destId="{E94A052E-666A-4154-B833-55A1CD36D493}" srcOrd="0" destOrd="0" presId="urn:microsoft.com/office/officeart/2005/8/layout/orgChart1"/>
    <dgm:cxn modelId="{94C5F524-6CD5-43C7-83D3-3A2CC028AF2C}" type="presParOf" srcId="{2146578D-A26A-4D4D-A9C1-2AB35CBCFC98}" destId="{65153011-5171-4A52-94A3-538D0AB85E43}" srcOrd="1" destOrd="0" presId="urn:microsoft.com/office/officeart/2005/8/layout/orgChart1"/>
    <dgm:cxn modelId="{1C27EC9D-C7E8-4B5B-9FD9-15D35C1424F8}" type="presParOf" srcId="{CD95B860-B0A7-4317-979C-825330BEDF70}" destId="{F953285A-C312-4716-9720-8A78A062A70F}" srcOrd="1" destOrd="0" presId="urn:microsoft.com/office/officeart/2005/8/layout/orgChart1"/>
    <dgm:cxn modelId="{32BDEB4D-F84B-4DB1-9828-361E0B336479}" type="presParOf" srcId="{F953285A-C312-4716-9720-8A78A062A70F}" destId="{3466F0B0-62CC-4B27-8D87-4ABF5F66B361}" srcOrd="0" destOrd="0" presId="urn:microsoft.com/office/officeart/2005/8/layout/orgChart1"/>
    <dgm:cxn modelId="{19A15941-D4C6-4E9E-B33A-EF3BD6BB566A}" type="presParOf" srcId="{F953285A-C312-4716-9720-8A78A062A70F}" destId="{B59E3FBF-DCDD-4EA0-9836-1C5C73B3B246}" srcOrd="1" destOrd="0" presId="urn:microsoft.com/office/officeart/2005/8/layout/orgChart1"/>
    <dgm:cxn modelId="{8440EC90-F2A5-4656-B16E-8FFED29874B7}" type="presParOf" srcId="{B59E3FBF-DCDD-4EA0-9836-1C5C73B3B246}" destId="{4A64305D-E41E-4DAF-818A-D2491ED9146E}" srcOrd="0" destOrd="0" presId="urn:microsoft.com/office/officeart/2005/8/layout/orgChart1"/>
    <dgm:cxn modelId="{C1ADBABF-135C-4E46-AFE4-8B05A96EA020}" type="presParOf" srcId="{4A64305D-E41E-4DAF-818A-D2491ED9146E}" destId="{63680027-A7D8-4FE9-9D2A-F9639425F0A9}" srcOrd="0" destOrd="0" presId="urn:microsoft.com/office/officeart/2005/8/layout/orgChart1"/>
    <dgm:cxn modelId="{DB8DEC04-8111-4E76-A4B7-8A1AC4DAD3E2}" type="presParOf" srcId="{4A64305D-E41E-4DAF-818A-D2491ED9146E}" destId="{34E0C92D-290D-410E-9E28-A1F02F501D76}" srcOrd="1" destOrd="0" presId="urn:microsoft.com/office/officeart/2005/8/layout/orgChart1"/>
    <dgm:cxn modelId="{F26B0D72-CD74-40FF-9140-5280CCFC7445}" type="presParOf" srcId="{B59E3FBF-DCDD-4EA0-9836-1C5C73B3B246}" destId="{36AD2819-BF89-49A4-A67A-37F6896CBE0A}" srcOrd="1" destOrd="0" presId="urn:microsoft.com/office/officeart/2005/8/layout/orgChart1"/>
    <dgm:cxn modelId="{DDE4A61A-978A-4F46-8AD7-3DBFA20FFBB4}" type="presParOf" srcId="{B59E3FBF-DCDD-4EA0-9836-1C5C73B3B246}" destId="{118AEE50-1C12-4EDC-BB68-35B1225F51C2}" srcOrd="2" destOrd="0" presId="urn:microsoft.com/office/officeart/2005/8/layout/orgChart1"/>
    <dgm:cxn modelId="{7F965865-5601-4F94-ABDE-B63F462E1EE1}" type="presParOf" srcId="{CD95B860-B0A7-4317-979C-825330BEDF70}" destId="{2FED408B-5C80-4D35-8057-B014CF85D12D}" srcOrd="2" destOrd="0" presId="urn:microsoft.com/office/officeart/2005/8/layout/orgChart1"/>
    <dgm:cxn modelId="{C77FD7A2-C100-402D-81AF-E513EA7528F0}" type="presParOf" srcId="{3B43A8EE-D5AF-4CBA-A508-50C413FD06CD}" destId="{253039FB-30E9-4B2A-B71F-8F5C8E4A6A35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DF3B85-07AB-4D19-A8C7-FFE3C525C26F}" type="doc">
      <dgm:prSet loTypeId="urn:microsoft.com/office/officeart/2005/8/layout/vList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08BFFA7E-10DA-4B4C-8C2E-239703FFCB59}">
      <dgm:prSet custT="1"/>
      <dgm:spPr/>
      <dgm:t>
        <a:bodyPr/>
        <a:lstStyle/>
        <a:p>
          <a:pPr rtl="0"/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come to the point </a:t>
          </a:r>
          <a:endParaRPr lang="zh-CN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D13B8C-354A-4759-9D65-7B157F38547A}" type="parTrans" cxnId="{2DF681DB-F685-4368-B5DA-FF1703C69B5C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F74A04-CC3E-4D26-ACB6-7BC36A41DA19}" type="sibTrans" cxnId="{2DF681DB-F685-4368-B5DA-FF1703C69B5C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ED93B1-D051-453D-B7CC-A33F8925A570}">
      <dgm:prSet/>
      <dgm:spPr/>
      <dgm:t>
        <a:bodyPr/>
        <a:lstStyle/>
        <a:p>
          <a:pPr rtl="0"/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explicit</a:t>
          </a:r>
          <a:endParaRPr lang="zh-C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764D5D-5ACA-46D1-AE11-DA50580B4AF3}" type="parTrans" cxnId="{9C34BFF6-71F4-49D3-81A0-ABDF659129D8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0974E1-11E9-4BC0-A68D-9C0E03665B5B}" type="sibTrans" cxnId="{9C34BFF6-71F4-49D3-81A0-ABDF659129D8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1620E6-F117-4659-AAF6-8A4FB9DB494E}">
      <dgm:prSet/>
      <dgm:spPr/>
      <dgm:t>
        <a:bodyPr/>
        <a:lstStyle/>
        <a:p>
          <a:pPr rtl="0"/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  <a:endParaRPr lang="zh-C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3BF483-7CDB-4CC8-B373-85CE54B3908C}" type="parTrans" cxnId="{70973624-A0DA-42E3-B5A8-E7185856532C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2DF0DB-D40E-4A10-92DF-D992097A6376}" type="sibTrans" cxnId="{70973624-A0DA-42E3-B5A8-E7185856532C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DD92EC-DE41-45FC-8634-698708882A15}">
      <dgm:prSet custT="1"/>
      <dgm:spPr/>
      <dgm:t>
        <a:bodyPr/>
        <a:lstStyle/>
        <a:p>
          <a:pPr rtl="0"/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individualism</a:t>
          </a:r>
          <a:endParaRPr lang="zh-CN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2956BD-A752-4C33-A4E7-958A568DB26D}" type="parTrans" cxnId="{5B02BF46-68B2-44DB-AC16-0ECFB11DD9F4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32EAD9-E9CC-48BF-A351-BF98363B20D0}" type="sibTrans" cxnId="{5B02BF46-68B2-44DB-AC16-0ECFB11DD9F4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9FF5E3-350C-4D84-AAAC-9CF34017A901}">
      <dgm:prSet/>
      <dgm:spPr/>
      <dgm:t>
        <a:bodyPr/>
        <a:lstStyle/>
        <a:p>
          <a:pPr rtl="0"/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low-context</a:t>
          </a:r>
          <a:endParaRPr lang="zh-CN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AA23D1-DF67-4FD3-869A-3F4129394938}" type="sibTrans" cxnId="{009AB206-42D7-4E7F-90BB-656344A7CCF5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46677E-22B1-4889-85B2-293FA85C1B34}" type="parTrans" cxnId="{009AB206-42D7-4E7F-90BB-656344A7CCF5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531C8C-5449-4614-9E6E-2CE60163FB13}" type="pres">
      <dgm:prSet presAssocID="{24DF3B85-07AB-4D19-A8C7-FFE3C525C26F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F4C04E8-CCF7-474D-8B37-39FD88B691B9}" type="pres">
      <dgm:prSet presAssocID="{08BFFA7E-10DA-4B4C-8C2E-239703FFCB59}" presName="composite" presStyleCnt="0"/>
      <dgm:spPr/>
    </dgm:pt>
    <dgm:pt modelId="{1CBD2131-D644-4D07-B990-835A4C857684}" type="pres">
      <dgm:prSet presAssocID="{08BFFA7E-10DA-4B4C-8C2E-239703FFCB59}" presName="imgShp" presStyleLbl="fgImgPlace1" presStyleIdx="0" presStyleCnt="5"/>
      <dgm:spPr/>
    </dgm:pt>
    <dgm:pt modelId="{754E7743-054B-4146-968E-35609D28684C}" type="pres">
      <dgm:prSet presAssocID="{08BFFA7E-10DA-4B4C-8C2E-239703FFCB59}" presName="txShp" presStyleLbl="node1" presStyleIdx="0" presStyleCnt="5" custLinFactNeighborX="1102" custLinFactNeighborY="1847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CA8E56E-5C4C-4F3A-8759-C656336274F6}" type="pres">
      <dgm:prSet presAssocID="{78F74A04-CC3E-4D26-ACB6-7BC36A41DA19}" presName="spacing" presStyleCnt="0"/>
      <dgm:spPr/>
    </dgm:pt>
    <dgm:pt modelId="{25CFB047-B7E8-4BAF-9F9E-43BD7F35102E}" type="pres">
      <dgm:prSet presAssocID="{B79FF5E3-350C-4D84-AAAC-9CF34017A901}" presName="composite" presStyleCnt="0"/>
      <dgm:spPr/>
    </dgm:pt>
    <dgm:pt modelId="{4AA4F6D2-5BB6-4381-AB2D-73E0DE5F51D6}" type="pres">
      <dgm:prSet presAssocID="{B79FF5E3-350C-4D84-AAAC-9CF34017A901}" presName="imgShp" presStyleLbl="fgImgPlace1" presStyleIdx="1" presStyleCnt="5"/>
      <dgm:spPr/>
    </dgm:pt>
    <dgm:pt modelId="{8031D199-A1A4-4E15-9342-AF3B2E15D3BA}" type="pres">
      <dgm:prSet presAssocID="{B79FF5E3-350C-4D84-AAAC-9CF34017A901}" presName="txShp" presStyleLbl="node1" presStyleIdx="1" presStyleCnt="5" custLinFactY="29085" custLinFactNeighborX="1102" custLinFactNeighbor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6EB2111-F017-4F8A-B150-D268BB9A4E13}" type="pres">
      <dgm:prSet presAssocID="{93AA23D1-DF67-4FD3-869A-3F4129394938}" presName="spacing" presStyleCnt="0"/>
      <dgm:spPr/>
    </dgm:pt>
    <dgm:pt modelId="{154759BC-B363-4462-BAD4-952C17B9A2FE}" type="pres">
      <dgm:prSet presAssocID="{38ED93B1-D051-453D-B7CC-A33F8925A570}" presName="composite" presStyleCnt="0"/>
      <dgm:spPr/>
    </dgm:pt>
    <dgm:pt modelId="{89BA5DB1-5188-42AB-BC9F-53F892D0E8E4}" type="pres">
      <dgm:prSet presAssocID="{38ED93B1-D051-453D-B7CC-A33F8925A570}" presName="imgShp" presStyleLbl="fgImgPlace1" presStyleIdx="2" presStyleCnt="5"/>
      <dgm:spPr/>
    </dgm:pt>
    <dgm:pt modelId="{C6703A12-2101-4C72-960A-7B879D0B46E8}" type="pres">
      <dgm:prSet presAssocID="{38ED93B1-D051-453D-B7CC-A33F8925A570}" presName="txShp" presStyleLbl="node1" presStyleIdx="2" presStyleCnt="5" custLinFactY="32622" custLinFactNeighborX="1102" custLinFactNeighbor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6DB7E3F-5385-42F5-858E-284EB05F2C8A}" type="pres">
      <dgm:prSet presAssocID="{B60974E1-11E9-4BC0-A68D-9C0E03665B5B}" presName="spacing" presStyleCnt="0"/>
      <dgm:spPr/>
    </dgm:pt>
    <dgm:pt modelId="{0630E76F-A653-4055-9494-62BAA60A3BEC}" type="pres">
      <dgm:prSet presAssocID="{8B1620E6-F117-4659-AAF6-8A4FB9DB494E}" presName="composite" presStyleCnt="0"/>
      <dgm:spPr/>
    </dgm:pt>
    <dgm:pt modelId="{7318D12B-8B43-4394-9B2E-3BD9E042A302}" type="pres">
      <dgm:prSet presAssocID="{8B1620E6-F117-4659-AAF6-8A4FB9DB494E}" presName="imgShp" presStyleLbl="fgImgPlace1" presStyleIdx="3" presStyleCnt="5"/>
      <dgm:spPr/>
    </dgm:pt>
    <dgm:pt modelId="{62D85B26-F6F5-4F19-BE16-C6D9439723CE}" type="pres">
      <dgm:prSet presAssocID="{8B1620E6-F117-4659-AAF6-8A4FB9DB494E}" presName="txShp" presStyleLbl="node1" presStyleIdx="3" presStyleCnt="5" custLinFactY="25898" custLinFactNeighborX="1102" custLinFactNeighbor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FB74545-B636-4832-A490-3836DE628F30}" type="pres">
      <dgm:prSet presAssocID="{A62DF0DB-D40E-4A10-92DF-D992097A6376}" presName="spacing" presStyleCnt="0"/>
      <dgm:spPr/>
    </dgm:pt>
    <dgm:pt modelId="{731EA68A-B6DB-4A58-8D12-B678D14E911B}" type="pres">
      <dgm:prSet presAssocID="{27DD92EC-DE41-45FC-8634-698708882A15}" presName="composite" presStyleCnt="0"/>
      <dgm:spPr/>
    </dgm:pt>
    <dgm:pt modelId="{B9B7DE46-5F97-4698-AB67-47DCC9772830}" type="pres">
      <dgm:prSet presAssocID="{27DD92EC-DE41-45FC-8634-698708882A15}" presName="imgShp" presStyleLbl="fgImgPlace1" presStyleIdx="4" presStyleCnt="5"/>
      <dgm:spPr/>
    </dgm:pt>
    <dgm:pt modelId="{C05B0267-2F98-4D06-BA3D-414F76D183AE}" type="pres">
      <dgm:prSet presAssocID="{27DD92EC-DE41-45FC-8634-698708882A15}" presName="txShp" presStyleLbl="node1" presStyleIdx="4" presStyleCnt="5" custLinFactY="-183594" custLinFactNeighborX="1102" custLinFactNeighborY="-2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B02BF46-68B2-44DB-AC16-0ECFB11DD9F4}" srcId="{24DF3B85-07AB-4D19-A8C7-FFE3C525C26F}" destId="{27DD92EC-DE41-45FC-8634-698708882A15}" srcOrd="4" destOrd="0" parTransId="{4C2956BD-A752-4C33-A4E7-958A568DB26D}" sibTransId="{9232EAD9-E9CC-48BF-A351-BF98363B20D0}"/>
    <dgm:cxn modelId="{42503CF7-7F62-4D2C-9579-FD335F2E0DAD}" type="presOf" srcId="{08BFFA7E-10DA-4B4C-8C2E-239703FFCB59}" destId="{754E7743-054B-4146-968E-35609D28684C}" srcOrd="0" destOrd="0" presId="urn:microsoft.com/office/officeart/2005/8/layout/vList3"/>
    <dgm:cxn modelId="{009AB206-42D7-4E7F-90BB-656344A7CCF5}" srcId="{24DF3B85-07AB-4D19-A8C7-FFE3C525C26F}" destId="{B79FF5E3-350C-4D84-AAAC-9CF34017A901}" srcOrd="1" destOrd="0" parTransId="{D146677E-22B1-4889-85B2-293FA85C1B34}" sibTransId="{93AA23D1-DF67-4FD3-869A-3F4129394938}"/>
    <dgm:cxn modelId="{26FA8997-DEE1-430B-9371-606B09152209}" type="presOf" srcId="{27DD92EC-DE41-45FC-8634-698708882A15}" destId="{C05B0267-2F98-4D06-BA3D-414F76D183AE}" srcOrd="0" destOrd="0" presId="urn:microsoft.com/office/officeart/2005/8/layout/vList3"/>
    <dgm:cxn modelId="{70973624-A0DA-42E3-B5A8-E7185856532C}" srcId="{24DF3B85-07AB-4D19-A8C7-FFE3C525C26F}" destId="{8B1620E6-F117-4659-AAF6-8A4FB9DB494E}" srcOrd="3" destOrd="0" parTransId="{553BF483-7CDB-4CC8-B373-85CE54B3908C}" sibTransId="{A62DF0DB-D40E-4A10-92DF-D992097A6376}"/>
    <dgm:cxn modelId="{E4D1803F-C29C-4F52-B7EB-DB7ADB7C7F16}" type="presOf" srcId="{8B1620E6-F117-4659-AAF6-8A4FB9DB494E}" destId="{62D85B26-F6F5-4F19-BE16-C6D9439723CE}" srcOrd="0" destOrd="0" presId="urn:microsoft.com/office/officeart/2005/8/layout/vList3"/>
    <dgm:cxn modelId="{2DF681DB-F685-4368-B5DA-FF1703C69B5C}" srcId="{24DF3B85-07AB-4D19-A8C7-FFE3C525C26F}" destId="{08BFFA7E-10DA-4B4C-8C2E-239703FFCB59}" srcOrd="0" destOrd="0" parTransId="{94D13B8C-354A-4759-9D65-7B157F38547A}" sibTransId="{78F74A04-CC3E-4D26-ACB6-7BC36A41DA19}"/>
    <dgm:cxn modelId="{2AFF6945-2248-4FD0-8F8E-08929D7F187D}" type="presOf" srcId="{B79FF5E3-350C-4D84-AAAC-9CF34017A901}" destId="{8031D199-A1A4-4E15-9342-AF3B2E15D3BA}" srcOrd="0" destOrd="0" presId="urn:microsoft.com/office/officeart/2005/8/layout/vList3"/>
    <dgm:cxn modelId="{9C34BFF6-71F4-49D3-81A0-ABDF659129D8}" srcId="{24DF3B85-07AB-4D19-A8C7-FFE3C525C26F}" destId="{38ED93B1-D051-453D-B7CC-A33F8925A570}" srcOrd="2" destOrd="0" parTransId="{5B764D5D-5ACA-46D1-AE11-DA50580B4AF3}" sibTransId="{B60974E1-11E9-4BC0-A68D-9C0E03665B5B}"/>
    <dgm:cxn modelId="{45238318-0D13-4E8F-8D1E-0C8C351E7DC7}" type="presOf" srcId="{38ED93B1-D051-453D-B7CC-A33F8925A570}" destId="{C6703A12-2101-4C72-960A-7B879D0B46E8}" srcOrd="0" destOrd="0" presId="urn:microsoft.com/office/officeart/2005/8/layout/vList3"/>
    <dgm:cxn modelId="{088A69C0-C429-4473-9D34-BFCE128DB072}" type="presOf" srcId="{24DF3B85-07AB-4D19-A8C7-FFE3C525C26F}" destId="{3B531C8C-5449-4614-9E6E-2CE60163FB13}" srcOrd="0" destOrd="0" presId="urn:microsoft.com/office/officeart/2005/8/layout/vList3"/>
    <dgm:cxn modelId="{CE4BA828-8EAC-4C57-9FBB-352DC87C68B3}" type="presParOf" srcId="{3B531C8C-5449-4614-9E6E-2CE60163FB13}" destId="{0F4C04E8-CCF7-474D-8B37-39FD88B691B9}" srcOrd="0" destOrd="0" presId="urn:microsoft.com/office/officeart/2005/8/layout/vList3"/>
    <dgm:cxn modelId="{A22496B4-75A5-42BD-A531-E54A98C059B8}" type="presParOf" srcId="{0F4C04E8-CCF7-474D-8B37-39FD88B691B9}" destId="{1CBD2131-D644-4D07-B990-835A4C857684}" srcOrd="0" destOrd="0" presId="urn:microsoft.com/office/officeart/2005/8/layout/vList3"/>
    <dgm:cxn modelId="{57C1F34B-F43C-49B2-A47E-24D331F152CA}" type="presParOf" srcId="{0F4C04E8-CCF7-474D-8B37-39FD88B691B9}" destId="{754E7743-054B-4146-968E-35609D28684C}" srcOrd="1" destOrd="0" presId="urn:microsoft.com/office/officeart/2005/8/layout/vList3"/>
    <dgm:cxn modelId="{ED3F58A3-C2F6-47E3-A159-0AC32E747CAF}" type="presParOf" srcId="{3B531C8C-5449-4614-9E6E-2CE60163FB13}" destId="{2CA8E56E-5C4C-4F3A-8759-C656336274F6}" srcOrd="1" destOrd="0" presId="urn:microsoft.com/office/officeart/2005/8/layout/vList3"/>
    <dgm:cxn modelId="{BCE51563-38DF-4B78-80A9-1922CC4B9D5F}" type="presParOf" srcId="{3B531C8C-5449-4614-9E6E-2CE60163FB13}" destId="{25CFB047-B7E8-4BAF-9F9E-43BD7F35102E}" srcOrd="2" destOrd="0" presId="urn:microsoft.com/office/officeart/2005/8/layout/vList3"/>
    <dgm:cxn modelId="{91B593F1-2471-4E5E-BB1C-AB751052C3F2}" type="presParOf" srcId="{25CFB047-B7E8-4BAF-9F9E-43BD7F35102E}" destId="{4AA4F6D2-5BB6-4381-AB2D-73E0DE5F51D6}" srcOrd="0" destOrd="0" presId="urn:microsoft.com/office/officeart/2005/8/layout/vList3"/>
    <dgm:cxn modelId="{0A102D07-D064-40DF-BD03-549A6F544346}" type="presParOf" srcId="{25CFB047-B7E8-4BAF-9F9E-43BD7F35102E}" destId="{8031D199-A1A4-4E15-9342-AF3B2E15D3BA}" srcOrd="1" destOrd="0" presId="urn:microsoft.com/office/officeart/2005/8/layout/vList3"/>
    <dgm:cxn modelId="{69B0397F-408B-4857-8EE2-B61E7F21096D}" type="presParOf" srcId="{3B531C8C-5449-4614-9E6E-2CE60163FB13}" destId="{26EB2111-F017-4F8A-B150-D268BB9A4E13}" srcOrd="3" destOrd="0" presId="urn:microsoft.com/office/officeart/2005/8/layout/vList3"/>
    <dgm:cxn modelId="{55895B9E-78EF-465F-A0F6-D1C0B0716EFB}" type="presParOf" srcId="{3B531C8C-5449-4614-9E6E-2CE60163FB13}" destId="{154759BC-B363-4462-BAD4-952C17B9A2FE}" srcOrd="4" destOrd="0" presId="urn:microsoft.com/office/officeart/2005/8/layout/vList3"/>
    <dgm:cxn modelId="{8505DED6-200D-4575-A6CF-80D4BAC3A226}" type="presParOf" srcId="{154759BC-B363-4462-BAD4-952C17B9A2FE}" destId="{89BA5DB1-5188-42AB-BC9F-53F892D0E8E4}" srcOrd="0" destOrd="0" presId="urn:microsoft.com/office/officeart/2005/8/layout/vList3"/>
    <dgm:cxn modelId="{39A4751F-5DCD-4F6C-B9D3-C715BFF3DC7F}" type="presParOf" srcId="{154759BC-B363-4462-BAD4-952C17B9A2FE}" destId="{C6703A12-2101-4C72-960A-7B879D0B46E8}" srcOrd="1" destOrd="0" presId="urn:microsoft.com/office/officeart/2005/8/layout/vList3"/>
    <dgm:cxn modelId="{1A165FC1-C231-49BC-A4BC-B6487918B2B4}" type="presParOf" srcId="{3B531C8C-5449-4614-9E6E-2CE60163FB13}" destId="{96DB7E3F-5385-42F5-858E-284EB05F2C8A}" srcOrd="5" destOrd="0" presId="urn:microsoft.com/office/officeart/2005/8/layout/vList3"/>
    <dgm:cxn modelId="{603280FC-D3F6-4E1A-983A-5BD53FB9875E}" type="presParOf" srcId="{3B531C8C-5449-4614-9E6E-2CE60163FB13}" destId="{0630E76F-A653-4055-9494-62BAA60A3BEC}" srcOrd="6" destOrd="0" presId="urn:microsoft.com/office/officeart/2005/8/layout/vList3"/>
    <dgm:cxn modelId="{4F683C39-B097-4DCD-9A65-996670D3802D}" type="presParOf" srcId="{0630E76F-A653-4055-9494-62BAA60A3BEC}" destId="{7318D12B-8B43-4394-9B2E-3BD9E042A302}" srcOrd="0" destOrd="0" presId="urn:microsoft.com/office/officeart/2005/8/layout/vList3"/>
    <dgm:cxn modelId="{CBE23B47-CF50-4CEE-AF25-EF132D14279B}" type="presParOf" srcId="{0630E76F-A653-4055-9494-62BAA60A3BEC}" destId="{62D85B26-F6F5-4F19-BE16-C6D9439723CE}" srcOrd="1" destOrd="0" presId="urn:microsoft.com/office/officeart/2005/8/layout/vList3"/>
    <dgm:cxn modelId="{214087BD-9F60-4925-A88B-DAC3DE78C89B}" type="presParOf" srcId="{3B531C8C-5449-4614-9E6E-2CE60163FB13}" destId="{9FB74545-B636-4832-A490-3836DE628F30}" srcOrd="7" destOrd="0" presId="urn:microsoft.com/office/officeart/2005/8/layout/vList3"/>
    <dgm:cxn modelId="{CD9E72C5-A3CB-4CC0-9C78-BB44286B609D}" type="presParOf" srcId="{3B531C8C-5449-4614-9E6E-2CE60163FB13}" destId="{731EA68A-B6DB-4A58-8D12-B678D14E911B}" srcOrd="8" destOrd="0" presId="urn:microsoft.com/office/officeart/2005/8/layout/vList3"/>
    <dgm:cxn modelId="{F93DB811-5E48-45DF-9DB8-B28371D2B494}" type="presParOf" srcId="{731EA68A-B6DB-4A58-8D12-B678D14E911B}" destId="{B9B7DE46-5F97-4698-AB67-47DCC9772830}" srcOrd="0" destOrd="0" presId="urn:microsoft.com/office/officeart/2005/8/layout/vList3"/>
    <dgm:cxn modelId="{FB9054FD-2B68-4672-80B4-63D747844785}" type="presParOf" srcId="{731EA68A-B6DB-4A58-8D12-B678D14E911B}" destId="{C05B0267-2F98-4D06-BA3D-414F76D183A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07CA31-65B1-42D2-B701-11CFA2B89FB6}" type="doc">
      <dgm:prSet loTypeId="urn:microsoft.com/office/officeart/2005/8/layout/vList3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E35ABEAE-B4BA-4300-AE67-419CA7766DCA}">
      <dgm:prSet custT="1"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beat around the bush</a:t>
          </a:r>
          <a:endParaRPr lang="zh-CN" sz="2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3EC72B-A0F1-4C9D-B713-140FC044BF52}" type="parTrans" cxnId="{5DE7EFEC-1AD1-4DEA-B234-5552E32EF0B7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F2196C-C141-4686-8D93-6F521F201EBA}" type="sibTrans" cxnId="{5DE7EFEC-1AD1-4DEA-B234-5552E32EF0B7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3A474D-3AD0-4737-BE0A-8D8F0FCF43B4}">
      <dgm:prSet custT="1"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high-context</a:t>
          </a:r>
          <a:endParaRPr lang="zh-CN" sz="2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D43F09-D0BE-4FCF-810C-79A4F7A361F6}" type="parTrans" cxnId="{F6484058-1D29-44B5-959E-1A170EA2EEA8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1F40C6-17F3-49E6-92CA-A47B6957343E}" type="sibTrans" cxnId="{F6484058-1D29-44B5-959E-1A170EA2EEA8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2BA37D-A8AC-4FD8-9BC4-22ED1C1E252B}">
      <dgm:prSet custT="1"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implicit</a:t>
          </a:r>
          <a:endParaRPr lang="zh-CN" sz="2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DCF371-3B4B-4367-B4F5-1A68853BE537}" type="parTrans" cxnId="{77588D55-2151-44B9-AFB2-8E64633BA752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E67BFE-E95B-4DB5-8828-65CB02FAB382}" type="sibTrans" cxnId="{77588D55-2151-44B9-AFB2-8E64633BA752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1E278C-85C2-4B20-B9D0-395E8FC4535E}">
      <dgm:prSet custT="1"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circular</a:t>
          </a:r>
          <a:endParaRPr lang="zh-CN" sz="2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E0E5DE-5436-4AE2-A7A5-41EB274380FB}" type="parTrans" cxnId="{A9EB863E-5789-41DA-B62F-E961CC0E3BF7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E3EF32-E593-4412-B3B2-13129EBCE1B5}" type="sibTrans" cxnId="{A9EB863E-5789-41DA-B62F-E961CC0E3BF7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B32FBA-C8EE-41DE-9DBF-89FED5F7BD56}">
      <dgm:prSet custT="1"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collectivism</a:t>
          </a:r>
          <a:endParaRPr lang="zh-CN" sz="2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E55B1E-5FE0-4F18-9D1D-0804919AF4DB}" type="parTrans" cxnId="{7F3FF32A-9048-4472-A365-9E3A4C7E1FAD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47855B-B7F3-40A9-B641-2D2F2EC90491}" type="sibTrans" cxnId="{7F3FF32A-9048-4472-A365-9E3A4C7E1FAD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F8C622-39DE-43C7-A246-5D046957B00A}" type="pres">
      <dgm:prSet presAssocID="{7007CA31-65B1-42D2-B701-11CFA2B89FB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76382B2-9A3D-41E8-8023-75878159A153}" type="pres">
      <dgm:prSet presAssocID="{E35ABEAE-B4BA-4300-AE67-419CA7766DCA}" presName="composite" presStyleCnt="0"/>
      <dgm:spPr/>
    </dgm:pt>
    <dgm:pt modelId="{BC42F594-6160-40B1-BB5F-0E48A8F169A1}" type="pres">
      <dgm:prSet presAssocID="{E35ABEAE-B4BA-4300-AE67-419CA7766DCA}" presName="imgShp" presStyleLbl="fgImgPlace1" presStyleIdx="0" presStyleCnt="5"/>
      <dgm:spPr/>
    </dgm:pt>
    <dgm:pt modelId="{1C1B5595-3E8C-4916-A2D0-37FC9A7A0D97}" type="pres">
      <dgm:prSet presAssocID="{E35ABEAE-B4BA-4300-AE67-419CA7766DCA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4EE38FA-4CFE-4878-AB2E-CC336CA8DD08}" type="pres">
      <dgm:prSet presAssocID="{14F2196C-C141-4686-8D93-6F521F201EBA}" presName="spacing" presStyleCnt="0"/>
      <dgm:spPr/>
    </dgm:pt>
    <dgm:pt modelId="{FB3A644D-AEF7-457C-A400-F096DB753E51}" type="pres">
      <dgm:prSet presAssocID="{073A474D-3AD0-4737-BE0A-8D8F0FCF43B4}" presName="composite" presStyleCnt="0"/>
      <dgm:spPr/>
    </dgm:pt>
    <dgm:pt modelId="{58EA6B21-E7FC-4E4F-852B-E8B2378F5377}" type="pres">
      <dgm:prSet presAssocID="{073A474D-3AD0-4737-BE0A-8D8F0FCF43B4}" presName="imgShp" presStyleLbl="fgImgPlace1" presStyleIdx="1" presStyleCnt="5"/>
      <dgm:spPr/>
    </dgm:pt>
    <dgm:pt modelId="{CFA48263-F18B-495D-99AD-1EAB871007C8}" type="pres">
      <dgm:prSet presAssocID="{073A474D-3AD0-4737-BE0A-8D8F0FCF43B4}" presName="txShp" presStyleLbl="node1" presStyleIdx="1" presStyleCnt="5" custLinFactY="25372" custLinFactNeighborX="1365" custLinFactNeighbor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6465E55-F72F-4F88-B168-7FF347CBC33A}" type="pres">
      <dgm:prSet presAssocID="{5E1F40C6-17F3-49E6-92CA-A47B6957343E}" presName="spacing" presStyleCnt="0"/>
      <dgm:spPr/>
    </dgm:pt>
    <dgm:pt modelId="{14C36FFF-CD26-46C7-8ECC-E2DC0E77262F}" type="pres">
      <dgm:prSet presAssocID="{152BA37D-A8AC-4FD8-9BC4-22ED1C1E252B}" presName="composite" presStyleCnt="0"/>
      <dgm:spPr/>
    </dgm:pt>
    <dgm:pt modelId="{5C4DCD79-6870-45D2-90A0-92D52E92EDCA}" type="pres">
      <dgm:prSet presAssocID="{152BA37D-A8AC-4FD8-9BC4-22ED1C1E252B}" presName="imgShp" presStyleLbl="fgImgPlace1" presStyleIdx="2" presStyleCnt="5"/>
      <dgm:spPr/>
    </dgm:pt>
    <dgm:pt modelId="{65796820-2F4C-42F7-A6F5-DFD4CDEEFAEA}" type="pres">
      <dgm:prSet presAssocID="{152BA37D-A8AC-4FD8-9BC4-22ED1C1E252B}" presName="txShp" presStyleLbl="node1" presStyleIdx="2" presStyleCnt="5" custLinFactY="27645" custLinFactNeighborX="1365" custLinFactNeighbor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5219286-AA4E-453B-B271-941C357173CF}" type="pres">
      <dgm:prSet presAssocID="{AAE67BFE-E95B-4DB5-8828-65CB02FAB382}" presName="spacing" presStyleCnt="0"/>
      <dgm:spPr/>
    </dgm:pt>
    <dgm:pt modelId="{07F0C77A-BBA9-4608-9679-DC7E56EB3F4C}" type="pres">
      <dgm:prSet presAssocID="{051E278C-85C2-4B20-B9D0-395E8FC4535E}" presName="composite" presStyleCnt="0"/>
      <dgm:spPr/>
    </dgm:pt>
    <dgm:pt modelId="{024E7AE8-4503-46BE-A6DD-F197405C42F7}" type="pres">
      <dgm:prSet presAssocID="{051E278C-85C2-4B20-B9D0-395E8FC4535E}" presName="imgShp" presStyleLbl="fgImgPlace1" presStyleIdx="3" presStyleCnt="5"/>
      <dgm:spPr/>
    </dgm:pt>
    <dgm:pt modelId="{484C54A8-7842-4532-ADF2-734B5A7FF83F}" type="pres">
      <dgm:prSet presAssocID="{051E278C-85C2-4B20-B9D0-395E8FC4535E}" presName="txShp" presStyleLbl="node1" presStyleIdx="3" presStyleCnt="5" custLinFactY="19756" custLinFactNeighborX="1365" custLinFactNeighbor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883A0A5-2FF0-4A94-9301-4D2EA456D837}" type="pres">
      <dgm:prSet presAssocID="{FBE3EF32-E593-4412-B3B2-13129EBCE1B5}" presName="spacing" presStyleCnt="0"/>
      <dgm:spPr/>
    </dgm:pt>
    <dgm:pt modelId="{FE037A95-6D33-4C82-9AD8-FA3F2CF6D79A}" type="pres">
      <dgm:prSet presAssocID="{86B32FBA-C8EE-41DE-9DBF-89FED5F7BD56}" presName="composite" presStyleCnt="0"/>
      <dgm:spPr/>
    </dgm:pt>
    <dgm:pt modelId="{6F74DF8A-45E1-49FD-B896-B85B602FEF54}" type="pres">
      <dgm:prSet presAssocID="{86B32FBA-C8EE-41DE-9DBF-89FED5F7BD56}" presName="imgShp" presStyleLbl="fgImgPlace1" presStyleIdx="4" presStyleCnt="5"/>
      <dgm:spPr/>
    </dgm:pt>
    <dgm:pt modelId="{762BA398-4B40-4A3F-B5B1-B50D0227011E}" type="pres">
      <dgm:prSet presAssocID="{86B32FBA-C8EE-41DE-9DBF-89FED5F7BD56}" presName="txShp" presStyleLbl="node1" presStyleIdx="4" presStyleCnt="5" custLinFactY="-186142" custLinFactNeighborX="1366" custLinFactNeighborY="-2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6484058-1D29-44B5-959E-1A170EA2EEA8}" srcId="{7007CA31-65B1-42D2-B701-11CFA2B89FB6}" destId="{073A474D-3AD0-4737-BE0A-8D8F0FCF43B4}" srcOrd="1" destOrd="0" parTransId="{1DD43F09-D0BE-4FCF-810C-79A4F7A361F6}" sibTransId="{5E1F40C6-17F3-49E6-92CA-A47B6957343E}"/>
    <dgm:cxn modelId="{E8450A37-D771-4582-B620-ADD7806CC1BA}" type="presOf" srcId="{073A474D-3AD0-4737-BE0A-8D8F0FCF43B4}" destId="{CFA48263-F18B-495D-99AD-1EAB871007C8}" srcOrd="0" destOrd="0" presId="urn:microsoft.com/office/officeart/2005/8/layout/vList3"/>
    <dgm:cxn modelId="{FF8D12E6-F325-46C2-86EF-00CD385FE825}" type="presOf" srcId="{7007CA31-65B1-42D2-B701-11CFA2B89FB6}" destId="{F5F8C622-39DE-43C7-A246-5D046957B00A}" srcOrd="0" destOrd="0" presId="urn:microsoft.com/office/officeart/2005/8/layout/vList3"/>
    <dgm:cxn modelId="{51D37389-4B30-459A-A533-7641560C280A}" type="presOf" srcId="{152BA37D-A8AC-4FD8-9BC4-22ED1C1E252B}" destId="{65796820-2F4C-42F7-A6F5-DFD4CDEEFAEA}" srcOrd="0" destOrd="0" presId="urn:microsoft.com/office/officeart/2005/8/layout/vList3"/>
    <dgm:cxn modelId="{3984C451-5394-4808-8456-DF461F53DB16}" type="presOf" srcId="{E35ABEAE-B4BA-4300-AE67-419CA7766DCA}" destId="{1C1B5595-3E8C-4916-A2D0-37FC9A7A0D97}" srcOrd="0" destOrd="0" presId="urn:microsoft.com/office/officeart/2005/8/layout/vList3"/>
    <dgm:cxn modelId="{77588D55-2151-44B9-AFB2-8E64633BA752}" srcId="{7007CA31-65B1-42D2-B701-11CFA2B89FB6}" destId="{152BA37D-A8AC-4FD8-9BC4-22ED1C1E252B}" srcOrd="2" destOrd="0" parTransId="{19DCF371-3B4B-4367-B4F5-1A68853BE537}" sibTransId="{AAE67BFE-E95B-4DB5-8828-65CB02FAB382}"/>
    <dgm:cxn modelId="{5DE7EFEC-1AD1-4DEA-B234-5552E32EF0B7}" srcId="{7007CA31-65B1-42D2-B701-11CFA2B89FB6}" destId="{E35ABEAE-B4BA-4300-AE67-419CA7766DCA}" srcOrd="0" destOrd="0" parTransId="{313EC72B-A0F1-4C9D-B713-140FC044BF52}" sibTransId="{14F2196C-C141-4686-8D93-6F521F201EBA}"/>
    <dgm:cxn modelId="{A9EB863E-5789-41DA-B62F-E961CC0E3BF7}" srcId="{7007CA31-65B1-42D2-B701-11CFA2B89FB6}" destId="{051E278C-85C2-4B20-B9D0-395E8FC4535E}" srcOrd="3" destOrd="0" parTransId="{89E0E5DE-5436-4AE2-A7A5-41EB274380FB}" sibTransId="{FBE3EF32-E593-4412-B3B2-13129EBCE1B5}"/>
    <dgm:cxn modelId="{972D86FA-37C7-4273-94A4-318E10A2B527}" type="presOf" srcId="{86B32FBA-C8EE-41DE-9DBF-89FED5F7BD56}" destId="{762BA398-4B40-4A3F-B5B1-B50D0227011E}" srcOrd="0" destOrd="0" presId="urn:microsoft.com/office/officeart/2005/8/layout/vList3"/>
    <dgm:cxn modelId="{8F3F22E0-94F0-48DA-9841-B737635ED73A}" type="presOf" srcId="{051E278C-85C2-4B20-B9D0-395E8FC4535E}" destId="{484C54A8-7842-4532-ADF2-734B5A7FF83F}" srcOrd="0" destOrd="0" presId="urn:microsoft.com/office/officeart/2005/8/layout/vList3"/>
    <dgm:cxn modelId="{7F3FF32A-9048-4472-A365-9E3A4C7E1FAD}" srcId="{7007CA31-65B1-42D2-B701-11CFA2B89FB6}" destId="{86B32FBA-C8EE-41DE-9DBF-89FED5F7BD56}" srcOrd="4" destOrd="0" parTransId="{E1E55B1E-5FE0-4F18-9D1D-0804919AF4DB}" sibTransId="{5647855B-B7F3-40A9-B641-2D2F2EC90491}"/>
    <dgm:cxn modelId="{86B17FDF-E458-4A0B-9181-7228077C2F22}" type="presParOf" srcId="{F5F8C622-39DE-43C7-A246-5D046957B00A}" destId="{476382B2-9A3D-41E8-8023-75878159A153}" srcOrd="0" destOrd="0" presId="urn:microsoft.com/office/officeart/2005/8/layout/vList3"/>
    <dgm:cxn modelId="{090EFED7-7CF4-4852-BF06-62FDCE662B63}" type="presParOf" srcId="{476382B2-9A3D-41E8-8023-75878159A153}" destId="{BC42F594-6160-40B1-BB5F-0E48A8F169A1}" srcOrd="0" destOrd="0" presId="urn:microsoft.com/office/officeart/2005/8/layout/vList3"/>
    <dgm:cxn modelId="{8C38E9B9-1B1C-4635-A8EB-FEA051E86373}" type="presParOf" srcId="{476382B2-9A3D-41E8-8023-75878159A153}" destId="{1C1B5595-3E8C-4916-A2D0-37FC9A7A0D97}" srcOrd="1" destOrd="0" presId="urn:microsoft.com/office/officeart/2005/8/layout/vList3"/>
    <dgm:cxn modelId="{B56FE94D-C87E-4CB1-B641-459980295EBA}" type="presParOf" srcId="{F5F8C622-39DE-43C7-A246-5D046957B00A}" destId="{74EE38FA-4CFE-4878-AB2E-CC336CA8DD08}" srcOrd="1" destOrd="0" presId="urn:microsoft.com/office/officeart/2005/8/layout/vList3"/>
    <dgm:cxn modelId="{71C0AD2A-D5A5-4A9A-B06A-5CCBEA5BC16C}" type="presParOf" srcId="{F5F8C622-39DE-43C7-A246-5D046957B00A}" destId="{FB3A644D-AEF7-457C-A400-F096DB753E51}" srcOrd="2" destOrd="0" presId="urn:microsoft.com/office/officeart/2005/8/layout/vList3"/>
    <dgm:cxn modelId="{5FFE1461-7A9C-42A0-B292-187CB3767B4A}" type="presParOf" srcId="{FB3A644D-AEF7-457C-A400-F096DB753E51}" destId="{58EA6B21-E7FC-4E4F-852B-E8B2378F5377}" srcOrd="0" destOrd="0" presId="urn:microsoft.com/office/officeart/2005/8/layout/vList3"/>
    <dgm:cxn modelId="{0493D010-2D2E-45C2-93D3-DBD581B73D44}" type="presParOf" srcId="{FB3A644D-AEF7-457C-A400-F096DB753E51}" destId="{CFA48263-F18B-495D-99AD-1EAB871007C8}" srcOrd="1" destOrd="0" presId="urn:microsoft.com/office/officeart/2005/8/layout/vList3"/>
    <dgm:cxn modelId="{721E307E-66E0-414A-B22F-D5559F3F15D7}" type="presParOf" srcId="{F5F8C622-39DE-43C7-A246-5D046957B00A}" destId="{C6465E55-F72F-4F88-B168-7FF347CBC33A}" srcOrd="3" destOrd="0" presId="urn:microsoft.com/office/officeart/2005/8/layout/vList3"/>
    <dgm:cxn modelId="{2DE64269-0AAC-428F-B6F0-31728597DF10}" type="presParOf" srcId="{F5F8C622-39DE-43C7-A246-5D046957B00A}" destId="{14C36FFF-CD26-46C7-8ECC-E2DC0E77262F}" srcOrd="4" destOrd="0" presId="urn:microsoft.com/office/officeart/2005/8/layout/vList3"/>
    <dgm:cxn modelId="{8C5210D2-4D5A-4D0A-8AB7-CF8174017B65}" type="presParOf" srcId="{14C36FFF-CD26-46C7-8ECC-E2DC0E77262F}" destId="{5C4DCD79-6870-45D2-90A0-92D52E92EDCA}" srcOrd="0" destOrd="0" presId="urn:microsoft.com/office/officeart/2005/8/layout/vList3"/>
    <dgm:cxn modelId="{69D8280C-64AC-4553-872C-89FC828F97E7}" type="presParOf" srcId="{14C36FFF-CD26-46C7-8ECC-E2DC0E77262F}" destId="{65796820-2F4C-42F7-A6F5-DFD4CDEEFAEA}" srcOrd="1" destOrd="0" presId="urn:microsoft.com/office/officeart/2005/8/layout/vList3"/>
    <dgm:cxn modelId="{2A154F77-6AAE-425E-BF64-5E580C36DD47}" type="presParOf" srcId="{F5F8C622-39DE-43C7-A246-5D046957B00A}" destId="{25219286-AA4E-453B-B271-941C357173CF}" srcOrd="5" destOrd="0" presId="urn:microsoft.com/office/officeart/2005/8/layout/vList3"/>
    <dgm:cxn modelId="{AD272D45-604A-427A-BD38-E0B194CDE28F}" type="presParOf" srcId="{F5F8C622-39DE-43C7-A246-5D046957B00A}" destId="{07F0C77A-BBA9-4608-9679-DC7E56EB3F4C}" srcOrd="6" destOrd="0" presId="urn:microsoft.com/office/officeart/2005/8/layout/vList3"/>
    <dgm:cxn modelId="{EFD6C058-EAF5-423C-97DD-C31C8172DCA7}" type="presParOf" srcId="{07F0C77A-BBA9-4608-9679-DC7E56EB3F4C}" destId="{024E7AE8-4503-46BE-A6DD-F197405C42F7}" srcOrd="0" destOrd="0" presId="urn:microsoft.com/office/officeart/2005/8/layout/vList3"/>
    <dgm:cxn modelId="{9C7F643F-1DB4-4916-B5CB-213C2DA3A8BA}" type="presParOf" srcId="{07F0C77A-BBA9-4608-9679-DC7E56EB3F4C}" destId="{484C54A8-7842-4532-ADF2-734B5A7FF83F}" srcOrd="1" destOrd="0" presId="urn:microsoft.com/office/officeart/2005/8/layout/vList3"/>
    <dgm:cxn modelId="{D2A5BCAE-52B0-40A6-8A1A-6CA0A7CBEB61}" type="presParOf" srcId="{F5F8C622-39DE-43C7-A246-5D046957B00A}" destId="{E883A0A5-2FF0-4A94-9301-4D2EA456D837}" srcOrd="7" destOrd="0" presId="urn:microsoft.com/office/officeart/2005/8/layout/vList3"/>
    <dgm:cxn modelId="{B4E5BB34-F3AD-4371-877D-4CF1B30D604C}" type="presParOf" srcId="{F5F8C622-39DE-43C7-A246-5D046957B00A}" destId="{FE037A95-6D33-4C82-9AD8-FA3F2CF6D79A}" srcOrd="8" destOrd="0" presId="urn:microsoft.com/office/officeart/2005/8/layout/vList3"/>
    <dgm:cxn modelId="{FC4934FC-7DB5-48CD-836F-73D5C4AD5FE2}" type="presParOf" srcId="{FE037A95-6D33-4C82-9AD8-FA3F2CF6D79A}" destId="{6F74DF8A-45E1-49FD-B896-B85B602FEF54}" srcOrd="0" destOrd="0" presId="urn:microsoft.com/office/officeart/2005/8/layout/vList3"/>
    <dgm:cxn modelId="{8C166E46-318B-4766-A0E6-7AFE0E0B5331}" type="presParOf" srcId="{FE037A95-6D33-4C82-9AD8-FA3F2CF6D79A}" destId="{762BA398-4B40-4A3F-B5B1-B50D0227011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2574EB-2C0A-4F2F-9F40-FF5F9446C883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A6696EED-A41F-498C-BF36-F494B71A0A65}">
      <dgm:prSet phldrT="[文本]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Cultural Differences</a:t>
          </a:r>
          <a:endParaRPr lang="zh-CN" alt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B73640-5F1C-4375-9EB2-181C68BC6D92}" type="parTrans" cxnId="{C47A6D40-F2FD-4B17-AFEA-AC6CA53CC7B0}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5B265C-06B8-470A-9010-D50E49F9367E}" type="sibTrans" cxnId="{C47A6D40-F2FD-4B17-AFEA-AC6CA53CC7B0}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45DAEB-7A36-4A7B-80C0-9CA73B80523C}">
      <dgm:prSet phldrT="[文本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Lexical Level</a:t>
          </a:r>
          <a:endParaRPr lang="zh-CN" alt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73EE49-7ECB-4767-B2BA-9009C77457BD}" type="parTrans" cxnId="{B671C1FF-B7E8-48DB-B6E5-AB9EC8F412CD}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20BC81-E6C4-4D3E-847D-E59EA5ECBB9A}" type="sibTrans" cxnId="{B671C1FF-B7E8-48DB-B6E5-AB9EC8F412CD}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CE403E-6B9E-4F7F-AB29-09B583DC65BE}">
      <dgm:prSet phldrT="[文本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Syntactic Level</a:t>
          </a:r>
          <a:endParaRPr lang="zh-CN" alt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B26C20-82E4-43A7-A9C4-9DFF1DAC174B}" type="parTrans" cxnId="{F81D9149-ED02-4AC0-90E5-6FC10F885132}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CBB37C-A585-4B34-A216-ECC4CA80935E}" type="sibTrans" cxnId="{F81D9149-ED02-4AC0-90E5-6FC10F885132}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658DE7-3D33-40E5-8E85-8E1189A87F4A}">
      <dgm:prSet phldrT="[文本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Textual Level</a:t>
          </a:r>
          <a:endParaRPr lang="zh-CN" alt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189758-36A8-4AC9-862E-11B9834F8412}" type="parTrans" cxnId="{FA6696FA-A690-4A1A-BA8C-6895BB05B205}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4872E7-BFAB-4C98-8A12-8883FBA0105E}" type="sibTrans" cxnId="{FA6696FA-A690-4A1A-BA8C-6895BB05B205}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B2634C-AD34-4D69-AF56-0D6023C729C1}" type="pres">
      <dgm:prSet presAssocID="{CA2574EB-2C0A-4F2F-9F40-FF5F9446C88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BB8B8C3A-88E9-459D-8BEA-DEDC011E4DF0}" type="pres">
      <dgm:prSet presAssocID="{A6696EED-A41F-498C-BF36-F494B71A0A65}" presName="hierRoot1" presStyleCnt="0">
        <dgm:presLayoutVars>
          <dgm:hierBranch val="init"/>
        </dgm:presLayoutVars>
      </dgm:prSet>
      <dgm:spPr/>
    </dgm:pt>
    <dgm:pt modelId="{78BFC17B-3CD5-4ABD-BBDC-D4B0B2678F41}" type="pres">
      <dgm:prSet presAssocID="{A6696EED-A41F-498C-BF36-F494B71A0A65}" presName="rootComposite1" presStyleCnt="0"/>
      <dgm:spPr/>
    </dgm:pt>
    <dgm:pt modelId="{9002A8DA-3AC3-459F-B1CD-C19C9F231B4F}" type="pres">
      <dgm:prSet presAssocID="{A6696EED-A41F-498C-BF36-F494B71A0A65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2439913-E1EB-42BE-AB0F-EC5D0C07C00E}" type="pres">
      <dgm:prSet presAssocID="{A6696EED-A41F-498C-BF36-F494B71A0A65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9DE72E11-C31D-4CE7-82EF-C52047983E57}" type="pres">
      <dgm:prSet presAssocID="{A6696EED-A41F-498C-BF36-F494B71A0A65}" presName="hierChild2" presStyleCnt="0"/>
      <dgm:spPr/>
    </dgm:pt>
    <dgm:pt modelId="{D3C23427-F510-46B9-8F57-BFA4AD4CEE02}" type="pres">
      <dgm:prSet presAssocID="{6773EE49-7ECB-4767-B2BA-9009C77457BD}" presName="Name37" presStyleLbl="parChTrans1D2" presStyleIdx="0" presStyleCnt="3"/>
      <dgm:spPr/>
      <dgm:t>
        <a:bodyPr/>
        <a:lstStyle/>
        <a:p>
          <a:endParaRPr lang="zh-CN" altLang="en-US"/>
        </a:p>
      </dgm:t>
    </dgm:pt>
    <dgm:pt modelId="{1750994C-546E-44FF-AB85-4580ACDC058A}" type="pres">
      <dgm:prSet presAssocID="{FC45DAEB-7A36-4A7B-80C0-9CA73B80523C}" presName="hierRoot2" presStyleCnt="0">
        <dgm:presLayoutVars>
          <dgm:hierBranch val="init"/>
        </dgm:presLayoutVars>
      </dgm:prSet>
      <dgm:spPr/>
    </dgm:pt>
    <dgm:pt modelId="{C9FD0B87-B7BC-467A-AEB0-4B1CD8C2851D}" type="pres">
      <dgm:prSet presAssocID="{FC45DAEB-7A36-4A7B-80C0-9CA73B80523C}" presName="rootComposite" presStyleCnt="0"/>
      <dgm:spPr/>
    </dgm:pt>
    <dgm:pt modelId="{0CC3F9A7-3255-417E-B777-7647B657333A}" type="pres">
      <dgm:prSet presAssocID="{FC45DAEB-7A36-4A7B-80C0-9CA73B80523C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70FCF25-56C9-4E83-ADB1-A012B8219251}" type="pres">
      <dgm:prSet presAssocID="{FC45DAEB-7A36-4A7B-80C0-9CA73B80523C}" presName="rootConnector" presStyleLbl="node2" presStyleIdx="0" presStyleCnt="3"/>
      <dgm:spPr/>
      <dgm:t>
        <a:bodyPr/>
        <a:lstStyle/>
        <a:p>
          <a:endParaRPr lang="zh-CN" altLang="en-US"/>
        </a:p>
      </dgm:t>
    </dgm:pt>
    <dgm:pt modelId="{DC4835BD-E21A-4C3F-8394-A996A7947A31}" type="pres">
      <dgm:prSet presAssocID="{FC45DAEB-7A36-4A7B-80C0-9CA73B80523C}" presName="hierChild4" presStyleCnt="0"/>
      <dgm:spPr/>
    </dgm:pt>
    <dgm:pt modelId="{31746291-CEEA-4C3C-A5FC-2C226FACBE2D}" type="pres">
      <dgm:prSet presAssocID="{FC45DAEB-7A36-4A7B-80C0-9CA73B80523C}" presName="hierChild5" presStyleCnt="0"/>
      <dgm:spPr/>
    </dgm:pt>
    <dgm:pt modelId="{C5AF500E-56FD-4DCB-A26F-7EBB9B2F9F00}" type="pres">
      <dgm:prSet presAssocID="{BDB26C20-82E4-43A7-A9C4-9DFF1DAC174B}" presName="Name37" presStyleLbl="parChTrans1D2" presStyleIdx="1" presStyleCnt="3"/>
      <dgm:spPr/>
      <dgm:t>
        <a:bodyPr/>
        <a:lstStyle/>
        <a:p>
          <a:endParaRPr lang="zh-CN" altLang="en-US"/>
        </a:p>
      </dgm:t>
    </dgm:pt>
    <dgm:pt modelId="{A66766C6-E754-4B5D-8D7A-4AAD61684854}" type="pres">
      <dgm:prSet presAssocID="{C2CE403E-6B9E-4F7F-AB29-09B583DC65BE}" presName="hierRoot2" presStyleCnt="0">
        <dgm:presLayoutVars>
          <dgm:hierBranch val="init"/>
        </dgm:presLayoutVars>
      </dgm:prSet>
      <dgm:spPr/>
    </dgm:pt>
    <dgm:pt modelId="{68D9C6B9-F04B-4BB2-A37E-6B0FD758CDDD}" type="pres">
      <dgm:prSet presAssocID="{C2CE403E-6B9E-4F7F-AB29-09B583DC65BE}" presName="rootComposite" presStyleCnt="0"/>
      <dgm:spPr/>
    </dgm:pt>
    <dgm:pt modelId="{743ACF49-18EB-4781-A08B-E4310DDBC241}" type="pres">
      <dgm:prSet presAssocID="{C2CE403E-6B9E-4F7F-AB29-09B583DC65BE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9E38E32-ED83-47D3-95BC-A57CDF851B34}" type="pres">
      <dgm:prSet presAssocID="{C2CE403E-6B9E-4F7F-AB29-09B583DC65BE}" presName="rootConnector" presStyleLbl="node2" presStyleIdx="1" presStyleCnt="3"/>
      <dgm:spPr/>
      <dgm:t>
        <a:bodyPr/>
        <a:lstStyle/>
        <a:p>
          <a:endParaRPr lang="zh-CN" altLang="en-US"/>
        </a:p>
      </dgm:t>
    </dgm:pt>
    <dgm:pt modelId="{B81833C7-EA36-47F0-8F5A-8886367D928D}" type="pres">
      <dgm:prSet presAssocID="{C2CE403E-6B9E-4F7F-AB29-09B583DC65BE}" presName="hierChild4" presStyleCnt="0"/>
      <dgm:spPr/>
    </dgm:pt>
    <dgm:pt modelId="{70FEFAD0-39CA-4857-BE4A-8113DE2C6B3A}" type="pres">
      <dgm:prSet presAssocID="{C2CE403E-6B9E-4F7F-AB29-09B583DC65BE}" presName="hierChild5" presStyleCnt="0"/>
      <dgm:spPr/>
    </dgm:pt>
    <dgm:pt modelId="{1993ADE6-54D6-497C-8B0C-87D33FEB8D01}" type="pres">
      <dgm:prSet presAssocID="{6F189758-36A8-4AC9-862E-11B9834F8412}" presName="Name37" presStyleLbl="parChTrans1D2" presStyleIdx="2" presStyleCnt="3"/>
      <dgm:spPr/>
      <dgm:t>
        <a:bodyPr/>
        <a:lstStyle/>
        <a:p>
          <a:endParaRPr lang="zh-CN" altLang="en-US"/>
        </a:p>
      </dgm:t>
    </dgm:pt>
    <dgm:pt modelId="{D65B81FF-5B9F-4212-830E-572A3007C3E1}" type="pres">
      <dgm:prSet presAssocID="{19658DE7-3D33-40E5-8E85-8E1189A87F4A}" presName="hierRoot2" presStyleCnt="0">
        <dgm:presLayoutVars>
          <dgm:hierBranch val="init"/>
        </dgm:presLayoutVars>
      </dgm:prSet>
      <dgm:spPr/>
    </dgm:pt>
    <dgm:pt modelId="{5DE2ED1C-0DAC-4D1A-85C7-104C71AF40AA}" type="pres">
      <dgm:prSet presAssocID="{19658DE7-3D33-40E5-8E85-8E1189A87F4A}" presName="rootComposite" presStyleCnt="0"/>
      <dgm:spPr/>
    </dgm:pt>
    <dgm:pt modelId="{B6B4CFFD-6984-4383-9E5C-114BA57F2BF6}" type="pres">
      <dgm:prSet presAssocID="{19658DE7-3D33-40E5-8E85-8E1189A87F4A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ADC2D38-240E-49D2-81F0-D024A35545BF}" type="pres">
      <dgm:prSet presAssocID="{19658DE7-3D33-40E5-8E85-8E1189A87F4A}" presName="rootConnector" presStyleLbl="node2" presStyleIdx="2" presStyleCnt="3"/>
      <dgm:spPr/>
      <dgm:t>
        <a:bodyPr/>
        <a:lstStyle/>
        <a:p>
          <a:endParaRPr lang="zh-CN" altLang="en-US"/>
        </a:p>
      </dgm:t>
    </dgm:pt>
    <dgm:pt modelId="{DC89064F-1F10-434F-9E22-FDFC6DF27A9D}" type="pres">
      <dgm:prSet presAssocID="{19658DE7-3D33-40E5-8E85-8E1189A87F4A}" presName="hierChild4" presStyleCnt="0"/>
      <dgm:spPr/>
    </dgm:pt>
    <dgm:pt modelId="{89EB20A4-9BBE-4F95-A0F1-73F9A73C4120}" type="pres">
      <dgm:prSet presAssocID="{19658DE7-3D33-40E5-8E85-8E1189A87F4A}" presName="hierChild5" presStyleCnt="0"/>
      <dgm:spPr/>
    </dgm:pt>
    <dgm:pt modelId="{4E0E115E-80BB-4845-A1BD-369B41238DC9}" type="pres">
      <dgm:prSet presAssocID="{A6696EED-A41F-498C-BF36-F494B71A0A65}" presName="hierChild3" presStyleCnt="0"/>
      <dgm:spPr/>
    </dgm:pt>
  </dgm:ptLst>
  <dgm:cxnLst>
    <dgm:cxn modelId="{C0064367-3360-4F41-8CDE-3E1DECF20BF9}" type="presOf" srcId="{FC45DAEB-7A36-4A7B-80C0-9CA73B80523C}" destId="{0CC3F9A7-3255-417E-B777-7647B657333A}" srcOrd="0" destOrd="0" presId="urn:microsoft.com/office/officeart/2005/8/layout/orgChart1"/>
    <dgm:cxn modelId="{A2290D89-4EAE-4FDE-AB4C-BC8D2FB00803}" type="presOf" srcId="{CA2574EB-2C0A-4F2F-9F40-FF5F9446C883}" destId="{D2B2634C-AD34-4D69-AF56-0D6023C729C1}" srcOrd="0" destOrd="0" presId="urn:microsoft.com/office/officeart/2005/8/layout/orgChart1"/>
    <dgm:cxn modelId="{C47A6D40-F2FD-4B17-AFEA-AC6CA53CC7B0}" srcId="{CA2574EB-2C0A-4F2F-9F40-FF5F9446C883}" destId="{A6696EED-A41F-498C-BF36-F494B71A0A65}" srcOrd="0" destOrd="0" parTransId="{72B73640-5F1C-4375-9EB2-181C68BC6D92}" sibTransId="{735B265C-06B8-470A-9010-D50E49F9367E}"/>
    <dgm:cxn modelId="{D2E27019-F01F-4537-BD5A-3C7C261C41EB}" type="presOf" srcId="{19658DE7-3D33-40E5-8E85-8E1189A87F4A}" destId="{2ADC2D38-240E-49D2-81F0-D024A35545BF}" srcOrd="1" destOrd="0" presId="urn:microsoft.com/office/officeart/2005/8/layout/orgChart1"/>
    <dgm:cxn modelId="{234FED6D-AF57-4D17-BEDF-B1CF13982A3F}" type="presOf" srcId="{A6696EED-A41F-498C-BF36-F494B71A0A65}" destId="{32439913-E1EB-42BE-AB0F-EC5D0C07C00E}" srcOrd="1" destOrd="0" presId="urn:microsoft.com/office/officeart/2005/8/layout/orgChart1"/>
    <dgm:cxn modelId="{52EFB21C-2B5B-451D-B62C-5488749CB9EF}" type="presOf" srcId="{C2CE403E-6B9E-4F7F-AB29-09B583DC65BE}" destId="{09E38E32-ED83-47D3-95BC-A57CDF851B34}" srcOrd="1" destOrd="0" presId="urn:microsoft.com/office/officeart/2005/8/layout/orgChart1"/>
    <dgm:cxn modelId="{8AAB4944-6323-4038-916D-14321EC44A43}" type="presOf" srcId="{C2CE403E-6B9E-4F7F-AB29-09B583DC65BE}" destId="{743ACF49-18EB-4781-A08B-E4310DDBC241}" srcOrd="0" destOrd="0" presId="urn:microsoft.com/office/officeart/2005/8/layout/orgChart1"/>
    <dgm:cxn modelId="{3F308277-BE64-4C97-962B-12E0412DEAE8}" type="presOf" srcId="{19658DE7-3D33-40E5-8E85-8E1189A87F4A}" destId="{B6B4CFFD-6984-4383-9E5C-114BA57F2BF6}" srcOrd="0" destOrd="0" presId="urn:microsoft.com/office/officeart/2005/8/layout/orgChart1"/>
    <dgm:cxn modelId="{F81D9149-ED02-4AC0-90E5-6FC10F885132}" srcId="{A6696EED-A41F-498C-BF36-F494B71A0A65}" destId="{C2CE403E-6B9E-4F7F-AB29-09B583DC65BE}" srcOrd="1" destOrd="0" parTransId="{BDB26C20-82E4-43A7-A9C4-9DFF1DAC174B}" sibTransId="{F0CBB37C-A585-4B34-A216-ECC4CA80935E}"/>
    <dgm:cxn modelId="{B671C1FF-B7E8-48DB-B6E5-AB9EC8F412CD}" srcId="{A6696EED-A41F-498C-BF36-F494B71A0A65}" destId="{FC45DAEB-7A36-4A7B-80C0-9CA73B80523C}" srcOrd="0" destOrd="0" parTransId="{6773EE49-7ECB-4767-B2BA-9009C77457BD}" sibTransId="{2620BC81-E6C4-4D3E-847D-E59EA5ECBB9A}"/>
    <dgm:cxn modelId="{564D75D4-98DF-4D3C-8446-311ACCA2D54C}" type="presOf" srcId="{A6696EED-A41F-498C-BF36-F494B71A0A65}" destId="{9002A8DA-3AC3-459F-B1CD-C19C9F231B4F}" srcOrd="0" destOrd="0" presId="urn:microsoft.com/office/officeart/2005/8/layout/orgChart1"/>
    <dgm:cxn modelId="{D3491100-042D-4DFE-8A0C-05D45DF200FA}" type="presOf" srcId="{6F189758-36A8-4AC9-862E-11B9834F8412}" destId="{1993ADE6-54D6-497C-8B0C-87D33FEB8D01}" srcOrd="0" destOrd="0" presId="urn:microsoft.com/office/officeart/2005/8/layout/orgChart1"/>
    <dgm:cxn modelId="{9CE66DC1-4C9E-43C8-8851-86DF0E2D353E}" type="presOf" srcId="{FC45DAEB-7A36-4A7B-80C0-9CA73B80523C}" destId="{670FCF25-56C9-4E83-ADB1-A012B8219251}" srcOrd="1" destOrd="0" presId="urn:microsoft.com/office/officeart/2005/8/layout/orgChart1"/>
    <dgm:cxn modelId="{FA6696FA-A690-4A1A-BA8C-6895BB05B205}" srcId="{A6696EED-A41F-498C-BF36-F494B71A0A65}" destId="{19658DE7-3D33-40E5-8E85-8E1189A87F4A}" srcOrd="2" destOrd="0" parTransId="{6F189758-36A8-4AC9-862E-11B9834F8412}" sibTransId="{264872E7-BFAB-4C98-8A12-8883FBA0105E}"/>
    <dgm:cxn modelId="{66F3CB4B-BFB8-47AA-A3E9-C197E1DAFC52}" type="presOf" srcId="{BDB26C20-82E4-43A7-A9C4-9DFF1DAC174B}" destId="{C5AF500E-56FD-4DCB-A26F-7EBB9B2F9F00}" srcOrd="0" destOrd="0" presId="urn:microsoft.com/office/officeart/2005/8/layout/orgChart1"/>
    <dgm:cxn modelId="{92D97336-1D78-442A-9206-2E3F046FF199}" type="presOf" srcId="{6773EE49-7ECB-4767-B2BA-9009C77457BD}" destId="{D3C23427-F510-46B9-8F57-BFA4AD4CEE02}" srcOrd="0" destOrd="0" presId="urn:microsoft.com/office/officeart/2005/8/layout/orgChart1"/>
    <dgm:cxn modelId="{D1E570A2-AC4A-4573-8B89-E25D1F65876E}" type="presParOf" srcId="{D2B2634C-AD34-4D69-AF56-0D6023C729C1}" destId="{BB8B8C3A-88E9-459D-8BEA-DEDC011E4DF0}" srcOrd="0" destOrd="0" presId="urn:microsoft.com/office/officeart/2005/8/layout/orgChart1"/>
    <dgm:cxn modelId="{2FAB8547-6A84-4D27-96F2-619B891A30AE}" type="presParOf" srcId="{BB8B8C3A-88E9-459D-8BEA-DEDC011E4DF0}" destId="{78BFC17B-3CD5-4ABD-BBDC-D4B0B2678F41}" srcOrd="0" destOrd="0" presId="urn:microsoft.com/office/officeart/2005/8/layout/orgChart1"/>
    <dgm:cxn modelId="{9E5B9C80-DCD3-47AE-8A86-F34DEFA6E845}" type="presParOf" srcId="{78BFC17B-3CD5-4ABD-BBDC-D4B0B2678F41}" destId="{9002A8DA-3AC3-459F-B1CD-C19C9F231B4F}" srcOrd="0" destOrd="0" presId="urn:microsoft.com/office/officeart/2005/8/layout/orgChart1"/>
    <dgm:cxn modelId="{755EB121-9FB3-4C54-BB34-FE988CE284CF}" type="presParOf" srcId="{78BFC17B-3CD5-4ABD-BBDC-D4B0B2678F41}" destId="{32439913-E1EB-42BE-AB0F-EC5D0C07C00E}" srcOrd="1" destOrd="0" presId="urn:microsoft.com/office/officeart/2005/8/layout/orgChart1"/>
    <dgm:cxn modelId="{B800A93B-6217-43CB-BC50-8CE022D7B3B9}" type="presParOf" srcId="{BB8B8C3A-88E9-459D-8BEA-DEDC011E4DF0}" destId="{9DE72E11-C31D-4CE7-82EF-C52047983E57}" srcOrd="1" destOrd="0" presId="urn:microsoft.com/office/officeart/2005/8/layout/orgChart1"/>
    <dgm:cxn modelId="{CBCA3EA7-C9F9-465A-9A99-2A221047F866}" type="presParOf" srcId="{9DE72E11-C31D-4CE7-82EF-C52047983E57}" destId="{D3C23427-F510-46B9-8F57-BFA4AD4CEE02}" srcOrd="0" destOrd="0" presId="urn:microsoft.com/office/officeart/2005/8/layout/orgChart1"/>
    <dgm:cxn modelId="{DDF7BC26-00FC-4FD4-8B59-71BDBD3847BA}" type="presParOf" srcId="{9DE72E11-C31D-4CE7-82EF-C52047983E57}" destId="{1750994C-546E-44FF-AB85-4580ACDC058A}" srcOrd="1" destOrd="0" presId="urn:microsoft.com/office/officeart/2005/8/layout/orgChart1"/>
    <dgm:cxn modelId="{50C94CF3-A7AC-4F63-A3DE-D0FBA44C5929}" type="presParOf" srcId="{1750994C-546E-44FF-AB85-4580ACDC058A}" destId="{C9FD0B87-B7BC-467A-AEB0-4B1CD8C2851D}" srcOrd="0" destOrd="0" presId="urn:microsoft.com/office/officeart/2005/8/layout/orgChart1"/>
    <dgm:cxn modelId="{0F5A1B8B-0646-46B6-8805-7049EF0156B8}" type="presParOf" srcId="{C9FD0B87-B7BC-467A-AEB0-4B1CD8C2851D}" destId="{0CC3F9A7-3255-417E-B777-7647B657333A}" srcOrd="0" destOrd="0" presId="urn:microsoft.com/office/officeart/2005/8/layout/orgChart1"/>
    <dgm:cxn modelId="{FB58B579-4F5A-451D-84FE-C5C5154093F0}" type="presParOf" srcId="{C9FD0B87-B7BC-467A-AEB0-4B1CD8C2851D}" destId="{670FCF25-56C9-4E83-ADB1-A012B8219251}" srcOrd="1" destOrd="0" presId="urn:microsoft.com/office/officeart/2005/8/layout/orgChart1"/>
    <dgm:cxn modelId="{3291EE2F-5EDD-4A33-9186-4EC5A241D2FA}" type="presParOf" srcId="{1750994C-546E-44FF-AB85-4580ACDC058A}" destId="{DC4835BD-E21A-4C3F-8394-A996A7947A31}" srcOrd="1" destOrd="0" presId="urn:microsoft.com/office/officeart/2005/8/layout/orgChart1"/>
    <dgm:cxn modelId="{661ED7A9-3006-4317-BDC8-DDB171F7003C}" type="presParOf" srcId="{1750994C-546E-44FF-AB85-4580ACDC058A}" destId="{31746291-CEEA-4C3C-A5FC-2C226FACBE2D}" srcOrd="2" destOrd="0" presId="urn:microsoft.com/office/officeart/2005/8/layout/orgChart1"/>
    <dgm:cxn modelId="{AD3C2919-5E5D-4D16-9862-4F38213F16BF}" type="presParOf" srcId="{9DE72E11-C31D-4CE7-82EF-C52047983E57}" destId="{C5AF500E-56FD-4DCB-A26F-7EBB9B2F9F00}" srcOrd="2" destOrd="0" presId="urn:microsoft.com/office/officeart/2005/8/layout/orgChart1"/>
    <dgm:cxn modelId="{D8DEED9E-8C4D-4555-8E4C-A57805BFFF9F}" type="presParOf" srcId="{9DE72E11-C31D-4CE7-82EF-C52047983E57}" destId="{A66766C6-E754-4B5D-8D7A-4AAD61684854}" srcOrd="3" destOrd="0" presId="urn:microsoft.com/office/officeart/2005/8/layout/orgChart1"/>
    <dgm:cxn modelId="{B061E2CC-53F6-44B7-8DCD-203D78778172}" type="presParOf" srcId="{A66766C6-E754-4B5D-8D7A-4AAD61684854}" destId="{68D9C6B9-F04B-4BB2-A37E-6B0FD758CDDD}" srcOrd="0" destOrd="0" presId="urn:microsoft.com/office/officeart/2005/8/layout/orgChart1"/>
    <dgm:cxn modelId="{0288C49F-3DB4-42C5-8EAA-3B53C004F328}" type="presParOf" srcId="{68D9C6B9-F04B-4BB2-A37E-6B0FD758CDDD}" destId="{743ACF49-18EB-4781-A08B-E4310DDBC241}" srcOrd="0" destOrd="0" presId="urn:microsoft.com/office/officeart/2005/8/layout/orgChart1"/>
    <dgm:cxn modelId="{497BE52D-C904-4CCC-9F7D-8C7D3416B387}" type="presParOf" srcId="{68D9C6B9-F04B-4BB2-A37E-6B0FD758CDDD}" destId="{09E38E32-ED83-47D3-95BC-A57CDF851B34}" srcOrd="1" destOrd="0" presId="urn:microsoft.com/office/officeart/2005/8/layout/orgChart1"/>
    <dgm:cxn modelId="{5C599B9B-8639-4B25-BA7E-354598645EEA}" type="presParOf" srcId="{A66766C6-E754-4B5D-8D7A-4AAD61684854}" destId="{B81833C7-EA36-47F0-8F5A-8886367D928D}" srcOrd="1" destOrd="0" presId="urn:microsoft.com/office/officeart/2005/8/layout/orgChart1"/>
    <dgm:cxn modelId="{C0CAA9D5-D146-400C-8207-A573A79152C2}" type="presParOf" srcId="{A66766C6-E754-4B5D-8D7A-4AAD61684854}" destId="{70FEFAD0-39CA-4857-BE4A-8113DE2C6B3A}" srcOrd="2" destOrd="0" presId="urn:microsoft.com/office/officeart/2005/8/layout/orgChart1"/>
    <dgm:cxn modelId="{783E777C-54B1-4E21-83CF-8C105B92125B}" type="presParOf" srcId="{9DE72E11-C31D-4CE7-82EF-C52047983E57}" destId="{1993ADE6-54D6-497C-8B0C-87D33FEB8D01}" srcOrd="4" destOrd="0" presId="urn:microsoft.com/office/officeart/2005/8/layout/orgChart1"/>
    <dgm:cxn modelId="{82CA627A-7C08-4A52-A7AA-010E07022344}" type="presParOf" srcId="{9DE72E11-C31D-4CE7-82EF-C52047983E57}" destId="{D65B81FF-5B9F-4212-830E-572A3007C3E1}" srcOrd="5" destOrd="0" presId="urn:microsoft.com/office/officeart/2005/8/layout/orgChart1"/>
    <dgm:cxn modelId="{C420F2ED-3678-494D-BA6C-F1BB78020DD1}" type="presParOf" srcId="{D65B81FF-5B9F-4212-830E-572A3007C3E1}" destId="{5DE2ED1C-0DAC-4D1A-85C7-104C71AF40AA}" srcOrd="0" destOrd="0" presId="urn:microsoft.com/office/officeart/2005/8/layout/orgChart1"/>
    <dgm:cxn modelId="{26615D9C-D136-40AA-A724-42D054D26D95}" type="presParOf" srcId="{5DE2ED1C-0DAC-4D1A-85C7-104C71AF40AA}" destId="{B6B4CFFD-6984-4383-9E5C-114BA57F2BF6}" srcOrd="0" destOrd="0" presId="urn:microsoft.com/office/officeart/2005/8/layout/orgChart1"/>
    <dgm:cxn modelId="{A6FA2764-5E21-4061-A5E3-0DF8A3613C09}" type="presParOf" srcId="{5DE2ED1C-0DAC-4D1A-85C7-104C71AF40AA}" destId="{2ADC2D38-240E-49D2-81F0-D024A35545BF}" srcOrd="1" destOrd="0" presId="urn:microsoft.com/office/officeart/2005/8/layout/orgChart1"/>
    <dgm:cxn modelId="{2B0ACDE4-1697-4A51-A2FB-BB4F9D56276B}" type="presParOf" srcId="{D65B81FF-5B9F-4212-830E-572A3007C3E1}" destId="{DC89064F-1F10-434F-9E22-FDFC6DF27A9D}" srcOrd="1" destOrd="0" presId="urn:microsoft.com/office/officeart/2005/8/layout/orgChart1"/>
    <dgm:cxn modelId="{2FD2FCE5-267C-4F42-AC0D-F199F7109D6A}" type="presParOf" srcId="{D65B81FF-5B9F-4212-830E-572A3007C3E1}" destId="{89EB20A4-9BBE-4F95-A0F1-73F9A73C4120}" srcOrd="2" destOrd="0" presId="urn:microsoft.com/office/officeart/2005/8/layout/orgChart1"/>
    <dgm:cxn modelId="{8B942E23-DF82-486D-AA35-325E2F1AF406}" type="presParOf" srcId="{BB8B8C3A-88E9-459D-8BEA-DEDC011E4DF0}" destId="{4E0E115E-80BB-4845-A1BD-369B41238DC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23C9F0-A4E6-44B1-959A-0064087B2802}" type="doc">
      <dgm:prSet loTypeId="urn:microsoft.com/office/officeart/2005/8/layout/target1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6C593EA6-017D-455A-AA81-727FF4551C76}">
      <dgm:prSet/>
      <dgm:spPr/>
      <dgm:t>
        <a:bodyPr/>
        <a:lstStyle/>
        <a:p>
          <a:pPr rtl="0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Denotation= the literal meaning of a word </a:t>
          </a:r>
          <a:r>
            <a:rPr lang="zh-CN" alt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（本义）</a:t>
          </a:r>
          <a:endParaRPr lang="zh-C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8DCBE6-8A0E-42A8-BDD2-1FD7EA6745E9}" type="parTrans" cxnId="{87ED2C13-ECB2-4D19-BAF9-873F12E82A70}">
      <dgm:prSet/>
      <dgm:spPr/>
      <dgm:t>
        <a:bodyPr/>
        <a:lstStyle/>
        <a:p>
          <a:endParaRPr lang="zh-CN" altLang="en-US"/>
        </a:p>
      </dgm:t>
    </dgm:pt>
    <dgm:pt modelId="{8D109CB7-93A7-49B2-BF9A-CED127F36172}" type="sibTrans" cxnId="{87ED2C13-ECB2-4D19-BAF9-873F12E82A70}">
      <dgm:prSet/>
      <dgm:spPr/>
      <dgm:t>
        <a:bodyPr/>
        <a:lstStyle/>
        <a:p>
          <a:endParaRPr lang="zh-CN" altLang="en-US"/>
        </a:p>
      </dgm:t>
    </dgm:pt>
    <dgm:pt modelId="{D7F98258-9B97-4E6F-AF3D-FECE8C1DDB75}">
      <dgm:prSet/>
      <dgm:spPr/>
      <dgm:t>
        <a:bodyPr/>
        <a:lstStyle/>
        <a:p>
          <a:pPr rtl="0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Connotation= the implied meaning of a word </a:t>
          </a:r>
          <a:r>
            <a:rPr lang="zh-CN" alt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（转义）</a:t>
          </a:r>
          <a:endParaRPr lang="zh-C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0B22AE-E92C-40D6-9DC6-84987FE1FBDF}" type="parTrans" cxnId="{A978573D-4B12-4C6F-925F-933D1B4A3B1A}">
      <dgm:prSet/>
      <dgm:spPr/>
      <dgm:t>
        <a:bodyPr/>
        <a:lstStyle/>
        <a:p>
          <a:endParaRPr lang="zh-CN" altLang="en-US"/>
        </a:p>
      </dgm:t>
    </dgm:pt>
    <dgm:pt modelId="{CE7C447E-0634-4978-9C49-4BB633B988AA}" type="sibTrans" cxnId="{A978573D-4B12-4C6F-925F-933D1B4A3B1A}">
      <dgm:prSet/>
      <dgm:spPr/>
      <dgm:t>
        <a:bodyPr/>
        <a:lstStyle/>
        <a:p>
          <a:endParaRPr lang="zh-CN" altLang="en-US"/>
        </a:p>
      </dgm:t>
    </dgm:pt>
    <dgm:pt modelId="{B611D134-2425-466F-A99C-41DF5592210C}" type="pres">
      <dgm:prSet presAssocID="{9E23C9F0-A4E6-44B1-959A-0064087B2802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D98A70D-6216-466D-AC20-5FF40CF6A155}" type="pres">
      <dgm:prSet presAssocID="{6C593EA6-017D-455A-AA81-727FF4551C76}" presName="circle1" presStyleLbl="lnNode1" presStyleIdx="0" presStyleCnt="2"/>
      <dgm:spPr/>
    </dgm:pt>
    <dgm:pt modelId="{BB343FAE-4EC2-4FB3-B09E-8E347FE5AE2E}" type="pres">
      <dgm:prSet presAssocID="{6C593EA6-017D-455A-AA81-727FF4551C76}" presName="text1" presStyleLbl="revTx" presStyleIdx="0" presStyleCnt="2" custScaleX="178567" custLinFactNeighborX="41766" custLinFactNeighborY="1729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F7ECDD7-7837-4FAE-9C83-588EFECFB302}" type="pres">
      <dgm:prSet presAssocID="{6C593EA6-017D-455A-AA81-727FF4551C76}" presName="line1" presStyleLbl="callout" presStyleIdx="0" presStyleCnt="4"/>
      <dgm:spPr/>
    </dgm:pt>
    <dgm:pt modelId="{7DD1CC5B-F4E5-476D-9A9C-8548178DABCF}" type="pres">
      <dgm:prSet presAssocID="{6C593EA6-017D-455A-AA81-727FF4551C76}" presName="d1" presStyleLbl="callout" presStyleIdx="1" presStyleCnt="4"/>
      <dgm:spPr/>
    </dgm:pt>
    <dgm:pt modelId="{699A4E83-CE12-4D22-8A75-3732B6D6C086}" type="pres">
      <dgm:prSet presAssocID="{D7F98258-9B97-4E6F-AF3D-FECE8C1DDB75}" presName="circle2" presStyleLbl="lnNode1" presStyleIdx="1" presStyleCnt="2" custLinFactNeighborX="-1241" custLinFactNeighborY="-10680"/>
      <dgm:spPr>
        <a:solidFill>
          <a:schemeClr val="accent2">
            <a:lumMod val="60000"/>
            <a:lumOff val="40000"/>
          </a:schemeClr>
        </a:solidFill>
      </dgm:spPr>
    </dgm:pt>
    <dgm:pt modelId="{19D5506F-E396-4499-A8E4-40E2B2EE2E80}" type="pres">
      <dgm:prSet presAssocID="{D7F98258-9B97-4E6F-AF3D-FECE8C1DDB75}" presName="text2" presStyleLbl="revTx" presStyleIdx="1" presStyleCnt="2" custScaleX="182428" custLinFactNeighborX="43697" custLinFactNeighborY="4439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63BDD78-5B82-4299-8073-7B86ACA47DC0}" type="pres">
      <dgm:prSet presAssocID="{D7F98258-9B97-4E6F-AF3D-FECE8C1DDB75}" presName="line2" presStyleLbl="callout" presStyleIdx="2" presStyleCnt="4"/>
      <dgm:spPr/>
    </dgm:pt>
    <dgm:pt modelId="{381EEF81-34B3-4CF1-BCD8-FEF1E89DEC97}" type="pres">
      <dgm:prSet presAssocID="{D7F98258-9B97-4E6F-AF3D-FECE8C1DDB75}" presName="d2" presStyleLbl="callout" presStyleIdx="3" presStyleCnt="4"/>
      <dgm:spPr/>
    </dgm:pt>
  </dgm:ptLst>
  <dgm:cxnLst>
    <dgm:cxn modelId="{A978573D-4B12-4C6F-925F-933D1B4A3B1A}" srcId="{9E23C9F0-A4E6-44B1-959A-0064087B2802}" destId="{D7F98258-9B97-4E6F-AF3D-FECE8C1DDB75}" srcOrd="1" destOrd="0" parTransId="{D60B22AE-E92C-40D6-9DC6-84987FE1FBDF}" sibTransId="{CE7C447E-0634-4978-9C49-4BB633B988AA}"/>
    <dgm:cxn modelId="{5E666570-1330-41E0-90F5-A39C4288EF6E}" type="presOf" srcId="{D7F98258-9B97-4E6F-AF3D-FECE8C1DDB75}" destId="{19D5506F-E396-4499-A8E4-40E2B2EE2E80}" srcOrd="0" destOrd="0" presId="urn:microsoft.com/office/officeart/2005/8/layout/target1"/>
    <dgm:cxn modelId="{87ED2C13-ECB2-4D19-BAF9-873F12E82A70}" srcId="{9E23C9F0-A4E6-44B1-959A-0064087B2802}" destId="{6C593EA6-017D-455A-AA81-727FF4551C76}" srcOrd="0" destOrd="0" parTransId="{738DCBE6-8A0E-42A8-BDD2-1FD7EA6745E9}" sibTransId="{8D109CB7-93A7-49B2-BF9A-CED127F36172}"/>
    <dgm:cxn modelId="{580FE71D-E6F9-4B29-8713-28E7CFD52878}" type="presOf" srcId="{9E23C9F0-A4E6-44B1-959A-0064087B2802}" destId="{B611D134-2425-466F-A99C-41DF5592210C}" srcOrd="0" destOrd="0" presId="urn:microsoft.com/office/officeart/2005/8/layout/target1"/>
    <dgm:cxn modelId="{136DA24F-FFFE-4FA0-8AE0-653DFF01ED47}" type="presOf" srcId="{6C593EA6-017D-455A-AA81-727FF4551C76}" destId="{BB343FAE-4EC2-4FB3-B09E-8E347FE5AE2E}" srcOrd="0" destOrd="0" presId="urn:microsoft.com/office/officeart/2005/8/layout/target1"/>
    <dgm:cxn modelId="{EAB88C05-D9D5-4AF3-92AB-92E86D500972}" type="presParOf" srcId="{B611D134-2425-466F-A99C-41DF5592210C}" destId="{DD98A70D-6216-466D-AC20-5FF40CF6A155}" srcOrd="0" destOrd="0" presId="urn:microsoft.com/office/officeart/2005/8/layout/target1"/>
    <dgm:cxn modelId="{209CE47A-3165-424D-BFAF-52B0EC735385}" type="presParOf" srcId="{B611D134-2425-466F-A99C-41DF5592210C}" destId="{BB343FAE-4EC2-4FB3-B09E-8E347FE5AE2E}" srcOrd="1" destOrd="0" presId="urn:microsoft.com/office/officeart/2005/8/layout/target1"/>
    <dgm:cxn modelId="{46484340-9834-4067-A536-789804087ADD}" type="presParOf" srcId="{B611D134-2425-466F-A99C-41DF5592210C}" destId="{4F7ECDD7-7837-4FAE-9C83-588EFECFB302}" srcOrd="2" destOrd="0" presId="urn:microsoft.com/office/officeart/2005/8/layout/target1"/>
    <dgm:cxn modelId="{E1EBAB38-8E50-472F-97BC-416378699FE5}" type="presParOf" srcId="{B611D134-2425-466F-A99C-41DF5592210C}" destId="{7DD1CC5B-F4E5-476D-9A9C-8548178DABCF}" srcOrd="3" destOrd="0" presId="urn:microsoft.com/office/officeart/2005/8/layout/target1"/>
    <dgm:cxn modelId="{5EF0BF20-864E-4F46-923A-D1F5687261D3}" type="presParOf" srcId="{B611D134-2425-466F-A99C-41DF5592210C}" destId="{699A4E83-CE12-4D22-8A75-3732B6D6C086}" srcOrd="4" destOrd="0" presId="urn:microsoft.com/office/officeart/2005/8/layout/target1"/>
    <dgm:cxn modelId="{531812E5-3548-4501-9876-D9EDBA8869E6}" type="presParOf" srcId="{B611D134-2425-466F-A99C-41DF5592210C}" destId="{19D5506F-E396-4499-A8E4-40E2B2EE2E80}" srcOrd="5" destOrd="0" presId="urn:microsoft.com/office/officeart/2005/8/layout/target1"/>
    <dgm:cxn modelId="{2B6FF636-E1BF-4001-AF0A-46823A5785B0}" type="presParOf" srcId="{B611D134-2425-466F-A99C-41DF5592210C}" destId="{F63BDD78-5B82-4299-8073-7B86ACA47DC0}" srcOrd="6" destOrd="0" presId="urn:microsoft.com/office/officeart/2005/8/layout/target1"/>
    <dgm:cxn modelId="{978FF48E-46EB-4C20-B805-733F1FDC8755}" type="presParOf" srcId="{B611D134-2425-466F-A99C-41DF5592210C}" destId="{381EEF81-34B3-4CF1-BCD8-FEF1E89DEC97}" srcOrd="7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6F5EE4-2874-4E57-9DB5-25399CEC66A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98DF37F4-CF60-4CD5-BD54-54F697F8BAEC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altLang="zh-CN" b="1" dirty="0">
              <a:solidFill>
                <a:schemeClr val="tx1"/>
              </a:solidFill>
            </a:rPr>
            <a:t>Case1</a:t>
          </a:r>
          <a:r>
            <a:rPr lang="zh-CN" altLang="en-US" b="1" dirty="0">
              <a:solidFill>
                <a:schemeClr val="tx1"/>
              </a:solidFill>
            </a:rPr>
            <a:t>：</a:t>
          </a:r>
          <a:r>
            <a:rPr lang="zh-CN" dirty="0">
              <a:solidFill>
                <a:schemeClr val="tx1"/>
              </a:solidFill>
            </a:rPr>
            <a:t>第二次世界大战后，由于科学和技术发展进入新时期，我们的生活发生了很大的变化。</a:t>
          </a:r>
          <a:br>
            <a:rPr lang="zh-CN" dirty="0">
              <a:solidFill>
                <a:schemeClr val="tx1"/>
              </a:solidFill>
            </a:rPr>
          </a:br>
          <a:endParaRPr lang="zh-CN" dirty="0">
            <a:solidFill>
              <a:schemeClr val="tx1"/>
            </a:solidFill>
          </a:endParaRPr>
        </a:p>
      </dgm:t>
    </dgm:pt>
    <dgm:pt modelId="{D00004B3-47DB-4B96-A810-FA80CFC6ACD5}" type="parTrans" cxnId="{271A34B9-9C92-4265-9D89-84CE16AE9426}">
      <dgm:prSet/>
      <dgm:spPr/>
      <dgm:t>
        <a:bodyPr/>
        <a:lstStyle/>
        <a:p>
          <a:endParaRPr lang="zh-CN" altLang="en-US"/>
        </a:p>
      </dgm:t>
    </dgm:pt>
    <dgm:pt modelId="{1CDDC767-32A6-46A4-B8D6-45BAE6EAA374}" type="sibTrans" cxnId="{271A34B9-9C92-4265-9D89-84CE16AE9426}">
      <dgm:prSet/>
      <dgm:spPr/>
      <dgm:t>
        <a:bodyPr/>
        <a:lstStyle/>
        <a:p>
          <a:endParaRPr lang="zh-CN" altLang="en-US"/>
        </a:p>
      </dgm:t>
    </dgm:pt>
    <dgm:pt modelId="{8ACDCDCC-B852-4403-A43D-B5AAB7AB89F1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Chinese—Background information + major information</a:t>
          </a:r>
          <a:endParaRPr lang="zh-CN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9A31CE-4A16-4F11-97CF-5DE7E258D53E}" type="parTrans" cxnId="{AE9F41E7-3F54-4782-86F8-E2A8FEC8C26E}">
      <dgm:prSet/>
      <dgm:spPr/>
      <dgm:t>
        <a:bodyPr/>
        <a:lstStyle/>
        <a:p>
          <a:endParaRPr lang="zh-CN" altLang="en-US"/>
        </a:p>
      </dgm:t>
    </dgm:pt>
    <dgm:pt modelId="{BB9406FD-0A45-4661-8A75-313E2D9B16C7}" type="sibTrans" cxnId="{AE9F41E7-3F54-4782-86F8-E2A8FEC8C26E}">
      <dgm:prSet/>
      <dgm:spPr/>
      <dgm:t>
        <a:bodyPr/>
        <a:lstStyle/>
        <a:p>
          <a:endParaRPr lang="zh-CN" altLang="en-US"/>
        </a:p>
      </dgm:t>
    </dgm:pt>
    <dgm:pt modelId="{164789C4-0E98-4CD7-8FFA-1436C688422C}" type="pres">
      <dgm:prSet presAssocID="{726F5EE4-2874-4E57-9DB5-25399CEC66A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A2EC91D-75DB-45D3-9CA7-7D73B760F245}" type="pres">
      <dgm:prSet presAssocID="{98DF37F4-CF60-4CD5-BD54-54F697F8BAEC}" presName="parentText" presStyleLbl="node1" presStyleIdx="0" presStyleCnt="2" custScaleY="6171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A49A50-68F0-4424-8A2A-60948A82B638}" type="pres">
      <dgm:prSet presAssocID="{1CDDC767-32A6-46A4-B8D6-45BAE6EAA374}" presName="spacer" presStyleCnt="0"/>
      <dgm:spPr/>
    </dgm:pt>
    <dgm:pt modelId="{D67C6426-4701-4B15-942E-5F5A82BA00BD}" type="pres">
      <dgm:prSet presAssocID="{8ACDCDCC-B852-4403-A43D-B5AAB7AB89F1}" presName="parentText" presStyleLbl="node1" presStyleIdx="1" presStyleCnt="2" custScaleY="35877" custLinFactY="-56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D37A816-61E6-43DD-870D-5ABDC2216353}" type="presOf" srcId="{98DF37F4-CF60-4CD5-BD54-54F697F8BAEC}" destId="{3A2EC91D-75DB-45D3-9CA7-7D73B760F245}" srcOrd="0" destOrd="0" presId="urn:microsoft.com/office/officeart/2005/8/layout/vList2"/>
    <dgm:cxn modelId="{271A34B9-9C92-4265-9D89-84CE16AE9426}" srcId="{726F5EE4-2874-4E57-9DB5-25399CEC66A0}" destId="{98DF37F4-CF60-4CD5-BD54-54F697F8BAEC}" srcOrd="0" destOrd="0" parTransId="{D00004B3-47DB-4B96-A810-FA80CFC6ACD5}" sibTransId="{1CDDC767-32A6-46A4-B8D6-45BAE6EAA374}"/>
    <dgm:cxn modelId="{AE9F41E7-3F54-4782-86F8-E2A8FEC8C26E}" srcId="{726F5EE4-2874-4E57-9DB5-25399CEC66A0}" destId="{8ACDCDCC-B852-4403-A43D-B5AAB7AB89F1}" srcOrd="1" destOrd="0" parTransId="{3D9A31CE-4A16-4F11-97CF-5DE7E258D53E}" sibTransId="{BB9406FD-0A45-4661-8A75-313E2D9B16C7}"/>
    <dgm:cxn modelId="{9954EF48-8432-4570-B2F3-8344A3B8CC7D}" type="presOf" srcId="{726F5EE4-2874-4E57-9DB5-25399CEC66A0}" destId="{164789C4-0E98-4CD7-8FFA-1436C688422C}" srcOrd="0" destOrd="0" presId="urn:microsoft.com/office/officeart/2005/8/layout/vList2"/>
    <dgm:cxn modelId="{485DAF1C-42C7-4018-85AF-7F91EFF2DDF4}" type="presOf" srcId="{8ACDCDCC-B852-4403-A43D-B5AAB7AB89F1}" destId="{D67C6426-4701-4B15-942E-5F5A82BA00BD}" srcOrd="0" destOrd="0" presId="urn:microsoft.com/office/officeart/2005/8/layout/vList2"/>
    <dgm:cxn modelId="{8D30B8FE-9E61-4688-94B7-A3B40BFEA772}" type="presParOf" srcId="{164789C4-0E98-4CD7-8FFA-1436C688422C}" destId="{3A2EC91D-75DB-45D3-9CA7-7D73B760F245}" srcOrd="0" destOrd="0" presId="urn:microsoft.com/office/officeart/2005/8/layout/vList2"/>
    <dgm:cxn modelId="{EAB84DF3-FBF2-41A0-ACE4-13C6A3275C91}" type="presParOf" srcId="{164789C4-0E98-4CD7-8FFA-1436C688422C}" destId="{69A49A50-68F0-4424-8A2A-60948A82B638}" srcOrd="1" destOrd="0" presId="urn:microsoft.com/office/officeart/2005/8/layout/vList2"/>
    <dgm:cxn modelId="{A1859743-7003-456A-9B90-2C7205C33F7A}" type="presParOf" srcId="{164789C4-0E98-4CD7-8FFA-1436C688422C}" destId="{D67C6426-4701-4B15-942E-5F5A82BA00B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C6FAEA0-C273-4520-90F6-2D7A1BCCF24D}" type="doc">
      <dgm:prSet loTypeId="urn:microsoft.com/office/officeart/2005/8/layout/lProcess3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278ABE4-EC38-45D0-BEE6-8C69D8EF6C5E}">
      <dgm:prSet custT="1"/>
      <dgm:spPr/>
      <dgm:t>
        <a:bodyPr/>
        <a:lstStyle/>
        <a:p>
          <a:pPr rtl="0"/>
          <a:r>
            <a: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Native English Speakers</a:t>
          </a:r>
          <a:endParaRPr lang="zh-CN" sz="2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BC3C07-3DA4-4DEA-AEDD-AE41F60C38A8}" type="parTrans" cxnId="{01944DD9-5632-421A-94F5-06912D80C29E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6DEC7B-134A-4850-B802-7BC5B20F77BA}" type="sibTrans" cxnId="{01944DD9-5632-421A-94F5-06912D80C29E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9D3E3B-0758-41BF-8959-8D59FD7DF8FA}">
      <dgm:prSet/>
      <dgm:spPr/>
      <dgm:t>
        <a:bodyPr/>
        <a:lstStyle/>
        <a:p>
          <a:pPr rtl="0"/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Deductive &amp; linear</a:t>
          </a:r>
          <a:endParaRPr lang="zh-CN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958CB6-1375-4166-B209-65534BCF067A}" type="parTrans" cxnId="{68181E82-A9A3-4294-AFCF-9ACBF68A2E15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D39609-528D-4222-9E78-601D8C93CE9C}" type="sibTrans" cxnId="{68181E82-A9A3-4294-AFCF-9ACBF68A2E15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516E99-02EC-40EC-92DB-B7D01484B98D}">
      <dgm:prSet/>
      <dgm:spPr/>
      <dgm:t>
        <a:bodyPr/>
        <a:lstStyle/>
        <a:p>
          <a:pPr algn="l" rtl="0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 2)Supporting evidence</a:t>
          </a:r>
          <a:endParaRPr lang="zh-C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AEF4BC-E3DC-452A-8B44-62C7C0E52545}" type="parTrans" cxnId="{39549287-7140-4257-8CE0-236696FBB758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FDD8CF-7D56-40E8-9B11-EF52A6B982E0}" type="sibTrans" cxnId="{39549287-7140-4257-8CE0-236696FBB758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B907BC-5693-4A9C-B05C-8C2C67B48A6B}">
      <dgm:prSet/>
      <dgm:spPr/>
      <dgm:t>
        <a:bodyPr/>
        <a:lstStyle/>
        <a:p>
          <a:pPr algn="l" rtl="0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 3) Conclusion</a:t>
          </a:r>
          <a:endParaRPr lang="zh-C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37599D-EEE3-4670-9C78-521CCE370ABD}" type="parTrans" cxnId="{33F6D38A-F07E-48A5-92EF-A4A85CA2B683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9CF970-AF35-4EB3-8841-8D4290D5D234}" type="sibTrans" cxnId="{33F6D38A-F07E-48A5-92EF-A4A85CA2B683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DB4912-64EE-4A47-A5E2-18BF2DCEBBCC}">
      <dgm:prSet/>
      <dgm:spPr/>
      <dgm:t>
        <a:bodyPr/>
        <a:lstStyle/>
        <a:p>
          <a:pPr algn="l" rtl="0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 1)Theme sentence</a:t>
          </a:r>
          <a:endParaRPr lang="zh-C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0194E1-C7D4-41F2-885A-5D5287EC4DFE}" type="parTrans" cxnId="{F8600AD3-2549-48B5-BB4A-C362BABBF78C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044460-CF8A-494E-BE60-33527AA6CB6A}" type="sibTrans" cxnId="{F8600AD3-2549-48B5-BB4A-C362BABBF78C}">
      <dgm:prSet/>
      <dgm:spPr/>
      <dgm:t>
        <a:bodyPr/>
        <a:lstStyle/>
        <a:p>
          <a:endParaRPr lang="zh-CN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2D4B14-922B-431B-B113-18E70BCA4C5C}" type="pres">
      <dgm:prSet presAssocID="{9C6FAEA0-C273-4520-90F6-2D7A1BCCF24D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003671EB-BE92-4BB0-AC4C-47AEA810D78F}" type="pres">
      <dgm:prSet presAssocID="{E278ABE4-EC38-45D0-BEE6-8C69D8EF6C5E}" presName="horFlow" presStyleCnt="0"/>
      <dgm:spPr/>
    </dgm:pt>
    <dgm:pt modelId="{B89EDE4C-42D1-4ACE-9D0B-EB7565C0FE7A}" type="pres">
      <dgm:prSet presAssocID="{E278ABE4-EC38-45D0-BEE6-8C69D8EF6C5E}" presName="bigChev" presStyleLbl="node1" presStyleIdx="0" presStyleCnt="5" custScaleX="230024" custScaleY="157281" custLinFactNeighborX="-860" custLinFactNeighborY="-16085"/>
      <dgm:spPr>
        <a:prstGeom prst="downArrowCallout">
          <a:avLst/>
        </a:prstGeom>
      </dgm:spPr>
      <dgm:t>
        <a:bodyPr/>
        <a:lstStyle/>
        <a:p>
          <a:endParaRPr lang="zh-CN" altLang="en-US"/>
        </a:p>
      </dgm:t>
    </dgm:pt>
    <dgm:pt modelId="{94DED9A7-7D32-40D9-BEA8-045F6E9908DF}" type="pres">
      <dgm:prSet presAssocID="{E278ABE4-EC38-45D0-BEE6-8C69D8EF6C5E}" presName="vSp" presStyleCnt="0"/>
      <dgm:spPr/>
    </dgm:pt>
    <dgm:pt modelId="{9B32F522-CF15-40A9-918D-029A2E16AA52}" type="pres">
      <dgm:prSet presAssocID="{509D3E3B-0758-41BF-8959-8D59FD7DF8FA}" presName="horFlow" presStyleCnt="0"/>
      <dgm:spPr/>
    </dgm:pt>
    <dgm:pt modelId="{C639AD72-8EFB-4AE4-AF51-759967C118A4}" type="pres">
      <dgm:prSet presAssocID="{509D3E3B-0758-41BF-8959-8D59FD7DF8FA}" presName="bigChev" presStyleLbl="node1" presStyleIdx="1" presStyleCnt="5" custScaleX="234765" custScaleY="117113" custLinFactNeighborX="-3454" custLinFactNeighborY="-23950"/>
      <dgm:spPr/>
      <dgm:t>
        <a:bodyPr/>
        <a:lstStyle/>
        <a:p>
          <a:endParaRPr lang="zh-CN" altLang="en-US"/>
        </a:p>
      </dgm:t>
    </dgm:pt>
    <dgm:pt modelId="{CEF133D2-4B52-4749-A26D-9FECB5828BD9}" type="pres">
      <dgm:prSet presAssocID="{509D3E3B-0758-41BF-8959-8D59FD7DF8FA}" presName="vSp" presStyleCnt="0"/>
      <dgm:spPr/>
    </dgm:pt>
    <dgm:pt modelId="{9A89933B-8A24-4ACB-B631-62D35D979764}" type="pres">
      <dgm:prSet presAssocID="{B8DB4912-64EE-4A47-A5E2-18BF2DCEBBCC}" presName="horFlow" presStyleCnt="0"/>
      <dgm:spPr/>
    </dgm:pt>
    <dgm:pt modelId="{950BB804-0A33-4816-9399-FA19332AECD1}" type="pres">
      <dgm:prSet presAssocID="{B8DB4912-64EE-4A47-A5E2-18BF2DCEBBCC}" presName="bigChev" presStyleLbl="node1" presStyleIdx="2" presStyleCnt="5" custScaleX="259971"/>
      <dgm:spPr/>
      <dgm:t>
        <a:bodyPr/>
        <a:lstStyle/>
        <a:p>
          <a:endParaRPr lang="zh-CN" altLang="en-US"/>
        </a:p>
      </dgm:t>
    </dgm:pt>
    <dgm:pt modelId="{8E3A8659-F244-48CF-9C4D-9CF34C8236A8}" type="pres">
      <dgm:prSet presAssocID="{B8DB4912-64EE-4A47-A5E2-18BF2DCEBBCC}" presName="vSp" presStyleCnt="0"/>
      <dgm:spPr/>
    </dgm:pt>
    <dgm:pt modelId="{BEE0BF95-F64D-4480-9E0F-C60737B27685}" type="pres">
      <dgm:prSet presAssocID="{B0516E99-02EC-40EC-92DB-B7D01484B98D}" presName="horFlow" presStyleCnt="0"/>
      <dgm:spPr/>
    </dgm:pt>
    <dgm:pt modelId="{8CDEABEF-A504-4326-857E-0CED8FA96F62}" type="pres">
      <dgm:prSet presAssocID="{B0516E99-02EC-40EC-92DB-B7D01484B98D}" presName="bigChev" presStyleLbl="node1" presStyleIdx="3" presStyleCnt="5" custScaleX="259306"/>
      <dgm:spPr/>
      <dgm:t>
        <a:bodyPr/>
        <a:lstStyle/>
        <a:p>
          <a:endParaRPr lang="zh-CN" altLang="en-US"/>
        </a:p>
      </dgm:t>
    </dgm:pt>
    <dgm:pt modelId="{7770274C-D9F5-4137-9B4A-2D08D8BEC88C}" type="pres">
      <dgm:prSet presAssocID="{B0516E99-02EC-40EC-92DB-B7D01484B98D}" presName="vSp" presStyleCnt="0"/>
      <dgm:spPr/>
    </dgm:pt>
    <dgm:pt modelId="{FAF0BDA5-EDC5-47BF-AFBF-65819327FDC0}" type="pres">
      <dgm:prSet presAssocID="{64B907BC-5693-4A9C-B05C-8C2C67B48A6B}" presName="horFlow" presStyleCnt="0"/>
      <dgm:spPr/>
    </dgm:pt>
    <dgm:pt modelId="{71686294-56B3-4D1A-9CD5-F829798EBD93}" type="pres">
      <dgm:prSet presAssocID="{64B907BC-5693-4A9C-B05C-8C2C67B48A6B}" presName="bigChev" presStyleLbl="node1" presStyleIdx="4" presStyleCnt="5" custScaleX="256522"/>
      <dgm:spPr/>
      <dgm:t>
        <a:bodyPr/>
        <a:lstStyle/>
        <a:p>
          <a:endParaRPr lang="zh-CN" altLang="en-US"/>
        </a:p>
      </dgm:t>
    </dgm:pt>
  </dgm:ptLst>
  <dgm:cxnLst>
    <dgm:cxn modelId="{01944DD9-5632-421A-94F5-06912D80C29E}" srcId="{9C6FAEA0-C273-4520-90F6-2D7A1BCCF24D}" destId="{E278ABE4-EC38-45D0-BEE6-8C69D8EF6C5E}" srcOrd="0" destOrd="0" parTransId="{7BBC3C07-3DA4-4DEA-AEDD-AE41F60C38A8}" sibTransId="{CF6DEC7B-134A-4850-B802-7BC5B20F77BA}"/>
    <dgm:cxn modelId="{40182AF5-5788-485C-858E-7D1D08A3986C}" type="presOf" srcId="{64B907BC-5693-4A9C-B05C-8C2C67B48A6B}" destId="{71686294-56B3-4D1A-9CD5-F829798EBD93}" srcOrd="0" destOrd="0" presId="urn:microsoft.com/office/officeart/2005/8/layout/lProcess3"/>
    <dgm:cxn modelId="{F8600AD3-2549-48B5-BB4A-C362BABBF78C}" srcId="{9C6FAEA0-C273-4520-90F6-2D7A1BCCF24D}" destId="{B8DB4912-64EE-4A47-A5E2-18BF2DCEBBCC}" srcOrd="2" destOrd="0" parTransId="{840194E1-C7D4-41F2-885A-5D5287EC4DFE}" sibTransId="{4C044460-CF8A-494E-BE60-33527AA6CB6A}"/>
    <dgm:cxn modelId="{076109DE-8E29-46BC-B40C-82FF46929443}" type="presOf" srcId="{9C6FAEA0-C273-4520-90F6-2D7A1BCCF24D}" destId="{AE2D4B14-922B-431B-B113-18E70BCA4C5C}" srcOrd="0" destOrd="0" presId="urn:microsoft.com/office/officeart/2005/8/layout/lProcess3"/>
    <dgm:cxn modelId="{F8134E97-9312-4FEA-A4C1-EE6CE2069FF7}" type="presOf" srcId="{B8DB4912-64EE-4A47-A5E2-18BF2DCEBBCC}" destId="{950BB804-0A33-4816-9399-FA19332AECD1}" srcOrd="0" destOrd="0" presId="urn:microsoft.com/office/officeart/2005/8/layout/lProcess3"/>
    <dgm:cxn modelId="{68181E82-A9A3-4294-AFCF-9ACBF68A2E15}" srcId="{9C6FAEA0-C273-4520-90F6-2D7A1BCCF24D}" destId="{509D3E3B-0758-41BF-8959-8D59FD7DF8FA}" srcOrd="1" destOrd="0" parTransId="{28958CB6-1375-4166-B209-65534BCF067A}" sibTransId="{54D39609-528D-4222-9E78-601D8C93CE9C}"/>
    <dgm:cxn modelId="{39549287-7140-4257-8CE0-236696FBB758}" srcId="{9C6FAEA0-C273-4520-90F6-2D7A1BCCF24D}" destId="{B0516E99-02EC-40EC-92DB-B7D01484B98D}" srcOrd="3" destOrd="0" parTransId="{92AEF4BC-E3DC-452A-8B44-62C7C0E52545}" sibTransId="{70FDD8CF-7D56-40E8-9B11-EF52A6B982E0}"/>
    <dgm:cxn modelId="{33F6D38A-F07E-48A5-92EF-A4A85CA2B683}" srcId="{9C6FAEA0-C273-4520-90F6-2D7A1BCCF24D}" destId="{64B907BC-5693-4A9C-B05C-8C2C67B48A6B}" srcOrd="4" destOrd="0" parTransId="{0E37599D-EEE3-4670-9C78-521CCE370ABD}" sibTransId="{229CF970-AF35-4EB3-8841-8D4290D5D234}"/>
    <dgm:cxn modelId="{C4138095-684E-4E3E-BAFB-B098AFD802EC}" type="presOf" srcId="{B0516E99-02EC-40EC-92DB-B7D01484B98D}" destId="{8CDEABEF-A504-4326-857E-0CED8FA96F62}" srcOrd="0" destOrd="0" presId="urn:microsoft.com/office/officeart/2005/8/layout/lProcess3"/>
    <dgm:cxn modelId="{7A8A8EE7-3D62-4C2D-A938-301624965CF6}" type="presOf" srcId="{E278ABE4-EC38-45D0-BEE6-8C69D8EF6C5E}" destId="{B89EDE4C-42D1-4ACE-9D0B-EB7565C0FE7A}" srcOrd="0" destOrd="0" presId="urn:microsoft.com/office/officeart/2005/8/layout/lProcess3"/>
    <dgm:cxn modelId="{F9C5D2A0-A95D-479D-86CA-7048B65B3A12}" type="presOf" srcId="{509D3E3B-0758-41BF-8959-8D59FD7DF8FA}" destId="{C639AD72-8EFB-4AE4-AF51-759967C118A4}" srcOrd="0" destOrd="0" presId="urn:microsoft.com/office/officeart/2005/8/layout/lProcess3"/>
    <dgm:cxn modelId="{D8B16D04-524D-4603-B02D-F9813CC7DCCB}" type="presParOf" srcId="{AE2D4B14-922B-431B-B113-18E70BCA4C5C}" destId="{003671EB-BE92-4BB0-AC4C-47AEA810D78F}" srcOrd="0" destOrd="0" presId="urn:microsoft.com/office/officeart/2005/8/layout/lProcess3"/>
    <dgm:cxn modelId="{56106336-27F4-4828-985D-C4A53650C746}" type="presParOf" srcId="{003671EB-BE92-4BB0-AC4C-47AEA810D78F}" destId="{B89EDE4C-42D1-4ACE-9D0B-EB7565C0FE7A}" srcOrd="0" destOrd="0" presId="urn:microsoft.com/office/officeart/2005/8/layout/lProcess3"/>
    <dgm:cxn modelId="{0F12BBB0-3E19-4057-8083-E0AB4B26906C}" type="presParOf" srcId="{AE2D4B14-922B-431B-B113-18E70BCA4C5C}" destId="{94DED9A7-7D32-40D9-BEA8-045F6E9908DF}" srcOrd="1" destOrd="0" presId="urn:microsoft.com/office/officeart/2005/8/layout/lProcess3"/>
    <dgm:cxn modelId="{6527E9F8-F976-4F67-BBA2-A2C1EC775433}" type="presParOf" srcId="{AE2D4B14-922B-431B-B113-18E70BCA4C5C}" destId="{9B32F522-CF15-40A9-918D-029A2E16AA52}" srcOrd="2" destOrd="0" presId="urn:microsoft.com/office/officeart/2005/8/layout/lProcess3"/>
    <dgm:cxn modelId="{248B1295-6B03-4F96-963A-DEB798042FE2}" type="presParOf" srcId="{9B32F522-CF15-40A9-918D-029A2E16AA52}" destId="{C639AD72-8EFB-4AE4-AF51-759967C118A4}" srcOrd="0" destOrd="0" presId="urn:microsoft.com/office/officeart/2005/8/layout/lProcess3"/>
    <dgm:cxn modelId="{803E08F1-5073-404C-ACD2-503A1D33A83B}" type="presParOf" srcId="{AE2D4B14-922B-431B-B113-18E70BCA4C5C}" destId="{CEF133D2-4B52-4749-A26D-9FECB5828BD9}" srcOrd="3" destOrd="0" presId="urn:microsoft.com/office/officeart/2005/8/layout/lProcess3"/>
    <dgm:cxn modelId="{4B4408F5-DEC7-4BF3-81C7-B5396F27198F}" type="presParOf" srcId="{AE2D4B14-922B-431B-B113-18E70BCA4C5C}" destId="{9A89933B-8A24-4ACB-B631-62D35D979764}" srcOrd="4" destOrd="0" presId="urn:microsoft.com/office/officeart/2005/8/layout/lProcess3"/>
    <dgm:cxn modelId="{DF38C53E-AA25-4383-B797-C5DB4570D872}" type="presParOf" srcId="{9A89933B-8A24-4ACB-B631-62D35D979764}" destId="{950BB804-0A33-4816-9399-FA19332AECD1}" srcOrd="0" destOrd="0" presId="urn:microsoft.com/office/officeart/2005/8/layout/lProcess3"/>
    <dgm:cxn modelId="{4AD6956F-1568-4B6D-9EB2-8B58BFC8C38E}" type="presParOf" srcId="{AE2D4B14-922B-431B-B113-18E70BCA4C5C}" destId="{8E3A8659-F244-48CF-9C4D-9CF34C8236A8}" srcOrd="5" destOrd="0" presId="urn:microsoft.com/office/officeart/2005/8/layout/lProcess3"/>
    <dgm:cxn modelId="{58A65ADF-68DD-4DA5-BFD4-2BD558810EFC}" type="presParOf" srcId="{AE2D4B14-922B-431B-B113-18E70BCA4C5C}" destId="{BEE0BF95-F64D-4480-9E0F-C60737B27685}" srcOrd="6" destOrd="0" presId="urn:microsoft.com/office/officeart/2005/8/layout/lProcess3"/>
    <dgm:cxn modelId="{4235C8CC-2BC6-4C7F-8BF5-22EFD098BFB8}" type="presParOf" srcId="{BEE0BF95-F64D-4480-9E0F-C60737B27685}" destId="{8CDEABEF-A504-4326-857E-0CED8FA96F62}" srcOrd="0" destOrd="0" presId="urn:microsoft.com/office/officeart/2005/8/layout/lProcess3"/>
    <dgm:cxn modelId="{37D2C840-4E45-4ADE-9812-F17FDD1E46BC}" type="presParOf" srcId="{AE2D4B14-922B-431B-B113-18E70BCA4C5C}" destId="{7770274C-D9F5-4137-9B4A-2D08D8BEC88C}" srcOrd="7" destOrd="0" presId="urn:microsoft.com/office/officeart/2005/8/layout/lProcess3"/>
    <dgm:cxn modelId="{68F7B861-6535-4D44-A4C9-4B5B17AC9A74}" type="presParOf" srcId="{AE2D4B14-922B-431B-B113-18E70BCA4C5C}" destId="{FAF0BDA5-EDC5-47BF-AFBF-65819327FDC0}" srcOrd="8" destOrd="0" presId="urn:microsoft.com/office/officeart/2005/8/layout/lProcess3"/>
    <dgm:cxn modelId="{370BA376-8CF9-44BF-A800-E544456AA117}" type="presParOf" srcId="{FAF0BDA5-EDC5-47BF-AFBF-65819327FDC0}" destId="{71686294-56B3-4D1A-9CD5-F829798EBD93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66F0B0-62CC-4B27-8D87-4ABF5F66B361}">
      <dsp:nvSpPr>
        <dsp:cNvPr id="0" name=""/>
        <dsp:cNvSpPr/>
      </dsp:nvSpPr>
      <dsp:spPr>
        <a:xfrm>
          <a:off x="4805416" y="2541567"/>
          <a:ext cx="626057" cy="6724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2430"/>
              </a:lnTo>
              <a:lnTo>
                <a:pt x="626057" y="6724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6925B2-03BF-4FF7-889B-6BE61E3EE740}">
      <dsp:nvSpPr>
        <dsp:cNvPr id="0" name=""/>
        <dsp:cNvSpPr/>
      </dsp:nvSpPr>
      <dsp:spPr>
        <a:xfrm>
          <a:off x="4313507" y="1305098"/>
          <a:ext cx="2161396" cy="505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075"/>
              </a:lnTo>
              <a:lnTo>
                <a:pt x="2161396" y="352075"/>
              </a:lnTo>
              <a:lnTo>
                <a:pt x="2161396" y="5055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12E670-4B30-4940-80DC-22C0568AA842}">
      <dsp:nvSpPr>
        <dsp:cNvPr id="0" name=""/>
        <dsp:cNvSpPr/>
      </dsp:nvSpPr>
      <dsp:spPr>
        <a:xfrm>
          <a:off x="414576" y="2541567"/>
          <a:ext cx="809565" cy="6500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042"/>
              </a:lnTo>
              <a:lnTo>
                <a:pt x="809565" y="65004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69914-E814-4553-B724-EDD4F5095F67}">
      <dsp:nvSpPr>
        <dsp:cNvPr id="0" name=""/>
        <dsp:cNvSpPr/>
      </dsp:nvSpPr>
      <dsp:spPr>
        <a:xfrm>
          <a:off x="2044127" y="1305098"/>
          <a:ext cx="2269379" cy="505565"/>
        </a:xfrm>
        <a:custGeom>
          <a:avLst/>
          <a:gdLst/>
          <a:ahLst/>
          <a:cxnLst/>
          <a:rect l="0" t="0" r="0" b="0"/>
          <a:pathLst>
            <a:path>
              <a:moveTo>
                <a:pt x="2269379" y="0"/>
              </a:moveTo>
              <a:lnTo>
                <a:pt x="2269379" y="352075"/>
              </a:lnTo>
              <a:lnTo>
                <a:pt x="0" y="352075"/>
              </a:lnTo>
              <a:lnTo>
                <a:pt x="0" y="5055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B81B04-E66A-4FB0-9071-396A5060BCAA}">
      <dsp:nvSpPr>
        <dsp:cNvPr id="0" name=""/>
        <dsp:cNvSpPr/>
      </dsp:nvSpPr>
      <dsp:spPr>
        <a:xfrm>
          <a:off x="1728187" y="449898"/>
          <a:ext cx="5170639" cy="855200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600" b="0" kern="1200" dirty="0">
              <a:latin typeface="Times New Roman" pitchFamily="18" charset="0"/>
              <a:cs typeface="Times New Roman" pitchFamily="18" charset="0"/>
            </a:rPr>
            <a:t>Communication</a:t>
          </a:r>
          <a:endParaRPr lang="zh-CN" altLang="en-US" sz="36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728187" y="449898"/>
        <a:ext cx="5170639" cy="855200"/>
      </dsp:txXfrm>
    </dsp:sp>
    <dsp:sp modelId="{42C50D80-4368-4C04-85F3-DBE85CA98597}">
      <dsp:nvSpPr>
        <dsp:cNvPr id="0" name=""/>
        <dsp:cNvSpPr/>
      </dsp:nvSpPr>
      <dsp:spPr>
        <a:xfrm>
          <a:off x="7189" y="1810664"/>
          <a:ext cx="4073876" cy="730902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0" kern="1200" dirty="0">
              <a:latin typeface="Times New Roman" pitchFamily="18" charset="0"/>
              <a:cs typeface="Times New Roman" pitchFamily="18" charset="0"/>
            </a:rPr>
            <a:t>Verbal Communication</a:t>
          </a:r>
          <a:endParaRPr lang="zh-CN" altLang="en-US" sz="28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189" y="1810664"/>
        <a:ext cx="4073876" cy="730902"/>
      </dsp:txXfrm>
    </dsp:sp>
    <dsp:sp modelId="{78CF2325-76BC-4A98-BB45-102AD08EFA0C}">
      <dsp:nvSpPr>
        <dsp:cNvPr id="0" name=""/>
        <dsp:cNvSpPr/>
      </dsp:nvSpPr>
      <dsp:spPr>
        <a:xfrm>
          <a:off x="1224142" y="2826158"/>
          <a:ext cx="1893842" cy="730902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kern="1200" dirty="0">
              <a:latin typeface="Times New Roman" pitchFamily="18" charset="0"/>
              <a:cs typeface="Times New Roman" pitchFamily="18" charset="0"/>
            </a:rPr>
            <a:t>Words</a:t>
          </a:r>
          <a:endParaRPr lang="zh-CN" altLang="en-US" sz="2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224142" y="2826158"/>
        <a:ext cx="1893842" cy="730902"/>
      </dsp:txXfrm>
    </dsp:sp>
    <dsp:sp modelId="{E94A052E-666A-4154-B833-55A1CD36D493}">
      <dsp:nvSpPr>
        <dsp:cNvPr id="0" name=""/>
        <dsp:cNvSpPr/>
      </dsp:nvSpPr>
      <dsp:spPr>
        <a:xfrm>
          <a:off x="4388044" y="1810664"/>
          <a:ext cx="4173717" cy="730902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0" kern="1200" dirty="0">
              <a:latin typeface="Times New Roman" pitchFamily="18" charset="0"/>
              <a:cs typeface="Times New Roman" pitchFamily="18" charset="0"/>
            </a:rPr>
            <a:t>Nonverbal Communication</a:t>
          </a:r>
          <a:endParaRPr lang="zh-CN" altLang="en-US" sz="28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388044" y="1810664"/>
        <a:ext cx="4173717" cy="730902"/>
      </dsp:txXfrm>
    </dsp:sp>
    <dsp:sp modelId="{63680027-A7D8-4FE9-9D2A-F9639425F0A9}">
      <dsp:nvSpPr>
        <dsp:cNvPr id="0" name=""/>
        <dsp:cNvSpPr/>
      </dsp:nvSpPr>
      <dsp:spPr>
        <a:xfrm>
          <a:off x="5431474" y="2848546"/>
          <a:ext cx="2508896" cy="730902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kern="1200" dirty="0">
              <a:latin typeface="Times New Roman" pitchFamily="18" charset="0"/>
              <a:cs typeface="Times New Roman" pitchFamily="18" charset="0"/>
            </a:rPr>
            <a:t>Without words</a:t>
          </a:r>
          <a:endParaRPr lang="zh-CN" altLang="en-US" sz="2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431474" y="2848546"/>
        <a:ext cx="2508896" cy="7309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E7743-054B-4146-968E-35609D28684C}">
      <dsp:nvSpPr>
        <dsp:cNvPr id="0" name=""/>
        <dsp:cNvSpPr/>
      </dsp:nvSpPr>
      <dsp:spPr>
        <a:xfrm rot="10800000">
          <a:off x="863475" y="99320"/>
          <a:ext cx="2782608" cy="527715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8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come to the point </a:t>
          </a:r>
          <a:endParaRPr lang="zh-CN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995404" y="99320"/>
        <a:ext cx="2650679" cy="527715"/>
      </dsp:txXfrm>
    </dsp:sp>
    <dsp:sp modelId="{1CBD2131-D644-4D07-B990-835A4C857684}">
      <dsp:nvSpPr>
        <dsp:cNvPr id="0" name=""/>
        <dsp:cNvSpPr/>
      </dsp:nvSpPr>
      <dsp:spPr>
        <a:xfrm>
          <a:off x="568953" y="1836"/>
          <a:ext cx="527715" cy="5277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31D199-A1A4-4E15-9342-AF3B2E15D3BA}">
      <dsp:nvSpPr>
        <dsp:cNvPr id="0" name=""/>
        <dsp:cNvSpPr/>
      </dsp:nvSpPr>
      <dsp:spPr>
        <a:xfrm rot="10800000">
          <a:off x="863475" y="1368279"/>
          <a:ext cx="2782608" cy="527715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8" tIns="95250" rIns="17780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low-context</a:t>
          </a:r>
          <a:endParaRPr lang="zh-CN" sz="25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995404" y="1368279"/>
        <a:ext cx="2650679" cy="527715"/>
      </dsp:txXfrm>
    </dsp:sp>
    <dsp:sp modelId="{4AA4F6D2-5BB6-4381-AB2D-73E0DE5F51D6}">
      <dsp:nvSpPr>
        <dsp:cNvPr id="0" name=""/>
        <dsp:cNvSpPr/>
      </dsp:nvSpPr>
      <dsp:spPr>
        <a:xfrm>
          <a:off x="568953" y="687078"/>
          <a:ext cx="527715" cy="5277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03A12-2101-4C72-960A-7B879D0B46E8}">
      <dsp:nvSpPr>
        <dsp:cNvPr id="0" name=""/>
        <dsp:cNvSpPr/>
      </dsp:nvSpPr>
      <dsp:spPr>
        <a:xfrm rot="10800000">
          <a:off x="863475" y="2072186"/>
          <a:ext cx="2782608" cy="527715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8" tIns="95250" rIns="17780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explicit</a:t>
          </a:r>
          <a:endParaRPr lang="zh-CN" sz="25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995404" y="2072186"/>
        <a:ext cx="2650679" cy="527715"/>
      </dsp:txXfrm>
    </dsp:sp>
    <dsp:sp modelId="{89BA5DB1-5188-42AB-BC9F-53F892D0E8E4}">
      <dsp:nvSpPr>
        <dsp:cNvPr id="0" name=""/>
        <dsp:cNvSpPr/>
      </dsp:nvSpPr>
      <dsp:spPr>
        <a:xfrm>
          <a:off x="568953" y="1372320"/>
          <a:ext cx="527715" cy="5277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85B26-F6F5-4F19-BE16-C6D9439723CE}">
      <dsp:nvSpPr>
        <dsp:cNvPr id="0" name=""/>
        <dsp:cNvSpPr/>
      </dsp:nvSpPr>
      <dsp:spPr>
        <a:xfrm rot="10800000">
          <a:off x="863475" y="2721945"/>
          <a:ext cx="2782608" cy="527715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8" tIns="95250" rIns="17780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  <a:endParaRPr lang="zh-CN" sz="25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995404" y="2721945"/>
        <a:ext cx="2650679" cy="527715"/>
      </dsp:txXfrm>
    </dsp:sp>
    <dsp:sp modelId="{7318D12B-8B43-4394-9B2E-3BD9E042A302}">
      <dsp:nvSpPr>
        <dsp:cNvPr id="0" name=""/>
        <dsp:cNvSpPr/>
      </dsp:nvSpPr>
      <dsp:spPr>
        <a:xfrm>
          <a:off x="568953" y="2057562"/>
          <a:ext cx="527715" cy="5277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B0267-2F98-4D06-BA3D-414F76D183AE}">
      <dsp:nvSpPr>
        <dsp:cNvPr id="0" name=""/>
        <dsp:cNvSpPr/>
      </dsp:nvSpPr>
      <dsp:spPr>
        <a:xfrm rot="10800000">
          <a:off x="863475" y="718520"/>
          <a:ext cx="2782608" cy="527715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8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individualism</a:t>
          </a:r>
          <a:endParaRPr lang="zh-CN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995404" y="718520"/>
        <a:ext cx="2650679" cy="527715"/>
      </dsp:txXfrm>
    </dsp:sp>
    <dsp:sp modelId="{B9B7DE46-5F97-4698-AB67-47DCC9772830}">
      <dsp:nvSpPr>
        <dsp:cNvPr id="0" name=""/>
        <dsp:cNvSpPr/>
      </dsp:nvSpPr>
      <dsp:spPr>
        <a:xfrm>
          <a:off x="568953" y="2742804"/>
          <a:ext cx="527715" cy="5277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B5595-3E8C-4916-A2D0-37FC9A7A0D97}">
      <dsp:nvSpPr>
        <dsp:cNvPr id="0" name=""/>
        <dsp:cNvSpPr/>
      </dsp:nvSpPr>
      <dsp:spPr>
        <a:xfrm rot="10800000">
          <a:off x="1061997" y="1864"/>
          <a:ext cx="3692519" cy="527706"/>
        </a:xfrm>
        <a:prstGeom prst="homePlate">
          <a:avLst/>
        </a:prstGeom>
        <a:solidFill>
          <a:schemeClr val="bg2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4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beat around the bush</a:t>
          </a:r>
          <a:endParaRPr lang="zh-CN" sz="2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193923" y="1864"/>
        <a:ext cx="3560593" cy="527706"/>
      </dsp:txXfrm>
    </dsp:sp>
    <dsp:sp modelId="{BC42F594-6160-40B1-BB5F-0E48A8F169A1}">
      <dsp:nvSpPr>
        <dsp:cNvPr id="0" name=""/>
        <dsp:cNvSpPr/>
      </dsp:nvSpPr>
      <dsp:spPr>
        <a:xfrm>
          <a:off x="798144" y="1864"/>
          <a:ext cx="527706" cy="527706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48263-F18B-495D-99AD-1EAB871007C8}">
      <dsp:nvSpPr>
        <dsp:cNvPr id="0" name=""/>
        <dsp:cNvSpPr/>
      </dsp:nvSpPr>
      <dsp:spPr>
        <a:xfrm rot="10800000">
          <a:off x="1112400" y="1348690"/>
          <a:ext cx="3692519" cy="527706"/>
        </a:xfrm>
        <a:prstGeom prst="homePlate">
          <a:avLst/>
        </a:prstGeom>
        <a:solidFill>
          <a:schemeClr val="bg2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4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high-context</a:t>
          </a:r>
          <a:endParaRPr lang="zh-CN" sz="2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244326" y="1348690"/>
        <a:ext cx="3560593" cy="527706"/>
      </dsp:txXfrm>
    </dsp:sp>
    <dsp:sp modelId="{58EA6B21-E7FC-4E4F-852B-E8B2378F5377}">
      <dsp:nvSpPr>
        <dsp:cNvPr id="0" name=""/>
        <dsp:cNvSpPr/>
      </dsp:nvSpPr>
      <dsp:spPr>
        <a:xfrm>
          <a:off x="798144" y="687094"/>
          <a:ext cx="527706" cy="527706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96820-2F4C-42F7-A6F5-DFD4CDEEFAEA}">
      <dsp:nvSpPr>
        <dsp:cNvPr id="0" name=""/>
        <dsp:cNvSpPr/>
      </dsp:nvSpPr>
      <dsp:spPr>
        <a:xfrm rot="10800000">
          <a:off x="1112400" y="2045915"/>
          <a:ext cx="3692519" cy="527706"/>
        </a:xfrm>
        <a:prstGeom prst="homePlate">
          <a:avLst/>
        </a:prstGeom>
        <a:solidFill>
          <a:schemeClr val="bg2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4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implicit</a:t>
          </a:r>
          <a:endParaRPr lang="zh-CN" sz="2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244326" y="2045915"/>
        <a:ext cx="3560593" cy="527706"/>
      </dsp:txXfrm>
    </dsp:sp>
    <dsp:sp modelId="{5C4DCD79-6870-45D2-90A0-92D52E92EDCA}">
      <dsp:nvSpPr>
        <dsp:cNvPr id="0" name=""/>
        <dsp:cNvSpPr/>
      </dsp:nvSpPr>
      <dsp:spPr>
        <a:xfrm>
          <a:off x="798144" y="1372324"/>
          <a:ext cx="527706" cy="527706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4C54A8-7842-4532-ADF2-734B5A7FF83F}">
      <dsp:nvSpPr>
        <dsp:cNvPr id="0" name=""/>
        <dsp:cNvSpPr/>
      </dsp:nvSpPr>
      <dsp:spPr>
        <a:xfrm rot="10800000">
          <a:off x="1112400" y="2689515"/>
          <a:ext cx="3692519" cy="527706"/>
        </a:xfrm>
        <a:prstGeom prst="homePlate">
          <a:avLst/>
        </a:prstGeom>
        <a:solidFill>
          <a:schemeClr val="bg2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4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circular</a:t>
          </a:r>
          <a:endParaRPr lang="zh-CN" sz="2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244326" y="2689515"/>
        <a:ext cx="3560593" cy="527706"/>
      </dsp:txXfrm>
    </dsp:sp>
    <dsp:sp modelId="{024E7AE8-4503-46BE-A6DD-F197405C42F7}">
      <dsp:nvSpPr>
        <dsp:cNvPr id="0" name=""/>
        <dsp:cNvSpPr/>
      </dsp:nvSpPr>
      <dsp:spPr>
        <a:xfrm>
          <a:off x="798144" y="2057555"/>
          <a:ext cx="527706" cy="527706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BA398-4B40-4A3F-B5B1-B50D0227011E}">
      <dsp:nvSpPr>
        <dsp:cNvPr id="0" name=""/>
        <dsp:cNvSpPr/>
      </dsp:nvSpPr>
      <dsp:spPr>
        <a:xfrm rot="10800000">
          <a:off x="1112437" y="705090"/>
          <a:ext cx="3692519" cy="527706"/>
        </a:xfrm>
        <a:prstGeom prst="homePlate">
          <a:avLst/>
        </a:prstGeom>
        <a:solidFill>
          <a:schemeClr val="bg2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704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collectivism</a:t>
          </a:r>
          <a:endParaRPr lang="zh-CN" sz="2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244363" y="705090"/>
        <a:ext cx="3560593" cy="527706"/>
      </dsp:txXfrm>
    </dsp:sp>
    <dsp:sp modelId="{6F74DF8A-45E1-49FD-B896-B85B602FEF54}">
      <dsp:nvSpPr>
        <dsp:cNvPr id="0" name=""/>
        <dsp:cNvSpPr/>
      </dsp:nvSpPr>
      <dsp:spPr>
        <a:xfrm>
          <a:off x="798144" y="2742785"/>
          <a:ext cx="527706" cy="527706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93ADE6-54D6-497C-8B0C-87D33FEB8D01}">
      <dsp:nvSpPr>
        <dsp:cNvPr id="0" name=""/>
        <dsp:cNvSpPr/>
      </dsp:nvSpPr>
      <dsp:spPr>
        <a:xfrm>
          <a:off x="4833900" y="1221463"/>
          <a:ext cx="2955925" cy="513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505"/>
              </a:lnTo>
              <a:lnTo>
                <a:pt x="2955925" y="256505"/>
              </a:lnTo>
              <a:lnTo>
                <a:pt x="2955925" y="51301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AF500E-56FD-4DCB-A26F-7EBB9B2F9F00}">
      <dsp:nvSpPr>
        <dsp:cNvPr id="0" name=""/>
        <dsp:cNvSpPr/>
      </dsp:nvSpPr>
      <dsp:spPr>
        <a:xfrm>
          <a:off x="4788179" y="1221463"/>
          <a:ext cx="91440" cy="51301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1301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C23427-F510-46B9-8F57-BFA4AD4CEE02}">
      <dsp:nvSpPr>
        <dsp:cNvPr id="0" name=""/>
        <dsp:cNvSpPr/>
      </dsp:nvSpPr>
      <dsp:spPr>
        <a:xfrm>
          <a:off x="1877974" y="1221463"/>
          <a:ext cx="2955925" cy="513011"/>
        </a:xfrm>
        <a:custGeom>
          <a:avLst/>
          <a:gdLst/>
          <a:ahLst/>
          <a:cxnLst/>
          <a:rect l="0" t="0" r="0" b="0"/>
          <a:pathLst>
            <a:path>
              <a:moveTo>
                <a:pt x="2955925" y="0"/>
              </a:moveTo>
              <a:lnTo>
                <a:pt x="2955925" y="256505"/>
              </a:lnTo>
              <a:lnTo>
                <a:pt x="0" y="256505"/>
              </a:lnTo>
              <a:lnTo>
                <a:pt x="0" y="51301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02A8DA-3AC3-459F-B1CD-C19C9F231B4F}">
      <dsp:nvSpPr>
        <dsp:cNvPr id="0" name=""/>
        <dsp:cNvSpPr/>
      </dsp:nvSpPr>
      <dsp:spPr>
        <a:xfrm>
          <a:off x="3612443" y="6"/>
          <a:ext cx="2442913" cy="1221456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4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Cultural Differences</a:t>
          </a:r>
          <a:endParaRPr lang="zh-CN" altLang="en-US" sz="4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12443" y="6"/>
        <a:ext cx="2442913" cy="1221456"/>
      </dsp:txXfrm>
    </dsp:sp>
    <dsp:sp modelId="{0CC3F9A7-3255-417E-B777-7647B657333A}">
      <dsp:nvSpPr>
        <dsp:cNvPr id="0" name=""/>
        <dsp:cNvSpPr/>
      </dsp:nvSpPr>
      <dsp:spPr>
        <a:xfrm>
          <a:off x="656518" y="1734474"/>
          <a:ext cx="2442913" cy="122145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4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Lexical Level</a:t>
          </a:r>
          <a:endParaRPr lang="zh-CN" altLang="en-US" sz="4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6518" y="1734474"/>
        <a:ext cx="2442913" cy="1221456"/>
      </dsp:txXfrm>
    </dsp:sp>
    <dsp:sp modelId="{743ACF49-18EB-4781-A08B-E4310DDBC241}">
      <dsp:nvSpPr>
        <dsp:cNvPr id="0" name=""/>
        <dsp:cNvSpPr/>
      </dsp:nvSpPr>
      <dsp:spPr>
        <a:xfrm>
          <a:off x="3612443" y="1734474"/>
          <a:ext cx="2442913" cy="122145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4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Syntactic Level</a:t>
          </a:r>
          <a:endParaRPr lang="zh-CN" altLang="en-US" sz="4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12443" y="1734474"/>
        <a:ext cx="2442913" cy="1221456"/>
      </dsp:txXfrm>
    </dsp:sp>
    <dsp:sp modelId="{B6B4CFFD-6984-4383-9E5C-114BA57F2BF6}">
      <dsp:nvSpPr>
        <dsp:cNvPr id="0" name=""/>
        <dsp:cNvSpPr/>
      </dsp:nvSpPr>
      <dsp:spPr>
        <a:xfrm>
          <a:off x="6568368" y="1734474"/>
          <a:ext cx="2442913" cy="122145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4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Textual Level</a:t>
          </a:r>
          <a:endParaRPr lang="zh-CN" altLang="en-US" sz="4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68368" y="1734474"/>
        <a:ext cx="2442913" cy="12214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A4E83-CE12-4D22-8A75-3732B6D6C086}">
      <dsp:nvSpPr>
        <dsp:cNvPr id="0" name=""/>
        <dsp:cNvSpPr/>
      </dsp:nvSpPr>
      <dsp:spPr>
        <a:xfrm>
          <a:off x="2161458" y="739292"/>
          <a:ext cx="3263503" cy="3263503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8A70D-6216-466D-AC20-5FF40CF6A155}">
      <dsp:nvSpPr>
        <dsp:cNvPr id="0" name=""/>
        <dsp:cNvSpPr/>
      </dsp:nvSpPr>
      <dsp:spPr>
        <a:xfrm>
          <a:off x="3289793" y="2175669"/>
          <a:ext cx="1087834" cy="108783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43FAE-4EC2-4FB3-B09E-8E347FE5AE2E}">
      <dsp:nvSpPr>
        <dsp:cNvPr id="0" name=""/>
        <dsp:cNvSpPr/>
      </dsp:nvSpPr>
      <dsp:spPr>
        <a:xfrm>
          <a:off x="6049887" y="235217"/>
          <a:ext cx="2913770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35560" bIns="3556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Denotation= the literal meaning of a word </a:t>
          </a:r>
          <a:r>
            <a:rPr lang="zh-CN" alt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（本义）</a:t>
          </a:r>
          <a:endParaRPr lang="zh-C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49887" y="235217"/>
        <a:ext cx="2913770" cy="1359793"/>
      </dsp:txXfrm>
    </dsp:sp>
    <dsp:sp modelId="{4F7ECDD7-7837-4FAE-9C83-588EFECFB302}">
      <dsp:nvSpPr>
        <dsp:cNvPr id="0" name=""/>
        <dsp:cNvSpPr/>
      </dsp:nvSpPr>
      <dsp:spPr>
        <a:xfrm>
          <a:off x="5601441" y="679896"/>
          <a:ext cx="40793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1CC5B-F4E5-476D-9A9C-8548178DABCF}">
      <dsp:nvSpPr>
        <dsp:cNvPr id="0" name=""/>
        <dsp:cNvSpPr/>
      </dsp:nvSpPr>
      <dsp:spPr>
        <a:xfrm rot="5400000">
          <a:off x="3696507" y="816011"/>
          <a:ext cx="2040777" cy="1766371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5506F-E396-4499-A8E4-40E2B2EE2E80}">
      <dsp:nvSpPr>
        <dsp:cNvPr id="0" name=""/>
        <dsp:cNvSpPr/>
      </dsp:nvSpPr>
      <dsp:spPr>
        <a:xfrm>
          <a:off x="6049895" y="1963418"/>
          <a:ext cx="2976772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34290" bIns="3429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Connotation= the implied meaning of a word </a:t>
          </a:r>
          <a:r>
            <a:rPr lang="zh-CN" alt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（转义）</a:t>
          </a:r>
          <a:endParaRPr lang="zh-CN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49895" y="1963418"/>
        <a:ext cx="2976772" cy="1359793"/>
      </dsp:txXfrm>
    </dsp:sp>
    <dsp:sp modelId="{F63BDD78-5B82-4299-8073-7B86ACA47DC0}">
      <dsp:nvSpPr>
        <dsp:cNvPr id="0" name=""/>
        <dsp:cNvSpPr/>
      </dsp:nvSpPr>
      <dsp:spPr>
        <a:xfrm>
          <a:off x="5601441" y="2039689"/>
          <a:ext cx="40793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EEF81-34B3-4CF1-BCD8-FEF1E89DEC97}">
      <dsp:nvSpPr>
        <dsp:cNvPr id="0" name=""/>
        <dsp:cNvSpPr/>
      </dsp:nvSpPr>
      <dsp:spPr>
        <a:xfrm rot="5400000">
          <a:off x="4392204" y="2262315"/>
          <a:ext cx="1428544" cy="987209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EC91D-75DB-45D3-9CA7-7D73B760F245}">
      <dsp:nvSpPr>
        <dsp:cNvPr id="0" name=""/>
        <dsp:cNvSpPr/>
      </dsp:nvSpPr>
      <dsp:spPr>
        <a:xfrm>
          <a:off x="0" y="20394"/>
          <a:ext cx="8673413" cy="1774086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900" b="1" kern="1200" dirty="0">
              <a:solidFill>
                <a:schemeClr val="tx1"/>
              </a:solidFill>
            </a:rPr>
            <a:t>Case1</a:t>
          </a:r>
          <a:r>
            <a:rPr lang="zh-CN" altLang="en-US" sz="2900" b="1" kern="1200" dirty="0">
              <a:solidFill>
                <a:schemeClr val="tx1"/>
              </a:solidFill>
            </a:rPr>
            <a:t>：</a:t>
          </a:r>
          <a:r>
            <a:rPr lang="zh-CN" sz="2900" kern="1200" dirty="0">
              <a:solidFill>
                <a:schemeClr val="tx1"/>
              </a:solidFill>
            </a:rPr>
            <a:t>第二次世界大战后，由于科学和技术发展进入新时期，我们的生活发生了很大的变化。</a:t>
          </a:r>
          <a:br>
            <a:rPr lang="zh-CN" sz="2900" kern="1200" dirty="0">
              <a:solidFill>
                <a:schemeClr val="tx1"/>
              </a:solidFill>
            </a:rPr>
          </a:br>
          <a:endParaRPr lang="zh-CN" sz="2900" kern="1200" dirty="0">
            <a:solidFill>
              <a:schemeClr val="tx1"/>
            </a:solidFill>
          </a:endParaRPr>
        </a:p>
      </dsp:txBody>
      <dsp:txXfrm>
        <a:off x="86604" y="106998"/>
        <a:ext cx="8500205" cy="1600878"/>
      </dsp:txXfrm>
    </dsp:sp>
    <dsp:sp modelId="{D67C6426-4701-4B15-942E-5F5A82BA00BD}">
      <dsp:nvSpPr>
        <dsp:cNvPr id="0" name=""/>
        <dsp:cNvSpPr/>
      </dsp:nvSpPr>
      <dsp:spPr>
        <a:xfrm>
          <a:off x="0" y="1792870"/>
          <a:ext cx="8673413" cy="1031352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Chinese—Background information + major information</a:t>
          </a:r>
          <a:endParaRPr lang="zh-CN" sz="2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346" y="1843216"/>
        <a:ext cx="8572721" cy="9306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EDE4C-42D1-4ACE-9D0B-EB7565C0FE7A}">
      <dsp:nvSpPr>
        <dsp:cNvPr id="0" name=""/>
        <dsp:cNvSpPr/>
      </dsp:nvSpPr>
      <dsp:spPr>
        <a:xfrm>
          <a:off x="333043" y="0"/>
          <a:ext cx="3969094" cy="1085561"/>
        </a:xfrm>
        <a:prstGeom prst="down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Native English Speakers</a:t>
          </a:r>
          <a:endParaRPr lang="zh-CN" sz="2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3043" y="0"/>
        <a:ext cx="3969094" cy="705365"/>
      </dsp:txXfrm>
    </dsp:sp>
    <dsp:sp modelId="{C639AD72-8EFB-4AE4-AF51-759967C118A4}">
      <dsp:nvSpPr>
        <dsp:cNvPr id="0" name=""/>
        <dsp:cNvSpPr/>
      </dsp:nvSpPr>
      <dsp:spPr>
        <a:xfrm>
          <a:off x="288283" y="1017048"/>
          <a:ext cx="4050901" cy="80832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0" bIns="19050" numCol="1" spcCol="1270" anchor="ctr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Deductive &amp; linear</a:t>
          </a:r>
          <a:endParaRPr lang="zh-CN" sz="3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2443" y="1017048"/>
        <a:ext cx="3242581" cy="808320"/>
      </dsp:txXfrm>
    </dsp:sp>
    <dsp:sp modelId="{950BB804-0A33-4816-9399-FA19332AECD1}">
      <dsp:nvSpPr>
        <dsp:cNvPr id="0" name=""/>
        <dsp:cNvSpPr/>
      </dsp:nvSpPr>
      <dsp:spPr>
        <a:xfrm>
          <a:off x="347882" y="2087302"/>
          <a:ext cx="4485834" cy="69020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0" bIns="1905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1)Theme sentence</a:t>
          </a:r>
          <a:endParaRPr lang="zh-C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2985" y="2087302"/>
        <a:ext cx="3795629" cy="690205"/>
      </dsp:txXfrm>
    </dsp:sp>
    <dsp:sp modelId="{8CDEABEF-A504-4326-857E-0CED8FA96F62}">
      <dsp:nvSpPr>
        <dsp:cNvPr id="0" name=""/>
        <dsp:cNvSpPr/>
      </dsp:nvSpPr>
      <dsp:spPr>
        <a:xfrm>
          <a:off x="347882" y="2874136"/>
          <a:ext cx="4474359" cy="69020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0" bIns="1905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2)Supporting evidence</a:t>
          </a:r>
          <a:endParaRPr lang="zh-C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2985" y="2874136"/>
        <a:ext cx="3784154" cy="690205"/>
      </dsp:txXfrm>
    </dsp:sp>
    <dsp:sp modelId="{71686294-56B3-4D1A-9CD5-F829798EBD93}">
      <dsp:nvSpPr>
        <dsp:cNvPr id="0" name=""/>
        <dsp:cNvSpPr/>
      </dsp:nvSpPr>
      <dsp:spPr>
        <a:xfrm>
          <a:off x="347882" y="3660970"/>
          <a:ext cx="4426321" cy="69020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0" bIns="1905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3) Conclusion</a:t>
          </a:r>
          <a:endParaRPr lang="zh-C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2985" y="3660970"/>
        <a:ext cx="3736116" cy="690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5D826-3421-474E-A6A2-9258637C4F81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91CA-7258-4CBD-A321-AC13C7DCB8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390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BF3202EB-A70D-4724-96AD-EA8F22610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>
                <a:solidFill>
                  <a:srgbClr val="0033CC"/>
                </a:solidFill>
                <a:latin typeface="Cataneo BT" pitchFamily="66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rgbClr val="0033CC"/>
                </a:solidFill>
                <a:latin typeface="Cataneo BT" pitchFamily="66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rgbClr val="0033CC"/>
                </a:solidFill>
                <a:latin typeface="Cataneo BT" pitchFamily="66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rgbClr val="0033CC"/>
                </a:solidFill>
                <a:latin typeface="Cataneo BT" pitchFamily="66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rgbClr val="0033CC"/>
                </a:solidFill>
                <a:latin typeface="Cataneo BT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CC"/>
                </a:solidFill>
                <a:latin typeface="Cataneo BT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CC"/>
                </a:solidFill>
                <a:latin typeface="Cataneo BT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CC"/>
                </a:solidFill>
                <a:latin typeface="Cataneo BT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CC"/>
                </a:solidFill>
                <a:latin typeface="Cataneo BT" pitchFamily="66" charset="0"/>
                <a:ea typeface="宋体" panose="02010600030101010101" pitchFamily="2" charset="-122"/>
              </a:defRPr>
            </a:lvl9pPr>
          </a:lstStyle>
          <a:p>
            <a:fld id="{2B818547-E0A1-4722-BB28-2C54FA28A93D}" type="slidenum"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pPr/>
              <a:t>6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A9972450-0B38-1F4E-D1B9-A5FDD7482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66D8791C-395B-B428-4A10-01D4D1F91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/>
              <a:t>P5:  Cultural differences in thinking styles (thought patterns) are also evident on </a:t>
            </a:r>
            <a:r>
              <a:rPr lang="en-US" altLang="zh-CN" b="1"/>
              <a:t>syntactic (sentence) level</a:t>
            </a:r>
            <a:r>
              <a:rPr lang="en-US" altLang="zh-CN"/>
              <a:t>. The basic reason for this difference of left expansion and right expansion is the differences in cultural thought pattern. Chinese and English sentences take different patterns in their expansion:</a:t>
            </a:r>
            <a:endParaRPr lang="zh-CN" altLang="zh-CN"/>
          </a:p>
          <a:p>
            <a:r>
              <a:rPr lang="en-US" altLang="zh-CN"/>
              <a:t>Chinese sentences tend to </a:t>
            </a:r>
            <a:r>
              <a:rPr lang="en-US" altLang="zh-CN" b="1"/>
              <a:t>expand from the right to the left </a:t>
            </a:r>
            <a:r>
              <a:rPr lang="en-US" altLang="zh-CN"/>
              <a:t>with an open beginning and a closed ending. That is to say, main clause comes after sub-clause. e.g. </a:t>
            </a:r>
            <a:r>
              <a:rPr lang="zh-CN" altLang="zh-CN"/>
              <a:t>第二次世界大战后，由于科学和技术发展进入新时期，我们的生活发生了很大的变化。</a:t>
            </a:r>
            <a:r>
              <a:rPr lang="en-US" altLang="zh-CN"/>
              <a:t>In this Chinese sentence example, background information comes at the beginning of the sentence, and major information follows up.</a:t>
            </a: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D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5" y="68881"/>
            <a:ext cx="7522234" cy="6652595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3698575" y="3456594"/>
            <a:ext cx="4794850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3">
                    <a:lumMod val="7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3698575" y="1553537"/>
            <a:ext cx="4794850" cy="172007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000" baseline="0">
                <a:gradFill flip="none" rotWithShape="1">
                  <a:gsLst>
                    <a:gs pos="0">
                      <a:schemeClr val="accent2">
                        <a:shade val="30000"/>
                        <a:satMod val="115000"/>
                      </a:schemeClr>
                    </a:gs>
                    <a:gs pos="50000">
                      <a:schemeClr val="accent2"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Baskerville Old Face" panose="02020602080505020303" pitchFamily="18" charset="0"/>
              </a:defRPr>
            </a:lvl1pPr>
          </a:lstStyle>
          <a:p>
            <a:r>
              <a:rPr lang="zh-CN" altLang="en-US" dirty="0"/>
              <a:t>单击此处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686698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4967">
          <p15:clr>
            <a:srgbClr val="FBAE40"/>
          </p15:clr>
        </p15:guide>
        <p15:guide id="2" pos="66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55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5" y="2017768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2">
                    <a:lumMod val="7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3" y="3309993"/>
            <a:ext cx="4090217" cy="357478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9935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1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3" y="1244601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85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6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6" y="2200274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36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858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3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0" y="53340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29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0" y="21336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587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031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16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0" y="365125"/>
            <a:ext cx="118251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2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93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17" t="433" r="9247" b="30728"/>
          <a:stretch/>
        </p:blipFill>
        <p:spPr>
          <a:xfrm>
            <a:off x="0" y="3667649"/>
            <a:ext cx="12192000" cy="319537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"/>
            <a:ext cx="12192000" cy="6863021"/>
          </a:xfrm>
          <a:prstGeom prst="rect">
            <a:avLst/>
          </a:prstGeom>
          <a:solidFill>
            <a:srgbClr val="F7F1ED">
              <a:alpha val="9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58798" y="162557"/>
            <a:ext cx="11056060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F24C2-BDE0-4827-AB78-C2004A9D09BE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1E858-DF46-4C46-87A3-66271649DAE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799" y="1096951"/>
            <a:ext cx="11056060" cy="5434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300260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2">
              <a:lumMod val="75000"/>
            </a:schemeClr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88" indent="-357188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00000"/>
        <a:buFontTx/>
        <a:buBlip>
          <a:blip r:embed="rId14"/>
        </a:buBlip>
        <a:defRPr sz="2000" kern="1200" baseline="0">
          <a:solidFill>
            <a:schemeClr val="accent3">
              <a:lumMod val="75000"/>
            </a:schemeClr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88" indent="-357188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686868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3FCC6A3-D807-44AB-84B8-6CD1003D0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8153" y="2405944"/>
            <a:ext cx="4611624" cy="2046111"/>
          </a:xfrm>
        </p:spPr>
        <p:txBody>
          <a:bodyPr/>
          <a:lstStyle/>
          <a:p>
            <a:r>
              <a:rPr lang="en-US" altLang="zh-CN" sz="2000" b="1" dirty="0"/>
              <a:t>Unit 3 &amp; 4</a:t>
            </a:r>
          </a:p>
          <a:p>
            <a:pPr>
              <a:lnSpc>
                <a:spcPts val="1900"/>
              </a:lnSpc>
            </a:pPr>
            <a:r>
              <a:rPr lang="en-US" altLang="zh-CN" sz="2000" b="1" dirty="0"/>
              <a:t>         Verbal Communication</a:t>
            </a:r>
          </a:p>
          <a:p>
            <a:pPr>
              <a:lnSpc>
                <a:spcPts val="1900"/>
              </a:lnSpc>
            </a:pPr>
            <a:r>
              <a:rPr lang="en-US" altLang="zh-CN" sz="2000" b="1" dirty="0"/>
              <a:t>&amp;</a:t>
            </a:r>
          </a:p>
          <a:p>
            <a:pPr>
              <a:lnSpc>
                <a:spcPts val="1900"/>
              </a:lnSpc>
            </a:pPr>
            <a:r>
              <a:rPr lang="en-US" altLang="zh-CN" sz="2000" b="1" dirty="0"/>
              <a:t>         Non-verbal Communication</a:t>
            </a:r>
          </a:p>
          <a:p>
            <a:pPr>
              <a:lnSpc>
                <a:spcPts val="1600"/>
              </a:lnSpc>
            </a:pPr>
            <a:endParaRPr lang="en-US" altLang="zh-CN" sz="2000" b="1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0F92505-FDDD-4869-B599-5F35BEA0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776" y="1002543"/>
            <a:ext cx="5854448" cy="1212557"/>
          </a:xfrm>
        </p:spPr>
        <p:txBody>
          <a:bodyPr/>
          <a:lstStyle/>
          <a:p>
            <a:r>
              <a:rPr lang="en-US" altLang="zh-CN" dirty="0"/>
              <a:t>Intercultural Communication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0990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C0D7F-EDC4-4B12-93AE-9F05B882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095" y="337465"/>
            <a:ext cx="11052465" cy="398182"/>
          </a:xfrm>
        </p:spPr>
        <p:txBody>
          <a:bodyPr>
            <a:no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Verbal Communication</a:t>
            </a:r>
            <a:endParaRPr lang="zh-CN" alt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内容占位符 2">
            <a:extLst>
              <a:ext uri="{FF2B5EF4-FFF2-40B4-BE49-F238E27FC236}">
                <a16:creationId xmlns:a16="http://schemas.microsoft.com/office/drawing/2014/main" id="{98491D9F-F724-4198-B49D-FF4842273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747" y="2286830"/>
            <a:ext cx="8507288" cy="3394472"/>
          </a:xfrm>
        </p:spPr>
        <p:txBody>
          <a:bodyPr/>
          <a:lstStyle/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graphicFrame>
        <p:nvGraphicFramePr>
          <p:cNvPr id="41" name="图示 40">
            <a:extLst>
              <a:ext uri="{FF2B5EF4-FFF2-40B4-BE49-F238E27FC236}">
                <a16:creationId xmlns:a16="http://schemas.microsoft.com/office/drawing/2014/main" id="{A23D9903-FD52-4276-800C-4A31CA729C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0195084"/>
              </p:ext>
            </p:extLst>
          </p:nvPr>
        </p:nvGraphicFramePr>
        <p:xfrm>
          <a:off x="1682755" y="1086679"/>
          <a:ext cx="8568952" cy="4227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2" name="Picture 1" descr="C:\Users\Administrator\Desktop\pictures\body-language-vs-words.jpg">
            <a:extLst>
              <a:ext uri="{FF2B5EF4-FFF2-40B4-BE49-F238E27FC236}">
                <a16:creationId xmlns:a16="http://schemas.microsoft.com/office/drawing/2014/main" id="{74481254-E604-4572-B588-4B7C113BA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 l="64444" t="14543" r="2222" b="20010"/>
          <a:stretch>
            <a:fillRect/>
          </a:stretch>
        </p:blipFill>
        <p:spPr bwMode="auto">
          <a:xfrm>
            <a:off x="3482955" y="5170597"/>
            <a:ext cx="1080120" cy="720080"/>
          </a:xfrm>
          <a:prstGeom prst="rect">
            <a:avLst/>
          </a:prstGeom>
          <a:noFill/>
        </p:spPr>
      </p:pic>
      <p:pic>
        <p:nvPicPr>
          <p:cNvPr id="43" name="Picture 1" descr="C:\Users\Administrator\Desktop\pictures\body-language-vs-words.jpg">
            <a:extLst>
              <a:ext uri="{FF2B5EF4-FFF2-40B4-BE49-F238E27FC236}">
                <a16:creationId xmlns:a16="http://schemas.microsoft.com/office/drawing/2014/main" id="{E203F352-9D40-4469-BEE4-B28BE461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 l="40000" r="37778"/>
          <a:stretch>
            <a:fillRect/>
          </a:stretch>
        </p:blipFill>
        <p:spPr bwMode="auto">
          <a:xfrm>
            <a:off x="5715203" y="5170598"/>
            <a:ext cx="720080" cy="742679"/>
          </a:xfrm>
          <a:prstGeom prst="rect">
            <a:avLst/>
          </a:prstGeom>
          <a:noFill/>
        </p:spPr>
      </p:pic>
      <p:pic>
        <p:nvPicPr>
          <p:cNvPr id="44" name="Picture 2" descr="D:\我的文档\My Pictures\跨文化交际\ring shape gesture.jpg">
            <a:extLst>
              <a:ext uri="{FF2B5EF4-FFF2-40B4-BE49-F238E27FC236}">
                <a16:creationId xmlns:a16="http://schemas.microsoft.com/office/drawing/2014/main" id="{DEB435B5-7756-4584-B12C-41B9EC8DD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587411" y="5062585"/>
            <a:ext cx="1152128" cy="756084"/>
          </a:xfrm>
          <a:prstGeom prst="rect">
            <a:avLst/>
          </a:prstGeom>
          <a:noFill/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205149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2D283D-6135-4599-B3C4-438387B59651}"/>
              </a:ext>
            </a:extLst>
          </p:cNvPr>
          <p:cNvSpPr txBox="1"/>
          <p:nvPr/>
        </p:nvSpPr>
        <p:spPr>
          <a:xfrm>
            <a:off x="530087" y="388132"/>
            <a:ext cx="6096000" cy="522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400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Direct and Indirect Communication</a:t>
            </a:r>
            <a:endParaRPr lang="zh-CN" altLang="en-US" sz="24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1D24B6-97F0-4929-B730-4FB125214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9361" y="1422074"/>
            <a:ext cx="7961243" cy="522451"/>
          </a:xfrm>
          <a:solidFill>
            <a:schemeClr val="accent4">
              <a:lumMod val="40000"/>
              <a:lumOff val="60000"/>
            </a:schemeClr>
          </a:solidFill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Direct Style        and       Indirect Style</a:t>
            </a:r>
          </a:p>
        </p:txBody>
      </p:sp>
      <p:graphicFrame>
        <p:nvGraphicFramePr>
          <p:cNvPr id="8" name="内容占位符 1">
            <a:extLst>
              <a:ext uri="{FF2B5EF4-FFF2-40B4-BE49-F238E27FC236}">
                <a16:creationId xmlns:a16="http://schemas.microsoft.com/office/drawing/2014/main" id="{3EE4DBC2-63DD-492B-B684-241AB54700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45081584"/>
              </p:ext>
            </p:extLst>
          </p:nvPr>
        </p:nvGraphicFramePr>
        <p:xfrm>
          <a:off x="1633331" y="2055018"/>
          <a:ext cx="4184373" cy="3272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内容占位符 2">
            <a:extLst>
              <a:ext uri="{FF2B5EF4-FFF2-40B4-BE49-F238E27FC236}">
                <a16:creationId xmlns:a16="http://schemas.microsoft.com/office/drawing/2014/main" id="{C45E4D56-7915-4E84-B0A5-8561FA8F63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1030430"/>
              </p:ext>
            </p:extLst>
          </p:nvPr>
        </p:nvGraphicFramePr>
        <p:xfrm>
          <a:off x="5380381" y="2084988"/>
          <a:ext cx="5552661" cy="3272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4033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E956670A-7363-47D5-99A7-9132178766DD}"/>
              </a:ext>
            </a:extLst>
          </p:cNvPr>
          <p:cNvSpPr txBox="1"/>
          <p:nvPr/>
        </p:nvSpPr>
        <p:spPr>
          <a:xfrm>
            <a:off x="1046439" y="575481"/>
            <a:ext cx="7236170" cy="52245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Cultural</a:t>
            </a:r>
            <a:r>
              <a:rPr lang="zh-CN" altLang="en-US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Differences</a:t>
            </a:r>
            <a:r>
              <a:rPr lang="zh-CN" altLang="en-US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Verbal</a:t>
            </a:r>
            <a:r>
              <a:rPr lang="zh-CN" altLang="en-US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endParaRPr lang="zh-CN" altLang="en-US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5" name="内容占位符 3">
            <a:extLst>
              <a:ext uri="{FF2B5EF4-FFF2-40B4-BE49-F238E27FC236}">
                <a16:creationId xmlns:a16="http://schemas.microsoft.com/office/drawing/2014/main" id="{E1922776-D635-4A42-9F71-2861B234D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941641"/>
              </p:ext>
            </p:extLst>
          </p:nvPr>
        </p:nvGraphicFramePr>
        <p:xfrm>
          <a:off x="801417" y="2160104"/>
          <a:ext cx="9667800" cy="2955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34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1">
            <a:extLst>
              <a:ext uri="{FF2B5EF4-FFF2-40B4-BE49-F238E27FC236}">
                <a16:creationId xmlns:a16="http://schemas.microsoft.com/office/drawing/2014/main" id="{E58EB232-6226-473B-AA72-1B2ABA9241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7078657"/>
              </p:ext>
            </p:extLst>
          </p:nvPr>
        </p:nvGraphicFramePr>
        <p:xfrm>
          <a:off x="493643" y="9112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72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FFCB36CA-D9F0-B48E-EBEC-B569800268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1232963"/>
              </p:ext>
            </p:extLst>
          </p:nvPr>
        </p:nvGraphicFramePr>
        <p:xfrm>
          <a:off x="1398239" y="271891"/>
          <a:ext cx="8673413" cy="2958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5B2876D8-0B0E-4755-1DEB-3C087720E932}"/>
              </a:ext>
            </a:extLst>
          </p:cNvPr>
          <p:cNvGrpSpPr/>
          <p:nvPr/>
        </p:nvGrpSpPr>
        <p:grpSpPr>
          <a:xfrm>
            <a:off x="1398239" y="3428999"/>
            <a:ext cx="8805935" cy="1394792"/>
            <a:chOff x="0" y="10999"/>
            <a:chExt cx="9794304" cy="162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7CB472C-2023-7057-942A-AA07B654775B}"/>
                </a:ext>
              </a:extLst>
            </p:cNvPr>
            <p:cNvSpPr/>
            <p:nvPr/>
          </p:nvSpPr>
          <p:spPr>
            <a:xfrm>
              <a:off x="0" y="10999"/>
              <a:ext cx="9794304" cy="162055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矩形: 圆角 4">
              <a:extLst>
                <a:ext uri="{FF2B5EF4-FFF2-40B4-BE49-F238E27FC236}">
                  <a16:creationId xmlns:a16="http://schemas.microsoft.com/office/drawing/2014/main" id="{7564A7A8-5FB5-C760-4DBE-A953DBEF4290}"/>
                </a:ext>
              </a:extLst>
            </p:cNvPr>
            <p:cNvSpPr txBox="1"/>
            <p:nvPr/>
          </p:nvSpPr>
          <p:spPr>
            <a:xfrm>
              <a:off x="187908" y="145724"/>
              <a:ext cx="9606396" cy="1485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l" defTabSz="15557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Case 2</a:t>
              </a:r>
              <a:r>
                <a:rPr lang="zh-CN" altLang="en-US" sz="2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sz="2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Our life has been greatly changed thanks to the new age of science and technology since the Second World War.</a:t>
              </a:r>
              <a:endParaRPr lang="zh-CN" sz="2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A189984-C3EE-64BA-E3D2-B1A0FE215B43}"/>
              </a:ext>
            </a:extLst>
          </p:cNvPr>
          <p:cNvGrpSpPr/>
          <p:nvPr/>
        </p:nvGrpSpPr>
        <p:grpSpPr>
          <a:xfrm>
            <a:off x="1398239" y="4823791"/>
            <a:ext cx="8805935" cy="987288"/>
            <a:chOff x="0" y="2036449"/>
            <a:chExt cx="9794304" cy="1924649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071057A-AA45-3EF5-6FC8-5DBE73A3F664}"/>
                </a:ext>
              </a:extLst>
            </p:cNvPr>
            <p:cNvSpPr/>
            <p:nvPr/>
          </p:nvSpPr>
          <p:spPr>
            <a:xfrm>
              <a:off x="0" y="2036449"/>
              <a:ext cx="9794304" cy="192464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-422925"/>
                <a:satOff val="-1917"/>
                <a:lumOff val="30301"/>
                <a:alphaOff val="0"/>
              </a:schemeClr>
            </a:fillRef>
            <a:effectRef idx="0">
              <a:schemeClr val="accent1">
                <a:shade val="80000"/>
                <a:hueOff val="-422925"/>
                <a:satOff val="-1917"/>
                <a:lumOff val="30301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矩形: 圆角 4">
              <a:extLst>
                <a:ext uri="{FF2B5EF4-FFF2-40B4-BE49-F238E27FC236}">
                  <a16:creationId xmlns:a16="http://schemas.microsoft.com/office/drawing/2014/main" id="{7F470025-0D78-408E-253F-93E8CC834106}"/>
                </a:ext>
              </a:extLst>
            </p:cNvPr>
            <p:cNvSpPr txBox="1"/>
            <p:nvPr/>
          </p:nvSpPr>
          <p:spPr>
            <a:xfrm>
              <a:off x="93954" y="2130402"/>
              <a:ext cx="9606396" cy="144361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marL="0" lvl="0" indent="0" algn="l" defTabSz="1422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English—major information + background information</a:t>
              </a:r>
              <a:endParaRPr lang="zh-CN" sz="2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">
            <a:extLst>
              <a:ext uri="{FF2B5EF4-FFF2-40B4-BE49-F238E27FC236}">
                <a16:creationId xmlns:a16="http://schemas.microsoft.com/office/drawing/2014/main" id="{CC9F099C-2B44-47F6-B838-209EEC8EE127}"/>
              </a:ext>
            </a:extLst>
          </p:cNvPr>
          <p:cNvGrpSpPr>
            <a:grpSpLocks/>
          </p:cNvGrpSpPr>
          <p:nvPr/>
        </p:nvGrpSpPr>
        <p:grpSpPr bwMode="auto">
          <a:xfrm>
            <a:off x="6423657" y="1727549"/>
            <a:ext cx="4253160" cy="1094431"/>
            <a:chOff x="313111" y="-8579"/>
            <a:chExt cx="4251829" cy="109414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" name="下箭头标注 11">
              <a:extLst>
                <a:ext uri="{FF2B5EF4-FFF2-40B4-BE49-F238E27FC236}">
                  <a16:creationId xmlns:a16="http://schemas.microsoft.com/office/drawing/2014/main" id="{99FA50CC-BC1B-465B-BEF5-BF1302C420F5}"/>
                </a:ext>
              </a:extLst>
            </p:cNvPr>
            <p:cNvSpPr/>
            <p:nvPr/>
          </p:nvSpPr>
          <p:spPr>
            <a:xfrm>
              <a:off x="333043" y="0"/>
              <a:ext cx="3969094" cy="1085561"/>
            </a:xfrm>
            <a:prstGeom prst="downArrowCallou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下箭头标注 4">
              <a:extLst>
                <a:ext uri="{FF2B5EF4-FFF2-40B4-BE49-F238E27FC236}">
                  <a16:creationId xmlns:a16="http://schemas.microsoft.com/office/drawing/2014/main" id="{BC62A973-B550-4346-AC9E-AF07925B443D}"/>
                </a:ext>
              </a:extLst>
            </p:cNvPr>
            <p:cNvSpPr/>
            <p:nvPr/>
          </p:nvSpPr>
          <p:spPr>
            <a:xfrm>
              <a:off x="313111" y="-8579"/>
              <a:ext cx="4251829" cy="704662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5560" tIns="17780" rIns="0" bIns="17780" spcCol="1270" anchor="ctr"/>
            <a:lstStyle/>
            <a:p>
              <a:pPr algn="ctr" defTabSz="12446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Native Chinese Speakers</a:t>
              </a:r>
              <a:endParaRPr 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D62C0440-B112-4D3A-90A5-B47927239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1464" y="360760"/>
            <a:ext cx="9405352" cy="1325562"/>
          </a:xfrm>
          <a:gradFill flip="none" rotWithShape="1">
            <a:gsLst>
              <a:gs pos="0">
                <a:srgbClr val="FFFFCC"/>
              </a:gs>
              <a:gs pos="100000">
                <a:srgbClr val="CC9900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Differences on the Textual Level</a:t>
            </a:r>
          </a:p>
        </p:txBody>
      </p:sp>
      <p:graphicFrame>
        <p:nvGraphicFramePr>
          <p:cNvPr id="8" name="内容占位符 2">
            <a:extLst>
              <a:ext uri="{FF2B5EF4-FFF2-40B4-BE49-F238E27FC236}">
                <a16:creationId xmlns:a16="http://schemas.microsoft.com/office/drawing/2014/main" id="{80D8DE2D-51D3-4DD5-83DC-4018767E8B3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23607160"/>
              </p:ext>
            </p:extLst>
          </p:nvPr>
        </p:nvGraphicFramePr>
        <p:xfrm>
          <a:off x="1155318" y="1736726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组合 4">
            <a:extLst>
              <a:ext uri="{FF2B5EF4-FFF2-40B4-BE49-F238E27FC236}">
                <a16:creationId xmlns:a16="http://schemas.microsoft.com/office/drawing/2014/main" id="{841999E7-A53C-4490-90D3-17733AE51ADA}"/>
              </a:ext>
            </a:extLst>
          </p:cNvPr>
          <p:cNvGrpSpPr>
            <a:grpSpLocks/>
          </p:cNvGrpSpPr>
          <p:nvPr/>
        </p:nvGrpSpPr>
        <p:grpSpPr bwMode="auto">
          <a:xfrm>
            <a:off x="6011290" y="3888382"/>
            <a:ext cx="4989561" cy="2074863"/>
            <a:chOff x="6885178" y="3972821"/>
            <a:chExt cx="4417234" cy="2075773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" name="任意多边形 6">
              <a:extLst>
                <a:ext uri="{FF2B5EF4-FFF2-40B4-BE49-F238E27FC236}">
                  <a16:creationId xmlns:a16="http://schemas.microsoft.com/office/drawing/2014/main" id="{43282346-6FC9-488D-AEEF-911640FF7ABE}"/>
                </a:ext>
              </a:extLst>
            </p:cNvPr>
            <p:cNvSpPr/>
            <p:nvPr/>
          </p:nvSpPr>
          <p:spPr>
            <a:xfrm>
              <a:off x="6926446" y="3972821"/>
              <a:ext cx="4295019" cy="935448"/>
            </a:xfrm>
            <a:custGeom>
              <a:avLst/>
              <a:gdLst>
                <a:gd name="connsiteX0" fmla="*/ 0 w 3314402"/>
                <a:gd name="connsiteY0" fmla="*/ 0 h 1325760"/>
                <a:gd name="connsiteX1" fmla="*/ 2651522 w 3314402"/>
                <a:gd name="connsiteY1" fmla="*/ 0 h 1325760"/>
                <a:gd name="connsiteX2" fmla="*/ 3314402 w 3314402"/>
                <a:gd name="connsiteY2" fmla="*/ 662880 h 1325760"/>
                <a:gd name="connsiteX3" fmla="*/ 2651522 w 3314402"/>
                <a:gd name="connsiteY3" fmla="*/ 1325760 h 1325760"/>
                <a:gd name="connsiteX4" fmla="*/ 0 w 3314402"/>
                <a:gd name="connsiteY4" fmla="*/ 1325760 h 1325760"/>
                <a:gd name="connsiteX5" fmla="*/ 662880 w 3314402"/>
                <a:gd name="connsiteY5" fmla="*/ 662880 h 1325760"/>
                <a:gd name="connsiteX6" fmla="*/ 0 w 3314402"/>
                <a:gd name="connsiteY6" fmla="*/ 0 h 132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4402" h="1325760">
                  <a:moveTo>
                    <a:pt x="0" y="0"/>
                  </a:moveTo>
                  <a:lnTo>
                    <a:pt x="2651522" y="0"/>
                  </a:lnTo>
                  <a:lnTo>
                    <a:pt x="3314402" y="662880"/>
                  </a:lnTo>
                  <a:lnTo>
                    <a:pt x="2651522" y="1325760"/>
                  </a:lnTo>
                  <a:lnTo>
                    <a:pt x="0" y="1325760"/>
                  </a:lnTo>
                  <a:lnTo>
                    <a:pt x="662880" y="66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FFC00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92090" tIns="14605" rIns="662880" bIns="14605" spcCol="1270" anchor="ctr"/>
            <a:lstStyle/>
            <a:p>
              <a:pPr algn="ctr" defTabSz="10223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 Idea, idea...</a:t>
              </a:r>
              <a:endParaRPr 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任意多边形 7">
              <a:extLst>
                <a:ext uri="{FF2B5EF4-FFF2-40B4-BE49-F238E27FC236}">
                  <a16:creationId xmlns:a16="http://schemas.microsoft.com/office/drawing/2014/main" id="{4137AA68-B293-4981-9151-151BA62078EA}"/>
                </a:ext>
              </a:extLst>
            </p:cNvPr>
            <p:cNvSpPr/>
            <p:nvPr/>
          </p:nvSpPr>
          <p:spPr>
            <a:xfrm>
              <a:off x="6885178" y="5084558"/>
              <a:ext cx="4417234" cy="964036"/>
            </a:xfrm>
            <a:custGeom>
              <a:avLst/>
              <a:gdLst>
                <a:gd name="connsiteX0" fmla="*/ 0 w 3314402"/>
                <a:gd name="connsiteY0" fmla="*/ 0 h 1325760"/>
                <a:gd name="connsiteX1" fmla="*/ 2651522 w 3314402"/>
                <a:gd name="connsiteY1" fmla="*/ 0 h 1325760"/>
                <a:gd name="connsiteX2" fmla="*/ 3314402 w 3314402"/>
                <a:gd name="connsiteY2" fmla="*/ 662880 h 1325760"/>
                <a:gd name="connsiteX3" fmla="*/ 2651522 w 3314402"/>
                <a:gd name="connsiteY3" fmla="*/ 1325760 h 1325760"/>
                <a:gd name="connsiteX4" fmla="*/ 0 w 3314402"/>
                <a:gd name="connsiteY4" fmla="*/ 1325760 h 1325760"/>
                <a:gd name="connsiteX5" fmla="*/ 662880 w 3314402"/>
                <a:gd name="connsiteY5" fmla="*/ 662880 h 1325760"/>
                <a:gd name="connsiteX6" fmla="*/ 0 w 3314402"/>
                <a:gd name="connsiteY6" fmla="*/ 0 h 132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4402" h="1325760">
                  <a:moveTo>
                    <a:pt x="0" y="0"/>
                  </a:moveTo>
                  <a:lnTo>
                    <a:pt x="2651522" y="0"/>
                  </a:lnTo>
                  <a:lnTo>
                    <a:pt x="3314402" y="662880"/>
                  </a:lnTo>
                  <a:lnTo>
                    <a:pt x="2651522" y="1325760"/>
                  </a:lnTo>
                  <a:lnTo>
                    <a:pt x="0" y="1325760"/>
                  </a:lnTo>
                  <a:lnTo>
                    <a:pt x="662880" y="66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FFC00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92090" tIns="14605" rIns="662880" bIns="14605" spcCol="1270" anchor="ctr"/>
            <a:lstStyle/>
            <a:p>
              <a:pPr algn="ctr" defTabSz="10223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Conclusion </a:t>
              </a:r>
            </a:p>
            <a:p>
              <a:pPr algn="ctr" defTabSz="10223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(Theme sentence) </a:t>
              </a:r>
              <a:endParaRPr 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任意多边形 15">
            <a:extLst>
              <a:ext uri="{FF2B5EF4-FFF2-40B4-BE49-F238E27FC236}">
                <a16:creationId xmlns:a16="http://schemas.microsoft.com/office/drawing/2014/main" id="{09D50FA0-E3B0-496D-97E4-8C276D9CB7C2}"/>
              </a:ext>
            </a:extLst>
          </p:cNvPr>
          <p:cNvSpPr/>
          <p:nvPr/>
        </p:nvSpPr>
        <p:spPr>
          <a:xfrm>
            <a:off x="5980113" y="2752724"/>
            <a:ext cx="4897437" cy="901407"/>
          </a:xfrm>
          <a:custGeom>
            <a:avLst/>
            <a:gdLst>
              <a:gd name="connsiteX0" fmla="*/ 0 w 3314402"/>
              <a:gd name="connsiteY0" fmla="*/ 0 h 1325760"/>
              <a:gd name="connsiteX1" fmla="*/ 2651522 w 3314402"/>
              <a:gd name="connsiteY1" fmla="*/ 0 h 1325760"/>
              <a:gd name="connsiteX2" fmla="*/ 3314402 w 3314402"/>
              <a:gd name="connsiteY2" fmla="*/ 662880 h 1325760"/>
              <a:gd name="connsiteX3" fmla="*/ 2651522 w 3314402"/>
              <a:gd name="connsiteY3" fmla="*/ 1325760 h 1325760"/>
              <a:gd name="connsiteX4" fmla="*/ 0 w 3314402"/>
              <a:gd name="connsiteY4" fmla="*/ 1325760 h 1325760"/>
              <a:gd name="connsiteX5" fmla="*/ 662880 w 3314402"/>
              <a:gd name="connsiteY5" fmla="*/ 662880 h 1325760"/>
              <a:gd name="connsiteX6" fmla="*/ 0 w 3314402"/>
              <a:gd name="connsiteY6" fmla="*/ 0 h 132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14402" h="1325760">
                <a:moveTo>
                  <a:pt x="0" y="0"/>
                </a:moveTo>
                <a:lnTo>
                  <a:pt x="2651522" y="0"/>
                </a:lnTo>
                <a:lnTo>
                  <a:pt x="3314402" y="662880"/>
                </a:lnTo>
                <a:lnTo>
                  <a:pt x="2651522" y="1325760"/>
                </a:lnTo>
                <a:lnTo>
                  <a:pt x="0" y="1325760"/>
                </a:lnTo>
                <a:lnTo>
                  <a:pt x="662880" y="662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92090" tIns="14605" rIns="662880" bIns="14605" spcCol="1270" anchor="ctr"/>
          <a:lstStyle/>
          <a:p>
            <a:pPr algn="ctr" defTabSz="10223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Inductive &amp; circular </a:t>
            </a:r>
            <a:endParaRPr 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6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24FCD-7F88-44F7-9785-3029E0F01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Deductive arguments: </a:t>
            </a:r>
            <a:r>
              <a:rPr lang="zh-CN" altLang="en-US" dirty="0"/>
              <a:t>演绎论证</a:t>
            </a:r>
            <a:endParaRPr lang="en-US" altLang="zh-CN" dirty="0"/>
          </a:p>
          <a:p>
            <a:r>
              <a:rPr lang="zh-CN" altLang="en-US" dirty="0"/>
              <a:t>侧重于从普遍现实推出特定的事件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Inductive arguments:</a:t>
            </a:r>
            <a:r>
              <a:rPr lang="zh-CN" altLang="en-US" dirty="0"/>
              <a:t> 归纳式论证</a:t>
            </a:r>
            <a:endParaRPr lang="en-US" altLang="zh-CN" dirty="0"/>
          </a:p>
          <a:p>
            <a:r>
              <a:rPr lang="zh-CN" altLang="en-US" dirty="0"/>
              <a:t>侧重于从特定的事件推出普遍结论</a:t>
            </a:r>
          </a:p>
        </p:txBody>
      </p:sp>
    </p:spTree>
    <p:extLst>
      <p:ext uri="{BB962C8B-B14F-4D97-AF65-F5344CB8AC3E}">
        <p14:creationId xmlns:p14="http://schemas.microsoft.com/office/powerpoint/2010/main" val="351763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13DB9E-1501-4975-9537-254111E30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China English: </a:t>
            </a:r>
          </a:p>
          <a:p>
            <a:r>
              <a:rPr lang="zh-CN" altLang="en-US" dirty="0"/>
              <a:t>葛传规于</a:t>
            </a:r>
            <a:r>
              <a:rPr lang="en-US" altLang="zh-CN" dirty="0"/>
              <a:t>1980</a:t>
            </a:r>
            <a:r>
              <a:rPr lang="zh-CN" altLang="en-US" dirty="0"/>
              <a:t>年提出</a:t>
            </a:r>
            <a:endParaRPr lang="en-US" altLang="zh-CN" dirty="0"/>
          </a:p>
          <a:p>
            <a:r>
              <a:rPr lang="zh-CN" altLang="en-US" dirty="0"/>
              <a:t>汉语与英语语言文化交流过程中所产生的的一种语言现象，表达中国社会诸领域特有事物，具有中国特点的英语</a:t>
            </a:r>
            <a:endParaRPr lang="en-US" altLang="zh-CN" dirty="0"/>
          </a:p>
          <a:p>
            <a:r>
              <a:rPr lang="zh-CN" altLang="en-US" dirty="0"/>
              <a:t>有益于传播中国文化</a:t>
            </a:r>
            <a:endParaRPr lang="en-US" altLang="zh-CN" dirty="0"/>
          </a:p>
          <a:p>
            <a:r>
              <a:rPr lang="en-US" altLang="zh-CN" dirty="0"/>
              <a:t>“Three</a:t>
            </a:r>
            <a:r>
              <a:rPr lang="zh-CN" altLang="en-US" dirty="0"/>
              <a:t> </a:t>
            </a:r>
            <a:r>
              <a:rPr lang="en-US" altLang="zh-CN" dirty="0"/>
              <a:t>Represents”</a:t>
            </a:r>
            <a:r>
              <a:rPr lang="zh-CN" altLang="en-US" dirty="0"/>
              <a:t>、“</a:t>
            </a:r>
            <a:r>
              <a:rPr lang="en-US" altLang="zh-CN" dirty="0"/>
              <a:t>Four Modernizations</a:t>
            </a:r>
            <a:r>
              <a:rPr lang="zh-CN" altLang="en-US" dirty="0"/>
              <a:t>”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310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A3F9F-7289-4E2D-B78D-B6F99904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China English VS. Chinese English/</a:t>
            </a:r>
            <a:r>
              <a:rPr lang="zh-CN" altLang="en-US" dirty="0"/>
              <a:t> </a:t>
            </a:r>
            <a:r>
              <a:rPr lang="en-US" altLang="zh-CN" dirty="0" err="1"/>
              <a:t>Chinguish</a:t>
            </a:r>
            <a:endParaRPr lang="en-US" altLang="zh-CN" dirty="0"/>
          </a:p>
          <a:p>
            <a:r>
              <a:rPr lang="zh-CN" altLang="en-US" dirty="0"/>
              <a:t>被规范英语所接受的的英语变体，对英语学习和国际交流有积极的意义</a:t>
            </a:r>
            <a:endParaRPr lang="en-US" altLang="zh-CN" dirty="0"/>
          </a:p>
          <a:p>
            <a:r>
              <a:rPr lang="zh-CN" altLang="en-US" dirty="0"/>
              <a:t>受中国语言和文化对英语的干扰的产物，对英语学习和国际交流有消极的意义</a:t>
            </a:r>
          </a:p>
        </p:txBody>
      </p:sp>
    </p:spTree>
    <p:extLst>
      <p:ext uri="{BB962C8B-B14F-4D97-AF65-F5344CB8AC3E}">
        <p14:creationId xmlns:p14="http://schemas.microsoft.com/office/powerpoint/2010/main" val="1660338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EAA689-6059-4A45-B81E-7E3821C09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970" y="527109"/>
            <a:ext cx="11056060" cy="54344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Chinese English </a:t>
            </a:r>
            <a:r>
              <a:rPr lang="zh-CN" altLang="en-US" dirty="0"/>
              <a:t>特点：</a:t>
            </a:r>
            <a:endParaRPr lang="en-US" altLang="zh-CN" dirty="0"/>
          </a:p>
          <a:p>
            <a:r>
              <a:rPr lang="en-US" altLang="zh-CN" dirty="0"/>
              <a:t>1. unnecessary words, e.g. His name is called John.</a:t>
            </a:r>
          </a:p>
          <a:p>
            <a:r>
              <a:rPr lang="en-US" altLang="zh-CN" dirty="0"/>
              <a:t>2. saying the same thing twice,</a:t>
            </a:r>
            <a:r>
              <a:rPr lang="zh-CN" altLang="en-US" dirty="0"/>
              <a:t> </a:t>
            </a:r>
            <a:r>
              <a:rPr lang="en-US" altLang="zh-CN" dirty="0"/>
              <a:t>e.g.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  <a:p>
            <a:r>
              <a:rPr lang="en-US" altLang="zh-CN" dirty="0"/>
              <a:t>3. unnecessary category words, e.g. promote the cause of peaceful reunification.</a:t>
            </a:r>
          </a:p>
          <a:p>
            <a:r>
              <a:rPr lang="en-US" altLang="zh-CN" dirty="0"/>
              <a:t>4. wrong collocation, e.g. take part in an exam-----take/sit for an exam</a:t>
            </a:r>
          </a:p>
          <a:p>
            <a:r>
              <a:rPr lang="en-US" altLang="zh-CN" dirty="0"/>
              <a:t>5. improper rhetoric application, e.g. develop rapidly like bamboo shoots after spring rain----develop rapidly like mushrooms after spring rain </a:t>
            </a:r>
          </a:p>
          <a:p>
            <a:r>
              <a:rPr lang="en-US" altLang="zh-CN" dirty="0"/>
              <a:t>6. syntactic error, e.g. Please allow me more two hours.----Please give me another two hours.</a:t>
            </a:r>
          </a:p>
          <a:p>
            <a:r>
              <a:rPr lang="en-US" altLang="zh-CN" dirty="0"/>
              <a:t>7. ambiguous reference, e.g. The doctor handed the child to the father with a smile on his face. (ambiguous)</a:t>
            </a:r>
          </a:p>
          <a:p>
            <a:r>
              <a:rPr lang="en-US" altLang="zh-CN" dirty="0"/>
              <a:t>8. improper word order         </a:t>
            </a:r>
          </a:p>
          <a:p>
            <a:r>
              <a:rPr lang="en-US" altLang="zh-CN" dirty="0"/>
              <a:t>9. personification, e.g. Our cause has won victories -----We have won victories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5928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Rules of Addressing People</a:t>
            </a:r>
          </a:p>
          <a:p>
            <a:r>
              <a:rPr lang="en-US" altLang="zh-CN" dirty="0" smtClean="0"/>
              <a:t>1. Order: First name   Middle name    Last name   (English)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Last name   Given name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2. Calling a person by his surname is unacceptable in English.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3. Westerners: using given names is common.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Chinese: using given names only when they are intimate.</a:t>
            </a:r>
          </a:p>
        </p:txBody>
      </p:sp>
    </p:spTree>
    <p:extLst>
      <p:ext uri="{BB962C8B-B14F-4D97-AF65-F5344CB8AC3E}">
        <p14:creationId xmlns:p14="http://schemas.microsoft.com/office/powerpoint/2010/main" val="513583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Silence in different cultures</a:t>
            </a:r>
          </a:p>
          <a:p>
            <a:pPr marL="0" indent="0">
              <a:buNone/>
            </a:pPr>
            <a:r>
              <a:rPr lang="en-US" altLang="zh-CN" dirty="0" smtClean="0"/>
              <a:t>      Chinese culture: agreement, praise, respect, disagreement, etc.</a:t>
            </a:r>
          </a:p>
          <a:p>
            <a:pPr marL="0" indent="0">
              <a:buNone/>
            </a:pPr>
            <a:r>
              <a:rPr lang="en-US" altLang="zh-CN" dirty="0" smtClean="0"/>
              <a:t>      Japanese culture: silence is a virtue.</a:t>
            </a:r>
          </a:p>
          <a:p>
            <a:pPr marL="0" indent="0">
              <a:buNone/>
            </a:pPr>
            <a:r>
              <a:rPr lang="en-US" altLang="zh-CN" smtClean="0"/>
              <a:t>      American </a:t>
            </a:r>
            <a:r>
              <a:rPr lang="en-US" altLang="zh-CN" dirty="0" smtClean="0"/>
              <a:t>culture: indifference, anger, shame, disgust, embarrassment, disagreement, etc.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318984"/>
      </p:ext>
    </p:extLst>
  </p:cSld>
  <p:clrMapOvr>
    <a:masterClrMapping/>
  </p:clrMapOvr>
</p:sld>
</file>

<file path=ppt/theme/theme1.xml><?xml version="1.0" encoding="utf-8"?>
<a:theme xmlns:a="http://schemas.openxmlformats.org/drawingml/2006/main" name="A000120140530A99PPBG">
  <a:themeElements>
    <a:clrScheme name="自定义 1">
      <a:dk1>
        <a:srgbClr val="3F3F3F"/>
      </a:dk1>
      <a:lt1>
        <a:sysClr val="window" lastClr="FFFFFF"/>
      </a:lt1>
      <a:dk2>
        <a:srgbClr val="39302A"/>
      </a:dk2>
      <a:lt2>
        <a:srgbClr val="FFFFFF"/>
      </a:lt2>
      <a:accent1>
        <a:srgbClr val="ECB61C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自定义 2">
      <a:majorFont>
        <a:latin typeface="Baskerville Old Face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A000120140627A30KPBG</Template>
  <TotalTime>1555</TotalTime>
  <Words>695</Words>
  <Application>Microsoft Office PowerPoint</Application>
  <PresentationFormat>宽屏</PresentationFormat>
  <Paragraphs>81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</vt:lpstr>
      <vt:lpstr>宋体</vt:lpstr>
      <vt:lpstr>微软雅黑</vt:lpstr>
      <vt:lpstr>幼圆</vt:lpstr>
      <vt:lpstr>Arial</vt:lpstr>
      <vt:lpstr>Arial Black</vt:lpstr>
      <vt:lpstr>Baskerville Old Face</vt:lpstr>
      <vt:lpstr>Calibri</vt:lpstr>
      <vt:lpstr>Times New Roman</vt:lpstr>
      <vt:lpstr>A000120140530A99PPBG</vt:lpstr>
      <vt:lpstr>Intercultural Communication</vt:lpstr>
      <vt:lpstr>Verbal Communication</vt:lpstr>
      <vt:lpstr>   Direct Style        and       Indirect Style</vt:lpstr>
      <vt:lpstr>PowerPoint 演示文稿</vt:lpstr>
      <vt:lpstr>PowerPoint 演示文稿</vt:lpstr>
      <vt:lpstr>PowerPoint 演示文稿</vt:lpstr>
      <vt:lpstr>Cultural Differences on the Textual Level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Intercultural Communication</dc:title>
  <dc:creator>Vivian</dc:creator>
  <cp:lastModifiedBy>user</cp:lastModifiedBy>
  <cp:revision>71</cp:revision>
  <dcterms:created xsi:type="dcterms:W3CDTF">2021-03-02T01:33:03Z</dcterms:created>
  <dcterms:modified xsi:type="dcterms:W3CDTF">2024-04-21T12:52:45Z</dcterms:modified>
</cp:coreProperties>
</file>