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9"/>
  </p:notesMasterIdLst>
  <p:handoutMasterIdLst>
    <p:handoutMasterId r:id="rId10"/>
  </p:handoutMasterIdLst>
  <p:sldIdLst>
    <p:sldId id="265" r:id="rId3"/>
    <p:sldId id="267" r:id="rId4"/>
    <p:sldId id="257" r:id="rId5"/>
    <p:sldId id="268" r:id="rId6"/>
    <p:sldId id="689" r:id="rId7"/>
    <p:sldId id="690" r:id="rId8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Hua ZHANG" userId="0aa58109bfdba262" providerId="LiveId" clId="{13B0FDB1-BC38-4180-96B7-AF5842246905}"/>
    <pc:docChg chg="custSel addSld delSld modSld">
      <pc:chgData name="Wen-Hua ZHANG" userId="0aa58109bfdba262" providerId="LiveId" clId="{13B0FDB1-BC38-4180-96B7-AF5842246905}" dt="2024-03-19T02:14:02.267" v="9" actId="47"/>
      <pc:docMkLst>
        <pc:docMk/>
      </pc:docMkLst>
      <pc:sldChg chg="add del">
        <pc:chgData name="Wen-Hua ZHANG" userId="0aa58109bfdba262" providerId="LiveId" clId="{13B0FDB1-BC38-4180-96B7-AF5842246905}" dt="2024-03-19T02:14:02.267" v="9" actId="47"/>
        <pc:sldMkLst>
          <pc:docMk/>
          <pc:sldMk cId="4011626636" sldId="688"/>
        </pc:sldMkLst>
      </pc:sldChg>
      <pc:sldChg chg="addSp delSp modSp add mod">
        <pc:chgData name="Wen-Hua ZHANG" userId="0aa58109bfdba262" providerId="LiveId" clId="{13B0FDB1-BC38-4180-96B7-AF5842246905}" dt="2024-03-19T02:13:58.480" v="8" actId="1076"/>
        <pc:sldMkLst>
          <pc:docMk/>
          <pc:sldMk cId="2018432756" sldId="689"/>
        </pc:sldMkLst>
        <pc:spChg chg="add mod">
          <ac:chgData name="Wen-Hua ZHANG" userId="0aa58109bfdba262" providerId="LiveId" clId="{13B0FDB1-BC38-4180-96B7-AF5842246905}" dt="2024-03-19T02:13:58.480" v="8" actId="1076"/>
          <ac:spMkLst>
            <pc:docMk/>
            <pc:sldMk cId="2018432756" sldId="689"/>
            <ac:spMk id="5" creationId="{E265BC20-1840-40B9-96B6-B13063075B20}"/>
          </ac:spMkLst>
        </pc:spChg>
        <pc:spChg chg="del">
          <ac:chgData name="Wen-Hua ZHANG" userId="0aa58109bfdba262" providerId="LiveId" clId="{13B0FDB1-BC38-4180-96B7-AF5842246905}" dt="2024-03-19T02:13:50.278" v="4" actId="478"/>
          <ac:spMkLst>
            <pc:docMk/>
            <pc:sldMk cId="2018432756" sldId="689"/>
            <ac:spMk id="6" creationId="{62E9FB03-FE4C-4C7C-A384-DE3ABA6E5888}"/>
          </ac:spMkLst>
        </pc:spChg>
        <pc:spChg chg="mod">
          <ac:chgData name="Wen-Hua ZHANG" userId="0aa58109bfdba262" providerId="LiveId" clId="{13B0FDB1-BC38-4180-96B7-AF5842246905}" dt="2024-03-19T02:13:40.306" v="3" actId="20577"/>
          <ac:spMkLst>
            <pc:docMk/>
            <pc:sldMk cId="2018432756" sldId="689"/>
            <ac:spMk id="1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31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1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85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31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35B32D-87A4-42D5-814B-EA3973E84E0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350"/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0F485A-2AD3-4233-A988-BDA4532B1E8C}" type="slidenum"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71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599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1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9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2024/3/24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3/24/2024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2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9FB03-FE4C-4C7C-A384-DE3ABA6E5888}"/>
              </a:ext>
            </a:extLst>
          </p:cNvPr>
          <p:cNvSpPr txBox="1"/>
          <p:nvPr/>
        </p:nvSpPr>
        <p:spPr>
          <a:xfrm>
            <a:off x="356152" y="1412776"/>
            <a:ext cx="11500488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）合成反应选择溶剂时应考虑哪些因素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依据哪些原则？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）举例说明什么叫溶剂的拉平效应及区分效应？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）什么是超酸？举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例超酸并说明其形成过程。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29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403955" y="1178843"/>
            <a:ext cx="11212640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固体化合物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可在氯仿中进行回流反应生成沉淀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。反应方程式可表示为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A+B </a:t>
            </a:r>
            <a:r>
              <a:rPr kumimoji="0" lang="en-SG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↓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+ D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，其中产物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对水汽和氧气均敏感。试简述如何利用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Schlenk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装置搭建此反应，并进一步分离获得纯净的固体产物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843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361950" y="2017452"/>
            <a:ext cx="11610975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）若要对一个固体化合物进行液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固结晶，可以有那些方法，并简述其过程。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）简述通过重结晶过程除去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中少量</a:t>
            </a:r>
            <a:r>
              <a:rPr lang="en-US" altLang="zh-CN" sz="32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得到纯净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的步骤。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）通过查阅资料简单描述晶体或其他粒子在生成过程中的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Ostwald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熟化过程。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5286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710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1_Office Theme</vt:lpstr>
      <vt:lpstr>4_Office Theme</vt:lpstr>
      <vt:lpstr>无机合成化学：新材料，新用途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30</cp:revision>
  <cp:lastPrinted>2022-05-08T07:31:34Z</cp:lastPrinted>
  <dcterms:created xsi:type="dcterms:W3CDTF">2022-04-05T23:07:42Z</dcterms:created>
  <dcterms:modified xsi:type="dcterms:W3CDTF">2024-03-24T13:11:59Z</dcterms:modified>
</cp:coreProperties>
</file>