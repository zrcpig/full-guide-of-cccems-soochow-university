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handoutMasterIdLst>
    <p:handoutMasterId r:id="rId6"/>
  </p:handoutMasterIdLst>
  <p:sldIdLst>
    <p:sldId id="265" r:id="rId2"/>
    <p:sldId id="267" r:id="rId3"/>
    <p:sldId id="257" r:id="rId4"/>
  </p:sldIdLst>
  <p:sldSz cx="12192000" cy="6858000"/>
  <p:notesSz cx="6858000" cy="99456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1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2C4543-65DA-4D58-9FE2-BB89399903CB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7213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9447213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19A001-6CFF-43F5-B76D-0D06D9F8C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9870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90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E91871-DAAB-4141-8825-940A1D92BECA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6678"/>
            <a:ext cx="2971800" cy="4990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D6E46-F086-42BF-8086-CCFD34107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273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515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228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071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025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964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095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914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237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00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15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170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A62B46D-F16A-4D08-97E6-AB9D5237215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2024/3/5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56F778B-CA2C-4E7E-AF23-AA6B8998B8C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509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3793"/>
          <p:cNvSpPr>
            <a:spLocks noGrp="1" noChangeArrowheads="1"/>
          </p:cNvSpPr>
          <p:nvPr>
            <p:ph type="title" idx="4294967295"/>
          </p:nvPr>
        </p:nvSpPr>
        <p:spPr>
          <a:xfrm>
            <a:off x="127642" y="-55770"/>
            <a:ext cx="7051591" cy="687155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无机合成化学：新材料，新用途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183" y="1011831"/>
            <a:ext cx="12291049" cy="51759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重点：合成过程或策略、性质及应用。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列出参考文献。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2000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字左右（不包括参考文献）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电子版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提交日期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日前 发送至</a:t>
            </a:r>
            <a:endParaRPr lang="en-US" altLang="zh-CN" sz="3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whzhang@suda.edu.cn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图文并茂，注意语言表达的逻辑性及严谨性。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常见问题：分子式，句子格式，错别字等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尽量用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MS Office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制作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5888251" y="3258184"/>
            <a:ext cx="415498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685800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3734934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33794"/>
          <p:cNvSpPr txBox="1">
            <a:spLocks noChangeArrowheads="1"/>
          </p:cNvSpPr>
          <p:nvPr/>
        </p:nvSpPr>
        <p:spPr bwMode="auto">
          <a:xfrm>
            <a:off x="386538" y="1108135"/>
            <a:ext cx="11588304" cy="49873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二维材料（石墨烯及氧化物；石墨炔；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Mxene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；二维过渡金属硫化物；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g-C3N4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；六方氮化硼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电催化纳米粒子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钙钛矿材料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新型金属配合物（药物，光电材料，催化材料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…)</a:t>
            </a: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抗肿瘤纳米材料（化学治疗材料；放疗材料；光热治疗；铁死亡材料；免疫治疗材料；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及上述协同治疗材料）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金属团簇；金属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有机框架材料；共价有机框架材料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多孔二氧化硅材料；分子筛材料；单原子催化剂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金属纳米粒子的合成策略及形貌控制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水凝胶材料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稀土发光材料；上转换纳米材料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6161" y="0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选题（</a:t>
            </a:r>
            <a:r>
              <a:rPr lang="zh-CN" altLang="en-US" sz="2800" b="1" noProof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仅供参考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570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9908" y="0"/>
            <a:ext cx="49664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次作业 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2024-03-05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1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93481" y="6414101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954409-66CC-4ACD-BED9-A08AA6D8CCE1}" type="slidenum"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6F76A4-73F2-4688-AD78-1AC53B2D3285}"/>
              </a:ext>
            </a:extLst>
          </p:cNvPr>
          <p:cNvSpPr txBox="1"/>
          <p:nvPr/>
        </p:nvSpPr>
        <p:spPr>
          <a:xfrm>
            <a:off x="109908" y="982470"/>
            <a:ext cx="10997648" cy="260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试述何为超临界流体，并列举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1-2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种超临界流体的物理及化学性质与用途？</a:t>
            </a:r>
            <a:endParaRPr lang="en-US" altLang="zh-CN" sz="28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简述实验室中如何制备少量纯净的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</a:t>
            </a:r>
            <a:r>
              <a:rPr lang="en-US" altLang="zh-CN" sz="28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28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28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干燥气体的干燥剂有几种类型？选择干燥剂应该考虑哪些因素？</a:t>
            </a:r>
            <a:endParaRPr lang="en-US" sz="28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83750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416</Words>
  <Application>Microsoft Office PowerPoint</Application>
  <PresentationFormat>Widescreen</PresentationFormat>
  <Paragraphs>26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微软雅黑</vt:lpstr>
      <vt:lpstr>Arial</vt:lpstr>
      <vt:lpstr>Calibri</vt:lpstr>
      <vt:lpstr>Calibri Light</vt:lpstr>
      <vt:lpstr>1_Office Theme</vt:lpstr>
      <vt:lpstr>无机合成化学：新材料，新用途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作业 P46</dc:title>
  <dc:creator>Admin</dc:creator>
  <cp:lastModifiedBy>Wen-Hua ZHANG</cp:lastModifiedBy>
  <cp:revision>28</cp:revision>
  <cp:lastPrinted>2022-05-08T07:31:34Z</cp:lastPrinted>
  <dcterms:created xsi:type="dcterms:W3CDTF">2022-04-05T23:07:42Z</dcterms:created>
  <dcterms:modified xsi:type="dcterms:W3CDTF">2024-03-05T09:44:35Z</dcterms:modified>
</cp:coreProperties>
</file>