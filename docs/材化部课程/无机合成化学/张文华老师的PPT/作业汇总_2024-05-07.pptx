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3"/>
  </p:notesMasterIdLst>
  <p:handoutMasterIdLst>
    <p:handoutMasterId r:id="rId14"/>
  </p:handoutMasterIdLst>
  <p:sldIdLst>
    <p:sldId id="265" r:id="rId3"/>
    <p:sldId id="267" r:id="rId4"/>
    <p:sldId id="257" r:id="rId5"/>
    <p:sldId id="268" r:id="rId6"/>
    <p:sldId id="689" r:id="rId7"/>
    <p:sldId id="690" r:id="rId8"/>
    <p:sldId id="691" r:id="rId9"/>
    <p:sldId id="692" r:id="rId10"/>
    <p:sldId id="693" r:id="rId11"/>
    <p:sldId id="694" r:id="rId12"/>
  </p:sldIdLst>
  <p:sldSz cx="12192000" cy="6858000"/>
  <p:notesSz cx="6858000" cy="99456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15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n-Hua ZHANG" userId="0aa58109bfdba262" providerId="LiveId" clId="{54E8F1FA-D4CF-445C-9F80-97992F75203B}"/>
    <pc:docChg chg="custSel addSld delSld modSld">
      <pc:chgData name="Wen-Hua ZHANG" userId="0aa58109bfdba262" providerId="LiveId" clId="{54E8F1FA-D4CF-445C-9F80-97992F75203B}" dt="2024-04-23T05:52:35.299" v="32" actId="6549"/>
      <pc:docMkLst>
        <pc:docMk/>
      </pc:docMkLst>
      <pc:sldChg chg="add del setBg">
        <pc:chgData name="Wen-Hua ZHANG" userId="0aa58109bfdba262" providerId="LiveId" clId="{54E8F1FA-D4CF-445C-9F80-97992F75203B}" dt="2024-04-23T05:50:08.407" v="3"/>
        <pc:sldMkLst>
          <pc:docMk/>
          <pc:sldMk cId="2933367812" sldId="692"/>
        </pc:sldMkLst>
      </pc:sldChg>
      <pc:sldChg chg="addSp delSp modSp add mod">
        <pc:chgData name="Wen-Hua ZHANG" userId="0aa58109bfdba262" providerId="LiveId" clId="{54E8F1FA-D4CF-445C-9F80-97992F75203B}" dt="2024-04-23T05:51:07.652" v="17" actId="207"/>
        <pc:sldMkLst>
          <pc:docMk/>
          <pc:sldMk cId="3122137063" sldId="692"/>
        </pc:sldMkLst>
        <pc:spChg chg="del">
          <ac:chgData name="Wen-Hua ZHANG" userId="0aa58109bfdba262" providerId="LiveId" clId="{54E8F1FA-D4CF-445C-9F80-97992F75203B}" dt="2024-04-23T05:50:27.369" v="10" actId="478"/>
          <ac:spMkLst>
            <pc:docMk/>
            <pc:sldMk cId="3122137063" sldId="692"/>
            <ac:spMk id="9" creationId="{DFAD2D8B-2FE7-4660-91AC-25C16AE9E1F7}"/>
          </ac:spMkLst>
        </pc:spChg>
        <pc:spChg chg="del">
          <ac:chgData name="Wen-Hua ZHANG" userId="0aa58109bfdba262" providerId="LiveId" clId="{54E8F1FA-D4CF-445C-9F80-97992F75203B}" dt="2024-04-23T05:50:26.146" v="9" actId="478"/>
          <ac:spMkLst>
            <pc:docMk/>
            <pc:sldMk cId="3122137063" sldId="692"/>
            <ac:spMk id="10" creationId="{3EE8F88E-C94F-412F-BF55-D07D9C6A1B2E}"/>
          </ac:spMkLst>
        </pc:spChg>
        <pc:spChg chg="add mod">
          <ac:chgData name="Wen-Hua ZHANG" userId="0aa58109bfdba262" providerId="LiveId" clId="{54E8F1FA-D4CF-445C-9F80-97992F75203B}" dt="2024-04-23T05:51:07.652" v="17" actId="207"/>
          <ac:spMkLst>
            <pc:docMk/>
            <pc:sldMk cId="3122137063" sldId="692"/>
            <ac:spMk id="11" creationId="{83972624-EFE1-4C87-86A6-54804618A0FE}"/>
          </ac:spMkLst>
        </pc:spChg>
        <pc:spChg chg="mod">
          <ac:chgData name="Wen-Hua ZHANG" userId="0aa58109bfdba262" providerId="LiveId" clId="{54E8F1FA-D4CF-445C-9F80-97992F75203B}" dt="2024-04-23T05:50:23.649" v="8" actId="20577"/>
          <ac:spMkLst>
            <pc:docMk/>
            <pc:sldMk cId="3122137063" sldId="692"/>
            <ac:spMk id="12" creationId="{00000000-0000-0000-0000-000000000000}"/>
          </ac:spMkLst>
        </pc:spChg>
      </pc:sldChg>
      <pc:sldChg chg="add del setBg">
        <pc:chgData name="Wen-Hua ZHANG" userId="0aa58109bfdba262" providerId="LiveId" clId="{54E8F1FA-D4CF-445C-9F80-97992F75203B}" dt="2024-04-23T05:50:08.353" v="2"/>
        <pc:sldMkLst>
          <pc:docMk/>
          <pc:sldMk cId="964411946" sldId="693"/>
        </pc:sldMkLst>
      </pc:sldChg>
      <pc:sldChg chg="addSp delSp modSp add mod">
        <pc:chgData name="Wen-Hua ZHANG" userId="0aa58109bfdba262" providerId="LiveId" clId="{54E8F1FA-D4CF-445C-9F80-97992F75203B}" dt="2024-04-23T05:52:35.299" v="32" actId="6549"/>
        <pc:sldMkLst>
          <pc:docMk/>
          <pc:sldMk cId="4037852085" sldId="693"/>
        </pc:sldMkLst>
        <pc:spChg chg="del">
          <ac:chgData name="Wen-Hua ZHANG" userId="0aa58109bfdba262" providerId="LiveId" clId="{54E8F1FA-D4CF-445C-9F80-97992F75203B}" dt="2024-04-23T05:51:40.464" v="22" actId="478"/>
          <ac:spMkLst>
            <pc:docMk/>
            <pc:sldMk cId="4037852085" sldId="693"/>
            <ac:spMk id="9" creationId="{DFAD2D8B-2FE7-4660-91AC-25C16AE9E1F7}"/>
          </ac:spMkLst>
        </pc:spChg>
        <pc:spChg chg="del">
          <ac:chgData name="Wen-Hua ZHANG" userId="0aa58109bfdba262" providerId="LiveId" clId="{54E8F1FA-D4CF-445C-9F80-97992F75203B}" dt="2024-04-23T05:51:38.979" v="21" actId="478"/>
          <ac:spMkLst>
            <pc:docMk/>
            <pc:sldMk cId="4037852085" sldId="693"/>
            <ac:spMk id="10" creationId="{3EE8F88E-C94F-412F-BF55-D07D9C6A1B2E}"/>
          </ac:spMkLst>
        </pc:spChg>
        <pc:spChg chg="add mod">
          <ac:chgData name="Wen-Hua ZHANG" userId="0aa58109bfdba262" providerId="LiveId" clId="{54E8F1FA-D4CF-445C-9F80-97992F75203B}" dt="2024-04-23T05:52:35.299" v="32" actId="6549"/>
          <ac:spMkLst>
            <pc:docMk/>
            <pc:sldMk cId="4037852085" sldId="693"/>
            <ac:spMk id="11" creationId="{094F24D3-E58A-4D89-A4B2-F75E767B4E1E}"/>
          </ac:spMkLst>
        </pc:spChg>
        <pc:spChg chg="mod">
          <ac:chgData name="Wen-Hua ZHANG" userId="0aa58109bfdba262" providerId="LiveId" clId="{54E8F1FA-D4CF-445C-9F80-97992F75203B}" dt="2024-04-23T05:51:36.590" v="20" actId="20577"/>
          <ac:spMkLst>
            <pc:docMk/>
            <pc:sldMk cId="4037852085" sldId="693"/>
            <ac:spMk id="12" creationId="{00000000-0000-0000-0000-000000000000}"/>
          </ac:spMkLst>
        </pc:spChg>
      </pc:sldChg>
    </pc:docChg>
  </pc:docChgLst>
  <pc:docChgLst>
    <pc:chgData name="Wen-Hua ZHANG" userId="0aa58109bfdba262" providerId="LiveId" clId="{13B0FDB1-BC38-4180-96B7-AF5842246905}"/>
    <pc:docChg chg="custSel addSld delSld modSld">
      <pc:chgData name="Wen-Hua ZHANG" userId="0aa58109bfdba262" providerId="LiveId" clId="{13B0FDB1-BC38-4180-96B7-AF5842246905}" dt="2024-03-19T02:14:02.267" v="9" actId="47"/>
      <pc:docMkLst>
        <pc:docMk/>
      </pc:docMkLst>
      <pc:sldChg chg="add del">
        <pc:chgData name="Wen-Hua ZHANG" userId="0aa58109bfdba262" providerId="LiveId" clId="{13B0FDB1-BC38-4180-96B7-AF5842246905}" dt="2024-03-19T02:14:02.267" v="9" actId="47"/>
        <pc:sldMkLst>
          <pc:docMk/>
          <pc:sldMk cId="4011626636" sldId="688"/>
        </pc:sldMkLst>
      </pc:sldChg>
      <pc:sldChg chg="addSp delSp modSp add mod">
        <pc:chgData name="Wen-Hua ZHANG" userId="0aa58109bfdba262" providerId="LiveId" clId="{13B0FDB1-BC38-4180-96B7-AF5842246905}" dt="2024-03-19T02:13:58.480" v="8" actId="1076"/>
        <pc:sldMkLst>
          <pc:docMk/>
          <pc:sldMk cId="2018432756" sldId="689"/>
        </pc:sldMkLst>
        <pc:spChg chg="add mod">
          <ac:chgData name="Wen-Hua ZHANG" userId="0aa58109bfdba262" providerId="LiveId" clId="{13B0FDB1-BC38-4180-96B7-AF5842246905}" dt="2024-03-19T02:13:58.480" v="8" actId="1076"/>
          <ac:spMkLst>
            <pc:docMk/>
            <pc:sldMk cId="2018432756" sldId="689"/>
            <ac:spMk id="5" creationId="{E265BC20-1840-40B9-96B6-B13063075B20}"/>
          </ac:spMkLst>
        </pc:spChg>
        <pc:spChg chg="del">
          <ac:chgData name="Wen-Hua ZHANG" userId="0aa58109bfdba262" providerId="LiveId" clId="{13B0FDB1-BC38-4180-96B7-AF5842246905}" dt="2024-03-19T02:13:50.278" v="4" actId="478"/>
          <ac:spMkLst>
            <pc:docMk/>
            <pc:sldMk cId="2018432756" sldId="689"/>
            <ac:spMk id="6" creationId="{62E9FB03-FE4C-4C7C-A384-DE3ABA6E5888}"/>
          </ac:spMkLst>
        </pc:spChg>
        <pc:spChg chg="mod">
          <ac:chgData name="Wen-Hua ZHANG" userId="0aa58109bfdba262" providerId="LiveId" clId="{13B0FDB1-BC38-4180-96B7-AF5842246905}" dt="2024-03-19T02:13:40.306" v="3" actId="20577"/>
          <ac:spMkLst>
            <pc:docMk/>
            <pc:sldMk cId="2018432756" sldId="689"/>
            <ac:spMk id="12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C4543-65DA-4D58-9FE2-BB89399903CB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9447213"/>
            <a:ext cx="29718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9A001-6CFF-43F5-B76D-0D06D9F8C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870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91871-DAAB-4141-8825-940A1D92BECA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D6E46-F086-42BF-8086-CCFD34107F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73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515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2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71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02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6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095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914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3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15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34832-9F01-4711-9DA4-4EE3F8376F7D}" type="datetimeFigureOut">
              <a:rPr lang="en-US" smtClean="0"/>
              <a:t>5/7/2024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E25BDA-7747-4ED4-898C-6CB77A5CD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706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13166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216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530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685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917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8831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E35B32D-87A4-42D5-814B-EA3973E84E07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350"/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90F485A-2AD3-4233-A988-BDA4532B1E8C}" type="slidenum">
              <a:rPr kumimoji="0" 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57151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599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118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299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539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A62B46D-F16A-4D08-97E6-AB9D52372157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2024/5/7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56F778B-CA2C-4E7E-AF23-AA6B8998B8C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509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AAB462-37DC-4DD5-8C8C-3FE1C477001E}" type="datetime1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5/7/2024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685800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486008-D13C-46DF-A46C-7552341CCC25}" type="slidenum"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219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3793"/>
          <p:cNvSpPr>
            <a:spLocks noGrp="1" noChangeArrowheads="1"/>
          </p:cNvSpPr>
          <p:nvPr>
            <p:ph type="title" idx="4294967295"/>
          </p:nvPr>
        </p:nvSpPr>
        <p:spPr>
          <a:xfrm>
            <a:off x="127642" y="-55770"/>
            <a:ext cx="7051591" cy="687155"/>
          </a:xfrm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无机合成化学：新材料，新用途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183" y="1011831"/>
            <a:ext cx="12291049" cy="51759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重点：合成过程或策略、性质及应用。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列出参考文献。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2000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字左右（不包括参考文献）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提交日期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日前 发送至</a:t>
            </a:r>
            <a:endParaRPr lang="en-US" altLang="zh-CN" sz="32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whzhang@suda.edu.cn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图文并茂，注意语言表达的逻辑性及严谨性。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常见问题：分子式，句子格式，错别字等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尽量用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 Office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5888251" y="3258184"/>
            <a:ext cx="415498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734934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33794"/>
          <p:cNvSpPr txBox="1">
            <a:spLocks noChangeArrowheads="1"/>
          </p:cNvSpPr>
          <p:nvPr/>
        </p:nvSpPr>
        <p:spPr bwMode="auto">
          <a:xfrm>
            <a:off x="386538" y="1108135"/>
            <a:ext cx="11588304" cy="49873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二维材料（石墨烯及氧化物；石墨炔；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Mxene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；二维过渡金属硫化物；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g-C3N4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；六方氮化硼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电催化纳米粒子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钙钛矿材料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新型金属配合物（药物，光电材料，催化材料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…)</a:t>
            </a: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抗肿瘤纳米材料（化学治疗材料；放疗材料；光热治疗；铁死亡材料；免疫治疗材料；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及上述协同治疗材料）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金属团簇；金属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有机框架材料；共价有机框架材料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多孔二氧化硅材料；分子筛材料；单原子催化剂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金属纳米粒子的合成策略及形貌控制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水凝胶材料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2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稀土发光材料；上转换纳米材料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6161" y="0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选题（</a:t>
            </a:r>
            <a:r>
              <a:rPr lang="zh-CN" altLang="en-US" sz="2800" b="1" noProof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仅供参考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570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2024-03-05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F76A4-73F2-4688-AD78-1AC53B2D3285}"/>
              </a:ext>
            </a:extLst>
          </p:cNvPr>
          <p:cNvSpPr txBox="1"/>
          <p:nvPr/>
        </p:nvSpPr>
        <p:spPr>
          <a:xfrm>
            <a:off x="109908" y="982470"/>
            <a:ext cx="10997648" cy="2600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试述何为超临界流体，并列举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种超临界流体的物理及化学性质与用途？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简述实验室中如何制备少量纯净的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干燥气体的干燥剂有几种类型？选择干燥剂应该考虑哪些因素？</a:t>
            </a:r>
            <a:endParaRPr 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9FB03-FE4C-4C7C-A384-DE3ABA6E5888}"/>
              </a:ext>
            </a:extLst>
          </p:cNvPr>
          <p:cNvSpPr txBox="1"/>
          <p:nvPr/>
        </p:nvSpPr>
        <p:spPr>
          <a:xfrm>
            <a:off x="356152" y="1412776"/>
            <a:ext cx="11500488" cy="222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）合成反应选择溶剂时应考虑哪些因素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?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依据哪些原则？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）举例说明什么叫溶剂的拉平效应及区分效应？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）什么是超酸？举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例超酸并说明其形成过程。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0295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2024-03-19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403955" y="1178843"/>
            <a:ext cx="11212640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固体化合物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B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可在氯仿中进行回流反应生成沉淀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。反应方程式可表示为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A+B </a:t>
            </a:r>
            <a:r>
              <a:rPr kumimoji="0" lang="en-SG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=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 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↓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+ D</a:t>
            </a: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，其中产物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对水汽和氧气均敏感。试简述如何利用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Schlenk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装置搭建此反应，并进一步分离获得纯净的固体产物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C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和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D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j-cs"/>
              </a:rPr>
              <a:t>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8432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2024-03-26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标题 33793">
            <a:extLst>
              <a:ext uri="{FF2B5EF4-FFF2-40B4-BE49-F238E27FC236}">
                <a16:creationId xmlns:a16="http://schemas.microsoft.com/office/drawing/2014/main" id="{E265BC20-1840-40B9-96B6-B13063075B20}"/>
              </a:ext>
            </a:extLst>
          </p:cNvPr>
          <p:cNvSpPr txBox="1">
            <a:spLocks noChangeArrowheads="1"/>
          </p:cNvSpPr>
          <p:nvPr/>
        </p:nvSpPr>
        <p:spPr>
          <a:xfrm>
            <a:off x="361950" y="2017452"/>
            <a:ext cx="11610975" cy="282309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）若要对一个固体化合物进行液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-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固结晶，可以有那些方法，并简述其过程。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）简述通过重结晶过程除去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中少量</a:t>
            </a:r>
            <a:r>
              <a:rPr lang="en-US" altLang="zh-CN" sz="32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得到纯净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NaCl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的步骤。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）通过查阅资料简单描述晶体或其他粒子在生成过程中的</a:t>
            </a:r>
            <a:r>
              <a:rPr lang="en-US" altLang="zh-CN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Ostwald</a:t>
            </a:r>
            <a:r>
              <a:rPr lang="zh-CN" altLang="en-US" sz="32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熟化过程。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7528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2024-04-09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AD2D8B-2FE7-4660-91AC-25C16AE9E1F7}"/>
              </a:ext>
            </a:extLst>
          </p:cNvPr>
          <p:cNvSpPr/>
          <p:nvPr/>
        </p:nvSpPr>
        <p:spPr>
          <a:xfrm>
            <a:off x="303630" y="1849897"/>
            <a:ext cx="1158474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法在化学合成中有哪些用途？并简述操作流程及注意事项。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法预测化合物在利用柱层析法提纯时其在硅胶上是否稳定？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来鉴别无色且对紫外光辐射不响应的化合物？此类化合物如何利用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法进行制备级的提纯？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）如何利用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TLC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法检测两个极性非常相似的化合物是否为同一化合物？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）利用柱层析法准备化合物提纯时，有哪些装柱及上样方法，简述其操作及注意点。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）与柱层析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/TLC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法提纯化合物相比，重结晶有哪些优缺点？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E8F88E-C94F-412F-BF55-D07D9C6A1B2E}"/>
              </a:ext>
            </a:extLst>
          </p:cNvPr>
          <p:cNvSpPr/>
          <p:nvPr/>
        </p:nvSpPr>
        <p:spPr>
          <a:xfrm>
            <a:off x="456114" y="1037785"/>
            <a:ext cx="101008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本次作业任意选做至少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题，但要求进一步了解所有问题的答案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334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2024-04-23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83972624-EFE1-4C87-86A6-54804618A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114" y="1077010"/>
            <a:ext cx="10684264" cy="260154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）什么叫配合物？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）配合物包含哪些组成部分？</a:t>
            </a:r>
            <a:endParaRPr lang="en-US" altLang="zh-CN" sz="2800" b="1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）配合物按配体类型及中心离子数分别有哪些分类方法？举例说明。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137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7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2024-04-30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94F24D3-E58A-4D89-A4B2-F75E767B4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30" y="1216164"/>
            <a:ext cx="10142843" cy="19552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Py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)(NH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BrCl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的所有异构体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)Br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的所有异构体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3.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画出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Pt(</a:t>
            </a: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</a:t>
            </a:r>
            <a:r>
              <a:rPr kumimoji="0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6-2n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的所有异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构体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85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9908" y="0"/>
            <a:ext cx="49664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8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次作业 （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2024-05-07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1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93481" y="6414101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rtlCol="0" anchor="t" anchorCtr="0" compatLnSpc="1"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954409-66CC-4ACD-BED9-A08AA6D8CCE1}" type="slidenum">
              <a: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3F316DD6-290E-42B8-B253-979694BA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BE1711-C633-4DBC-8D05-634DE803EAF8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标题 33793">
            <a:extLst>
              <a:ext uri="{FF2B5EF4-FFF2-40B4-BE49-F238E27FC236}">
                <a16:creationId xmlns:a16="http://schemas.microsoft.com/office/drawing/2014/main" id="{38FDD091-0C77-49C0-8F17-7DE6289F8ADE}"/>
              </a:ext>
            </a:extLst>
          </p:cNvPr>
          <p:cNvSpPr txBox="1">
            <a:spLocks noChangeArrowheads="1"/>
          </p:cNvSpPr>
          <p:nvPr/>
        </p:nvSpPr>
        <p:spPr>
          <a:xfrm>
            <a:off x="456114" y="6440516"/>
            <a:ext cx="6762833" cy="849313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numCol="1" rtlCol="0" anchor="ctr" anchorCtr="0" compatLnSpc="1">
            <a:normAutofit/>
          </a:bodyPr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等线 Light" panose="02010600030101010101" pitchFamily="2" charset="-122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7289CB-145B-4229-BF7D-9F7F00634595}"/>
              </a:ext>
            </a:extLst>
          </p:cNvPr>
          <p:cNvSpPr/>
          <p:nvPr/>
        </p:nvSpPr>
        <p:spPr>
          <a:xfrm>
            <a:off x="109908" y="1141765"/>
            <a:ext cx="11301640" cy="24874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试简述配合物合成有哪些常见方法。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Both"/>
              <a:tabLst/>
              <a:defRPr/>
            </a:pPr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用直接法合成配合物时，对金属与溶剂的选择有哪些要求？</a:t>
            </a:r>
          </a:p>
        </p:txBody>
      </p:sp>
    </p:spTree>
    <p:extLst>
      <p:ext uri="{BB962C8B-B14F-4D97-AF65-F5344CB8AC3E}">
        <p14:creationId xmlns:p14="http://schemas.microsoft.com/office/powerpoint/2010/main" val="21867006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1132</Words>
  <Application>Microsoft Office PowerPoint</Application>
  <PresentationFormat>Widescreen</PresentationFormat>
  <Paragraphs>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微软雅黑</vt:lpstr>
      <vt:lpstr>Arial</vt:lpstr>
      <vt:lpstr>Calibri</vt:lpstr>
      <vt:lpstr>Calibri Light</vt:lpstr>
      <vt:lpstr>1_Office Theme</vt:lpstr>
      <vt:lpstr>4_Office Theme</vt:lpstr>
      <vt:lpstr>无机合成化学：新材料，新用途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 P46</dc:title>
  <dc:creator>Admin</dc:creator>
  <cp:lastModifiedBy>Wen-Hua ZHANG</cp:lastModifiedBy>
  <cp:revision>33</cp:revision>
  <cp:lastPrinted>2022-05-08T07:31:34Z</cp:lastPrinted>
  <dcterms:created xsi:type="dcterms:W3CDTF">2022-04-05T23:07:42Z</dcterms:created>
  <dcterms:modified xsi:type="dcterms:W3CDTF">2024-05-07T08:51:29Z</dcterms:modified>
</cp:coreProperties>
</file>