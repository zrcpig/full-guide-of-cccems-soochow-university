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4"/>
  </p:notesMasterIdLst>
  <p:sldIdLst>
    <p:sldId id="259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2" r:id="rId25"/>
    <p:sldId id="334" r:id="rId26"/>
    <p:sldId id="335" r:id="rId27"/>
    <p:sldId id="336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2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50" r:id="rId57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6B5"/>
    <a:srgbClr val="D7E3B7"/>
    <a:srgbClr val="48B64D"/>
    <a:srgbClr val="ECE9C6"/>
    <a:srgbClr val="D9D9D9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307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gs" Target="tags/tag125.xml"/><Relationship Id="rId61" Type="http://schemas.openxmlformats.org/officeDocument/2006/relationships/commentAuthors" Target="commentAuthors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4" Type="http://schemas.openxmlformats.org/officeDocument/2006/relationships/image" Target="../media/image20.wmf"/><Relationship Id="rId13" Type="http://schemas.openxmlformats.org/officeDocument/2006/relationships/image" Target="../media/image19.wmf"/><Relationship Id="rId12" Type="http://schemas.openxmlformats.org/officeDocument/2006/relationships/image" Target="../media/image18.wmf"/><Relationship Id="rId11" Type="http://schemas.openxmlformats.org/officeDocument/2006/relationships/image" Target="../media/image17.wmf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0" Type="http://schemas.openxmlformats.org/officeDocument/2006/relationships/image" Target="../media/image57.wmf"/><Relationship Id="rId1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6.wmf"/><Relationship Id="rId8" Type="http://schemas.openxmlformats.org/officeDocument/2006/relationships/image" Target="../media/image65.wmf"/><Relationship Id="rId7" Type="http://schemas.openxmlformats.org/officeDocument/2006/relationships/image" Target="../media/image64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8" Type="http://schemas.openxmlformats.org/officeDocument/2006/relationships/image" Target="../media/image75.wmf"/><Relationship Id="rId17" Type="http://schemas.openxmlformats.org/officeDocument/2006/relationships/image" Target="../media/image74.wmf"/><Relationship Id="rId16" Type="http://schemas.openxmlformats.org/officeDocument/2006/relationships/image" Target="../media/image73.wmf"/><Relationship Id="rId15" Type="http://schemas.openxmlformats.org/officeDocument/2006/relationships/image" Target="../media/image72.wmf"/><Relationship Id="rId14" Type="http://schemas.openxmlformats.org/officeDocument/2006/relationships/image" Target="../media/image71.wmf"/><Relationship Id="rId13" Type="http://schemas.openxmlformats.org/officeDocument/2006/relationships/image" Target="../media/image70.wmf"/><Relationship Id="rId12" Type="http://schemas.openxmlformats.org/officeDocument/2006/relationships/image" Target="../media/image69.wmf"/><Relationship Id="rId11" Type="http://schemas.openxmlformats.org/officeDocument/2006/relationships/image" Target="../media/image68.wmf"/><Relationship Id="rId10" Type="http://schemas.openxmlformats.org/officeDocument/2006/relationships/image" Target="../media/image67.wmf"/><Relationship Id="rId1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3.wmf"/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0" Type="http://schemas.openxmlformats.org/officeDocument/2006/relationships/image" Target="../media/image94.wmf"/><Relationship Id="rId1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1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3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43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wmf"/><Relationship Id="rId8" Type="http://schemas.openxmlformats.org/officeDocument/2006/relationships/image" Target="../media/image145.wmf"/><Relationship Id="rId7" Type="http://schemas.openxmlformats.org/officeDocument/2006/relationships/image" Target="../media/image144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8" Type="http://schemas.openxmlformats.org/officeDocument/2006/relationships/image" Target="../media/image155.wmf"/><Relationship Id="rId17" Type="http://schemas.openxmlformats.org/officeDocument/2006/relationships/image" Target="../media/image154.wmf"/><Relationship Id="rId16" Type="http://schemas.openxmlformats.org/officeDocument/2006/relationships/image" Target="../media/image153.wmf"/><Relationship Id="rId15" Type="http://schemas.openxmlformats.org/officeDocument/2006/relationships/image" Target="../media/image152.wmf"/><Relationship Id="rId14" Type="http://schemas.openxmlformats.org/officeDocument/2006/relationships/image" Target="../media/image151.wmf"/><Relationship Id="rId13" Type="http://schemas.openxmlformats.org/officeDocument/2006/relationships/image" Target="../media/image150.wmf"/><Relationship Id="rId12" Type="http://schemas.openxmlformats.org/officeDocument/2006/relationships/image" Target="../media/image149.wmf"/><Relationship Id="rId11" Type="http://schemas.openxmlformats.org/officeDocument/2006/relationships/image" Target="../media/image148.wmf"/><Relationship Id="rId10" Type="http://schemas.openxmlformats.org/officeDocument/2006/relationships/image" Target="../media/image147.wmf"/><Relationship Id="rId1" Type="http://schemas.openxmlformats.org/officeDocument/2006/relationships/image" Target="../media/image138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image" Target="../media/image163.wmf"/><Relationship Id="rId7" Type="http://schemas.openxmlformats.org/officeDocument/2006/relationships/image" Target="../media/image162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Relationship Id="rId3" Type="http://schemas.openxmlformats.org/officeDocument/2006/relationships/image" Target="../media/image158.wmf"/><Relationship Id="rId21" Type="http://schemas.openxmlformats.org/officeDocument/2006/relationships/image" Target="../media/image176.wmf"/><Relationship Id="rId20" Type="http://schemas.openxmlformats.org/officeDocument/2006/relationships/image" Target="../media/image175.emf"/><Relationship Id="rId2" Type="http://schemas.openxmlformats.org/officeDocument/2006/relationships/image" Target="../media/image157.wmf"/><Relationship Id="rId19" Type="http://schemas.openxmlformats.org/officeDocument/2006/relationships/image" Target="../media/image174.wmf"/><Relationship Id="rId18" Type="http://schemas.openxmlformats.org/officeDocument/2006/relationships/image" Target="../media/image173.wmf"/><Relationship Id="rId17" Type="http://schemas.openxmlformats.org/officeDocument/2006/relationships/image" Target="../media/image172.wmf"/><Relationship Id="rId16" Type="http://schemas.openxmlformats.org/officeDocument/2006/relationships/image" Target="../media/image171.wmf"/><Relationship Id="rId15" Type="http://schemas.openxmlformats.org/officeDocument/2006/relationships/image" Target="../media/image170.wmf"/><Relationship Id="rId14" Type="http://schemas.openxmlformats.org/officeDocument/2006/relationships/image" Target="../media/image169.wmf"/><Relationship Id="rId13" Type="http://schemas.openxmlformats.org/officeDocument/2006/relationships/image" Target="../media/image168.wmf"/><Relationship Id="rId12" Type="http://schemas.openxmlformats.org/officeDocument/2006/relationships/image" Target="../media/image167.wmf"/><Relationship Id="rId11" Type="http://schemas.openxmlformats.org/officeDocument/2006/relationships/image" Target="../media/image166.wmf"/><Relationship Id="rId10" Type="http://schemas.openxmlformats.org/officeDocument/2006/relationships/image" Target="../media/image165.wmf"/><Relationship Id="rId1" Type="http://schemas.openxmlformats.org/officeDocument/2006/relationships/image" Target="../media/image156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wmf"/><Relationship Id="rId8" Type="http://schemas.openxmlformats.org/officeDocument/2006/relationships/image" Target="../media/image183.wmf"/><Relationship Id="rId7" Type="http://schemas.openxmlformats.org/officeDocument/2006/relationships/image" Target="../media/image182.wmf"/><Relationship Id="rId6" Type="http://schemas.openxmlformats.org/officeDocument/2006/relationships/image" Target="../media/image169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wmf"/><Relationship Id="rId8" Type="http://schemas.openxmlformats.org/officeDocument/2006/relationships/image" Target="../media/image198.wmf"/><Relationship Id="rId7" Type="http://schemas.openxmlformats.org/officeDocument/2006/relationships/image" Target="../media/image197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4" Type="http://schemas.openxmlformats.org/officeDocument/2006/relationships/image" Target="../media/image203.wmf"/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8.wmf"/><Relationship Id="rId8" Type="http://schemas.openxmlformats.org/officeDocument/2006/relationships/image" Target="../media/image217.wmf"/><Relationship Id="rId7" Type="http://schemas.openxmlformats.org/officeDocument/2006/relationships/image" Target="../media/image216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3" Type="http://schemas.openxmlformats.org/officeDocument/2006/relationships/image" Target="../media/image222.wmf"/><Relationship Id="rId12" Type="http://schemas.openxmlformats.org/officeDocument/2006/relationships/image" Target="../media/image221.wmf"/><Relationship Id="rId11" Type="http://schemas.openxmlformats.org/officeDocument/2006/relationships/image" Target="../media/image220.wmf"/><Relationship Id="rId10" Type="http://schemas.openxmlformats.org/officeDocument/2006/relationships/image" Target="../media/image219.wmf"/><Relationship Id="rId1" Type="http://schemas.openxmlformats.org/officeDocument/2006/relationships/image" Target="../media/image21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2.wmf"/><Relationship Id="rId8" Type="http://schemas.openxmlformats.org/officeDocument/2006/relationships/image" Target="../media/image231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1" Type="http://schemas.openxmlformats.org/officeDocument/2006/relationships/image" Target="../media/image234.wmf"/><Relationship Id="rId10" Type="http://schemas.openxmlformats.org/officeDocument/2006/relationships/image" Target="../media/image233.wmf"/><Relationship Id="rId1" Type="http://schemas.openxmlformats.org/officeDocument/2006/relationships/image" Target="../media/image226.w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7.wmf"/><Relationship Id="rId8" Type="http://schemas.openxmlformats.org/officeDocument/2006/relationships/image" Target="../media/image256.wmf"/><Relationship Id="rId7" Type="http://schemas.openxmlformats.org/officeDocument/2006/relationships/image" Target="../media/image255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5" Type="http://schemas.openxmlformats.org/officeDocument/2006/relationships/image" Target="../media/image263.wmf"/><Relationship Id="rId14" Type="http://schemas.openxmlformats.org/officeDocument/2006/relationships/image" Target="../media/image262.wmf"/><Relationship Id="rId13" Type="http://schemas.openxmlformats.org/officeDocument/2006/relationships/image" Target="../media/image261.wmf"/><Relationship Id="rId12" Type="http://schemas.openxmlformats.org/officeDocument/2006/relationships/image" Target="../media/image260.wmf"/><Relationship Id="rId11" Type="http://schemas.openxmlformats.org/officeDocument/2006/relationships/image" Target="../media/image259.wmf"/><Relationship Id="rId10" Type="http://schemas.openxmlformats.org/officeDocument/2006/relationships/image" Target="../media/image258.wmf"/><Relationship Id="rId1" Type="http://schemas.openxmlformats.org/officeDocument/2006/relationships/image" Target="../media/image249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2.wmf"/><Relationship Id="rId8" Type="http://schemas.openxmlformats.org/officeDocument/2006/relationships/image" Target="../media/image271.wmf"/><Relationship Id="rId7" Type="http://schemas.openxmlformats.org/officeDocument/2006/relationships/image" Target="../media/image270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Relationship Id="rId3" Type="http://schemas.openxmlformats.org/officeDocument/2006/relationships/image" Target="../media/image266.wmf"/><Relationship Id="rId2" Type="http://schemas.openxmlformats.org/officeDocument/2006/relationships/image" Target="../media/image265.wmf"/><Relationship Id="rId16" Type="http://schemas.openxmlformats.org/officeDocument/2006/relationships/image" Target="../media/image278.wmf"/><Relationship Id="rId15" Type="http://schemas.openxmlformats.org/officeDocument/2006/relationships/image" Target="../media/image277.wmf"/><Relationship Id="rId14" Type="http://schemas.openxmlformats.org/officeDocument/2006/relationships/image" Target="../media/image276.wmf"/><Relationship Id="rId13" Type="http://schemas.openxmlformats.org/officeDocument/2006/relationships/image" Target="../media/image261.wmf"/><Relationship Id="rId12" Type="http://schemas.openxmlformats.org/officeDocument/2006/relationships/image" Target="../media/image275.wmf"/><Relationship Id="rId11" Type="http://schemas.openxmlformats.org/officeDocument/2006/relationships/image" Target="../media/image274.wmf"/><Relationship Id="rId10" Type="http://schemas.openxmlformats.org/officeDocument/2006/relationships/image" Target="../media/image273.wmf"/><Relationship Id="rId1" Type="http://schemas.openxmlformats.org/officeDocument/2006/relationships/image" Target="../media/image26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7" Type="http://schemas.openxmlformats.org/officeDocument/2006/relationships/image" Target="../media/image285.wmf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Relationship Id="rId3" Type="http://schemas.openxmlformats.org/officeDocument/2006/relationships/image" Target="../media/image281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5.wmf"/><Relationship Id="rId8" Type="http://schemas.openxmlformats.org/officeDocument/2006/relationships/image" Target="../media/image294.wmf"/><Relationship Id="rId7" Type="http://schemas.openxmlformats.org/officeDocument/2006/relationships/image" Target="../media/image293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Relationship Id="rId3" Type="http://schemas.openxmlformats.org/officeDocument/2006/relationships/image" Target="../media/image289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0.wmf"/><Relationship Id="rId4" Type="http://schemas.openxmlformats.org/officeDocument/2006/relationships/image" Target="../media/image299.wmf"/><Relationship Id="rId3" Type="http://schemas.openxmlformats.org/officeDocument/2006/relationships/image" Target="../media/image298.wmf"/><Relationship Id="rId2" Type="http://schemas.openxmlformats.org/officeDocument/2006/relationships/image" Target="../media/image297.wmf"/><Relationship Id="rId1" Type="http://schemas.openxmlformats.org/officeDocument/2006/relationships/image" Target="../media/image296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9.wmf"/><Relationship Id="rId8" Type="http://schemas.openxmlformats.org/officeDocument/2006/relationships/image" Target="../media/image308.wmf"/><Relationship Id="rId7" Type="http://schemas.openxmlformats.org/officeDocument/2006/relationships/image" Target="../media/image307.wmf"/><Relationship Id="rId6" Type="http://schemas.openxmlformats.org/officeDocument/2006/relationships/image" Target="../media/image306.wmf"/><Relationship Id="rId5" Type="http://schemas.openxmlformats.org/officeDocument/2006/relationships/image" Target="../media/image305.wmf"/><Relationship Id="rId4" Type="http://schemas.openxmlformats.org/officeDocument/2006/relationships/image" Target="../media/image304.wmf"/><Relationship Id="rId3" Type="http://schemas.openxmlformats.org/officeDocument/2006/relationships/image" Target="../media/image303.wmf"/><Relationship Id="rId2" Type="http://schemas.openxmlformats.org/officeDocument/2006/relationships/image" Target="../media/image302.wmf"/><Relationship Id="rId16" Type="http://schemas.openxmlformats.org/officeDocument/2006/relationships/image" Target="../media/image316.wmf"/><Relationship Id="rId15" Type="http://schemas.openxmlformats.org/officeDocument/2006/relationships/image" Target="../media/image315.wmf"/><Relationship Id="rId14" Type="http://schemas.openxmlformats.org/officeDocument/2006/relationships/image" Target="../media/image314.wmf"/><Relationship Id="rId13" Type="http://schemas.openxmlformats.org/officeDocument/2006/relationships/image" Target="../media/image313.wmf"/><Relationship Id="rId12" Type="http://schemas.openxmlformats.org/officeDocument/2006/relationships/image" Target="../media/image312.wmf"/><Relationship Id="rId11" Type="http://schemas.openxmlformats.org/officeDocument/2006/relationships/image" Target="../media/image311.wmf"/><Relationship Id="rId10" Type="http://schemas.openxmlformats.org/officeDocument/2006/relationships/image" Target="../media/image310.wmf"/><Relationship Id="rId1" Type="http://schemas.openxmlformats.org/officeDocument/2006/relationships/image" Target="../media/image301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5.wmf"/><Relationship Id="rId8" Type="http://schemas.openxmlformats.org/officeDocument/2006/relationships/image" Target="../media/image324.wmf"/><Relationship Id="rId7" Type="http://schemas.openxmlformats.org/officeDocument/2006/relationships/image" Target="../media/image323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Relationship Id="rId3" Type="http://schemas.openxmlformats.org/officeDocument/2006/relationships/image" Target="../media/image319.wmf"/><Relationship Id="rId2" Type="http://schemas.openxmlformats.org/officeDocument/2006/relationships/image" Target="../media/image318.wmf"/><Relationship Id="rId15" Type="http://schemas.openxmlformats.org/officeDocument/2006/relationships/image" Target="../media/image331.emf"/><Relationship Id="rId14" Type="http://schemas.openxmlformats.org/officeDocument/2006/relationships/image" Target="../media/image330.wmf"/><Relationship Id="rId13" Type="http://schemas.openxmlformats.org/officeDocument/2006/relationships/image" Target="../media/image329.wmf"/><Relationship Id="rId12" Type="http://schemas.openxmlformats.org/officeDocument/2006/relationships/image" Target="../media/image328.wmf"/><Relationship Id="rId11" Type="http://schemas.openxmlformats.org/officeDocument/2006/relationships/image" Target="../media/image327.wmf"/><Relationship Id="rId10" Type="http://schemas.openxmlformats.org/officeDocument/2006/relationships/image" Target="../media/image326.wmf"/><Relationship Id="rId1" Type="http://schemas.openxmlformats.org/officeDocument/2006/relationships/image" Target="../media/image317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7" Type="http://schemas.openxmlformats.org/officeDocument/2006/relationships/image" Target="../media/image338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8.wmf"/><Relationship Id="rId8" Type="http://schemas.openxmlformats.org/officeDocument/2006/relationships/image" Target="../media/image347.wmf"/><Relationship Id="rId7" Type="http://schemas.openxmlformats.org/officeDocument/2006/relationships/image" Target="../media/image346.wmf"/><Relationship Id="rId6" Type="http://schemas.openxmlformats.org/officeDocument/2006/relationships/image" Target="../media/image345.wmf"/><Relationship Id="rId5" Type="http://schemas.openxmlformats.org/officeDocument/2006/relationships/image" Target="../media/image344.wmf"/><Relationship Id="rId4" Type="http://schemas.openxmlformats.org/officeDocument/2006/relationships/image" Target="../media/image343.wmf"/><Relationship Id="rId3" Type="http://schemas.openxmlformats.org/officeDocument/2006/relationships/image" Target="../media/image342.wmf"/><Relationship Id="rId2" Type="http://schemas.openxmlformats.org/officeDocument/2006/relationships/image" Target="../media/image341.wmf"/><Relationship Id="rId12" Type="http://schemas.openxmlformats.org/officeDocument/2006/relationships/image" Target="../media/image351.wmf"/><Relationship Id="rId11" Type="http://schemas.openxmlformats.org/officeDocument/2006/relationships/image" Target="../media/image350.wmf"/><Relationship Id="rId10" Type="http://schemas.openxmlformats.org/officeDocument/2006/relationships/image" Target="../media/image349.wmf"/><Relationship Id="rId1" Type="http://schemas.openxmlformats.org/officeDocument/2006/relationships/image" Target="../media/image340.e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5.wmf"/><Relationship Id="rId3" Type="http://schemas.openxmlformats.org/officeDocument/2006/relationships/image" Target="../media/image354.wmf"/><Relationship Id="rId2" Type="http://schemas.openxmlformats.org/officeDocument/2006/relationships/image" Target="../media/image353.wmf"/><Relationship Id="rId1" Type="http://schemas.openxmlformats.org/officeDocument/2006/relationships/image" Target="../media/image352.wmf"/></Relationships>
</file>

<file path=ppt/drawings/_rels/vmlDrawing42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2.wmf"/><Relationship Id="rId6" Type="http://schemas.openxmlformats.org/officeDocument/2006/relationships/image" Target="../media/image361.wmf"/><Relationship Id="rId5" Type="http://schemas.openxmlformats.org/officeDocument/2006/relationships/image" Target="../media/image360.wmf"/><Relationship Id="rId4" Type="http://schemas.openxmlformats.org/officeDocument/2006/relationships/image" Target="../media/image359.wmf"/><Relationship Id="rId3" Type="http://schemas.openxmlformats.org/officeDocument/2006/relationships/image" Target="../media/image358.w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9.wmf"/><Relationship Id="rId6" Type="http://schemas.openxmlformats.org/officeDocument/2006/relationships/image" Target="../media/image368.wmf"/><Relationship Id="rId5" Type="http://schemas.openxmlformats.org/officeDocument/2006/relationships/image" Target="../media/image367.wmf"/><Relationship Id="rId4" Type="http://schemas.openxmlformats.org/officeDocument/2006/relationships/image" Target="../media/image366.wmf"/><Relationship Id="rId3" Type="http://schemas.openxmlformats.org/officeDocument/2006/relationships/image" Target="../media/image365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/Relationships>
</file>

<file path=ppt/drawings/_rels/vmlDrawing4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76.wmf"/><Relationship Id="rId6" Type="http://schemas.openxmlformats.org/officeDocument/2006/relationships/image" Target="../media/image375.wmf"/><Relationship Id="rId5" Type="http://schemas.openxmlformats.org/officeDocument/2006/relationships/image" Target="../media/image374.wmf"/><Relationship Id="rId4" Type="http://schemas.openxmlformats.org/officeDocument/2006/relationships/image" Target="../media/image373.wmf"/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5.wmf"/><Relationship Id="rId8" Type="http://schemas.openxmlformats.org/officeDocument/2006/relationships/image" Target="../media/image384.wmf"/><Relationship Id="rId7" Type="http://schemas.openxmlformats.org/officeDocument/2006/relationships/image" Target="../media/image383.wmf"/><Relationship Id="rId6" Type="http://schemas.openxmlformats.org/officeDocument/2006/relationships/image" Target="../media/image382.wmf"/><Relationship Id="rId5" Type="http://schemas.openxmlformats.org/officeDocument/2006/relationships/image" Target="../media/image381.wmf"/><Relationship Id="rId4" Type="http://schemas.openxmlformats.org/officeDocument/2006/relationships/image" Target="../media/image380.wmf"/><Relationship Id="rId3" Type="http://schemas.openxmlformats.org/officeDocument/2006/relationships/image" Target="../media/image379.wmf"/><Relationship Id="rId2" Type="http://schemas.openxmlformats.org/officeDocument/2006/relationships/image" Target="../media/image378.wmf"/><Relationship Id="rId12" Type="http://schemas.openxmlformats.org/officeDocument/2006/relationships/image" Target="../media/image388.wmf"/><Relationship Id="rId11" Type="http://schemas.openxmlformats.org/officeDocument/2006/relationships/image" Target="../media/image387.wmf"/><Relationship Id="rId10" Type="http://schemas.openxmlformats.org/officeDocument/2006/relationships/image" Target="../media/image386.wmf"/><Relationship Id="rId1" Type="http://schemas.openxmlformats.org/officeDocument/2006/relationships/image" Target="../media/image377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wmf"/><Relationship Id="rId7" Type="http://schemas.openxmlformats.org/officeDocument/2006/relationships/image" Target="../media/image395.wmf"/><Relationship Id="rId6" Type="http://schemas.openxmlformats.org/officeDocument/2006/relationships/image" Target="../media/image394.wmf"/><Relationship Id="rId5" Type="http://schemas.openxmlformats.org/officeDocument/2006/relationships/image" Target="../media/image393.wmf"/><Relationship Id="rId4" Type="http://schemas.openxmlformats.org/officeDocument/2006/relationships/image" Target="../media/image392.wmf"/><Relationship Id="rId3" Type="http://schemas.openxmlformats.org/officeDocument/2006/relationships/image" Target="../media/image391.wmf"/><Relationship Id="rId2" Type="http://schemas.openxmlformats.org/officeDocument/2006/relationships/image" Target="../media/image390.wmf"/><Relationship Id="rId1" Type="http://schemas.openxmlformats.org/officeDocument/2006/relationships/image" Target="../media/image389.wmf"/></Relationships>
</file>

<file path=ppt/drawings/_rels/vmlDrawing4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0.wmf"/><Relationship Id="rId3" Type="http://schemas.openxmlformats.org/officeDocument/2006/relationships/image" Target="../media/image399.wmf"/><Relationship Id="rId2" Type="http://schemas.openxmlformats.org/officeDocument/2006/relationships/image" Target="../media/image398.wmf"/><Relationship Id="rId1" Type="http://schemas.openxmlformats.org/officeDocument/2006/relationships/image" Target="../media/image397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9.wmf"/><Relationship Id="rId8" Type="http://schemas.openxmlformats.org/officeDocument/2006/relationships/image" Target="../media/image408.wmf"/><Relationship Id="rId7" Type="http://schemas.openxmlformats.org/officeDocument/2006/relationships/image" Target="../media/image407.wmf"/><Relationship Id="rId6" Type="http://schemas.openxmlformats.org/officeDocument/2006/relationships/image" Target="../media/image406.wmf"/><Relationship Id="rId5" Type="http://schemas.openxmlformats.org/officeDocument/2006/relationships/image" Target="../media/image405.wmf"/><Relationship Id="rId4" Type="http://schemas.openxmlformats.org/officeDocument/2006/relationships/image" Target="../media/image404.wmf"/><Relationship Id="rId3" Type="http://schemas.openxmlformats.org/officeDocument/2006/relationships/image" Target="../media/image403.wmf"/><Relationship Id="rId2" Type="http://schemas.openxmlformats.org/officeDocument/2006/relationships/image" Target="../media/image402.wmf"/><Relationship Id="rId1" Type="http://schemas.openxmlformats.org/officeDocument/2006/relationships/image" Target="../media/image401.wmf"/></Relationships>
</file>

<file path=ppt/drawings/_rels/vmlDrawing49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4.wmf"/><Relationship Id="rId4" Type="http://schemas.openxmlformats.org/officeDocument/2006/relationships/image" Target="../media/image413.wmf"/><Relationship Id="rId3" Type="http://schemas.openxmlformats.org/officeDocument/2006/relationships/image" Target="../media/image412.wmf"/><Relationship Id="rId2" Type="http://schemas.openxmlformats.org/officeDocument/2006/relationships/image" Target="../media/image411.wmf"/><Relationship Id="rId1" Type="http://schemas.openxmlformats.org/officeDocument/2006/relationships/image" Target="../media/image410.wmf"/></Relationships>
</file>

<file path=ppt/drawings/_rels/vmlDrawing5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3.wmf"/><Relationship Id="rId8" Type="http://schemas.openxmlformats.org/officeDocument/2006/relationships/image" Target="../media/image422.wmf"/><Relationship Id="rId7" Type="http://schemas.openxmlformats.org/officeDocument/2006/relationships/image" Target="../media/image421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9" Type="http://schemas.openxmlformats.org/officeDocument/2006/relationships/image" Target="../media/image263.wmf"/><Relationship Id="rId18" Type="http://schemas.openxmlformats.org/officeDocument/2006/relationships/image" Target="../media/image431.wmf"/><Relationship Id="rId17" Type="http://schemas.openxmlformats.org/officeDocument/2006/relationships/image" Target="../media/image430.wmf"/><Relationship Id="rId16" Type="http://schemas.openxmlformats.org/officeDocument/2006/relationships/image" Target="../media/image260.wmf"/><Relationship Id="rId15" Type="http://schemas.openxmlformats.org/officeDocument/2006/relationships/image" Target="../media/image429.wmf"/><Relationship Id="rId14" Type="http://schemas.openxmlformats.org/officeDocument/2006/relationships/image" Target="../media/image428.wmf"/><Relationship Id="rId13" Type="http://schemas.openxmlformats.org/officeDocument/2006/relationships/image" Target="../media/image427.wmf"/><Relationship Id="rId12" Type="http://schemas.openxmlformats.org/officeDocument/2006/relationships/image" Target="../media/image426.wmf"/><Relationship Id="rId11" Type="http://schemas.openxmlformats.org/officeDocument/2006/relationships/image" Target="../media/image425.wmf"/><Relationship Id="rId10" Type="http://schemas.openxmlformats.org/officeDocument/2006/relationships/image" Target="../media/image424.wmf"/><Relationship Id="rId1" Type="http://schemas.openxmlformats.org/officeDocument/2006/relationships/image" Target="../media/image4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Relationship Id="rId30" Type="http://schemas.openxmlformats.org/officeDocument/2006/relationships/vmlDrawing" Target="../drawings/vmlDrawing2.vml"/><Relationship Id="rId3" Type="http://schemas.openxmlformats.org/officeDocument/2006/relationships/oleObject" Target="../embeddings/oleObject8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20.wmf"/><Relationship Id="rId27" Type="http://schemas.openxmlformats.org/officeDocument/2006/relationships/oleObject" Target="../embeddings/oleObject20.bin"/><Relationship Id="rId26" Type="http://schemas.openxmlformats.org/officeDocument/2006/relationships/image" Target="../media/image19.wmf"/><Relationship Id="rId25" Type="http://schemas.openxmlformats.org/officeDocument/2006/relationships/oleObject" Target="../embeddings/oleObject19.bin"/><Relationship Id="rId24" Type="http://schemas.openxmlformats.org/officeDocument/2006/relationships/image" Target="../media/image18.wmf"/><Relationship Id="rId23" Type="http://schemas.openxmlformats.org/officeDocument/2006/relationships/oleObject" Target="../embeddings/oleObject18.bin"/><Relationship Id="rId22" Type="http://schemas.openxmlformats.org/officeDocument/2006/relationships/image" Target="../media/image17.wmf"/><Relationship Id="rId21" Type="http://schemas.openxmlformats.org/officeDocument/2006/relationships/oleObject" Target="../embeddings/oleObject17.bin"/><Relationship Id="rId20" Type="http://schemas.openxmlformats.org/officeDocument/2006/relationships/image" Target="../media/image16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6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15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0" Type="http://schemas.openxmlformats.org/officeDocument/2006/relationships/vmlDrawing" Target="../drawings/vmlDrawing3.vml"/><Relationship Id="rId2" Type="http://schemas.openxmlformats.org/officeDocument/2006/relationships/image" Target="../media/image2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29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8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0.w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3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7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2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4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9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7.wmf"/><Relationship Id="rId2" Type="http://schemas.openxmlformats.org/officeDocument/2006/relationships/image" Target="../media/image48.wmf"/><Relationship Id="rId19" Type="http://schemas.openxmlformats.org/officeDocument/2006/relationships/oleObject" Target="../embeddings/oleObject57.bin"/><Relationship Id="rId18" Type="http://schemas.openxmlformats.org/officeDocument/2006/relationships/image" Target="../media/image56.w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55.w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9.wmf"/><Relationship Id="rId38" Type="http://schemas.openxmlformats.org/officeDocument/2006/relationships/vmlDrawing" Target="../drawings/vmlDrawing8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75.wmf"/><Relationship Id="rId35" Type="http://schemas.openxmlformats.org/officeDocument/2006/relationships/oleObject" Target="../embeddings/oleObject75.bin"/><Relationship Id="rId34" Type="http://schemas.openxmlformats.org/officeDocument/2006/relationships/image" Target="../media/image74.wmf"/><Relationship Id="rId33" Type="http://schemas.openxmlformats.org/officeDocument/2006/relationships/oleObject" Target="../embeddings/oleObject74.bin"/><Relationship Id="rId32" Type="http://schemas.openxmlformats.org/officeDocument/2006/relationships/image" Target="../media/image73.wmf"/><Relationship Id="rId31" Type="http://schemas.openxmlformats.org/officeDocument/2006/relationships/oleObject" Target="../embeddings/oleObject73.bin"/><Relationship Id="rId30" Type="http://schemas.openxmlformats.org/officeDocument/2006/relationships/image" Target="../media/image72.wmf"/><Relationship Id="rId3" Type="http://schemas.openxmlformats.org/officeDocument/2006/relationships/oleObject" Target="../embeddings/oleObject59.bin"/><Relationship Id="rId29" Type="http://schemas.openxmlformats.org/officeDocument/2006/relationships/oleObject" Target="../embeddings/oleObject72.bin"/><Relationship Id="rId28" Type="http://schemas.openxmlformats.org/officeDocument/2006/relationships/image" Target="../media/image71.wmf"/><Relationship Id="rId27" Type="http://schemas.openxmlformats.org/officeDocument/2006/relationships/oleObject" Target="../embeddings/oleObject71.bin"/><Relationship Id="rId26" Type="http://schemas.openxmlformats.org/officeDocument/2006/relationships/image" Target="../media/image70.wmf"/><Relationship Id="rId25" Type="http://schemas.openxmlformats.org/officeDocument/2006/relationships/oleObject" Target="../embeddings/oleObject70.bin"/><Relationship Id="rId24" Type="http://schemas.openxmlformats.org/officeDocument/2006/relationships/image" Target="../media/image69.w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68.w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67.wmf"/><Relationship Id="rId2" Type="http://schemas.openxmlformats.org/officeDocument/2006/relationships/image" Target="../media/image58.wmf"/><Relationship Id="rId19" Type="http://schemas.openxmlformats.org/officeDocument/2006/relationships/oleObject" Target="../embeddings/oleObject67.bin"/><Relationship Id="rId18" Type="http://schemas.openxmlformats.org/officeDocument/2006/relationships/image" Target="../media/image66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5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4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3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5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7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76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84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83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6.bin"/><Relationship Id="rId25" Type="http://schemas.openxmlformats.org/officeDocument/2006/relationships/vmlDrawing" Target="../drawings/vmlDrawing10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94.wmf"/><Relationship Id="rId22" Type="http://schemas.openxmlformats.org/officeDocument/2006/relationships/oleObject" Target="../embeddings/oleObject97.bin"/><Relationship Id="rId21" Type="http://schemas.openxmlformats.org/officeDocument/2006/relationships/oleObject" Target="../embeddings/oleObject96.bin"/><Relationship Id="rId20" Type="http://schemas.openxmlformats.org/officeDocument/2006/relationships/oleObject" Target="../embeddings/oleObject95.bin"/><Relationship Id="rId2" Type="http://schemas.openxmlformats.org/officeDocument/2006/relationships/image" Target="../media/image85.wmf"/><Relationship Id="rId19" Type="http://schemas.openxmlformats.org/officeDocument/2006/relationships/image" Target="../media/image93.wmf"/><Relationship Id="rId18" Type="http://schemas.openxmlformats.org/officeDocument/2006/relationships/oleObject" Target="../embeddings/oleObject94.bin"/><Relationship Id="rId17" Type="http://schemas.openxmlformats.org/officeDocument/2006/relationships/image" Target="../media/image92.wmf"/><Relationship Id="rId16" Type="http://schemas.openxmlformats.org/officeDocument/2006/relationships/oleObject" Target="../embeddings/oleObject93.bin"/><Relationship Id="rId15" Type="http://schemas.openxmlformats.org/officeDocument/2006/relationships/image" Target="../media/image91.wmf"/><Relationship Id="rId14" Type="http://schemas.openxmlformats.org/officeDocument/2006/relationships/oleObject" Target="../embeddings/oleObject92.bin"/><Relationship Id="rId13" Type="http://schemas.openxmlformats.org/officeDocument/2006/relationships/oleObject" Target="../embeddings/oleObject91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8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5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01.wmf"/><Relationship Id="rId13" Type="http://schemas.openxmlformats.org/officeDocument/2006/relationships/oleObject" Target="../embeddings/oleObject104.bin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9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2.w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10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08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118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1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16.wmf"/><Relationship Id="rId17" Type="http://schemas.openxmlformats.org/officeDocument/2006/relationships/vmlDrawing" Target="../drawings/vmlDrawing14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103.wmf"/><Relationship Id="rId14" Type="http://schemas.openxmlformats.org/officeDocument/2006/relationships/oleObject" Target="../embeddings/oleObject126.bin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19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122.wmf"/><Relationship Id="rId1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3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32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24.w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2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29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13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33.wmf"/><Relationship Id="rId15" Type="http://schemas.openxmlformats.org/officeDocument/2006/relationships/vmlDrawing" Target="../drawings/vmlDrawing18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137.wmf"/><Relationship Id="rId12" Type="http://schemas.openxmlformats.org/officeDocument/2006/relationships/oleObject" Target="../embeddings/oleObject144.bin"/><Relationship Id="rId11" Type="http://schemas.openxmlformats.org/officeDocument/2006/relationships/image" Target="../media/image136.wmf"/><Relationship Id="rId10" Type="http://schemas.openxmlformats.org/officeDocument/2006/relationships/oleObject" Target="../embeddings/oleObject143.bin"/><Relationship Id="rId1" Type="http://schemas.openxmlformats.org/officeDocument/2006/relationships/oleObject" Target="../embeddings/oleObject138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9.bin"/><Relationship Id="rId8" Type="http://schemas.openxmlformats.org/officeDocument/2006/relationships/image" Target="../media/image141.wmf"/><Relationship Id="rId7" Type="http://schemas.openxmlformats.org/officeDocument/2006/relationships/oleObject" Target="../embeddings/oleObject148.bin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39.wmf"/><Relationship Id="rId39" Type="http://schemas.openxmlformats.org/officeDocument/2006/relationships/notesSlide" Target="../notesSlides/notesSlide1.xml"/><Relationship Id="rId38" Type="http://schemas.openxmlformats.org/officeDocument/2006/relationships/vmlDrawing" Target="../drawings/vmlDrawing19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55.wmf"/><Relationship Id="rId35" Type="http://schemas.openxmlformats.org/officeDocument/2006/relationships/oleObject" Target="../embeddings/oleObject162.bin"/><Relationship Id="rId34" Type="http://schemas.openxmlformats.org/officeDocument/2006/relationships/image" Target="../media/image154.wmf"/><Relationship Id="rId33" Type="http://schemas.openxmlformats.org/officeDocument/2006/relationships/oleObject" Target="../embeddings/oleObject161.bin"/><Relationship Id="rId32" Type="http://schemas.openxmlformats.org/officeDocument/2006/relationships/image" Target="../media/image153.wmf"/><Relationship Id="rId31" Type="http://schemas.openxmlformats.org/officeDocument/2006/relationships/oleObject" Target="../embeddings/oleObject160.bin"/><Relationship Id="rId30" Type="http://schemas.openxmlformats.org/officeDocument/2006/relationships/image" Target="../media/image152.wmf"/><Relationship Id="rId3" Type="http://schemas.openxmlformats.org/officeDocument/2006/relationships/oleObject" Target="../embeddings/oleObject146.bin"/><Relationship Id="rId29" Type="http://schemas.openxmlformats.org/officeDocument/2006/relationships/oleObject" Target="../embeddings/oleObject159.bin"/><Relationship Id="rId28" Type="http://schemas.openxmlformats.org/officeDocument/2006/relationships/image" Target="../media/image151.wmf"/><Relationship Id="rId27" Type="http://schemas.openxmlformats.org/officeDocument/2006/relationships/oleObject" Target="../embeddings/oleObject158.bin"/><Relationship Id="rId26" Type="http://schemas.openxmlformats.org/officeDocument/2006/relationships/image" Target="../media/image150.wmf"/><Relationship Id="rId25" Type="http://schemas.openxmlformats.org/officeDocument/2006/relationships/oleObject" Target="../embeddings/oleObject157.bin"/><Relationship Id="rId24" Type="http://schemas.openxmlformats.org/officeDocument/2006/relationships/image" Target="../media/image149.wmf"/><Relationship Id="rId23" Type="http://schemas.openxmlformats.org/officeDocument/2006/relationships/oleObject" Target="../embeddings/oleObject156.bin"/><Relationship Id="rId22" Type="http://schemas.openxmlformats.org/officeDocument/2006/relationships/image" Target="../media/image148.wmf"/><Relationship Id="rId21" Type="http://schemas.openxmlformats.org/officeDocument/2006/relationships/oleObject" Target="../embeddings/oleObject155.bin"/><Relationship Id="rId20" Type="http://schemas.openxmlformats.org/officeDocument/2006/relationships/image" Target="../media/image147.wmf"/><Relationship Id="rId2" Type="http://schemas.openxmlformats.org/officeDocument/2006/relationships/image" Target="../media/image138.wmf"/><Relationship Id="rId19" Type="http://schemas.openxmlformats.org/officeDocument/2006/relationships/oleObject" Target="../embeddings/oleObject154.bin"/><Relationship Id="rId18" Type="http://schemas.openxmlformats.org/officeDocument/2006/relationships/image" Target="../media/image146.wmf"/><Relationship Id="rId17" Type="http://schemas.openxmlformats.org/officeDocument/2006/relationships/oleObject" Target="../embeddings/oleObject153.bin"/><Relationship Id="rId16" Type="http://schemas.openxmlformats.org/officeDocument/2006/relationships/image" Target="../media/image145.wmf"/><Relationship Id="rId15" Type="http://schemas.openxmlformats.org/officeDocument/2006/relationships/oleObject" Target="../embeddings/oleObject152.bin"/><Relationship Id="rId14" Type="http://schemas.openxmlformats.org/officeDocument/2006/relationships/image" Target="../media/image144.wmf"/><Relationship Id="rId13" Type="http://schemas.openxmlformats.org/officeDocument/2006/relationships/oleObject" Target="../embeddings/oleObject151.bin"/><Relationship Id="rId12" Type="http://schemas.openxmlformats.org/officeDocument/2006/relationships/image" Target="../media/image143.wmf"/><Relationship Id="rId11" Type="http://schemas.openxmlformats.org/officeDocument/2006/relationships/oleObject" Target="../embeddings/oleObject150.bin"/><Relationship Id="rId10" Type="http://schemas.openxmlformats.org/officeDocument/2006/relationships/image" Target="../media/image142.wmf"/><Relationship Id="rId1" Type="http://schemas.openxmlformats.org/officeDocument/2006/relationships/oleObject" Target="../embeddings/oleObject14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7.bin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66.bin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65.bin"/><Relationship Id="rId44" Type="http://schemas.openxmlformats.org/officeDocument/2006/relationships/vmlDrawing" Target="../drawings/vmlDrawing20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176.wmf"/><Relationship Id="rId41" Type="http://schemas.openxmlformats.org/officeDocument/2006/relationships/oleObject" Target="../embeddings/oleObject183.bin"/><Relationship Id="rId40" Type="http://schemas.openxmlformats.org/officeDocument/2006/relationships/image" Target="../media/image175.emf"/><Relationship Id="rId4" Type="http://schemas.openxmlformats.org/officeDocument/2006/relationships/image" Target="../media/image157.wmf"/><Relationship Id="rId39" Type="http://schemas.openxmlformats.org/officeDocument/2006/relationships/oleObject" Target="../embeddings/oleObject182.bin"/><Relationship Id="rId38" Type="http://schemas.openxmlformats.org/officeDocument/2006/relationships/image" Target="../media/image174.wmf"/><Relationship Id="rId37" Type="http://schemas.openxmlformats.org/officeDocument/2006/relationships/oleObject" Target="../embeddings/oleObject181.bin"/><Relationship Id="rId36" Type="http://schemas.openxmlformats.org/officeDocument/2006/relationships/image" Target="../media/image173.wmf"/><Relationship Id="rId35" Type="http://schemas.openxmlformats.org/officeDocument/2006/relationships/oleObject" Target="../embeddings/oleObject180.bin"/><Relationship Id="rId34" Type="http://schemas.openxmlformats.org/officeDocument/2006/relationships/image" Target="../media/image172.wmf"/><Relationship Id="rId33" Type="http://schemas.openxmlformats.org/officeDocument/2006/relationships/oleObject" Target="../embeddings/oleObject179.bin"/><Relationship Id="rId32" Type="http://schemas.openxmlformats.org/officeDocument/2006/relationships/image" Target="../media/image171.wmf"/><Relationship Id="rId31" Type="http://schemas.openxmlformats.org/officeDocument/2006/relationships/oleObject" Target="../embeddings/oleObject178.bin"/><Relationship Id="rId30" Type="http://schemas.openxmlformats.org/officeDocument/2006/relationships/image" Target="../media/image170.wmf"/><Relationship Id="rId3" Type="http://schemas.openxmlformats.org/officeDocument/2006/relationships/oleObject" Target="../embeddings/oleObject164.bin"/><Relationship Id="rId29" Type="http://schemas.openxmlformats.org/officeDocument/2006/relationships/oleObject" Target="../embeddings/oleObject177.bin"/><Relationship Id="rId28" Type="http://schemas.openxmlformats.org/officeDocument/2006/relationships/image" Target="../media/image169.wmf"/><Relationship Id="rId27" Type="http://schemas.openxmlformats.org/officeDocument/2006/relationships/oleObject" Target="../embeddings/oleObject176.bin"/><Relationship Id="rId26" Type="http://schemas.openxmlformats.org/officeDocument/2006/relationships/image" Target="../media/image168.wmf"/><Relationship Id="rId25" Type="http://schemas.openxmlformats.org/officeDocument/2006/relationships/oleObject" Target="../embeddings/oleObject175.bin"/><Relationship Id="rId24" Type="http://schemas.openxmlformats.org/officeDocument/2006/relationships/image" Target="../media/image167.wmf"/><Relationship Id="rId23" Type="http://schemas.openxmlformats.org/officeDocument/2006/relationships/oleObject" Target="../embeddings/oleObject174.bin"/><Relationship Id="rId22" Type="http://schemas.openxmlformats.org/officeDocument/2006/relationships/image" Target="../media/image166.wmf"/><Relationship Id="rId21" Type="http://schemas.openxmlformats.org/officeDocument/2006/relationships/oleObject" Target="../embeddings/oleObject173.bin"/><Relationship Id="rId20" Type="http://schemas.openxmlformats.org/officeDocument/2006/relationships/image" Target="../media/image165.wmf"/><Relationship Id="rId2" Type="http://schemas.openxmlformats.org/officeDocument/2006/relationships/image" Target="../media/image156.wmf"/><Relationship Id="rId19" Type="http://schemas.openxmlformats.org/officeDocument/2006/relationships/oleObject" Target="../embeddings/oleObject172.bin"/><Relationship Id="rId18" Type="http://schemas.openxmlformats.org/officeDocument/2006/relationships/image" Target="../media/image164.wmf"/><Relationship Id="rId17" Type="http://schemas.openxmlformats.org/officeDocument/2006/relationships/oleObject" Target="../embeddings/oleObject171.bin"/><Relationship Id="rId16" Type="http://schemas.openxmlformats.org/officeDocument/2006/relationships/image" Target="../media/image163.wmf"/><Relationship Id="rId15" Type="http://schemas.openxmlformats.org/officeDocument/2006/relationships/oleObject" Target="../embeddings/oleObject170.bin"/><Relationship Id="rId14" Type="http://schemas.openxmlformats.org/officeDocument/2006/relationships/image" Target="../media/image162.wmf"/><Relationship Id="rId13" Type="http://schemas.openxmlformats.org/officeDocument/2006/relationships/oleObject" Target="../embeddings/oleObject169.bin"/><Relationship Id="rId12" Type="http://schemas.openxmlformats.org/officeDocument/2006/relationships/image" Target="../media/image161.wmf"/><Relationship Id="rId11" Type="http://schemas.openxmlformats.org/officeDocument/2006/relationships/oleObject" Target="../embeddings/oleObject168.bin"/><Relationship Id="rId10" Type="http://schemas.openxmlformats.org/officeDocument/2006/relationships/image" Target="../media/image160.wmf"/><Relationship Id="rId1" Type="http://schemas.openxmlformats.org/officeDocument/2006/relationships/oleObject" Target="../embeddings/oleObject16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185.bin"/><Relationship Id="rId20" Type="http://schemas.openxmlformats.org/officeDocument/2006/relationships/vmlDrawing" Target="../drawings/vmlDrawing21.vml"/><Relationship Id="rId2" Type="http://schemas.openxmlformats.org/officeDocument/2006/relationships/image" Target="../media/image17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84.wmf"/><Relationship Id="rId17" Type="http://schemas.openxmlformats.org/officeDocument/2006/relationships/oleObject" Target="../embeddings/oleObject192.bin"/><Relationship Id="rId16" Type="http://schemas.openxmlformats.org/officeDocument/2006/relationships/image" Target="../media/image183.wmf"/><Relationship Id="rId15" Type="http://schemas.openxmlformats.org/officeDocument/2006/relationships/oleObject" Target="../embeddings/oleObject191.bin"/><Relationship Id="rId14" Type="http://schemas.openxmlformats.org/officeDocument/2006/relationships/image" Target="../media/image182.wmf"/><Relationship Id="rId13" Type="http://schemas.openxmlformats.org/officeDocument/2006/relationships/oleObject" Target="../embeddings/oleObject190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189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184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88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87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86.w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185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90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89.wmf"/><Relationship Id="rId1" Type="http://schemas.openxmlformats.org/officeDocument/2006/relationships/oleObject" Target="../embeddings/oleObject19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194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92.wmf"/><Relationship Id="rId3" Type="http://schemas.openxmlformats.org/officeDocument/2006/relationships/oleObject" Target="../embeddings/oleObject200.bin"/><Relationship Id="rId20" Type="http://schemas.openxmlformats.org/officeDocument/2006/relationships/vmlDrawing" Target="../drawings/vmlDrawing23.vml"/><Relationship Id="rId2" Type="http://schemas.openxmlformats.org/officeDocument/2006/relationships/image" Target="../media/image19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99.wmf"/><Relationship Id="rId17" Type="http://schemas.openxmlformats.org/officeDocument/2006/relationships/oleObject" Target="../embeddings/oleObject207.bin"/><Relationship Id="rId16" Type="http://schemas.openxmlformats.org/officeDocument/2006/relationships/image" Target="../media/image198.wmf"/><Relationship Id="rId15" Type="http://schemas.openxmlformats.org/officeDocument/2006/relationships/oleObject" Target="../embeddings/oleObject206.bin"/><Relationship Id="rId14" Type="http://schemas.openxmlformats.org/officeDocument/2006/relationships/image" Target="../media/image197.wmf"/><Relationship Id="rId13" Type="http://schemas.openxmlformats.org/officeDocument/2006/relationships/oleObject" Target="../embeddings/oleObject205.bin"/><Relationship Id="rId12" Type="http://schemas.openxmlformats.org/officeDocument/2006/relationships/image" Target="../media/image196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195.wmf"/><Relationship Id="rId1" Type="http://schemas.openxmlformats.org/officeDocument/2006/relationships/oleObject" Target="../embeddings/oleObject19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2.bin"/><Relationship Id="rId8" Type="http://schemas.openxmlformats.org/officeDocument/2006/relationships/image" Target="../media/image203.wmf"/><Relationship Id="rId7" Type="http://schemas.openxmlformats.org/officeDocument/2006/relationships/oleObject" Target="../embeddings/oleObject211.bin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01.wmf"/><Relationship Id="rId3" Type="http://schemas.openxmlformats.org/officeDocument/2006/relationships/oleObject" Target="../embeddings/oleObject209.bin"/><Relationship Id="rId2" Type="http://schemas.openxmlformats.org/officeDocument/2006/relationships/image" Target="../media/image200.wmf"/><Relationship Id="rId15" Type="http://schemas.openxmlformats.org/officeDocument/2006/relationships/vmlDrawing" Target="../drawings/vmlDrawing24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206.png"/><Relationship Id="rId12" Type="http://schemas.openxmlformats.org/officeDocument/2006/relationships/image" Target="../media/image205.wmf"/><Relationship Id="rId11" Type="http://schemas.openxmlformats.org/officeDocument/2006/relationships/oleObject" Target="../embeddings/oleObject213.bin"/><Relationship Id="rId10" Type="http://schemas.openxmlformats.org/officeDocument/2006/relationships/image" Target="../media/image204.wmf"/><Relationship Id="rId1" Type="http://schemas.openxmlformats.org/officeDocument/2006/relationships/oleObject" Target="../embeddings/oleObject20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08.wmf"/><Relationship Id="rId3" Type="http://schemas.openxmlformats.org/officeDocument/2006/relationships/oleObject" Target="../embeddings/oleObject215.bin"/><Relationship Id="rId2" Type="http://schemas.openxmlformats.org/officeDocument/2006/relationships/image" Target="../media/image207.wmf"/><Relationship Id="rId1" Type="http://schemas.openxmlformats.org/officeDocument/2006/relationships/oleObject" Target="../embeddings/oleObject21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1.bin"/><Relationship Id="rId8" Type="http://schemas.openxmlformats.org/officeDocument/2006/relationships/image" Target="../media/image213.wmf"/><Relationship Id="rId7" Type="http://schemas.openxmlformats.org/officeDocument/2006/relationships/oleObject" Target="../embeddings/oleObject220.bin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19.bin"/><Relationship Id="rId4" Type="http://schemas.openxmlformats.org/officeDocument/2006/relationships/image" Target="../media/image211.wmf"/><Relationship Id="rId3" Type="http://schemas.openxmlformats.org/officeDocument/2006/relationships/oleObject" Target="../embeddings/oleObject218.bin"/><Relationship Id="rId28" Type="http://schemas.openxmlformats.org/officeDocument/2006/relationships/vmlDrawing" Target="../drawings/vmlDrawing2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22.wmf"/><Relationship Id="rId25" Type="http://schemas.openxmlformats.org/officeDocument/2006/relationships/oleObject" Target="../embeddings/oleObject229.bin"/><Relationship Id="rId24" Type="http://schemas.openxmlformats.org/officeDocument/2006/relationships/image" Target="../media/image221.wmf"/><Relationship Id="rId23" Type="http://schemas.openxmlformats.org/officeDocument/2006/relationships/oleObject" Target="../embeddings/oleObject228.bin"/><Relationship Id="rId22" Type="http://schemas.openxmlformats.org/officeDocument/2006/relationships/image" Target="../media/image220.wmf"/><Relationship Id="rId21" Type="http://schemas.openxmlformats.org/officeDocument/2006/relationships/oleObject" Target="../embeddings/oleObject227.bin"/><Relationship Id="rId20" Type="http://schemas.openxmlformats.org/officeDocument/2006/relationships/image" Target="../media/image219.wmf"/><Relationship Id="rId2" Type="http://schemas.openxmlformats.org/officeDocument/2006/relationships/image" Target="../media/image210.wmf"/><Relationship Id="rId19" Type="http://schemas.openxmlformats.org/officeDocument/2006/relationships/oleObject" Target="../embeddings/oleObject226.bin"/><Relationship Id="rId18" Type="http://schemas.openxmlformats.org/officeDocument/2006/relationships/image" Target="../media/image218.wmf"/><Relationship Id="rId17" Type="http://schemas.openxmlformats.org/officeDocument/2006/relationships/oleObject" Target="../embeddings/oleObject225.bin"/><Relationship Id="rId16" Type="http://schemas.openxmlformats.org/officeDocument/2006/relationships/image" Target="../media/image217.wmf"/><Relationship Id="rId15" Type="http://schemas.openxmlformats.org/officeDocument/2006/relationships/oleObject" Target="../embeddings/oleObject224.bin"/><Relationship Id="rId14" Type="http://schemas.openxmlformats.org/officeDocument/2006/relationships/image" Target="../media/image216.wmf"/><Relationship Id="rId13" Type="http://schemas.openxmlformats.org/officeDocument/2006/relationships/oleObject" Target="../embeddings/oleObject223.bin"/><Relationship Id="rId12" Type="http://schemas.openxmlformats.org/officeDocument/2006/relationships/image" Target="../media/image215.wmf"/><Relationship Id="rId11" Type="http://schemas.openxmlformats.org/officeDocument/2006/relationships/oleObject" Target="../embeddings/oleObject222.bin"/><Relationship Id="rId10" Type="http://schemas.openxmlformats.org/officeDocument/2006/relationships/image" Target="../media/image214.wmf"/><Relationship Id="rId1" Type="http://schemas.openxmlformats.org/officeDocument/2006/relationships/oleObject" Target="../embeddings/oleObject21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7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232.bin"/><Relationship Id="rId4" Type="http://schemas.openxmlformats.org/officeDocument/2006/relationships/image" Target="../media/image224.wmf"/><Relationship Id="rId3" Type="http://schemas.openxmlformats.org/officeDocument/2006/relationships/oleObject" Target="../embeddings/oleObject231.bin"/><Relationship Id="rId2" Type="http://schemas.openxmlformats.org/officeDocument/2006/relationships/image" Target="../media/image223.wmf"/><Relationship Id="rId1" Type="http://schemas.openxmlformats.org/officeDocument/2006/relationships/oleObject" Target="../embeddings/oleObject230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7.bin"/><Relationship Id="rId8" Type="http://schemas.openxmlformats.org/officeDocument/2006/relationships/image" Target="../media/image227.wmf"/><Relationship Id="rId7" Type="http://schemas.openxmlformats.org/officeDocument/2006/relationships/oleObject" Target="../embeddings/oleObject236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34.bin"/><Relationship Id="rId24" Type="http://schemas.openxmlformats.org/officeDocument/2006/relationships/vmlDrawing" Target="../drawings/vmlDrawing28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34.wmf"/><Relationship Id="rId21" Type="http://schemas.openxmlformats.org/officeDocument/2006/relationships/oleObject" Target="../embeddings/oleObject243.bin"/><Relationship Id="rId20" Type="http://schemas.openxmlformats.org/officeDocument/2006/relationships/image" Target="../media/image233.wmf"/><Relationship Id="rId2" Type="http://schemas.openxmlformats.org/officeDocument/2006/relationships/image" Target="../media/image226.wmf"/><Relationship Id="rId19" Type="http://schemas.openxmlformats.org/officeDocument/2006/relationships/oleObject" Target="../embeddings/oleObject242.bin"/><Relationship Id="rId18" Type="http://schemas.openxmlformats.org/officeDocument/2006/relationships/image" Target="../media/image232.wmf"/><Relationship Id="rId17" Type="http://schemas.openxmlformats.org/officeDocument/2006/relationships/oleObject" Target="../embeddings/oleObject241.bin"/><Relationship Id="rId16" Type="http://schemas.openxmlformats.org/officeDocument/2006/relationships/image" Target="../media/image231.wmf"/><Relationship Id="rId15" Type="http://schemas.openxmlformats.org/officeDocument/2006/relationships/oleObject" Target="../embeddings/oleObject240.bin"/><Relationship Id="rId14" Type="http://schemas.openxmlformats.org/officeDocument/2006/relationships/image" Target="../media/image230.wmf"/><Relationship Id="rId13" Type="http://schemas.openxmlformats.org/officeDocument/2006/relationships/oleObject" Target="../embeddings/oleObject239.bin"/><Relationship Id="rId12" Type="http://schemas.openxmlformats.org/officeDocument/2006/relationships/image" Target="../media/image229.wmf"/><Relationship Id="rId11" Type="http://schemas.openxmlformats.org/officeDocument/2006/relationships/oleObject" Target="../embeddings/oleObject238.bin"/><Relationship Id="rId10" Type="http://schemas.openxmlformats.org/officeDocument/2006/relationships/image" Target="../media/image228.wmf"/><Relationship Id="rId1" Type="http://schemas.openxmlformats.org/officeDocument/2006/relationships/oleObject" Target="../embeddings/oleObject23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238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36.wmf"/><Relationship Id="rId3" Type="http://schemas.openxmlformats.org/officeDocument/2006/relationships/oleObject" Target="../embeddings/oleObject245.bin"/><Relationship Id="rId2" Type="http://schemas.openxmlformats.org/officeDocument/2006/relationships/image" Target="../media/image235.wmf"/><Relationship Id="rId14" Type="http://schemas.openxmlformats.org/officeDocument/2006/relationships/vmlDrawing" Target="../drawings/vmlDrawing29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40.wmf"/><Relationship Id="rId11" Type="http://schemas.openxmlformats.org/officeDocument/2006/relationships/oleObject" Target="../embeddings/oleObject249.bin"/><Relationship Id="rId10" Type="http://schemas.openxmlformats.org/officeDocument/2006/relationships/image" Target="../media/image239.wmf"/><Relationship Id="rId1" Type="http://schemas.openxmlformats.org/officeDocument/2006/relationships/oleObject" Target="../embeddings/oleObject24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43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242.wmf"/><Relationship Id="rId3" Type="http://schemas.openxmlformats.org/officeDocument/2006/relationships/oleObject" Target="../embeddings/oleObject251.bin"/><Relationship Id="rId2" Type="http://schemas.openxmlformats.org/officeDocument/2006/relationships/image" Target="../media/image241.wmf"/><Relationship Id="rId1" Type="http://schemas.openxmlformats.org/officeDocument/2006/relationships/oleObject" Target="../embeddings/oleObject25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247.wmf"/><Relationship Id="rId7" Type="http://schemas.openxmlformats.org/officeDocument/2006/relationships/oleObject" Target="../embeddings/oleObject256.bin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245.wmf"/><Relationship Id="rId3" Type="http://schemas.openxmlformats.org/officeDocument/2006/relationships/oleObject" Target="../embeddings/oleObject254.bin"/><Relationship Id="rId2" Type="http://schemas.openxmlformats.org/officeDocument/2006/relationships/image" Target="../media/image244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48.wmf"/><Relationship Id="rId1" Type="http://schemas.openxmlformats.org/officeDocument/2006/relationships/oleObject" Target="../embeddings/oleObject253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2.bin"/><Relationship Id="rId8" Type="http://schemas.openxmlformats.org/officeDocument/2006/relationships/image" Target="../media/image252.wmf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50.wmf"/><Relationship Id="rId32" Type="http://schemas.openxmlformats.org/officeDocument/2006/relationships/vmlDrawing" Target="../drawings/vmlDrawing32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63.wmf"/><Relationship Id="rId3" Type="http://schemas.openxmlformats.org/officeDocument/2006/relationships/oleObject" Target="../embeddings/oleObject259.bin"/><Relationship Id="rId29" Type="http://schemas.openxmlformats.org/officeDocument/2006/relationships/oleObject" Target="../embeddings/oleObject272.bin"/><Relationship Id="rId28" Type="http://schemas.openxmlformats.org/officeDocument/2006/relationships/image" Target="../media/image262.wmf"/><Relationship Id="rId27" Type="http://schemas.openxmlformats.org/officeDocument/2006/relationships/oleObject" Target="../embeddings/oleObject271.bin"/><Relationship Id="rId26" Type="http://schemas.openxmlformats.org/officeDocument/2006/relationships/image" Target="../media/image261.wmf"/><Relationship Id="rId25" Type="http://schemas.openxmlformats.org/officeDocument/2006/relationships/oleObject" Target="../embeddings/oleObject270.bin"/><Relationship Id="rId24" Type="http://schemas.openxmlformats.org/officeDocument/2006/relationships/image" Target="../media/image260.wmf"/><Relationship Id="rId23" Type="http://schemas.openxmlformats.org/officeDocument/2006/relationships/oleObject" Target="../embeddings/oleObject269.bin"/><Relationship Id="rId22" Type="http://schemas.openxmlformats.org/officeDocument/2006/relationships/image" Target="../media/image259.wmf"/><Relationship Id="rId21" Type="http://schemas.openxmlformats.org/officeDocument/2006/relationships/oleObject" Target="../embeddings/oleObject268.bin"/><Relationship Id="rId20" Type="http://schemas.openxmlformats.org/officeDocument/2006/relationships/image" Target="../media/image258.wmf"/><Relationship Id="rId2" Type="http://schemas.openxmlformats.org/officeDocument/2006/relationships/image" Target="../media/image249.wmf"/><Relationship Id="rId19" Type="http://schemas.openxmlformats.org/officeDocument/2006/relationships/oleObject" Target="../embeddings/oleObject267.bin"/><Relationship Id="rId18" Type="http://schemas.openxmlformats.org/officeDocument/2006/relationships/image" Target="../media/image257.wmf"/><Relationship Id="rId17" Type="http://schemas.openxmlformats.org/officeDocument/2006/relationships/oleObject" Target="../embeddings/oleObject266.bin"/><Relationship Id="rId16" Type="http://schemas.openxmlformats.org/officeDocument/2006/relationships/image" Target="../media/image256.wmf"/><Relationship Id="rId15" Type="http://schemas.openxmlformats.org/officeDocument/2006/relationships/oleObject" Target="../embeddings/oleObject265.bin"/><Relationship Id="rId14" Type="http://schemas.openxmlformats.org/officeDocument/2006/relationships/image" Target="../media/image255.wmf"/><Relationship Id="rId13" Type="http://schemas.openxmlformats.org/officeDocument/2006/relationships/oleObject" Target="../embeddings/oleObject264.bin"/><Relationship Id="rId12" Type="http://schemas.openxmlformats.org/officeDocument/2006/relationships/image" Target="../media/image254.wmf"/><Relationship Id="rId11" Type="http://schemas.openxmlformats.org/officeDocument/2006/relationships/oleObject" Target="../embeddings/oleObject263.bin"/><Relationship Id="rId10" Type="http://schemas.openxmlformats.org/officeDocument/2006/relationships/image" Target="../media/image253.wmf"/><Relationship Id="rId1" Type="http://schemas.openxmlformats.org/officeDocument/2006/relationships/oleObject" Target="../embeddings/oleObject258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67.w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66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65.wmf"/><Relationship Id="rId34" Type="http://schemas.openxmlformats.org/officeDocument/2006/relationships/vmlDrawing" Target="../drawings/vmlDrawing33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278.wmf"/><Relationship Id="rId31" Type="http://schemas.openxmlformats.org/officeDocument/2006/relationships/oleObject" Target="../embeddings/oleObject288.bin"/><Relationship Id="rId30" Type="http://schemas.openxmlformats.org/officeDocument/2006/relationships/image" Target="../media/image277.wmf"/><Relationship Id="rId3" Type="http://schemas.openxmlformats.org/officeDocument/2006/relationships/oleObject" Target="../embeddings/oleObject274.bin"/><Relationship Id="rId29" Type="http://schemas.openxmlformats.org/officeDocument/2006/relationships/oleObject" Target="../embeddings/oleObject287.bin"/><Relationship Id="rId28" Type="http://schemas.openxmlformats.org/officeDocument/2006/relationships/image" Target="../media/image276.wmf"/><Relationship Id="rId27" Type="http://schemas.openxmlformats.org/officeDocument/2006/relationships/oleObject" Target="../embeddings/oleObject286.bin"/><Relationship Id="rId26" Type="http://schemas.openxmlformats.org/officeDocument/2006/relationships/image" Target="../media/image261.wmf"/><Relationship Id="rId25" Type="http://schemas.openxmlformats.org/officeDocument/2006/relationships/oleObject" Target="../embeddings/oleObject285.bin"/><Relationship Id="rId24" Type="http://schemas.openxmlformats.org/officeDocument/2006/relationships/image" Target="../media/image275.wmf"/><Relationship Id="rId23" Type="http://schemas.openxmlformats.org/officeDocument/2006/relationships/oleObject" Target="../embeddings/oleObject284.bin"/><Relationship Id="rId22" Type="http://schemas.openxmlformats.org/officeDocument/2006/relationships/image" Target="../media/image274.wmf"/><Relationship Id="rId21" Type="http://schemas.openxmlformats.org/officeDocument/2006/relationships/oleObject" Target="../embeddings/oleObject283.bin"/><Relationship Id="rId20" Type="http://schemas.openxmlformats.org/officeDocument/2006/relationships/image" Target="../media/image273.wmf"/><Relationship Id="rId2" Type="http://schemas.openxmlformats.org/officeDocument/2006/relationships/image" Target="../media/image264.wmf"/><Relationship Id="rId19" Type="http://schemas.openxmlformats.org/officeDocument/2006/relationships/oleObject" Target="../embeddings/oleObject282.bin"/><Relationship Id="rId18" Type="http://schemas.openxmlformats.org/officeDocument/2006/relationships/image" Target="../media/image272.wmf"/><Relationship Id="rId17" Type="http://schemas.openxmlformats.org/officeDocument/2006/relationships/oleObject" Target="../embeddings/oleObject281.bin"/><Relationship Id="rId16" Type="http://schemas.openxmlformats.org/officeDocument/2006/relationships/image" Target="../media/image271.wmf"/><Relationship Id="rId15" Type="http://schemas.openxmlformats.org/officeDocument/2006/relationships/oleObject" Target="../embeddings/oleObject280.bin"/><Relationship Id="rId14" Type="http://schemas.openxmlformats.org/officeDocument/2006/relationships/image" Target="../media/image270.wmf"/><Relationship Id="rId13" Type="http://schemas.openxmlformats.org/officeDocument/2006/relationships/oleObject" Target="../embeddings/oleObject279.bin"/><Relationship Id="rId12" Type="http://schemas.openxmlformats.org/officeDocument/2006/relationships/image" Target="../media/image269.wmf"/><Relationship Id="rId11" Type="http://schemas.openxmlformats.org/officeDocument/2006/relationships/oleObject" Target="../embeddings/oleObject278.bin"/><Relationship Id="rId10" Type="http://schemas.openxmlformats.org/officeDocument/2006/relationships/image" Target="../media/image268.wmf"/><Relationship Id="rId1" Type="http://schemas.openxmlformats.org/officeDocument/2006/relationships/oleObject" Target="../embeddings/oleObject273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3.bin"/><Relationship Id="rId8" Type="http://schemas.openxmlformats.org/officeDocument/2006/relationships/image" Target="../media/image282.wmf"/><Relationship Id="rId7" Type="http://schemas.openxmlformats.org/officeDocument/2006/relationships/oleObject" Target="../embeddings/oleObject292.bin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291.bin"/><Relationship Id="rId4" Type="http://schemas.openxmlformats.org/officeDocument/2006/relationships/image" Target="../media/image280.wmf"/><Relationship Id="rId3" Type="http://schemas.openxmlformats.org/officeDocument/2006/relationships/oleObject" Target="../embeddings/oleObject290.bin"/><Relationship Id="rId2" Type="http://schemas.openxmlformats.org/officeDocument/2006/relationships/image" Target="../media/image279.wmf"/><Relationship Id="rId18" Type="http://schemas.openxmlformats.org/officeDocument/2006/relationships/vmlDrawing" Target="../drawings/vmlDrawing3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86.wmf"/><Relationship Id="rId15" Type="http://schemas.openxmlformats.org/officeDocument/2006/relationships/oleObject" Target="../embeddings/oleObject296.bin"/><Relationship Id="rId14" Type="http://schemas.openxmlformats.org/officeDocument/2006/relationships/image" Target="../media/image285.wmf"/><Relationship Id="rId13" Type="http://schemas.openxmlformats.org/officeDocument/2006/relationships/oleObject" Target="../embeddings/oleObject295.bin"/><Relationship Id="rId12" Type="http://schemas.openxmlformats.org/officeDocument/2006/relationships/image" Target="../media/image284.wmf"/><Relationship Id="rId11" Type="http://schemas.openxmlformats.org/officeDocument/2006/relationships/oleObject" Target="../embeddings/oleObject294.bin"/><Relationship Id="rId10" Type="http://schemas.openxmlformats.org/officeDocument/2006/relationships/image" Target="../media/image283.wmf"/><Relationship Id="rId1" Type="http://schemas.openxmlformats.org/officeDocument/2006/relationships/oleObject" Target="../embeddings/oleObject289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1.bin"/><Relationship Id="rId8" Type="http://schemas.openxmlformats.org/officeDocument/2006/relationships/image" Target="../media/image290.wmf"/><Relationship Id="rId7" Type="http://schemas.openxmlformats.org/officeDocument/2006/relationships/oleObject" Target="../embeddings/oleObject300.bin"/><Relationship Id="rId6" Type="http://schemas.openxmlformats.org/officeDocument/2006/relationships/image" Target="../media/image289.wmf"/><Relationship Id="rId5" Type="http://schemas.openxmlformats.org/officeDocument/2006/relationships/oleObject" Target="../embeddings/oleObject299.bin"/><Relationship Id="rId4" Type="http://schemas.openxmlformats.org/officeDocument/2006/relationships/image" Target="../media/image288.wmf"/><Relationship Id="rId3" Type="http://schemas.openxmlformats.org/officeDocument/2006/relationships/oleObject" Target="../embeddings/oleObject298.bin"/><Relationship Id="rId20" Type="http://schemas.openxmlformats.org/officeDocument/2006/relationships/vmlDrawing" Target="../drawings/vmlDrawing35.vml"/><Relationship Id="rId2" Type="http://schemas.openxmlformats.org/officeDocument/2006/relationships/image" Target="../media/image28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95.wmf"/><Relationship Id="rId17" Type="http://schemas.openxmlformats.org/officeDocument/2006/relationships/oleObject" Target="../embeddings/oleObject305.bin"/><Relationship Id="rId16" Type="http://schemas.openxmlformats.org/officeDocument/2006/relationships/image" Target="../media/image294.wmf"/><Relationship Id="rId15" Type="http://schemas.openxmlformats.org/officeDocument/2006/relationships/oleObject" Target="../embeddings/oleObject304.bin"/><Relationship Id="rId14" Type="http://schemas.openxmlformats.org/officeDocument/2006/relationships/image" Target="../media/image293.wmf"/><Relationship Id="rId13" Type="http://schemas.openxmlformats.org/officeDocument/2006/relationships/oleObject" Target="../embeddings/oleObject303.bin"/><Relationship Id="rId12" Type="http://schemas.openxmlformats.org/officeDocument/2006/relationships/image" Target="../media/image292.wmf"/><Relationship Id="rId11" Type="http://schemas.openxmlformats.org/officeDocument/2006/relationships/oleObject" Target="../embeddings/oleObject302.bin"/><Relationship Id="rId10" Type="http://schemas.openxmlformats.org/officeDocument/2006/relationships/image" Target="../media/image291.wmf"/><Relationship Id="rId1" Type="http://schemas.openxmlformats.org/officeDocument/2006/relationships/oleObject" Target="../embeddings/oleObject297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0.bin"/><Relationship Id="rId8" Type="http://schemas.openxmlformats.org/officeDocument/2006/relationships/image" Target="../media/image299.wmf"/><Relationship Id="rId7" Type="http://schemas.openxmlformats.org/officeDocument/2006/relationships/oleObject" Target="../embeddings/oleObject309.bin"/><Relationship Id="rId6" Type="http://schemas.openxmlformats.org/officeDocument/2006/relationships/image" Target="../media/image298.wmf"/><Relationship Id="rId5" Type="http://schemas.openxmlformats.org/officeDocument/2006/relationships/oleObject" Target="../embeddings/oleObject308.bin"/><Relationship Id="rId4" Type="http://schemas.openxmlformats.org/officeDocument/2006/relationships/image" Target="../media/image297.wmf"/><Relationship Id="rId3" Type="http://schemas.openxmlformats.org/officeDocument/2006/relationships/oleObject" Target="../embeddings/oleObject307.bin"/><Relationship Id="rId2" Type="http://schemas.openxmlformats.org/officeDocument/2006/relationships/image" Target="../media/image296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00.wmf"/><Relationship Id="rId1" Type="http://schemas.openxmlformats.org/officeDocument/2006/relationships/oleObject" Target="../embeddings/oleObject306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5.bin"/><Relationship Id="rId8" Type="http://schemas.openxmlformats.org/officeDocument/2006/relationships/image" Target="../media/image304.wmf"/><Relationship Id="rId7" Type="http://schemas.openxmlformats.org/officeDocument/2006/relationships/oleObject" Target="../embeddings/oleObject314.bin"/><Relationship Id="rId6" Type="http://schemas.openxmlformats.org/officeDocument/2006/relationships/image" Target="../media/image303.wmf"/><Relationship Id="rId5" Type="http://schemas.openxmlformats.org/officeDocument/2006/relationships/oleObject" Target="../embeddings/oleObject313.bin"/><Relationship Id="rId4" Type="http://schemas.openxmlformats.org/officeDocument/2006/relationships/image" Target="../media/image302.wmf"/><Relationship Id="rId34" Type="http://schemas.openxmlformats.org/officeDocument/2006/relationships/vmlDrawing" Target="../drawings/vmlDrawing37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316.wmf"/><Relationship Id="rId31" Type="http://schemas.openxmlformats.org/officeDocument/2006/relationships/oleObject" Target="../embeddings/oleObject326.bin"/><Relationship Id="rId30" Type="http://schemas.openxmlformats.org/officeDocument/2006/relationships/image" Target="../media/image315.wmf"/><Relationship Id="rId3" Type="http://schemas.openxmlformats.org/officeDocument/2006/relationships/oleObject" Target="../embeddings/oleObject312.bin"/><Relationship Id="rId29" Type="http://schemas.openxmlformats.org/officeDocument/2006/relationships/oleObject" Target="../embeddings/oleObject325.bin"/><Relationship Id="rId28" Type="http://schemas.openxmlformats.org/officeDocument/2006/relationships/image" Target="../media/image314.wmf"/><Relationship Id="rId27" Type="http://schemas.openxmlformats.org/officeDocument/2006/relationships/oleObject" Target="../embeddings/oleObject324.bin"/><Relationship Id="rId26" Type="http://schemas.openxmlformats.org/officeDocument/2006/relationships/image" Target="../media/image313.wmf"/><Relationship Id="rId25" Type="http://schemas.openxmlformats.org/officeDocument/2006/relationships/oleObject" Target="../embeddings/oleObject323.bin"/><Relationship Id="rId24" Type="http://schemas.openxmlformats.org/officeDocument/2006/relationships/image" Target="../media/image312.wmf"/><Relationship Id="rId23" Type="http://schemas.openxmlformats.org/officeDocument/2006/relationships/oleObject" Target="../embeddings/oleObject322.bin"/><Relationship Id="rId22" Type="http://schemas.openxmlformats.org/officeDocument/2006/relationships/image" Target="../media/image311.wmf"/><Relationship Id="rId21" Type="http://schemas.openxmlformats.org/officeDocument/2006/relationships/oleObject" Target="../embeddings/oleObject321.bin"/><Relationship Id="rId20" Type="http://schemas.openxmlformats.org/officeDocument/2006/relationships/image" Target="../media/image310.wmf"/><Relationship Id="rId2" Type="http://schemas.openxmlformats.org/officeDocument/2006/relationships/image" Target="../media/image301.wmf"/><Relationship Id="rId19" Type="http://schemas.openxmlformats.org/officeDocument/2006/relationships/oleObject" Target="../embeddings/oleObject320.bin"/><Relationship Id="rId18" Type="http://schemas.openxmlformats.org/officeDocument/2006/relationships/image" Target="../media/image309.wmf"/><Relationship Id="rId17" Type="http://schemas.openxmlformats.org/officeDocument/2006/relationships/oleObject" Target="../embeddings/oleObject319.bin"/><Relationship Id="rId16" Type="http://schemas.openxmlformats.org/officeDocument/2006/relationships/image" Target="../media/image308.wmf"/><Relationship Id="rId15" Type="http://schemas.openxmlformats.org/officeDocument/2006/relationships/oleObject" Target="../embeddings/oleObject318.bin"/><Relationship Id="rId14" Type="http://schemas.openxmlformats.org/officeDocument/2006/relationships/image" Target="../media/image307.wmf"/><Relationship Id="rId13" Type="http://schemas.openxmlformats.org/officeDocument/2006/relationships/oleObject" Target="../embeddings/oleObject317.bin"/><Relationship Id="rId12" Type="http://schemas.openxmlformats.org/officeDocument/2006/relationships/image" Target="../media/image306.wmf"/><Relationship Id="rId11" Type="http://schemas.openxmlformats.org/officeDocument/2006/relationships/oleObject" Target="../embeddings/oleObject316.bin"/><Relationship Id="rId10" Type="http://schemas.openxmlformats.org/officeDocument/2006/relationships/image" Target="../media/image305.wmf"/><Relationship Id="rId1" Type="http://schemas.openxmlformats.org/officeDocument/2006/relationships/oleObject" Target="../embeddings/oleObject311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1.bin"/><Relationship Id="rId8" Type="http://schemas.openxmlformats.org/officeDocument/2006/relationships/image" Target="../media/image320.wmf"/><Relationship Id="rId7" Type="http://schemas.openxmlformats.org/officeDocument/2006/relationships/oleObject" Target="../embeddings/oleObject330.bin"/><Relationship Id="rId6" Type="http://schemas.openxmlformats.org/officeDocument/2006/relationships/image" Target="../media/image319.wmf"/><Relationship Id="rId5" Type="http://schemas.openxmlformats.org/officeDocument/2006/relationships/oleObject" Target="../embeddings/oleObject329.bin"/><Relationship Id="rId4" Type="http://schemas.openxmlformats.org/officeDocument/2006/relationships/image" Target="../media/image318.wmf"/><Relationship Id="rId32" Type="http://schemas.openxmlformats.org/officeDocument/2006/relationships/vmlDrawing" Target="../drawings/vmlDrawing38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331.emf"/><Relationship Id="rId3" Type="http://schemas.openxmlformats.org/officeDocument/2006/relationships/oleObject" Target="../embeddings/oleObject328.bin"/><Relationship Id="rId29" Type="http://schemas.openxmlformats.org/officeDocument/2006/relationships/oleObject" Target="../embeddings/oleObject341.bin"/><Relationship Id="rId28" Type="http://schemas.openxmlformats.org/officeDocument/2006/relationships/image" Target="../media/image330.wmf"/><Relationship Id="rId27" Type="http://schemas.openxmlformats.org/officeDocument/2006/relationships/oleObject" Target="../embeddings/oleObject340.bin"/><Relationship Id="rId26" Type="http://schemas.openxmlformats.org/officeDocument/2006/relationships/image" Target="../media/image329.wmf"/><Relationship Id="rId25" Type="http://schemas.openxmlformats.org/officeDocument/2006/relationships/oleObject" Target="../embeddings/oleObject339.bin"/><Relationship Id="rId24" Type="http://schemas.openxmlformats.org/officeDocument/2006/relationships/image" Target="../media/image328.wmf"/><Relationship Id="rId23" Type="http://schemas.openxmlformats.org/officeDocument/2006/relationships/oleObject" Target="../embeddings/oleObject338.bin"/><Relationship Id="rId22" Type="http://schemas.openxmlformats.org/officeDocument/2006/relationships/image" Target="../media/image327.wmf"/><Relationship Id="rId21" Type="http://schemas.openxmlformats.org/officeDocument/2006/relationships/oleObject" Target="../embeddings/oleObject337.bin"/><Relationship Id="rId20" Type="http://schemas.openxmlformats.org/officeDocument/2006/relationships/image" Target="../media/image326.wmf"/><Relationship Id="rId2" Type="http://schemas.openxmlformats.org/officeDocument/2006/relationships/image" Target="../media/image317.wmf"/><Relationship Id="rId19" Type="http://schemas.openxmlformats.org/officeDocument/2006/relationships/oleObject" Target="../embeddings/oleObject336.bin"/><Relationship Id="rId18" Type="http://schemas.openxmlformats.org/officeDocument/2006/relationships/image" Target="../media/image325.wmf"/><Relationship Id="rId17" Type="http://schemas.openxmlformats.org/officeDocument/2006/relationships/oleObject" Target="../embeddings/oleObject335.bin"/><Relationship Id="rId16" Type="http://schemas.openxmlformats.org/officeDocument/2006/relationships/image" Target="../media/image324.wmf"/><Relationship Id="rId15" Type="http://schemas.openxmlformats.org/officeDocument/2006/relationships/oleObject" Target="../embeddings/oleObject334.bin"/><Relationship Id="rId14" Type="http://schemas.openxmlformats.org/officeDocument/2006/relationships/image" Target="../media/image323.wmf"/><Relationship Id="rId13" Type="http://schemas.openxmlformats.org/officeDocument/2006/relationships/oleObject" Target="../embeddings/oleObject333.bin"/><Relationship Id="rId12" Type="http://schemas.openxmlformats.org/officeDocument/2006/relationships/image" Target="../media/image322.wmf"/><Relationship Id="rId11" Type="http://schemas.openxmlformats.org/officeDocument/2006/relationships/oleObject" Target="../embeddings/oleObject332.bin"/><Relationship Id="rId10" Type="http://schemas.openxmlformats.org/officeDocument/2006/relationships/image" Target="../media/image321.wmf"/><Relationship Id="rId1" Type="http://schemas.openxmlformats.org/officeDocument/2006/relationships/oleObject" Target="../embeddings/oleObject327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6.bin"/><Relationship Id="rId8" Type="http://schemas.openxmlformats.org/officeDocument/2006/relationships/image" Target="../media/image335.wmf"/><Relationship Id="rId7" Type="http://schemas.openxmlformats.org/officeDocument/2006/relationships/oleObject" Target="../embeddings/oleObject345.bin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333.wmf"/><Relationship Id="rId3" Type="http://schemas.openxmlformats.org/officeDocument/2006/relationships/oleObject" Target="../embeddings/oleObject343.bin"/><Relationship Id="rId20" Type="http://schemas.openxmlformats.org/officeDocument/2006/relationships/vmlDrawing" Target="../drawings/vmlDrawing39.vml"/><Relationship Id="rId2" Type="http://schemas.openxmlformats.org/officeDocument/2006/relationships/image" Target="../media/image332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339.wmf"/><Relationship Id="rId17" Type="http://schemas.openxmlformats.org/officeDocument/2006/relationships/oleObject" Target="../embeddings/oleObject351.bin"/><Relationship Id="rId16" Type="http://schemas.openxmlformats.org/officeDocument/2006/relationships/image" Target="../media/image338.wmf"/><Relationship Id="rId15" Type="http://schemas.openxmlformats.org/officeDocument/2006/relationships/oleObject" Target="../embeddings/oleObject350.bin"/><Relationship Id="rId14" Type="http://schemas.openxmlformats.org/officeDocument/2006/relationships/oleObject" Target="../embeddings/oleObject349.bin"/><Relationship Id="rId13" Type="http://schemas.openxmlformats.org/officeDocument/2006/relationships/oleObject" Target="../embeddings/oleObject348.bin"/><Relationship Id="rId12" Type="http://schemas.openxmlformats.org/officeDocument/2006/relationships/image" Target="../media/image337.wmf"/><Relationship Id="rId11" Type="http://schemas.openxmlformats.org/officeDocument/2006/relationships/oleObject" Target="../embeddings/oleObject347.bin"/><Relationship Id="rId10" Type="http://schemas.openxmlformats.org/officeDocument/2006/relationships/image" Target="../media/image336.wmf"/><Relationship Id="rId1" Type="http://schemas.openxmlformats.org/officeDocument/2006/relationships/oleObject" Target="../embeddings/oleObject342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6.bin"/><Relationship Id="rId8" Type="http://schemas.openxmlformats.org/officeDocument/2006/relationships/image" Target="../media/image343.wmf"/><Relationship Id="rId7" Type="http://schemas.openxmlformats.org/officeDocument/2006/relationships/oleObject" Target="../embeddings/oleObject355.bin"/><Relationship Id="rId6" Type="http://schemas.openxmlformats.org/officeDocument/2006/relationships/image" Target="../media/image342.wmf"/><Relationship Id="rId5" Type="http://schemas.openxmlformats.org/officeDocument/2006/relationships/oleObject" Target="../embeddings/oleObject354.bin"/><Relationship Id="rId4" Type="http://schemas.openxmlformats.org/officeDocument/2006/relationships/image" Target="../media/image341.wmf"/><Relationship Id="rId3" Type="http://schemas.openxmlformats.org/officeDocument/2006/relationships/oleObject" Target="../embeddings/oleObject353.bin"/><Relationship Id="rId26" Type="http://schemas.openxmlformats.org/officeDocument/2006/relationships/vmlDrawing" Target="../drawings/vmlDrawing4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51.wmf"/><Relationship Id="rId23" Type="http://schemas.openxmlformats.org/officeDocument/2006/relationships/oleObject" Target="../embeddings/oleObject363.bin"/><Relationship Id="rId22" Type="http://schemas.openxmlformats.org/officeDocument/2006/relationships/image" Target="../media/image350.wmf"/><Relationship Id="rId21" Type="http://schemas.openxmlformats.org/officeDocument/2006/relationships/oleObject" Target="../embeddings/oleObject362.bin"/><Relationship Id="rId20" Type="http://schemas.openxmlformats.org/officeDocument/2006/relationships/image" Target="../media/image349.wmf"/><Relationship Id="rId2" Type="http://schemas.openxmlformats.org/officeDocument/2006/relationships/image" Target="../media/image340.emf"/><Relationship Id="rId19" Type="http://schemas.openxmlformats.org/officeDocument/2006/relationships/oleObject" Target="../embeddings/oleObject361.bin"/><Relationship Id="rId18" Type="http://schemas.openxmlformats.org/officeDocument/2006/relationships/image" Target="../media/image348.wmf"/><Relationship Id="rId17" Type="http://schemas.openxmlformats.org/officeDocument/2006/relationships/oleObject" Target="../embeddings/oleObject360.bin"/><Relationship Id="rId16" Type="http://schemas.openxmlformats.org/officeDocument/2006/relationships/image" Target="../media/image347.wmf"/><Relationship Id="rId15" Type="http://schemas.openxmlformats.org/officeDocument/2006/relationships/oleObject" Target="../embeddings/oleObject359.bin"/><Relationship Id="rId14" Type="http://schemas.openxmlformats.org/officeDocument/2006/relationships/image" Target="../media/image346.wmf"/><Relationship Id="rId13" Type="http://schemas.openxmlformats.org/officeDocument/2006/relationships/oleObject" Target="../embeddings/oleObject358.bin"/><Relationship Id="rId12" Type="http://schemas.openxmlformats.org/officeDocument/2006/relationships/image" Target="../media/image345.wmf"/><Relationship Id="rId11" Type="http://schemas.openxmlformats.org/officeDocument/2006/relationships/oleObject" Target="../embeddings/oleObject357.bin"/><Relationship Id="rId10" Type="http://schemas.openxmlformats.org/officeDocument/2006/relationships/image" Target="../media/image344.wmf"/><Relationship Id="rId1" Type="http://schemas.openxmlformats.org/officeDocument/2006/relationships/oleObject" Target="../embeddings/oleObject35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355.wmf"/><Relationship Id="rId7" Type="http://schemas.openxmlformats.org/officeDocument/2006/relationships/oleObject" Target="../embeddings/oleObject367.bin"/><Relationship Id="rId6" Type="http://schemas.openxmlformats.org/officeDocument/2006/relationships/image" Target="../media/image354.wmf"/><Relationship Id="rId5" Type="http://schemas.openxmlformats.org/officeDocument/2006/relationships/oleObject" Target="../embeddings/oleObject366.bin"/><Relationship Id="rId4" Type="http://schemas.openxmlformats.org/officeDocument/2006/relationships/image" Target="../media/image353.wmf"/><Relationship Id="rId3" Type="http://schemas.openxmlformats.org/officeDocument/2006/relationships/oleObject" Target="../embeddings/oleObject365.bin"/><Relationship Id="rId2" Type="http://schemas.openxmlformats.org/officeDocument/2006/relationships/image" Target="../media/image352.w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oleObject36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2.bin"/><Relationship Id="rId8" Type="http://schemas.openxmlformats.org/officeDocument/2006/relationships/image" Target="../media/image359.wmf"/><Relationship Id="rId7" Type="http://schemas.openxmlformats.org/officeDocument/2006/relationships/oleObject" Target="../embeddings/oleObject371.bin"/><Relationship Id="rId6" Type="http://schemas.openxmlformats.org/officeDocument/2006/relationships/image" Target="../media/image358.wmf"/><Relationship Id="rId5" Type="http://schemas.openxmlformats.org/officeDocument/2006/relationships/oleObject" Target="../embeddings/oleObject370.bin"/><Relationship Id="rId4" Type="http://schemas.openxmlformats.org/officeDocument/2006/relationships/image" Target="../media/image357.wmf"/><Relationship Id="rId3" Type="http://schemas.openxmlformats.org/officeDocument/2006/relationships/oleObject" Target="../embeddings/oleObject369.bin"/><Relationship Id="rId2" Type="http://schemas.openxmlformats.org/officeDocument/2006/relationships/image" Target="../media/image356.wmf"/><Relationship Id="rId16" Type="http://schemas.openxmlformats.org/officeDocument/2006/relationships/vmlDrawing" Target="../drawings/vmlDrawing4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62.wmf"/><Relationship Id="rId13" Type="http://schemas.openxmlformats.org/officeDocument/2006/relationships/oleObject" Target="../embeddings/oleObject374.bin"/><Relationship Id="rId12" Type="http://schemas.openxmlformats.org/officeDocument/2006/relationships/image" Target="../media/image361.wmf"/><Relationship Id="rId11" Type="http://schemas.openxmlformats.org/officeDocument/2006/relationships/oleObject" Target="../embeddings/oleObject373.bin"/><Relationship Id="rId10" Type="http://schemas.openxmlformats.org/officeDocument/2006/relationships/image" Target="../media/image360.wmf"/><Relationship Id="rId1" Type="http://schemas.openxmlformats.org/officeDocument/2006/relationships/oleObject" Target="../embeddings/oleObject368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9.bin"/><Relationship Id="rId8" Type="http://schemas.openxmlformats.org/officeDocument/2006/relationships/image" Target="../media/image366.wmf"/><Relationship Id="rId7" Type="http://schemas.openxmlformats.org/officeDocument/2006/relationships/oleObject" Target="../embeddings/oleObject378.bin"/><Relationship Id="rId6" Type="http://schemas.openxmlformats.org/officeDocument/2006/relationships/image" Target="../media/image365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64.wmf"/><Relationship Id="rId3" Type="http://schemas.openxmlformats.org/officeDocument/2006/relationships/oleObject" Target="../embeddings/oleObject376.bin"/><Relationship Id="rId2" Type="http://schemas.openxmlformats.org/officeDocument/2006/relationships/image" Target="../media/image363.w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69.wmf"/><Relationship Id="rId13" Type="http://schemas.openxmlformats.org/officeDocument/2006/relationships/oleObject" Target="../embeddings/oleObject381.bin"/><Relationship Id="rId12" Type="http://schemas.openxmlformats.org/officeDocument/2006/relationships/image" Target="../media/image368.wmf"/><Relationship Id="rId11" Type="http://schemas.openxmlformats.org/officeDocument/2006/relationships/oleObject" Target="../embeddings/oleObject380.bin"/><Relationship Id="rId10" Type="http://schemas.openxmlformats.org/officeDocument/2006/relationships/image" Target="../media/image367.wmf"/><Relationship Id="rId1" Type="http://schemas.openxmlformats.org/officeDocument/2006/relationships/oleObject" Target="../embeddings/oleObject375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6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385.bin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84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383.bin"/><Relationship Id="rId2" Type="http://schemas.openxmlformats.org/officeDocument/2006/relationships/image" Target="../media/image370.wmf"/><Relationship Id="rId16" Type="http://schemas.openxmlformats.org/officeDocument/2006/relationships/vmlDrawing" Target="../drawings/vmlDrawing4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76.wmf"/><Relationship Id="rId13" Type="http://schemas.openxmlformats.org/officeDocument/2006/relationships/oleObject" Target="../embeddings/oleObject388.bin"/><Relationship Id="rId12" Type="http://schemas.openxmlformats.org/officeDocument/2006/relationships/image" Target="../media/image375.wmf"/><Relationship Id="rId11" Type="http://schemas.openxmlformats.org/officeDocument/2006/relationships/oleObject" Target="../embeddings/oleObject387.bin"/><Relationship Id="rId10" Type="http://schemas.openxmlformats.org/officeDocument/2006/relationships/image" Target="../media/image374.wmf"/><Relationship Id="rId1" Type="http://schemas.openxmlformats.org/officeDocument/2006/relationships/oleObject" Target="../embeddings/oleObject382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3.bin"/><Relationship Id="rId8" Type="http://schemas.openxmlformats.org/officeDocument/2006/relationships/image" Target="../media/image380.wmf"/><Relationship Id="rId7" Type="http://schemas.openxmlformats.org/officeDocument/2006/relationships/oleObject" Target="../embeddings/oleObject392.bin"/><Relationship Id="rId6" Type="http://schemas.openxmlformats.org/officeDocument/2006/relationships/image" Target="../media/image379.wmf"/><Relationship Id="rId5" Type="http://schemas.openxmlformats.org/officeDocument/2006/relationships/oleObject" Target="../embeddings/oleObject391.bin"/><Relationship Id="rId4" Type="http://schemas.openxmlformats.org/officeDocument/2006/relationships/image" Target="../media/image378.wmf"/><Relationship Id="rId3" Type="http://schemas.openxmlformats.org/officeDocument/2006/relationships/oleObject" Target="../embeddings/oleObject390.bin"/><Relationship Id="rId26" Type="http://schemas.openxmlformats.org/officeDocument/2006/relationships/vmlDrawing" Target="../drawings/vmlDrawing4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88.wmf"/><Relationship Id="rId23" Type="http://schemas.openxmlformats.org/officeDocument/2006/relationships/oleObject" Target="../embeddings/oleObject400.bin"/><Relationship Id="rId22" Type="http://schemas.openxmlformats.org/officeDocument/2006/relationships/image" Target="../media/image387.wmf"/><Relationship Id="rId21" Type="http://schemas.openxmlformats.org/officeDocument/2006/relationships/oleObject" Target="../embeddings/oleObject399.bin"/><Relationship Id="rId20" Type="http://schemas.openxmlformats.org/officeDocument/2006/relationships/image" Target="../media/image386.wmf"/><Relationship Id="rId2" Type="http://schemas.openxmlformats.org/officeDocument/2006/relationships/image" Target="../media/image377.wmf"/><Relationship Id="rId19" Type="http://schemas.openxmlformats.org/officeDocument/2006/relationships/oleObject" Target="../embeddings/oleObject398.bin"/><Relationship Id="rId18" Type="http://schemas.openxmlformats.org/officeDocument/2006/relationships/image" Target="../media/image385.wmf"/><Relationship Id="rId17" Type="http://schemas.openxmlformats.org/officeDocument/2006/relationships/oleObject" Target="../embeddings/oleObject397.bin"/><Relationship Id="rId16" Type="http://schemas.openxmlformats.org/officeDocument/2006/relationships/image" Target="../media/image384.wmf"/><Relationship Id="rId15" Type="http://schemas.openxmlformats.org/officeDocument/2006/relationships/oleObject" Target="../embeddings/oleObject396.bin"/><Relationship Id="rId14" Type="http://schemas.openxmlformats.org/officeDocument/2006/relationships/image" Target="../media/image383.wmf"/><Relationship Id="rId13" Type="http://schemas.openxmlformats.org/officeDocument/2006/relationships/oleObject" Target="../embeddings/oleObject395.bin"/><Relationship Id="rId12" Type="http://schemas.openxmlformats.org/officeDocument/2006/relationships/image" Target="../media/image382.wmf"/><Relationship Id="rId11" Type="http://schemas.openxmlformats.org/officeDocument/2006/relationships/oleObject" Target="../embeddings/oleObject394.bin"/><Relationship Id="rId10" Type="http://schemas.openxmlformats.org/officeDocument/2006/relationships/image" Target="../media/image381.wmf"/><Relationship Id="rId1" Type="http://schemas.openxmlformats.org/officeDocument/2006/relationships/oleObject" Target="../embeddings/oleObject389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5.bin"/><Relationship Id="rId8" Type="http://schemas.openxmlformats.org/officeDocument/2006/relationships/image" Target="../media/image392.wmf"/><Relationship Id="rId7" Type="http://schemas.openxmlformats.org/officeDocument/2006/relationships/oleObject" Target="../embeddings/oleObject404.bin"/><Relationship Id="rId6" Type="http://schemas.openxmlformats.org/officeDocument/2006/relationships/image" Target="../media/image391.wmf"/><Relationship Id="rId5" Type="http://schemas.openxmlformats.org/officeDocument/2006/relationships/oleObject" Target="../embeddings/oleObject403.bin"/><Relationship Id="rId4" Type="http://schemas.openxmlformats.org/officeDocument/2006/relationships/image" Target="../media/image390.wmf"/><Relationship Id="rId3" Type="http://schemas.openxmlformats.org/officeDocument/2006/relationships/oleObject" Target="../embeddings/oleObject402.bin"/><Relationship Id="rId2" Type="http://schemas.openxmlformats.org/officeDocument/2006/relationships/image" Target="../media/image389.wmf"/><Relationship Id="rId18" Type="http://schemas.openxmlformats.org/officeDocument/2006/relationships/vmlDrawing" Target="../drawings/vmlDrawing46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96.wmf"/><Relationship Id="rId15" Type="http://schemas.openxmlformats.org/officeDocument/2006/relationships/oleObject" Target="../embeddings/oleObject408.bin"/><Relationship Id="rId14" Type="http://schemas.openxmlformats.org/officeDocument/2006/relationships/image" Target="../media/image395.wmf"/><Relationship Id="rId13" Type="http://schemas.openxmlformats.org/officeDocument/2006/relationships/oleObject" Target="../embeddings/oleObject407.bin"/><Relationship Id="rId12" Type="http://schemas.openxmlformats.org/officeDocument/2006/relationships/image" Target="../media/image394.wmf"/><Relationship Id="rId11" Type="http://schemas.openxmlformats.org/officeDocument/2006/relationships/oleObject" Target="../embeddings/oleObject406.bin"/><Relationship Id="rId10" Type="http://schemas.openxmlformats.org/officeDocument/2006/relationships/image" Target="../media/image393.wmf"/><Relationship Id="rId1" Type="http://schemas.openxmlformats.org/officeDocument/2006/relationships/oleObject" Target="../embeddings/oleObject401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00.wmf"/><Relationship Id="rId7" Type="http://schemas.openxmlformats.org/officeDocument/2006/relationships/oleObject" Target="../embeddings/oleObject412.bin"/><Relationship Id="rId6" Type="http://schemas.openxmlformats.org/officeDocument/2006/relationships/image" Target="../media/image399.wmf"/><Relationship Id="rId5" Type="http://schemas.openxmlformats.org/officeDocument/2006/relationships/oleObject" Target="../embeddings/oleObject411.bin"/><Relationship Id="rId4" Type="http://schemas.openxmlformats.org/officeDocument/2006/relationships/image" Target="../media/image398.wmf"/><Relationship Id="rId3" Type="http://schemas.openxmlformats.org/officeDocument/2006/relationships/oleObject" Target="../embeddings/oleObject410.bin"/><Relationship Id="rId2" Type="http://schemas.openxmlformats.org/officeDocument/2006/relationships/image" Target="../media/image397.wmf"/><Relationship Id="rId10" Type="http://schemas.openxmlformats.org/officeDocument/2006/relationships/vmlDrawing" Target="../drawings/vmlDrawing47.vml"/><Relationship Id="rId1" Type="http://schemas.openxmlformats.org/officeDocument/2006/relationships/oleObject" Target="../embeddings/oleObject409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7.bin"/><Relationship Id="rId8" Type="http://schemas.openxmlformats.org/officeDocument/2006/relationships/image" Target="../media/image404.wmf"/><Relationship Id="rId7" Type="http://schemas.openxmlformats.org/officeDocument/2006/relationships/oleObject" Target="../embeddings/oleObject416.bin"/><Relationship Id="rId6" Type="http://schemas.openxmlformats.org/officeDocument/2006/relationships/image" Target="../media/image403.wmf"/><Relationship Id="rId5" Type="http://schemas.openxmlformats.org/officeDocument/2006/relationships/oleObject" Target="../embeddings/oleObject415.bin"/><Relationship Id="rId4" Type="http://schemas.openxmlformats.org/officeDocument/2006/relationships/image" Target="../media/image402.wmf"/><Relationship Id="rId3" Type="http://schemas.openxmlformats.org/officeDocument/2006/relationships/oleObject" Target="../embeddings/oleObject414.bin"/><Relationship Id="rId20" Type="http://schemas.openxmlformats.org/officeDocument/2006/relationships/vmlDrawing" Target="../drawings/vmlDrawing48.vml"/><Relationship Id="rId2" Type="http://schemas.openxmlformats.org/officeDocument/2006/relationships/image" Target="../media/image40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09.wmf"/><Relationship Id="rId17" Type="http://schemas.openxmlformats.org/officeDocument/2006/relationships/oleObject" Target="../embeddings/oleObject421.bin"/><Relationship Id="rId16" Type="http://schemas.openxmlformats.org/officeDocument/2006/relationships/image" Target="../media/image408.wmf"/><Relationship Id="rId15" Type="http://schemas.openxmlformats.org/officeDocument/2006/relationships/oleObject" Target="../embeddings/oleObject420.bin"/><Relationship Id="rId14" Type="http://schemas.openxmlformats.org/officeDocument/2006/relationships/image" Target="../media/image407.wmf"/><Relationship Id="rId13" Type="http://schemas.openxmlformats.org/officeDocument/2006/relationships/oleObject" Target="../embeddings/oleObject419.bin"/><Relationship Id="rId12" Type="http://schemas.openxmlformats.org/officeDocument/2006/relationships/image" Target="../media/image406.wmf"/><Relationship Id="rId11" Type="http://schemas.openxmlformats.org/officeDocument/2006/relationships/oleObject" Target="../embeddings/oleObject418.bin"/><Relationship Id="rId10" Type="http://schemas.openxmlformats.org/officeDocument/2006/relationships/image" Target="../media/image405.wmf"/><Relationship Id="rId1" Type="http://schemas.openxmlformats.org/officeDocument/2006/relationships/oleObject" Target="../embeddings/oleObject413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6.bin"/><Relationship Id="rId8" Type="http://schemas.openxmlformats.org/officeDocument/2006/relationships/image" Target="../media/image413.wmf"/><Relationship Id="rId7" Type="http://schemas.openxmlformats.org/officeDocument/2006/relationships/oleObject" Target="../embeddings/oleObject425.bin"/><Relationship Id="rId6" Type="http://schemas.openxmlformats.org/officeDocument/2006/relationships/image" Target="../media/image412.wmf"/><Relationship Id="rId5" Type="http://schemas.openxmlformats.org/officeDocument/2006/relationships/oleObject" Target="../embeddings/oleObject424.bin"/><Relationship Id="rId4" Type="http://schemas.openxmlformats.org/officeDocument/2006/relationships/image" Target="../media/image411.wmf"/><Relationship Id="rId3" Type="http://schemas.openxmlformats.org/officeDocument/2006/relationships/oleObject" Target="../embeddings/oleObject423.bin"/><Relationship Id="rId2" Type="http://schemas.openxmlformats.org/officeDocument/2006/relationships/image" Target="../media/image410.wmf"/><Relationship Id="rId12" Type="http://schemas.openxmlformats.org/officeDocument/2006/relationships/vmlDrawing" Target="../drawings/vmlDrawing4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14.wmf"/><Relationship Id="rId1" Type="http://schemas.openxmlformats.org/officeDocument/2006/relationships/oleObject" Target="../embeddings/oleObject422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1.bin"/><Relationship Id="rId8" Type="http://schemas.openxmlformats.org/officeDocument/2006/relationships/image" Target="../media/image418.wmf"/><Relationship Id="rId7" Type="http://schemas.openxmlformats.org/officeDocument/2006/relationships/oleObject" Target="../embeddings/oleObject430.bin"/><Relationship Id="rId6" Type="http://schemas.openxmlformats.org/officeDocument/2006/relationships/image" Target="../media/image417.wmf"/><Relationship Id="rId5" Type="http://schemas.openxmlformats.org/officeDocument/2006/relationships/oleObject" Target="../embeddings/oleObject429.bin"/><Relationship Id="rId40" Type="http://schemas.openxmlformats.org/officeDocument/2006/relationships/vmlDrawing" Target="../drawings/vmlDrawing50.vml"/><Relationship Id="rId4" Type="http://schemas.openxmlformats.org/officeDocument/2006/relationships/image" Target="../media/image416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263.wmf"/><Relationship Id="rId37" Type="http://schemas.openxmlformats.org/officeDocument/2006/relationships/oleObject" Target="../embeddings/oleObject445.bin"/><Relationship Id="rId36" Type="http://schemas.openxmlformats.org/officeDocument/2006/relationships/image" Target="../media/image431.wmf"/><Relationship Id="rId35" Type="http://schemas.openxmlformats.org/officeDocument/2006/relationships/oleObject" Target="../embeddings/oleObject444.bin"/><Relationship Id="rId34" Type="http://schemas.openxmlformats.org/officeDocument/2006/relationships/image" Target="../media/image430.wmf"/><Relationship Id="rId33" Type="http://schemas.openxmlformats.org/officeDocument/2006/relationships/oleObject" Target="../embeddings/oleObject443.bin"/><Relationship Id="rId32" Type="http://schemas.openxmlformats.org/officeDocument/2006/relationships/image" Target="../media/image260.wmf"/><Relationship Id="rId31" Type="http://schemas.openxmlformats.org/officeDocument/2006/relationships/oleObject" Target="../embeddings/oleObject442.bin"/><Relationship Id="rId30" Type="http://schemas.openxmlformats.org/officeDocument/2006/relationships/image" Target="../media/image429.wmf"/><Relationship Id="rId3" Type="http://schemas.openxmlformats.org/officeDocument/2006/relationships/oleObject" Target="../embeddings/oleObject428.bin"/><Relationship Id="rId29" Type="http://schemas.openxmlformats.org/officeDocument/2006/relationships/oleObject" Target="../embeddings/oleObject441.bin"/><Relationship Id="rId28" Type="http://schemas.openxmlformats.org/officeDocument/2006/relationships/image" Target="../media/image428.wmf"/><Relationship Id="rId27" Type="http://schemas.openxmlformats.org/officeDocument/2006/relationships/oleObject" Target="../embeddings/oleObject440.bin"/><Relationship Id="rId26" Type="http://schemas.openxmlformats.org/officeDocument/2006/relationships/image" Target="../media/image427.wmf"/><Relationship Id="rId25" Type="http://schemas.openxmlformats.org/officeDocument/2006/relationships/oleObject" Target="../embeddings/oleObject439.bin"/><Relationship Id="rId24" Type="http://schemas.openxmlformats.org/officeDocument/2006/relationships/image" Target="../media/image426.wmf"/><Relationship Id="rId23" Type="http://schemas.openxmlformats.org/officeDocument/2006/relationships/oleObject" Target="../embeddings/oleObject438.bin"/><Relationship Id="rId22" Type="http://schemas.openxmlformats.org/officeDocument/2006/relationships/image" Target="../media/image425.wmf"/><Relationship Id="rId21" Type="http://schemas.openxmlformats.org/officeDocument/2006/relationships/oleObject" Target="../embeddings/oleObject437.bin"/><Relationship Id="rId20" Type="http://schemas.openxmlformats.org/officeDocument/2006/relationships/image" Target="../media/image424.wmf"/><Relationship Id="rId2" Type="http://schemas.openxmlformats.org/officeDocument/2006/relationships/image" Target="../media/image415.emf"/><Relationship Id="rId19" Type="http://schemas.openxmlformats.org/officeDocument/2006/relationships/oleObject" Target="../embeddings/oleObject436.bin"/><Relationship Id="rId18" Type="http://schemas.openxmlformats.org/officeDocument/2006/relationships/image" Target="../media/image423.wmf"/><Relationship Id="rId17" Type="http://schemas.openxmlformats.org/officeDocument/2006/relationships/oleObject" Target="../embeddings/oleObject435.bin"/><Relationship Id="rId16" Type="http://schemas.openxmlformats.org/officeDocument/2006/relationships/image" Target="../media/image422.wmf"/><Relationship Id="rId15" Type="http://schemas.openxmlformats.org/officeDocument/2006/relationships/oleObject" Target="../embeddings/oleObject434.bin"/><Relationship Id="rId14" Type="http://schemas.openxmlformats.org/officeDocument/2006/relationships/image" Target="../media/image421.wmf"/><Relationship Id="rId13" Type="http://schemas.openxmlformats.org/officeDocument/2006/relationships/oleObject" Target="../embeddings/oleObject433.bin"/><Relationship Id="rId12" Type="http://schemas.openxmlformats.org/officeDocument/2006/relationships/image" Target="../media/image420.wmf"/><Relationship Id="rId11" Type="http://schemas.openxmlformats.org/officeDocument/2006/relationships/oleObject" Target="../embeddings/oleObject432.bin"/><Relationship Id="rId10" Type="http://schemas.openxmlformats.org/officeDocument/2006/relationships/image" Target="../media/image419.wmf"/><Relationship Id="rId1" Type="http://schemas.openxmlformats.org/officeDocument/2006/relationships/oleObject" Target="../embeddings/oleObject427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0884" y="586021"/>
            <a:ext cx="8229600" cy="114300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1.3.1 </a:t>
            </a: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收敛准则，两个重要</a:t>
            </a: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极限</a:t>
            </a:r>
            <a:endParaRPr lang="zh-CN" altLang="en-US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560" y="1659538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本小节内容提要：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>
            <a:hlinkClick r:id="rId1" action="ppaction://hlinksldjump"/>
          </p:cNvPr>
          <p:cNvSpPr txBox="1"/>
          <p:nvPr/>
        </p:nvSpPr>
        <p:spPr>
          <a:xfrm>
            <a:off x="2918123" y="2375401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一.数列的有关概念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8">
            <a:hlinkClick r:id="rId1" action="ppaction://hlinksldjump"/>
          </p:cNvPr>
          <p:cNvSpPr txBox="1">
            <a:spLocks noChangeArrowheads="1"/>
          </p:cNvSpPr>
          <p:nvPr/>
        </p:nvSpPr>
        <p:spPr>
          <a:xfrm>
            <a:off x="2908598" y="3092027"/>
            <a:ext cx="4038600" cy="76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二.数列极限的定义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Rectangle 11">
            <a:hlinkClick r:id="rId1" action="ppaction://hlinksldjump"/>
          </p:cNvPr>
          <p:cNvSpPr txBox="1">
            <a:spLocks noChangeArrowheads="1"/>
          </p:cNvSpPr>
          <p:nvPr/>
        </p:nvSpPr>
        <p:spPr>
          <a:xfrm>
            <a:off x="2908598" y="3858880"/>
            <a:ext cx="4987925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三.数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列极限的基本性质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3925" y="367457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收敛准则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8390" y="1619587"/>
            <a:ext cx="6443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（数列型夹逼准则）如果数列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5560" y="222689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759162" y="1619697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362376" y="1653221"/>
          <a:ext cx="13970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3528000" imgH="11582400" progId="Equation.DSMT4">
                  <p:embed/>
                </p:oleObj>
              </mc:Choice>
              <mc:Fallback>
                <p:oleObj name="Equation" r:id="rId1" imgW="33528000" imgH="115824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62376" y="1653221"/>
                        <a:ext cx="13970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79466" y="2141983"/>
          <a:ext cx="6223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Equation" r:id="rId3" imgW="14935200" imgH="11582400" progId="Equation.DSMT4">
                  <p:embed/>
                </p:oleObj>
              </mc:Choice>
              <mc:Fallback>
                <p:oleObj name="Equation" r:id="rId3" imgW="14935200" imgH="11582400" progId="Equation.DSMT4">
                  <p:embed/>
                  <p:pic>
                    <p:nvPicPr>
                      <p:cNvPr id="0" name="图片 11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466" y="2141983"/>
                        <a:ext cx="6223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601640" y="2150055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满足下列条件：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32563" y="2872928"/>
          <a:ext cx="372195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Equation" r:id="rId5" imgW="83515200" imgH="10363200" progId="Equation.DSMT4">
                  <p:embed/>
                </p:oleObj>
              </mc:Choice>
              <mc:Fallback>
                <p:oleObj name="Equation" r:id="rId5" imgW="83515200" imgH="10363200" progId="Equation.DSMT4">
                  <p:embed/>
                  <p:pic>
                    <p:nvPicPr>
                      <p:cNvPr id="0" name="图片 118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32563" y="2872928"/>
                        <a:ext cx="3721957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32380" y="3598718"/>
          <a:ext cx="3154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Equation" r:id="rId7" imgW="75590400" imgH="13106400" progId="Equation.DSMT4">
                  <p:embed/>
                </p:oleObj>
              </mc:Choice>
              <mc:Fallback>
                <p:oleObj name="Equation" r:id="rId7" imgW="75590400" imgH="13106400" progId="Equation.DSMT4">
                  <p:embed/>
                  <p:pic>
                    <p:nvPicPr>
                      <p:cNvPr id="0" name="图片 118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2380" y="3598718"/>
                        <a:ext cx="3154363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961396" y="4383444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那么数列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626190" y="4411999"/>
          <a:ext cx="63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" name="Equation" r:id="rId9" imgW="15240000" imgH="11582400" progId="Equation.DSMT4">
                  <p:embed/>
                </p:oleObj>
              </mc:Choice>
              <mc:Fallback>
                <p:oleObj name="Equation" r:id="rId9" imgW="15240000" imgH="11582400" progId="Equation.DSMT4">
                  <p:embed/>
                  <p:pic>
                    <p:nvPicPr>
                      <p:cNvPr id="0" name="图片 118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26190" y="4411999"/>
                        <a:ext cx="635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4261544" y="4378999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的极限存在，且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456078" y="5125749"/>
          <a:ext cx="15335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" name="Equation" r:id="rId11" imgW="36576000" imgH="13106400" progId="Equation.DSMT4">
                  <p:embed/>
                </p:oleObj>
              </mc:Choice>
              <mc:Fallback>
                <p:oleObj name="Equation" r:id="rId11" imgW="36576000" imgH="13106400" progId="Equation.DSMT4">
                  <p:embed/>
                  <p:pic>
                    <p:nvPicPr>
                      <p:cNvPr id="0" name="图片 11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56078" y="5125749"/>
                        <a:ext cx="1533525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2"/>
          <p:cNvSpPr txBox="1">
            <a:spLocks noChangeArrowheads="1"/>
          </p:cNvSpPr>
          <p:nvPr/>
        </p:nvSpPr>
        <p:spPr bwMode="auto">
          <a:xfrm>
            <a:off x="1849754" y="950978"/>
            <a:ext cx="4953249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准则1：夹逼准则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8" grpId="0"/>
      <p:bldP spid="20" grpId="0"/>
      <p:bldP spid="25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76552" y="501459"/>
            <a:ext cx="7200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821980" y="501459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19513" y="483669"/>
          <a:ext cx="1574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7795200" imgH="13106400" progId="Equation.DSMT4">
                  <p:embed/>
                </p:oleObj>
              </mc:Choice>
              <mc:Fallback>
                <p:oleObj name="Equation" r:id="rId1" imgW="37795200" imgH="1310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9513" y="483669"/>
                        <a:ext cx="15748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46078" y="497639"/>
          <a:ext cx="1454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" name="Equation" r:id="rId3" imgW="34747200" imgH="13106400" progId="Equation.DSMT4">
                  <p:embed/>
                </p:oleObj>
              </mc:Choice>
              <mc:Fallback>
                <p:oleObj name="Equation" r:id="rId3" imgW="34747200" imgH="13106400" progId="Equation.DSMT4">
                  <p:embed/>
                  <p:pic>
                    <p:nvPicPr>
                      <p:cNvPr id="0" name="图片 23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6078" y="497639"/>
                        <a:ext cx="14541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7052037" y="492569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所以任给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65170" y="585269"/>
          <a:ext cx="8302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" name="Equation" r:id="rId5" imgW="20116800" imgH="7924800" progId="Equation.DSMT4">
                  <p:embed/>
                </p:oleObj>
              </mc:Choice>
              <mc:Fallback>
                <p:oleObj name="Equation" r:id="rId5" imgW="20116800" imgH="7924800" progId="Equation.DSMT4">
                  <p:embed/>
                  <p:pic>
                    <p:nvPicPr>
                      <p:cNvPr id="0" name="图片 238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65170" y="585269"/>
                        <a:ext cx="8302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058601" y="1173257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存在正整数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956910" y="1242462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" name="Equation" r:id="rId7" imgW="10972800" imgH="10363200" progId="Equation.DSMT4">
                  <p:embed/>
                </p:oleObj>
              </mc:Choice>
              <mc:Fallback>
                <p:oleObj name="Equation" r:id="rId7" imgW="10972800" imgH="10363200" progId="Equation.DSMT4">
                  <p:embed/>
                  <p:pic>
                    <p:nvPicPr>
                      <p:cNvPr id="0" name="图片 238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6910" y="1242462"/>
                        <a:ext cx="457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590811" y="1242462"/>
          <a:ext cx="4254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" name="Equation" r:id="rId9" imgW="10058400" imgH="10363200" progId="Equation.DSMT4">
                  <p:embed/>
                </p:oleObj>
              </mc:Choice>
              <mc:Fallback>
                <p:oleObj name="Equation" r:id="rId9" imgW="10058400" imgH="10363200" progId="Equation.DSMT4">
                  <p:embed/>
                  <p:pic>
                    <p:nvPicPr>
                      <p:cNvPr id="0" name="图片 238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90811" y="1242462"/>
                        <a:ext cx="4254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4921647" y="1197387"/>
            <a:ext cx="12534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/>
              <a:t>，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927033" y="1845459"/>
          <a:ext cx="9080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" name="Equation" r:id="rId11" imgW="21945600" imgH="10363200" progId="Equation.DSMT4">
                  <p:embed/>
                </p:oleObj>
              </mc:Choice>
              <mc:Fallback>
                <p:oleObj name="Equation" r:id="rId11" imgW="21945600" imgH="10363200" progId="Equation.DSMT4">
                  <p:embed/>
                  <p:pic>
                    <p:nvPicPr>
                      <p:cNvPr id="0" name="图片 23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27033" y="1845459"/>
                        <a:ext cx="9080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3873406" y="1805201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293892" y="2349449"/>
          <a:ext cx="2549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" name="Equation" r:id="rId13" imgW="60960000" imgH="10363200" progId="Equation.DSMT4">
                  <p:embed/>
                </p:oleObj>
              </mc:Choice>
              <mc:Fallback>
                <p:oleObj name="Equation" r:id="rId13" imgW="60960000" imgH="10363200" progId="Equation.DSMT4">
                  <p:embed/>
                  <p:pic>
                    <p:nvPicPr>
                      <p:cNvPr id="0" name="图片 238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93892" y="2349449"/>
                        <a:ext cx="254952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821940" y="2852420"/>
          <a:ext cx="946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9" name="Equation" r:id="rId15" imgW="22860000" imgH="10363200" progId="Equation.DSMT4">
                  <p:embed/>
                </p:oleObj>
              </mc:Choice>
              <mc:Fallback>
                <p:oleObj name="Equation" r:id="rId15" imgW="22860000" imgH="10363200" progId="Equation.DSMT4">
                  <p:embed/>
                  <p:pic>
                    <p:nvPicPr>
                      <p:cNvPr id="0" name="图片 238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21940" y="2852420"/>
                        <a:ext cx="946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3835306" y="285268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319270" y="3304223"/>
          <a:ext cx="2498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" name="Equation" r:id="rId17" imgW="59740800" imgH="10363200" progId="Equation.DSMT4">
                  <p:embed/>
                </p:oleObj>
              </mc:Choice>
              <mc:Fallback>
                <p:oleObj name="Equation" r:id="rId17" imgW="59740800" imgH="10363200" progId="Equation.DSMT4">
                  <p:embed/>
                  <p:pic>
                    <p:nvPicPr>
                      <p:cNvPr id="0" name="图片 23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19270" y="3304223"/>
                        <a:ext cx="249872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1847528" y="393305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取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392363" y="3950191"/>
          <a:ext cx="3168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" name="Equation" r:id="rId19" imgW="75895200" imgH="11582400" progId="Equation.DSMT4">
                  <p:embed/>
                </p:oleObj>
              </mc:Choice>
              <mc:Fallback>
                <p:oleObj name="Equation" r:id="rId19" imgW="75895200" imgH="11582400" progId="Equation.DSMT4">
                  <p:embed/>
                  <p:pic>
                    <p:nvPicPr>
                      <p:cNvPr id="0" name="图片 23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92363" y="3950191"/>
                        <a:ext cx="31686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5807968" y="393305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387381" y="4039885"/>
          <a:ext cx="869951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" name="Equation" r:id="rId21" imgW="20726400" imgH="7315200" progId="Equation.DSMT4">
                  <p:embed/>
                </p:oleObj>
              </mc:Choice>
              <mc:Fallback>
                <p:oleObj name="Equation" r:id="rId21" imgW="20726400" imgH="7315200" progId="Equation.DSMT4">
                  <p:embed/>
                  <p:pic>
                    <p:nvPicPr>
                      <p:cNvPr id="0" name="图片 23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87381" y="4039885"/>
                        <a:ext cx="869951" cy="309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 bwMode="auto">
          <a:xfrm>
            <a:off x="7320136" y="393305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835400" y="4652963"/>
          <a:ext cx="39449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" name="Equation" r:id="rId23" imgW="94488000" imgH="10363200" progId="Equation.DSMT4">
                  <p:embed/>
                </p:oleObj>
              </mc:Choice>
              <mc:Fallback>
                <p:oleObj name="Equation" r:id="rId23" imgW="94488000" imgH="10363200" progId="Equation.DSMT4">
                  <p:embed/>
                  <p:pic>
                    <p:nvPicPr>
                      <p:cNvPr id="0" name="图片 239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35400" y="4652963"/>
                        <a:ext cx="39449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1919536" y="526520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447925" y="5282339"/>
          <a:ext cx="15811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4" name="Equation" r:id="rId25" imgW="37795200" imgH="11582400" progId="Equation.DSMT4">
                  <p:embed/>
                </p:oleObj>
              </mc:Choice>
              <mc:Fallback>
                <p:oleObj name="Equation" r:id="rId25" imgW="37795200" imgH="11582400" progId="Equation.DSMT4">
                  <p:embed/>
                  <p:pic>
                    <p:nvPicPr>
                      <p:cNvPr id="0" name="图片 239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447925" y="5282339"/>
                        <a:ext cx="15811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 bwMode="auto">
          <a:xfrm>
            <a:off x="4118491" y="526520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159896" y="5253764"/>
          <a:ext cx="1524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" name="Equation" r:id="rId27" imgW="36576000" imgH="13106400" progId="Equation.DSMT4">
                  <p:embed/>
                </p:oleObj>
              </mc:Choice>
              <mc:Fallback>
                <p:oleObj name="Equation" r:id="rId27" imgW="36576000" imgH="13106400" progId="Equation.DSMT4">
                  <p:embed/>
                  <p:pic>
                    <p:nvPicPr>
                      <p:cNvPr id="0" name="图片 239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59896" y="5253764"/>
                        <a:ext cx="1524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 bwMode="auto">
          <a:xfrm>
            <a:off x="6960096" y="5265204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  <p:bldP spid="16" grpId="0"/>
      <p:bldP spid="19" grpId="0"/>
      <p:bldP spid="23" grpId="0"/>
      <p:bldP spid="25" grpId="0"/>
      <p:bldP spid="28" grpId="0"/>
      <p:bldP spid="31" grpId="0"/>
      <p:bldP spid="34" grpId="0"/>
      <p:bldP spid="37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47215" y="518795"/>
            <a:ext cx="24765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charset="-122"/>
              </a:rPr>
              <a:t>1.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732848" y="347663"/>
          <a:ext cx="590867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41732000" imgH="22555200" progId="Equation.DSMT4">
                  <p:embed/>
                </p:oleObj>
              </mc:Choice>
              <mc:Fallback>
                <p:oleObj name="Equation" r:id="rId1" imgW="141732000" imgH="22555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32848" y="347663"/>
                        <a:ext cx="5908675" cy="950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1847528" y="1412776"/>
            <a:ext cx="8032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08188" y="2092325"/>
          <a:ext cx="14414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Equation" r:id="rId3" imgW="34442400" imgH="21336000" progId="Equation.DSMT4">
                  <p:embed/>
                </p:oleObj>
              </mc:Choice>
              <mc:Fallback>
                <p:oleObj name="Equation" r:id="rId3" imgW="34442400" imgH="21336000" progId="Equation.DSMT4">
                  <p:embed/>
                  <p:pic>
                    <p:nvPicPr>
                      <p:cNvPr id="0" name="图片 328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08188" y="2092325"/>
                        <a:ext cx="14414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03712" y="2060848"/>
          <a:ext cx="49307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Equation" r:id="rId5" imgW="118262400" imgH="22555200" progId="Equation.DSMT4">
                  <p:embed/>
                </p:oleObj>
              </mc:Choice>
              <mc:Fallback>
                <p:oleObj name="Equation" r:id="rId5" imgW="118262400" imgH="22555200" progId="Equation.DSMT4">
                  <p:embed/>
                  <p:pic>
                    <p:nvPicPr>
                      <p:cNvPr id="0" name="图片 32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3712" y="2060848"/>
                        <a:ext cx="4930775" cy="950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636000" y="2060575"/>
          <a:ext cx="13096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Equation" r:id="rId7" imgW="31089600" imgH="21336000" progId="Equation.DSMT4">
                  <p:embed/>
                </p:oleObj>
              </mc:Choice>
              <mc:Fallback>
                <p:oleObj name="Equation" r:id="rId7" imgW="31089600" imgH="21336000" progId="Equation.DSMT4">
                  <p:embed/>
                  <p:pic>
                    <p:nvPicPr>
                      <p:cNvPr id="0" name="图片 32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36000" y="2060575"/>
                        <a:ext cx="130968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2057400" y="3284984"/>
            <a:ext cx="838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74963" y="3316288"/>
          <a:ext cx="1631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Equation" r:id="rId9" imgW="39014400" imgH="21336000" progId="Equation.DSMT4">
                  <p:embed/>
                </p:oleObj>
              </mc:Choice>
              <mc:Fallback>
                <p:oleObj name="Equation" r:id="rId9" imgW="39014400" imgH="21336000" progId="Equation.DSMT4">
                  <p:embed/>
                  <p:pic>
                    <p:nvPicPr>
                      <p:cNvPr id="0" name="图片 32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74963" y="3316288"/>
                        <a:ext cx="16319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611688" y="3596482"/>
          <a:ext cx="5222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Equation" r:id="rId11" imgW="12192000" imgH="7924800" progId="Equation.DSMT4">
                  <p:embed/>
                </p:oleObj>
              </mc:Choice>
              <mc:Fallback>
                <p:oleObj name="Equation" r:id="rId11" imgW="12192000" imgH="7924800" progId="Equation.DSMT4">
                  <p:embed/>
                  <p:pic>
                    <p:nvPicPr>
                      <p:cNvPr id="0" name="图片 328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11688" y="3596482"/>
                        <a:ext cx="522287" cy="341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11838" y="3316288"/>
          <a:ext cx="146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Equation" r:id="rId13" imgW="34747200" imgH="21336000" progId="Equation.DSMT4">
                  <p:embed/>
                </p:oleObj>
              </mc:Choice>
              <mc:Fallback>
                <p:oleObj name="Equation" r:id="rId13" imgW="34747200" imgH="21336000" progId="Equation.DSMT4">
                  <p:embed/>
                  <p:pic>
                    <p:nvPicPr>
                      <p:cNvPr id="0" name="图片 3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11838" y="3316288"/>
                        <a:ext cx="1460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67575" y="3602832"/>
          <a:ext cx="53657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Equation" r:id="rId15" imgW="12496800" imgH="7620000" progId="Equation.DSMT4">
                  <p:embed/>
                </p:oleObj>
              </mc:Choice>
              <mc:Fallback>
                <p:oleObj name="Equation" r:id="rId15" imgW="12496800" imgH="7620000" progId="Equation.DSMT4">
                  <p:embed/>
                  <p:pic>
                    <p:nvPicPr>
                      <p:cNvPr id="0" name="图片 32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67575" y="3602832"/>
                        <a:ext cx="536575" cy="328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2025865" y="4221088"/>
            <a:ext cx="838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998788" y="4740275"/>
          <a:ext cx="60102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Equation" r:id="rId17" imgW="144170400" imgH="22555200" progId="Equation.DSMT4">
                  <p:embed/>
                </p:oleObj>
              </mc:Choice>
              <mc:Fallback>
                <p:oleObj name="Equation" r:id="rId17" imgW="144170400" imgH="22555200" progId="Equation.DSMT4">
                  <p:embed/>
                  <p:pic>
                    <p:nvPicPr>
                      <p:cNvPr id="0" name="图片 3292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8788" y="4740275"/>
                        <a:ext cx="6010275" cy="950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267575" y="638810"/>
            <a:ext cx="421640" cy="368300"/>
          </a:xfrm>
          <a:prstGeom prst="rect">
            <a:avLst/>
          </a:prstGeom>
          <a:solidFill>
            <a:srgbClr val="ECE9C6"/>
          </a:solidFill>
          <a:ln>
            <a:solidFill>
              <a:srgbClr val="ECE9C6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…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476365" y="2327275"/>
            <a:ext cx="421640" cy="377825"/>
          </a:xfrm>
          <a:prstGeom prst="rect">
            <a:avLst/>
          </a:prstGeom>
          <a:solidFill>
            <a:srgbClr val="ECE9C6"/>
          </a:solidFill>
        </p:spPr>
        <p:txBody>
          <a:bodyPr wrap="square" rtlCol="0">
            <a:noAutofit/>
          </a:bodyPr>
          <a:p>
            <a:r>
              <a:rPr lang="en-US" altLang="zh-CN"/>
              <a:t>…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6477000" y="5026660"/>
            <a:ext cx="421640" cy="377825"/>
          </a:xfrm>
          <a:prstGeom prst="rect">
            <a:avLst/>
          </a:prstGeom>
          <a:solidFill>
            <a:srgbClr val="ECE9C6"/>
          </a:solidFill>
        </p:spPr>
        <p:txBody>
          <a:bodyPr wrap="square" rtlCol="0">
            <a:noAutofit/>
          </a:bodyPr>
          <a:p>
            <a:r>
              <a:rPr lang="en-US" altLang="zh-CN"/>
              <a:t>…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0" grpId="0" autoUpdateAnimBg="0" build="p"/>
      <p:bldP spid="15" grpId="0" autoUpdateAnimBg="0" build="p"/>
      <p:bldP spid="8" grpId="0" bldLvl="0" animBg="1"/>
      <p:bldP spid="1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764720" y="494189"/>
            <a:ext cx="338437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32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charset="-122"/>
              </a:rPr>
              <a:t>2. 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极限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842828" y="493713"/>
          <a:ext cx="18288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43891200" imgH="16154400" progId="Equation.DSMT4">
                  <p:embed/>
                </p:oleObj>
              </mc:Choice>
              <mc:Fallback>
                <p:oleObj name="Equation" r:id="rId1" imgW="43891200" imgH="16154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42828" y="493713"/>
                        <a:ext cx="182880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1847528" y="1412776"/>
            <a:ext cx="8032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650803" y="1412776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一方面，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39716" y="2187910"/>
          <a:ext cx="27733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4" name="Equation" r:id="rId3" imgW="66751200" imgH="11887200" progId="Equation.DSMT4">
                  <p:embed/>
                </p:oleObj>
              </mc:Choice>
              <mc:Fallback>
                <p:oleObj name="Equation" r:id="rId3" imgW="66751200" imgH="11887200" progId="Equation.DSMT4">
                  <p:embed/>
                  <p:pic>
                    <p:nvPicPr>
                      <p:cNvPr id="0" name="图片 42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39716" y="2187910"/>
                        <a:ext cx="2773363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672064" y="2168860"/>
          <a:ext cx="1303338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5" name="Equation" r:id="rId5" imgW="31089600" imgH="13106400" progId="Equation.DSMT4">
                  <p:embed/>
                </p:oleObj>
              </mc:Choice>
              <mc:Fallback>
                <p:oleObj name="Equation" r:id="rId5" imgW="31089600" imgH="13106400" progId="Equation.DSMT4">
                  <p:embed/>
                  <p:pic>
                    <p:nvPicPr>
                      <p:cNvPr id="0" name="图片 42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72064" y="2168860"/>
                        <a:ext cx="1303338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118062" y="2780928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另一方面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64487" y="3330380"/>
          <a:ext cx="38274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6" name="Equation" r:id="rId7" imgW="92049600" imgH="11887200" progId="Equation.DSMT4">
                  <p:embed/>
                </p:oleObj>
              </mc:Choice>
              <mc:Fallback>
                <p:oleObj name="Equation" r:id="rId7" imgW="92049600" imgH="11887200" progId="Equation.DSMT4">
                  <p:embed/>
                  <p:pic>
                    <p:nvPicPr>
                      <p:cNvPr id="0" name="图片 42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64487" y="3330380"/>
                        <a:ext cx="3827463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968208" y="3270055"/>
          <a:ext cx="17605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7" name="Equation" r:id="rId9" imgW="42062400" imgH="14935200" progId="Equation.DSMT4">
                  <p:embed/>
                </p:oleObj>
              </mc:Choice>
              <mc:Fallback>
                <p:oleObj name="Equation" r:id="rId9" imgW="42062400" imgH="14935200" progId="Equation.DSMT4">
                  <p:embed/>
                  <p:pic>
                    <p:nvPicPr>
                      <p:cNvPr id="0" name="图片 42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68208" y="3270055"/>
                        <a:ext cx="1760538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5519936" y="3933056"/>
            <a:ext cx="309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1919536" y="4077072"/>
            <a:ext cx="849694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（书上例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1.2.2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）已经证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明               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816080" y="4076700"/>
          <a:ext cx="24780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8" name="Equation" r:id="rId11" imgW="59740800" imgH="14935200" progId="Equation.DSMT4">
                  <p:embed/>
                </p:oleObj>
              </mc:Choice>
              <mc:Fallback>
                <p:oleObj name="Equation" r:id="rId11" imgW="59740800" imgH="14935200" progId="Equation.DSMT4">
                  <p:embed/>
                  <p:pic>
                    <p:nvPicPr>
                      <p:cNvPr id="0" name="图片 42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16080" y="4076700"/>
                        <a:ext cx="2478087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991544" y="477798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由夹逼准则，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402336" y="5301208"/>
          <a:ext cx="2235200" cy="679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9" name="Equation" r:id="rId13" imgW="53644800" imgH="16154400" progId="Equation.DSMT4">
                  <p:embed/>
                </p:oleObj>
              </mc:Choice>
              <mc:Fallback>
                <p:oleObj name="Equation" r:id="rId13" imgW="53644800" imgH="16154400" progId="Equation.DSMT4">
                  <p:embed/>
                  <p:pic>
                    <p:nvPicPr>
                      <p:cNvPr id="0" name="图片 42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02336" y="5301208"/>
                        <a:ext cx="2235200" cy="679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/>
      <p:bldP spid="12" grpId="0"/>
      <p:bldP spid="19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2135560" y="504984"/>
            <a:ext cx="338437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75979" y="641509"/>
          <a:ext cx="1022350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1336000" imgH="7924800" progId="Equation.DSMT4">
                  <p:embed/>
                </p:oleObj>
              </mc:Choice>
              <mc:Fallback>
                <p:oleObj name="Equation" r:id="rId1" imgW="21336000" imgH="7924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75979" y="641509"/>
                        <a:ext cx="1022350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09816" y="650240"/>
          <a:ext cx="8890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Equation" r:id="rId3" imgW="21336000" imgH="7924800" progId="Equation.DSMT4">
                  <p:embed/>
                </p:oleObj>
              </mc:Choice>
              <mc:Fallback>
                <p:oleObj name="Equation" r:id="rId3" imgW="21336000" imgH="7924800" progId="Equation.DSMT4">
                  <p:embed/>
                  <p:pic>
                    <p:nvPicPr>
                      <p:cNvPr id="0" name="图片 523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9816" y="650240"/>
                        <a:ext cx="889000" cy="319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6799054" y="549315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289713" y="1319942"/>
          <a:ext cx="3852863" cy="679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5" imgW="92659200" imgH="16154400" progId="Equation.DSMT4">
                  <p:embed/>
                </p:oleObj>
              </mc:Choice>
              <mc:Fallback>
                <p:oleObj name="Equation" r:id="rId5" imgW="92659200" imgH="16154400" progId="Equation.DSMT4">
                  <p:embed/>
                  <p:pic>
                    <p:nvPicPr>
                      <p:cNvPr id="0" name="图片 523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9713" y="1319942"/>
                        <a:ext cx="3852863" cy="679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135560" y="2456324"/>
            <a:ext cx="4472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注：利用这种方法可以得到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719736" y="3280658"/>
          <a:ext cx="302736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7" imgW="72847200" imgH="16154400" progId="Equation.DSMT4">
                  <p:embed/>
                </p:oleObj>
              </mc:Choice>
              <mc:Fallback>
                <p:oleObj name="Equation" r:id="rId7" imgW="72847200" imgH="16154400" progId="Equation.DSMT4">
                  <p:embed/>
                  <p:pic>
                    <p:nvPicPr>
                      <p:cNvPr id="0" name="图片 523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9736" y="3280658"/>
                        <a:ext cx="3027363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719736" y="4261718"/>
          <a:ext cx="4343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9" imgW="104241600" imgH="16154400" progId="Equation.DSMT4">
                  <p:embed/>
                </p:oleObj>
              </mc:Choice>
              <mc:Fallback>
                <p:oleObj name="Equation" r:id="rId9" imgW="104241600" imgH="16154400" progId="Equation.DSMT4">
                  <p:embed/>
                  <p:pic>
                    <p:nvPicPr>
                      <p:cNvPr id="0" name="图片 523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9736" y="4261718"/>
                        <a:ext cx="434340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62002" y="602531"/>
            <a:ext cx="44710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1.3.1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函数型夹逼准则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634000" y="669949"/>
          <a:ext cx="22352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53644800" imgH="9448800" progId="Equation.DSMT4">
                  <p:embed/>
                </p:oleObj>
              </mc:Choice>
              <mc:Fallback>
                <p:oleObj name="Equation" r:id="rId1" imgW="53644800" imgH="9448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34000" y="669949"/>
                        <a:ext cx="22352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774220" y="118443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71842" y="1229509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62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1842" y="1229509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983515" y="1184434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去心邻域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57508" y="1229498"/>
          <a:ext cx="977900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Equation" r:id="rId5" imgW="23469600" imgH="11277600" progId="Equation.DSMT4">
                  <p:embed/>
                </p:oleObj>
              </mc:Choice>
              <mc:Fallback>
                <p:oleObj name="Equation" r:id="rId5" imgW="23469600" imgH="11277600" progId="Equation.DSMT4">
                  <p:embed/>
                  <p:pic>
                    <p:nvPicPr>
                      <p:cNvPr id="0" name="图片 62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7508" y="1229498"/>
                        <a:ext cx="977900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6132963" y="1184434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内有定义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843633" y="117108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19147" y="2050350"/>
          <a:ext cx="52705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" name="Equation" r:id="rId7" imgW="126492000" imgH="11277600" progId="Equation.DSMT4">
                  <p:embed/>
                </p:oleObj>
              </mc:Choice>
              <mc:Fallback>
                <p:oleObj name="Equation" r:id="rId7" imgW="126492000" imgH="11277600" progId="Equation.DSMT4">
                  <p:embed/>
                  <p:pic>
                    <p:nvPicPr>
                      <p:cNvPr id="0" name="图片 62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9147" y="2050350"/>
                        <a:ext cx="5270500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19252" y="2803530"/>
          <a:ext cx="48450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Equation" r:id="rId9" imgW="115824000" imgH="14325600" progId="Equation.DSMT4">
                  <p:embed/>
                </p:oleObj>
              </mc:Choice>
              <mc:Fallback>
                <p:oleObj name="Equation" r:id="rId9" imgW="115824000" imgH="14325600" progId="Equation.DSMT4">
                  <p:embed/>
                  <p:pic>
                    <p:nvPicPr>
                      <p:cNvPr id="0" name="图片 62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9252" y="2803530"/>
                        <a:ext cx="484505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1773986" y="3698503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那么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35531" y="4285083"/>
          <a:ext cx="1263651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11" imgW="30480000" imgH="14325600" progId="Equation.DSMT4">
                  <p:embed/>
                </p:oleObj>
              </mc:Choice>
              <mc:Fallback>
                <p:oleObj name="Equation" r:id="rId11" imgW="30480000" imgH="14325600" progId="Equation.DSMT4">
                  <p:embed/>
                  <p:pic>
                    <p:nvPicPr>
                      <p:cNvPr id="0" name="图片 62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5531" y="4285083"/>
                        <a:ext cx="1263651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4527312" y="4285218"/>
            <a:ext cx="28997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存在，且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等于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A.</a:t>
            </a:r>
            <a:endParaRPr lang="zh-CN" altLang="en-US" sz="28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6021022" y="602531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果函数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2" grpId="0"/>
      <p:bldP spid="17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33935" y="588804"/>
            <a:ext cx="338437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charset="-122"/>
              </a:rPr>
              <a:t>3. 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极限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473719" y="393224"/>
          <a:ext cx="10842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6212800" imgH="21640800" progId="Equation.DSMT4">
                  <p:embed/>
                </p:oleObj>
              </mc:Choice>
              <mc:Fallback>
                <p:oleObj name="Equation" r:id="rId1" imgW="26212800" imgH="21640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73719" y="393224"/>
                        <a:ext cx="108426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1986593" y="1547989"/>
            <a:ext cx="8032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19124" y="1647525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7" name="Equation" r:id="rId3" imgW="17983200" imgH="7620000" progId="Equation.DSMT4">
                  <p:embed/>
                </p:oleObj>
              </mc:Choice>
              <mc:Fallback>
                <p:oleObj name="Equation" r:id="rId3" imgW="17983200" imgH="7620000" progId="Equation.DSMT4">
                  <p:embed/>
                  <p:pic>
                    <p:nvPicPr>
                      <p:cNvPr id="0" name="图片 73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9124" y="1647525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3575720" y="1548475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60188" y="1366803"/>
          <a:ext cx="2662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8" name="Equation" r:id="rId5" imgW="63703200" imgH="21640800" progId="Equation.DSMT4">
                  <p:embed/>
                </p:oleObj>
              </mc:Choice>
              <mc:Fallback>
                <p:oleObj name="Equation" r:id="rId5" imgW="63703200" imgH="21640800" progId="Equation.DSMT4">
                  <p:embed/>
                  <p:pic>
                    <p:nvPicPr>
                      <p:cNvPr id="0" name="图片 73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0188" y="1366803"/>
                        <a:ext cx="26622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7253208" y="1556095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816965" y="1366219"/>
          <a:ext cx="18796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9" name="Equation" r:id="rId7" imgW="45110400" imgH="20116800" progId="Equation.DSMT4">
                  <p:embed/>
                </p:oleObj>
              </mc:Choice>
              <mc:Fallback>
                <p:oleObj name="Equation" r:id="rId7" imgW="45110400" imgH="20116800" progId="Equation.DSMT4">
                  <p:embed/>
                  <p:pic>
                    <p:nvPicPr>
                      <p:cNvPr id="0" name="图片 73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16965" y="1366219"/>
                        <a:ext cx="18796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1991544" y="242088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由夹逼准则，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779640" y="2492896"/>
          <a:ext cx="1676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" name="Equation" r:id="rId9" imgW="40233600" imgH="21640800" progId="Equation.DSMT4">
                  <p:embed/>
                </p:oleObj>
              </mc:Choice>
              <mc:Fallback>
                <p:oleObj name="Equation" r:id="rId9" imgW="40233600" imgH="21640800" progId="Equation.DSMT4">
                  <p:embed/>
                  <p:pic>
                    <p:nvPicPr>
                      <p:cNvPr id="0" name="图片 73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9640" y="2492896"/>
                        <a:ext cx="1676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595384" y="3841884"/>
          <a:ext cx="7302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" name="Equation" r:id="rId11" imgW="17678400" imgH="7620000" progId="Equation.DSMT4">
                  <p:embed/>
                </p:oleObj>
              </mc:Choice>
              <mc:Fallback>
                <p:oleObj name="Equation" r:id="rId11" imgW="17678400" imgH="7620000" progId="Equation.DSMT4">
                  <p:embed/>
                  <p:pic>
                    <p:nvPicPr>
                      <p:cNvPr id="0" name="图片 74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5384" y="3841884"/>
                        <a:ext cx="7302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3461791" y="3769876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217938" y="3645024"/>
          <a:ext cx="2701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2" name="Equation" r:id="rId13" imgW="64617600" imgH="21640800" progId="Equation.DSMT4">
                  <p:embed/>
                </p:oleObj>
              </mc:Choice>
              <mc:Fallback>
                <p:oleObj name="Equation" r:id="rId13" imgW="64617600" imgH="21640800" progId="Equation.DSMT4">
                  <p:embed/>
                  <p:pic>
                    <p:nvPicPr>
                      <p:cNvPr id="0" name="图片 74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17938" y="3645024"/>
                        <a:ext cx="270192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7194861" y="383426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1676400" y="-317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7816800" y="3679949"/>
          <a:ext cx="1879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" name="Equation" r:id="rId15" imgW="45110400" imgH="20116800" progId="Equation.DSMT4">
                  <p:embed/>
                </p:oleObj>
              </mc:Choice>
              <mc:Fallback>
                <p:oleObj name="Equation" r:id="rId15" imgW="45110400" imgH="20116800" progId="Equation.DSMT4">
                  <p:embed/>
                  <p:pic>
                    <p:nvPicPr>
                      <p:cNvPr id="0" name="图片 74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16800" y="3679949"/>
                        <a:ext cx="1879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1991544" y="4797152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由夹逼准则，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799856" y="4797152"/>
          <a:ext cx="1676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" name="Equation" r:id="rId17" imgW="40233600" imgH="21640800" progId="Equation.DSMT4">
                  <p:embed/>
                </p:oleObj>
              </mc:Choice>
              <mc:Fallback>
                <p:oleObj name="Equation" r:id="rId17" imgW="40233600" imgH="21640800" progId="Equation.DSMT4">
                  <p:embed/>
                  <p:pic>
                    <p:nvPicPr>
                      <p:cNvPr id="0" name="图片 74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99856" y="4797152"/>
                        <a:ext cx="1676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 bwMode="auto">
          <a:xfrm>
            <a:off x="1991544" y="6002124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综上，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337560" y="5793423"/>
          <a:ext cx="14620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5" name="Equation" r:id="rId19" imgW="35356800" imgH="21640800" progId="Equation.DSMT4">
                  <p:embed/>
                </p:oleObj>
              </mc:Choice>
              <mc:Fallback>
                <p:oleObj name="Equation" r:id="rId19" imgW="35356800" imgH="21640800" progId="Equation.DSMT4">
                  <p:embed/>
                  <p:pic>
                    <p:nvPicPr>
                      <p:cNvPr id="0" name="图片 740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37560" y="5793423"/>
                        <a:ext cx="146208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8" grpId="0"/>
      <p:bldP spid="11" grpId="0"/>
      <p:bldP spid="14" grpId="0"/>
      <p:bldP spid="20" grpId="0"/>
      <p:bldP spid="23" grpId="0"/>
      <p:bldP spid="28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1586543" y="535763"/>
            <a:ext cx="4953249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准则2：单调有界准则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1504" y="1268760"/>
            <a:ext cx="91450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（单调有界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准则）单调有界数列必有极限．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94193" y="1992313"/>
          <a:ext cx="45910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110032800" imgH="10363200" progId="Equation.DSMT4">
                  <p:embed/>
                </p:oleObj>
              </mc:Choice>
              <mc:Fallback>
                <p:oleObj name="Equation" r:id="rId1" imgW="110032800" imgH="1036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4193" y="1992313"/>
                        <a:ext cx="4591050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52"/>
          <p:cNvSpPr>
            <a:spLocks noChangeArrowheads="1"/>
          </p:cNvSpPr>
          <p:nvPr/>
        </p:nvSpPr>
        <p:spPr bwMode="auto">
          <a:xfrm>
            <a:off x="6451303" y="2137167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720965" y="1933258"/>
          <a:ext cx="25130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1" name="Equation" r:id="rId3" imgW="60045600" imgH="13106400" progId="Equation.DSMT4">
                  <p:embed/>
                </p:oleObj>
              </mc:Choice>
              <mc:Fallback>
                <p:oleObj name="Equation" r:id="rId3" imgW="60045600" imgH="13106400" progId="Equation.DSMT4">
                  <p:embed/>
                  <p:pic>
                    <p:nvPicPr>
                      <p:cNvPr id="0" name="图片 854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20965" y="1933258"/>
                        <a:ext cx="2513013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"/>
          <p:cNvGrpSpPr/>
          <p:nvPr/>
        </p:nvGrpSpPr>
        <p:grpSpPr bwMode="auto">
          <a:xfrm>
            <a:off x="3215680" y="3025422"/>
            <a:ext cx="5547031" cy="718820"/>
            <a:chOff x="864" y="3143"/>
            <a:chExt cx="4368" cy="566"/>
          </a:xfrm>
        </p:grpSpPr>
        <p:grpSp>
          <p:nvGrpSpPr>
            <p:cNvPr id="8" name="Group 8"/>
            <p:cNvGrpSpPr/>
            <p:nvPr/>
          </p:nvGrpSpPr>
          <p:grpSpPr bwMode="auto">
            <a:xfrm>
              <a:off x="1092" y="3143"/>
              <a:ext cx="3504" cy="566"/>
              <a:chOff x="1092" y="3143"/>
              <a:chExt cx="3504" cy="566"/>
            </a:xfrm>
          </p:grpSpPr>
          <p:graphicFrame>
            <p:nvGraphicFramePr>
              <p:cNvPr id="24" name="Object 9"/>
              <p:cNvGraphicFramePr>
                <a:graphicFrameLocks noChangeAspect="1"/>
              </p:cNvGraphicFramePr>
              <p:nvPr/>
            </p:nvGraphicFramePr>
            <p:xfrm>
              <a:off x="2473" y="3156"/>
              <a:ext cx="479" cy="5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42" name="Equation" r:id="rId5" imgW="6096000" imgH="7010400" progId="Equation.DSMT4">
                      <p:embed/>
                    </p:oleObj>
                  </mc:Choice>
                  <mc:Fallback>
                    <p:oleObj name="Equation" r:id="rId5" imgW="6096000" imgH="7010400" progId="Equation.DSMT4">
                      <p:embed/>
                      <p:pic>
                        <p:nvPicPr>
                          <p:cNvPr id="0" name="图片 854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73" y="3156"/>
                            <a:ext cx="479" cy="5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10"/>
              <p:cNvGraphicFramePr>
                <a:graphicFrameLocks noChangeAspect="1"/>
              </p:cNvGraphicFramePr>
              <p:nvPr/>
            </p:nvGraphicFramePr>
            <p:xfrm>
              <a:off x="2665" y="3156"/>
              <a:ext cx="816" cy="5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43" name="Equation" r:id="rId7" imgW="10363200" imgH="7010400" progId="Equation.DSMT4">
                      <p:embed/>
                    </p:oleObj>
                  </mc:Choice>
                  <mc:Fallback>
                    <p:oleObj name="Equation" r:id="rId7" imgW="10363200" imgH="7010400" progId="Equation.DSMT4">
                      <p:embed/>
                      <p:pic>
                        <p:nvPicPr>
                          <p:cNvPr id="0" name="图片 854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665" y="3156"/>
                            <a:ext cx="816" cy="5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11"/>
              <p:cNvGraphicFramePr>
                <a:graphicFrameLocks noChangeAspect="1"/>
              </p:cNvGraphicFramePr>
              <p:nvPr/>
            </p:nvGraphicFramePr>
            <p:xfrm>
              <a:off x="3948" y="3181"/>
              <a:ext cx="648" cy="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44" name="Equation" r:id="rId9" imgW="8229600" imgH="6705600" progId="Equation.DSMT4">
                      <p:embed/>
                    </p:oleObj>
                  </mc:Choice>
                  <mc:Fallback>
                    <p:oleObj name="Equation" r:id="rId9" imgW="8229600" imgH="6705600" progId="Equation.DSMT4">
                      <p:embed/>
                      <p:pic>
                        <p:nvPicPr>
                          <p:cNvPr id="0" name="图片 854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48" y="3181"/>
                            <a:ext cx="648" cy="5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12"/>
              <p:cNvGraphicFramePr>
                <a:graphicFrameLocks noChangeAspect="1"/>
              </p:cNvGraphicFramePr>
              <p:nvPr/>
            </p:nvGraphicFramePr>
            <p:xfrm>
              <a:off x="1092" y="3143"/>
              <a:ext cx="458" cy="5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45" name="Equation" r:id="rId11" imgW="5791200" imgH="7010400" progId="Equation.DSMT4">
                      <p:embed/>
                    </p:oleObj>
                  </mc:Choice>
                  <mc:Fallback>
                    <p:oleObj name="Equation" r:id="rId11" imgW="5791200" imgH="7010400" progId="Equation.DSMT4">
                      <p:embed/>
                      <p:pic>
                        <p:nvPicPr>
                          <p:cNvPr id="0" name="图片 854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92" y="3143"/>
                            <a:ext cx="458" cy="55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13"/>
              <p:cNvGraphicFramePr>
                <a:graphicFrameLocks noChangeAspect="1"/>
              </p:cNvGraphicFramePr>
              <p:nvPr/>
            </p:nvGraphicFramePr>
            <p:xfrm>
              <a:off x="1405" y="3157"/>
              <a:ext cx="504" cy="5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46" name="Equation" r:id="rId13" imgW="6400800" imgH="7010400" progId="Equation.DSMT4">
                      <p:embed/>
                    </p:oleObj>
                  </mc:Choice>
                  <mc:Fallback>
                    <p:oleObj name="Equation" r:id="rId13" imgW="6400800" imgH="7010400" progId="Equation.DSMT4">
                      <p:embed/>
                      <p:pic>
                        <p:nvPicPr>
                          <p:cNvPr id="0" name="图片 854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405" y="3157"/>
                            <a:ext cx="504" cy="55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864" y="3287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12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159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7"/>
            <p:cNvSpPr>
              <a:spLocks noChangeArrowheads="1"/>
            </p:cNvSpPr>
            <p:nvPr/>
          </p:nvSpPr>
          <p:spPr bwMode="auto">
            <a:xfrm>
              <a:off x="207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8"/>
            <p:cNvSpPr>
              <a:spLocks noChangeArrowheads="1"/>
            </p:cNvSpPr>
            <p:nvPr/>
          </p:nvSpPr>
          <p:spPr bwMode="auto">
            <a:xfrm>
              <a:off x="264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9"/>
            <p:cNvSpPr>
              <a:spLocks noChangeArrowheads="1"/>
            </p:cNvSpPr>
            <p:nvPr/>
          </p:nvSpPr>
          <p:spPr bwMode="auto">
            <a:xfrm>
              <a:off x="1783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216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auto">
            <a:xfrm>
              <a:off x="24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2"/>
            <p:cNvSpPr>
              <a:spLocks noChangeArrowheads="1"/>
            </p:cNvSpPr>
            <p:nvPr/>
          </p:nvSpPr>
          <p:spPr bwMode="auto">
            <a:xfrm>
              <a:off x="293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3"/>
            <p:cNvSpPr>
              <a:spLocks noChangeArrowheads="1"/>
            </p:cNvSpPr>
            <p:nvPr/>
          </p:nvSpPr>
          <p:spPr bwMode="auto">
            <a:xfrm>
              <a:off x="317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4"/>
            <p:cNvSpPr>
              <a:spLocks noChangeArrowheads="1"/>
            </p:cNvSpPr>
            <p:nvPr/>
          </p:nvSpPr>
          <p:spPr bwMode="auto">
            <a:xfrm>
              <a:off x="3264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319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6"/>
            <p:cNvSpPr>
              <a:spLocks noChangeArrowheads="1"/>
            </p:cNvSpPr>
            <p:nvPr/>
          </p:nvSpPr>
          <p:spPr bwMode="auto">
            <a:xfrm>
              <a:off x="341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4222" y="3262"/>
              <a:ext cx="50" cy="5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" name="Object 28"/>
            <p:cNvGraphicFramePr>
              <a:graphicFrameLocks noChangeAspect="1"/>
            </p:cNvGraphicFramePr>
            <p:nvPr/>
          </p:nvGraphicFramePr>
          <p:xfrm>
            <a:off x="4848" y="3177"/>
            <a:ext cx="384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" name="Equation" r:id="rId15" imgW="4876800" imgH="5486400" progId="Equation.DSMT4">
                    <p:embed/>
                  </p:oleObj>
                </mc:Choice>
                <mc:Fallback>
                  <p:oleObj name="Equation" r:id="rId15" imgW="4876800" imgH="5486400" progId="Equation.DSMT4">
                    <p:embed/>
                    <p:pic>
                      <p:nvPicPr>
                        <p:cNvPr id="0" name="图片 85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8" y="3177"/>
                          <a:ext cx="384" cy="4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53"/>
          <p:cNvGrpSpPr/>
          <p:nvPr/>
        </p:nvGrpSpPr>
        <p:grpSpPr bwMode="auto">
          <a:xfrm>
            <a:off x="6400205" y="3165125"/>
            <a:ext cx="396875" cy="442913"/>
            <a:chOff x="3187" y="1700"/>
            <a:chExt cx="250" cy="279"/>
          </a:xfrm>
        </p:grpSpPr>
        <p:sp>
          <p:nvSpPr>
            <p:cNvPr id="30" name="Oval 54"/>
            <p:cNvSpPr>
              <a:spLocks noChangeArrowheads="1"/>
            </p:cNvSpPr>
            <p:nvPr/>
          </p:nvSpPr>
          <p:spPr bwMode="auto">
            <a:xfrm>
              <a:off x="3298" y="1700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" name="Object 55"/>
            <p:cNvGraphicFramePr>
              <a:graphicFrameLocks noChangeAspect="1"/>
            </p:cNvGraphicFramePr>
            <p:nvPr/>
          </p:nvGraphicFramePr>
          <p:xfrm>
            <a:off x="3187" y="1709"/>
            <a:ext cx="25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" name="Equation" r:id="rId17" imgW="3962400" imgH="4267200" progId="Equation.DSMT4">
                    <p:embed/>
                  </p:oleObj>
                </mc:Choice>
                <mc:Fallback>
                  <p:oleObj name="Equation" r:id="rId17" imgW="3962400" imgH="4267200" progId="Equation.DSMT4">
                    <p:embed/>
                    <p:pic>
                      <p:nvPicPr>
                        <p:cNvPr id="0" name="图片 85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187" y="1709"/>
                          <a:ext cx="250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798638" y="4054158"/>
          <a:ext cx="4403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" name="Equation" r:id="rId19" imgW="105460800" imgH="10363200" progId="Equation.DSMT4">
                  <p:embed/>
                </p:oleObj>
              </mc:Choice>
              <mc:Fallback>
                <p:oleObj name="Equation" r:id="rId19" imgW="105460800" imgH="10363200" progId="Equation.DSMT4">
                  <p:embed/>
                  <p:pic>
                    <p:nvPicPr>
                      <p:cNvPr id="0" name="图片 8548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8638" y="4054158"/>
                        <a:ext cx="4403725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AutoShape 56"/>
          <p:cNvSpPr>
            <a:spLocks noChangeArrowheads="1"/>
          </p:cNvSpPr>
          <p:nvPr/>
        </p:nvSpPr>
        <p:spPr bwMode="auto">
          <a:xfrm>
            <a:off x="6469380" y="419862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835583" y="3935413"/>
          <a:ext cx="239871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0" name="Equation" r:id="rId21" imgW="57302400" imgH="13106400" progId="Equation.DSMT4">
                  <p:embed/>
                </p:oleObj>
              </mc:Choice>
              <mc:Fallback>
                <p:oleObj name="Equation" r:id="rId21" imgW="57302400" imgH="13106400" progId="Equation.DSMT4">
                  <p:embed/>
                  <p:pic>
                    <p:nvPicPr>
                      <p:cNvPr id="0" name="图片 854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35583" y="3935413"/>
                        <a:ext cx="2398712" cy="560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29"/>
          <p:cNvGrpSpPr/>
          <p:nvPr/>
        </p:nvGrpSpPr>
        <p:grpSpPr bwMode="auto">
          <a:xfrm>
            <a:off x="3322331" y="4998440"/>
            <a:ext cx="5453982" cy="794544"/>
            <a:chOff x="792" y="3564"/>
            <a:chExt cx="4296" cy="624"/>
          </a:xfrm>
        </p:grpSpPr>
        <p:graphicFrame>
          <p:nvGraphicFramePr>
            <p:cNvPr id="36" name="Object 30"/>
            <p:cNvGraphicFramePr>
              <a:graphicFrameLocks noChangeAspect="1"/>
            </p:cNvGraphicFramePr>
            <p:nvPr/>
          </p:nvGraphicFramePr>
          <p:xfrm>
            <a:off x="792" y="3733"/>
            <a:ext cx="431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1" name="Equation" r:id="rId23" imgW="5486400" imgH="5486400" progId="Equation.DSMT4">
                    <p:embed/>
                  </p:oleObj>
                </mc:Choice>
                <mc:Fallback>
                  <p:oleObj name="Equation" r:id="rId23" imgW="5486400" imgH="5486400" progId="Equation.DSMT4">
                    <p:embed/>
                    <p:pic>
                      <p:nvPicPr>
                        <p:cNvPr id="0" name="图片 85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2" y="3733"/>
                          <a:ext cx="431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1"/>
            <p:cNvGraphicFramePr>
              <a:graphicFrameLocks noChangeAspect="1"/>
            </p:cNvGraphicFramePr>
            <p:nvPr/>
          </p:nvGraphicFramePr>
          <p:xfrm>
            <a:off x="2280" y="3636"/>
            <a:ext cx="480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2" name="Equation" r:id="rId25" imgW="6096000" imgH="7010400" progId="Equation.DSMT4">
                    <p:embed/>
                  </p:oleObj>
                </mc:Choice>
                <mc:Fallback>
                  <p:oleObj name="Equation" r:id="rId25" imgW="6096000" imgH="7010400" progId="Equation.DSMT4">
                    <p:embed/>
                    <p:pic>
                      <p:nvPicPr>
                        <p:cNvPr id="0" name="图片 85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80" y="3636"/>
                          <a:ext cx="480" cy="5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2"/>
            <p:cNvGraphicFramePr>
              <a:graphicFrameLocks noChangeAspect="1"/>
            </p:cNvGraphicFramePr>
            <p:nvPr/>
          </p:nvGraphicFramePr>
          <p:xfrm>
            <a:off x="1789" y="3636"/>
            <a:ext cx="74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3" name="Equation" r:id="rId27" imgW="9448800" imgH="7010400" progId="Equation.DSMT4">
                    <p:embed/>
                  </p:oleObj>
                </mc:Choice>
                <mc:Fallback>
                  <p:oleObj name="Equation" r:id="rId27" imgW="9448800" imgH="7010400" progId="Equation.DSMT4">
                    <p:embed/>
                    <p:pic>
                      <p:nvPicPr>
                        <p:cNvPr id="0" name="图片 85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89" y="3636"/>
                          <a:ext cx="744" cy="5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3"/>
            <p:cNvGraphicFramePr>
              <a:graphicFrameLocks noChangeAspect="1"/>
            </p:cNvGraphicFramePr>
            <p:nvPr/>
          </p:nvGraphicFramePr>
          <p:xfrm>
            <a:off x="3961" y="3623"/>
            <a:ext cx="431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4" name="Equation" r:id="rId29" imgW="5486400" imgH="7010400" progId="Equation.DSMT4">
                    <p:embed/>
                  </p:oleObj>
                </mc:Choice>
                <mc:Fallback>
                  <p:oleObj name="Equation" r:id="rId29" imgW="5486400" imgH="7010400" progId="Equation.DSMT4">
                    <p:embed/>
                    <p:pic>
                      <p:nvPicPr>
                        <p:cNvPr id="0" name="图片 85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61" y="3623"/>
                          <a:ext cx="431" cy="5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4"/>
            <p:cNvGraphicFramePr>
              <a:graphicFrameLocks noChangeAspect="1"/>
            </p:cNvGraphicFramePr>
            <p:nvPr/>
          </p:nvGraphicFramePr>
          <p:xfrm>
            <a:off x="3564" y="3623"/>
            <a:ext cx="479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5" name="Equation" r:id="rId31" imgW="6096000" imgH="7010400" progId="Equation.DSMT4">
                    <p:embed/>
                  </p:oleObj>
                </mc:Choice>
                <mc:Fallback>
                  <p:oleObj name="Equation" r:id="rId31" imgW="6096000" imgH="7010400" progId="Equation.DSMT4">
                    <p:embed/>
                    <p:pic>
                      <p:nvPicPr>
                        <p:cNvPr id="0" name="图片 85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4" y="3623"/>
                          <a:ext cx="479" cy="5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" name="Group 35"/>
            <p:cNvGrpSpPr/>
            <p:nvPr/>
          </p:nvGrpSpPr>
          <p:grpSpPr bwMode="auto">
            <a:xfrm>
              <a:off x="816" y="3564"/>
              <a:ext cx="4272" cy="431"/>
              <a:chOff x="816" y="3564"/>
              <a:chExt cx="4272" cy="431"/>
            </a:xfrm>
          </p:grpSpPr>
          <p:sp>
            <p:nvSpPr>
              <p:cNvPr id="42" name="Line 36"/>
              <p:cNvSpPr>
                <a:spLocks noChangeShapeType="1"/>
              </p:cNvSpPr>
              <p:nvPr/>
            </p:nvSpPr>
            <p:spPr bwMode="auto">
              <a:xfrm>
                <a:off x="816" y="3767"/>
                <a:ext cx="39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Oval 37"/>
              <p:cNvSpPr>
                <a:spLocks noChangeArrowheads="1"/>
              </p:cNvSpPr>
              <p:nvPr/>
            </p:nvSpPr>
            <p:spPr bwMode="auto">
              <a:xfrm>
                <a:off x="41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Oval 38"/>
              <p:cNvSpPr>
                <a:spLocks noChangeArrowheads="1"/>
              </p:cNvSpPr>
              <p:nvPr/>
            </p:nvSpPr>
            <p:spPr bwMode="auto">
              <a:xfrm>
                <a:off x="154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Oval 39"/>
              <p:cNvSpPr>
                <a:spLocks noChangeArrowheads="1"/>
              </p:cNvSpPr>
              <p:nvPr/>
            </p:nvSpPr>
            <p:spPr bwMode="auto">
              <a:xfrm>
                <a:off x="202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Oval 40"/>
              <p:cNvSpPr>
                <a:spLocks noChangeArrowheads="1"/>
              </p:cNvSpPr>
              <p:nvPr/>
            </p:nvSpPr>
            <p:spPr bwMode="auto">
              <a:xfrm>
                <a:off x="187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Oval 41"/>
              <p:cNvSpPr>
                <a:spLocks noChangeArrowheads="1"/>
              </p:cNvSpPr>
              <p:nvPr/>
            </p:nvSpPr>
            <p:spPr bwMode="auto">
              <a:xfrm>
                <a:off x="17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Oval 42"/>
              <p:cNvSpPr>
                <a:spLocks noChangeArrowheads="1"/>
              </p:cNvSpPr>
              <p:nvPr/>
            </p:nvSpPr>
            <p:spPr bwMode="auto">
              <a:xfrm>
                <a:off x="3559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Oval 43"/>
              <p:cNvSpPr>
                <a:spLocks noChangeArrowheads="1"/>
              </p:cNvSpPr>
              <p:nvPr/>
            </p:nvSpPr>
            <p:spPr bwMode="auto">
              <a:xfrm>
                <a:off x="2448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Oval 44"/>
              <p:cNvSpPr>
                <a:spLocks noChangeArrowheads="1"/>
              </p:cNvSpPr>
              <p:nvPr/>
            </p:nvSpPr>
            <p:spPr bwMode="auto">
              <a:xfrm>
                <a:off x="288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Oval 45"/>
              <p:cNvSpPr>
                <a:spLocks noChangeArrowheads="1"/>
              </p:cNvSpPr>
              <p:nvPr/>
            </p:nvSpPr>
            <p:spPr bwMode="auto">
              <a:xfrm>
                <a:off x="312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Oval 46"/>
              <p:cNvSpPr>
                <a:spLocks noChangeArrowheads="1"/>
              </p:cNvSpPr>
              <p:nvPr/>
            </p:nvSpPr>
            <p:spPr bwMode="auto">
              <a:xfrm>
                <a:off x="3216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Oval 47"/>
              <p:cNvSpPr>
                <a:spLocks noChangeArrowheads="1"/>
              </p:cNvSpPr>
              <p:nvPr/>
            </p:nvSpPr>
            <p:spPr bwMode="auto">
              <a:xfrm>
                <a:off x="3271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Oval 48"/>
              <p:cNvSpPr>
                <a:spLocks noChangeArrowheads="1"/>
              </p:cNvSpPr>
              <p:nvPr/>
            </p:nvSpPr>
            <p:spPr bwMode="auto">
              <a:xfrm>
                <a:off x="379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Oval 49"/>
              <p:cNvSpPr>
                <a:spLocks noChangeArrowheads="1"/>
              </p:cNvSpPr>
              <p:nvPr/>
            </p:nvSpPr>
            <p:spPr bwMode="auto">
              <a:xfrm>
                <a:off x="958" y="3740"/>
                <a:ext cx="50" cy="5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6" name="Object 50"/>
              <p:cNvGraphicFramePr>
                <a:graphicFrameLocks noChangeAspect="1"/>
              </p:cNvGraphicFramePr>
              <p:nvPr/>
            </p:nvGraphicFramePr>
            <p:xfrm>
              <a:off x="4752" y="3564"/>
              <a:ext cx="336" cy="4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56" name="Equation" r:id="rId33" imgW="4267200" imgH="5486400" progId="Equation.DSMT4">
                      <p:embed/>
                    </p:oleObj>
                  </mc:Choice>
                  <mc:Fallback>
                    <p:oleObj name="Equation" r:id="rId33" imgW="4267200" imgH="5486400" progId="Equation.DSMT4">
                      <p:embed/>
                      <p:pic>
                        <p:nvPicPr>
                          <p:cNvPr id="0" name="图片 855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752" y="3564"/>
                            <a:ext cx="336" cy="43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7" name="Group 57"/>
          <p:cNvGrpSpPr/>
          <p:nvPr/>
        </p:nvGrpSpPr>
        <p:grpSpPr bwMode="auto">
          <a:xfrm>
            <a:off x="3960812" y="5218118"/>
            <a:ext cx="366713" cy="547688"/>
            <a:chOff x="1535" y="3287"/>
            <a:chExt cx="231" cy="345"/>
          </a:xfrm>
        </p:grpSpPr>
        <p:sp>
          <p:nvSpPr>
            <p:cNvPr id="58" name="Oval 58"/>
            <p:cNvSpPr>
              <a:spLocks noChangeArrowheads="1"/>
            </p:cNvSpPr>
            <p:nvPr/>
          </p:nvSpPr>
          <p:spPr bwMode="auto">
            <a:xfrm>
              <a:off x="1637" y="3287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9" name="Object 59"/>
            <p:cNvGraphicFramePr>
              <a:graphicFrameLocks noChangeAspect="1"/>
            </p:cNvGraphicFramePr>
            <p:nvPr/>
          </p:nvGraphicFramePr>
          <p:xfrm>
            <a:off x="1535" y="3287"/>
            <a:ext cx="231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7" name="Equation" r:id="rId35" imgW="3657600" imgH="5486400" progId="Equation.DSMT4">
                    <p:embed/>
                  </p:oleObj>
                </mc:Choice>
                <mc:Fallback>
                  <p:oleObj name="Equation" r:id="rId35" imgW="3657600" imgH="5486400" progId="Equation.DSMT4">
                    <p:embed/>
                    <p:pic>
                      <p:nvPicPr>
                        <p:cNvPr id="0" name="图片 85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535" y="3287"/>
                          <a:ext cx="231" cy="3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3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704019" y="390482"/>
            <a:ext cx="158417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4. </a:t>
            </a:r>
            <a:r>
              <a:rPr lang="zh-CN" altLang="en-US" sz="3200" b="1" kern="12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设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05770" y="299085"/>
          <a:ext cx="401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96316800" imgH="20116800" progId="Equation.DSMT4">
                  <p:embed/>
                </p:oleObj>
              </mc:Choice>
              <mc:Fallback>
                <p:oleObj name="Equation" r:id="rId1" imgW="96316800" imgH="20116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05770" y="299085"/>
                        <a:ext cx="4013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7148168" y="450817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证明数列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769187" y="450807"/>
          <a:ext cx="603251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3" imgW="14325600" imgH="11582400" progId="Equation.DSMT4">
                  <p:embed/>
                </p:oleObj>
              </mc:Choice>
              <mc:Fallback>
                <p:oleObj name="Equation" r:id="rId3" imgW="14325600" imgH="11582400" progId="Equation.DSMT4">
                  <p:embed/>
                  <p:pic>
                    <p:nvPicPr>
                      <p:cNvPr id="0" name="图片 940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69187" y="450807"/>
                        <a:ext cx="603251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9380669" y="424782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收敛．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703512" y="1124744"/>
            <a:ext cx="8032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altLang="en-US" sz="2800" b="1" dirty="0">
                <a:solidFill>
                  <a:srgbClr val="7030A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2506787" y="1124744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因为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05007" y="1498104"/>
          <a:ext cx="3111500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5" imgW="74676000" imgH="22860000" progId="Equation.DSMT4">
                  <p:embed/>
                </p:oleObj>
              </mc:Choice>
              <mc:Fallback>
                <p:oleObj name="Equation" r:id="rId5" imgW="74676000" imgH="22860000" progId="Equation.DSMT4">
                  <p:embed/>
                  <p:pic>
                    <p:nvPicPr>
                      <p:cNvPr id="0" name="图片 940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5007" y="1498104"/>
                        <a:ext cx="3111500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879198" y="1803802"/>
          <a:ext cx="1403351" cy="346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5" name="Equation" r:id="rId7" imgW="33528000" imgH="8839200" progId="Equation.DSMT4">
                  <p:embed/>
                </p:oleObj>
              </mc:Choice>
              <mc:Fallback>
                <p:oleObj name="Equation" r:id="rId7" imgW="33528000" imgH="8839200" progId="Equation.DSMT4">
                  <p:embed/>
                  <p:pic>
                    <p:nvPicPr>
                      <p:cNvPr id="0" name="图片 940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79198" y="1803802"/>
                        <a:ext cx="1403351" cy="3460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2423592" y="2593722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altLang="en-US" sz="3200" b="1" kern="12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所以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11926" y="2663572"/>
          <a:ext cx="603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" name="Equation" r:id="rId9" imgW="14325600" imgH="11582400" progId="Equation.DSMT4">
                  <p:embed/>
                </p:oleObj>
              </mc:Choice>
              <mc:Fallback>
                <p:oleObj name="Equation" r:id="rId9" imgW="14325600" imgH="11582400" progId="Equation.DSMT4">
                  <p:embed/>
                  <p:pic>
                    <p:nvPicPr>
                      <p:cNvPr id="0" name="图片 940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1926" y="2663572"/>
                        <a:ext cx="60325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4151783" y="2636912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单调递增．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892350" y="3392996"/>
          <a:ext cx="603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7" name="Equation" r:id="rId11" imgW="14325600" imgH="11582400" progId="Equation.DSMT4">
                  <p:embed/>
                </p:oleObj>
              </mc:Choice>
              <mc:Fallback>
                <p:oleObj name="Equation" r:id="rId11" imgW="14325600" imgH="11582400" progId="Equation.DSMT4">
                  <p:embed/>
                  <p:pic>
                    <p:nvPicPr>
                      <p:cNvPr id="0" name="图片 94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92350" y="3392996"/>
                        <a:ext cx="60325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2506787" y="3366336"/>
            <a:ext cx="34004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有上界有两种证法：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754138" y="4005064"/>
          <a:ext cx="6726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8" name="Equation" r:id="rId13" imgW="161239200" imgH="21640800" progId="Equation.DSMT4">
                  <p:embed/>
                </p:oleObj>
              </mc:Choice>
              <mc:Fallback>
                <p:oleObj name="Equation" r:id="rId13" imgW="161239200" imgH="21640800" progId="Equation.DSMT4">
                  <p:embed/>
                  <p:pic>
                    <p:nvPicPr>
                      <p:cNvPr id="0" name="图片 940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54138" y="4005064"/>
                        <a:ext cx="67262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1958079" y="4797152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1703512" y="5090888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altLang="en-US" sz="3200" b="1" kern="12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或者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779489" y="4986113"/>
          <a:ext cx="6307138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" name="Equation" r:id="rId15" imgW="151180800" imgH="19812000" progId="Equation.DSMT4">
                  <p:embed/>
                </p:oleObj>
              </mc:Choice>
              <mc:Fallback>
                <p:oleObj name="Equation" r:id="rId15" imgW="151180800" imgH="19812000" progId="Equation.DSMT4">
                  <p:embed/>
                  <p:pic>
                    <p:nvPicPr>
                      <p:cNvPr id="0" name="图片 940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79489" y="4986113"/>
                        <a:ext cx="6307138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1703512" y="600212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588648" y="6028784"/>
          <a:ext cx="603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17" imgW="14325600" imgH="11582400" progId="Equation.DSMT4">
                  <p:embed/>
                </p:oleObj>
              </mc:Choice>
              <mc:Fallback>
                <p:oleObj name="Equation" r:id="rId17" imgW="14325600" imgH="11582400" progId="Equation.DSMT4">
                  <p:embed/>
                  <p:pic>
                    <p:nvPicPr>
                      <p:cNvPr id="0" name="图片 940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88648" y="6028784"/>
                        <a:ext cx="60325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 bwMode="auto">
          <a:xfrm>
            <a:off x="3210512" y="6002124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收敛．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67808" y="6002124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6" grpId="0" bldLvl="0" animBg="1"/>
      <p:bldP spid="18" grpId="0"/>
      <p:bldP spid="20" grpId="0"/>
      <p:bldP spid="24" grpId="0" bldLvl="0" animBg="1"/>
      <p:bldP spid="27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47528" y="203791"/>
            <a:ext cx="309634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5. </a:t>
            </a:r>
            <a:r>
              <a:rPr lang="zh-CN" altLang="en-US" sz="3200" b="1" dirty="0" smtClean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证明</a:t>
            </a:r>
            <a:r>
              <a:rPr lang="zh-CN" altLang="en-US" sz="32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数列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439816" y="118066"/>
          <a:ext cx="4110038" cy="78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98450400" imgH="18592800" progId="Equation.DSMT4">
                  <p:embed/>
                </p:oleObj>
              </mc:Choice>
              <mc:Fallback>
                <p:oleObj name="Equation" r:id="rId1" imgW="98450400" imgH="18592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39816" y="118066"/>
                        <a:ext cx="4110038" cy="781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8616280" y="246981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的极限存在，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847528" y="899117"/>
            <a:ext cx="2507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并求此极限．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063552" y="1450689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3112458" y="1450689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070698" y="1496399"/>
          <a:ext cx="885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" name="Equation" r:id="rId3" imgW="28346400" imgH="10363200" progId="Equation.DSMT4">
                  <p:embed/>
                </p:oleObj>
              </mc:Choice>
              <mc:Fallback>
                <p:oleObj name="Equation" r:id="rId3" imgW="28346400" imgH="10363200" progId="Equation.DSMT4">
                  <p:embed/>
                  <p:pic>
                    <p:nvPicPr>
                      <p:cNvPr id="0" name="图片 104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0698" y="1496399"/>
                        <a:ext cx="88582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5087888" y="1450689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04339" y="1496399"/>
          <a:ext cx="390526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7" name="Equation" r:id="rId5" imgW="12496800" imgH="10363200" progId="Equation.DSMT4">
                  <p:embed/>
                </p:oleObj>
              </mc:Choice>
              <mc:Fallback>
                <p:oleObj name="Equation" r:id="rId5" imgW="12496800" imgH="10363200" progId="Equation.DSMT4">
                  <p:embed/>
                  <p:pic>
                    <p:nvPicPr>
                      <p:cNvPr id="0" name="图片 104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4339" y="1496399"/>
                        <a:ext cx="390526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6816080" y="145068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361422" y="1496399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8" name="Equation" r:id="rId7" imgW="7620000" imgH="10363200" progId="Equation.DSMT4">
                  <p:embed/>
                </p:oleObj>
              </mc:Choice>
              <mc:Fallback>
                <p:oleObj name="Equation" r:id="rId7" imgW="7620000" imgH="10363200" progId="Equation.DSMT4">
                  <p:embed/>
                  <p:pic>
                    <p:nvPicPr>
                      <p:cNvPr id="0" name="图片 104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61422" y="1496399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7752184" y="1450689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多出了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最后的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0058400" y="1493540"/>
          <a:ext cx="609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9" name="Equation" r:id="rId9" imgW="14630400" imgH="11887200" progId="Equation.DSMT4">
                  <p:embed/>
                </p:oleObj>
              </mc:Choice>
              <mc:Fallback>
                <p:oleObj name="Equation" r:id="rId9" imgW="14630400" imgH="11887200" progId="Equation.DSMT4">
                  <p:embed/>
                  <p:pic>
                    <p:nvPicPr>
                      <p:cNvPr id="0" name="图片 1049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58400" y="1493540"/>
                        <a:ext cx="6096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1631504" y="213285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176846" y="2149991"/>
          <a:ext cx="6350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" name="Equation" r:id="rId11" imgW="15240000" imgH="11582400" progId="Equation.DSMT4">
                  <p:embed/>
                </p:oleObj>
              </mc:Choice>
              <mc:Fallback>
                <p:oleObj name="Equation" r:id="rId11" imgW="15240000" imgH="11582400" progId="Equation.DSMT4">
                  <p:embed/>
                  <p:pic>
                    <p:nvPicPr>
                      <p:cNvPr id="0" name="图片 1049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6846" y="2149991"/>
                        <a:ext cx="6350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2969569" y="2132856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是单调递增的．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063552" y="2708920"/>
            <a:ext cx="37579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以下用数学归纳法证明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789346" y="2726055"/>
          <a:ext cx="63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1" name="Equation" r:id="rId13" imgW="15240000" imgH="11582400" progId="Equation.DSMT4">
                  <p:embed/>
                </p:oleObj>
              </mc:Choice>
              <mc:Fallback>
                <p:oleObj name="Equation" r:id="rId13" imgW="15240000" imgH="11582400" progId="Equation.DSMT4">
                  <p:embed/>
                  <p:pic>
                    <p:nvPicPr>
                      <p:cNvPr id="0" name="图片 105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89346" y="2726055"/>
                        <a:ext cx="635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6600056" y="2708920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有上界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2135746" y="330414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041763" y="3313017"/>
          <a:ext cx="1778000" cy="514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2" name="Equation" r:id="rId14" imgW="42672000" imgH="12192000" progId="Equation.DSMT4">
                  <p:embed/>
                </p:oleObj>
              </mc:Choice>
              <mc:Fallback>
                <p:oleObj name="Equation" r:id="rId14" imgW="42672000" imgH="12192000" progId="Equation.DSMT4">
                  <p:embed/>
                  <p:pic>
                    <p:nvPicPr>
                      <p:cNvPr id="0" name="图片 10501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41763" y="3313017"/>
                        <a:ext cx="1778000" cy="514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5087517" y="330414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940425" y="3386138"/>
          <a:ext cx="9461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3" name="Equation" r:id="rId16" imgW="22555200" imgH="10363200" progId="Equation.DSMT4">
                  <p:embed/>
                </p:oleObj>
              </mc:Choice>
              <mc:Fallback>
                <p:oleObj name="Equation" r:id="rId16" imgW="22555200" imgH="10363200" progId="Equation.DSMT4">
                  <p:embed/>
                  <p:pic>
                    <p:nvPicPr>
                      <p:cNvPr id="0" name="图片 1050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40425" y="3386138"/>
                        <a:ext cx="946150" cy="360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 bwMode="auto">
          <a:xfrm>
            <a:off x="7032104" y="335699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就有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043238" y="4005263"/>
          <a:ext cx="3810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4" name="Equation" r:id="rId18" imgW="91440000" imgH="12801600" progId="Equation.DSMT4">
                  <p:embed/>
                </p:oleObj>
              </mc:Choice>
              <mc:Fallback>
                <p:oleObj name="Equation" r:id="rId18" imgW="91440000" imgH="12801600" progId="Equation.DSMT4">
                  <p:embed/>
                  <p:pic>
                    <p:nvPicPr>
                      <p:cNvPr id="0" name="图片 1050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43238" y="4005263"/>
                        <a:ext cx="38100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2063552" y="4581128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所以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087394" y="4684643"/>
          <a:ext cx="6350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5" name="Equation" r:id="rId20" imgW="15240000" imgH="11582400" progId="Equation.DSMT4">
                  <p:embed/>
                </p:oleObj>
              </mc:Choice>
              <mc:Fallback>
                <p:oleObj name="Equation" r:id="rId20" imgW="15240000" imgH="11582400" progId="Equation.DSMT4">
                  <p:embed/>
                  <p:pic>
                    <p:nvPicPr>
                      <p:cNvPr id="0" name="图片 1050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87394" y="4684643"/>
                        <a:ext cx="6350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 bwMode="auto">
          <a:xfrm>
            <a:off x="3880117" y="466750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是有上界的．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2063552" y="5426060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117042" y="5443195"/>
          <a:ext cx="63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" name="Equation" r:id="rId21" imgW="15240000" imgH="11582400" progId="Equation.DSMT4">
                  <p:embed/>
                </p:oleObj>
              </mc:Choice>
              <mc:Fallback>
                <p:oleObj name="Equation" r:id="rId21" imgW="15240000" imgH="11582400" progId="Equation.DSMT4">
                  <p:embed/>
                  <p:pic>
                    <p:nvPicPr>
                      <p:cNvPr id="0" name="图片 105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17042" y="5443195"/>
                        <a:ext cx="635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 bwMode="auto">
          <a:xfrm>
            <a:off x="3854808" y="5426060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的极限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2783632" y="6067281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3310296" y="6129610"/>
          <a:ext cx="15128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7" name="Equation" r:id="rId22" imgW="36576000" imgH="13106400" progId="Equation.DSMT4">
                  <p:embed/>
                </p:oleObj>
              </mc:Choice>
              <mc:Fallback>
                <p:oleObj name="Equation" r:id="rId22" imgW="36576000" imgH="13106400" progId="Equation.DSMT4">
                  <p:embed/>
                  <p:pic>
                    <p:nvPicPr>
                      <p:cNvPr id="0" name="图片 1050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310296" y="6129610"/>
                        <a:ext cx="1512887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4" grpId="0"/>
      <p:bldP spid="17" grpId="0"/>
      <p:bldP spid="20" grpId="0"/>
      <p:bldP spid="23" grpId="0"/>
      <p:bldP spid="24" grpId="0"/>
      <p:bldP spid="26" grpId="0"/>
      <p:bldP spid="27" grpId="0"/>
      <p:bldP spid="30" grpId="0"/>
      <p:bldP spid="33" grpId="0"/>
      <p:bldP spid="36" grpId="0" bldLvl="0" animBg="1"/>
      <p:bldP spid="38" grpId="0"/>
      <p:bldP spid="39" grpId="0"/>
      <p:bldP spid="41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135745" y="11663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41762" y="126071"/>
          <a:ext cx="2019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48463200" imgH="12801600" progId="Equation.DSMT4">
                  <p:embed/>
                </p:oleObj>
              </mc:Choice>
              <mc:Fallback>
                <p:oleObj name="Equation" r:id="rId1" imgW="48463200" imgH="128016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1762" y="126071"/>
                        <a:ext cx="20193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03912" y="176301"/>
          <a:ext cx="1849438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3" imgW="44196000" imgH="11277600" progId="Equation.DSMT4">
                  <p:embed/>
                </p:oleObj>
              </mc:Choice>
              <mc:Fallback>
                <p:oleObj name="Equation" r:id="rId3" imgW="44196000" imgH="11277600" progId="Equation.DSMT4">
                  <p:embed/>
                  <p:pic>
                    <p:nvPicPr>
                      <p:cNvPr id="0" name="图片 1139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912" y="176301"/>
                        <a:ext cx="1849438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7320136" y="188640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87688" y="836712"/>
          <a:ext cx="31051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5" imgW="74676000" imgH="14020800" progId="Equation.DSMT4">
                  <p:embed/>
                </p:oleObj>
              </mc:Choice>
              <mc:Fallback>
                <p:oleObj name="Equation" r:id="rId5" imgW="74676000" imgH="14020800" progId="Equation.DSMT4">
                  <p:embed/>
                  <p:pic>
                    <p:nvPicPr>
                      <p:cNvPr id="0" name="图片 1139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688" y="836712"/>
                        <a:ext cx="310515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593046" y="141277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59696" y="1844824"/>
          <a:ext cx="15700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7" imgW="37490400" imgH="9448800" progId="Equation.DSMT4">
                  <p:embed/>
                </p:oleObj>
              </mc:Choice>
              <mc:Fallback>
                <p:oleObj name="Equation" r:id="rId7" imgW="37490400" imgH="9448800" progId="Equation.DSMT4">
                  <p:embed/>
                  <p:pic>
                    <p:nvPicPr>
                      <p:cNvPr id="0" name="图片 1139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696" y="1844824"/>
                        <a:ext cx="1570038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745446" y="242088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解得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74975" y="2705100"/>
          <a:ext cx="18113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9" imgW="43281600" imgH="21945600" progId="Equation.DSMT4">
                  <p:embed/>
                </p:oleObj>
              </mc:Choice>
              <mc:Fallback>
                <p:oleObj name="Equation" r:id="rId9" imgW="43281600" imgH="21945600" progId="Equation.DSMT4">
                  <p:embed/>
                  <p:pic>
                    <p:nvPicPr>
                      <p:cNvPr id="0" name="图片 1139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74975" y="2705100"/>
                        <a:ext cx="1811338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119688" y="2705100"/>
          <a:ext cx="16970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11" imgW="40538400" imgH="21945600" progId="Equation.DSMT4">
                  <p:embed/>
                </p:oleObj>
              </mc:Choice>
              <mc:Fallback>
                <p:oleObj name="Equation" r:id="rId11" imgW="40538400" imgH="21945600" progId="Equation.DSMT4">
                  <p:embed/>
                  <p:pic>
                    <p:nvPicPr>
                      <p:cNvPr id="0" name="图片 1139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19688" y="2705100"/>
                        <a:ext cx="1697037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7032104" y="2944108"/>
            <a:ext cx="14370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舍去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2711624" y="3789040"/>
            <a:ext cx="75126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（由保号性知正项数列的极限不可能为负值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1685379" y="4326397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079378" y="4610769"/>
          <a:ext cx="236855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13" imgW="56692800" imgH="21945600" progId="Equation.DSMT4">
                  <p:embed/>
                </p:oleObj>
              </mc:Choice>
              <mc:Fallback>
                <p:oleObj name="Equation" r:id="rId13" imgW="56692800" imgH="21945600" progId="Equation.DSMT4">
                  <p:embed/>
                  <p:pic>
                    <p:nvPicPr>
                      <p:cNvPr id="0" name="图片 113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79378" y="4610769"/>
                        <a:ext cx="2368550" cy="906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1685379" y="5661248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8" grpId="0"/>
      <p:bldP spid="19" grpId="0"/>
      <p:bldP spid="20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33935" y="461803"/>
            <a:ext cx="194421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32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charset="-122"/>
              </a:rPr>
              <a:t>6. 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78051" y="268128"/>
          <a:ext cx="2001838" cy="99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47853600" imgH="24079200" progId="Equation.DSMT4">
                  <p:embed/>
                </p:oleObj>
              </mc:Choice>
              <mc:Fallback>
                <p:oleObj name="Equation" r:id="rId1" imgW="47853600" imgH="240792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8051" y="268128"/>
                        <a:ext cx="2001838" cy="996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5930771" y="50562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28473" y="505618"/>
          <a:ext cx="825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4" name="Equation" r:id="rId3" imgW="19812000" imgH="13106400" progId="Equation.DSMT4">
                  <p:embed/>
                </p:oleObj>
              </mc:Choice>
              <mc:Fallback>
                <p:oleObj name="Equation" r:id="rId3" imgW="19812000" imgH="13106400" progId="Equation.DSMT4">
                  <p:embed/>
                  <p:pic>
                    <p:nvPicPr>
                      <p:cNvPr id="0" name="图片 1240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28473" y="505618"/>
                        <a:ext cx="825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7706330" y="461813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的存在性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1990941" y="1293272"/>
            <a:ext cx="89959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567608" y="1293272"/>
            <a:ext cx="2565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由二项式定理，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118415" y="1928009"/>
          <a:ext cx="1847851" cy="99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5" name="Equation" r:id="rId5" imgW="44196000" imgH="24079200" progId="Equation.DSMT4">
                  <p:embed/>
                </p:oleObj>
              </mc:Choice>
              <mc:Fallback>
                <p:oleObj name="Equation" r:id="rId5" imgW="44196000" imgH="24079200" progId="Equation.DSMT4">
                  <p:embed/>
                  <p:pic>
                    <p:nvPicPr>
                      <p:cNvPr id="0" name="图片 1240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415" y="1928009"/>
                        <a:ext cx="1847851" cy="996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567577" y="3034164"/>
          <a:ext cx="40259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6" name="Equation" r:id="rId7" imgW="96621600" imgH="20116800" progId="Equation.DSMT4">
                  <p:embed/>
                </p:oleObj>
              </mc:Choice>
              <mc:Fallback>
                <p:oleObj name="Equation" r:id="rId7" imgW="96621600" imgH="20116800" progId="Equation.DSMT4">
                  <p:embed/>
                  <p:pic>
                    <p:nvPicPr>
                      <p:cNvPr id="0" name="图片 1240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7577" y="3034164"/>
                        <a:ext cx="40259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703819" y="3034164"/>
          <a:ext cx="36750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7" name="Equation" r:id="rId9" imgW="88392000" imgH="20116800" progId="Equation.DSMT4">
                  <p:embed/>
                </p:oleObj>
              </mc:Choice>
              <mc:Fallback>
                <p:oleObj name="Equation" r:id="rId9" imgW="88392000" imgH="20116800" progId="Equation.DSMT4">
                  <p:embed/>
                  <p:pic>
                    <p:nvPicPr>
                      <p:cNvPr id="0" name="图片 124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3819" y="3034164"/>
                        <a:ext cx="36750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67608" y="4151367"/>
          <a:ext cx="7747001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8" name="Equation" r:id="rId11" imgW="185928000" imgH="22555200" progId="Equation.DSMT4">
                  <p:embed/>
                </p:oleObj>
              </mc:Choice>
              <mc:Fallback>
                <p:oleObj name="Equation" r:id="rId11" imgW="185928000" imgH="22555200" progId="Equation.DSMT4">
                  <p:embed/>
                  <p:pic>
                    <p:nvPicPr>
                      <p:cNvPr id="0" name="图片 1240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67608" y="4151367"/>
                        <a:ext cx="7747001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995994" y="5370934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类似地有，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55664" y="127794"/>
          <a:ext cx="24241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64008000" imgH="24079200" progId="Equation.DSMT4">
                  <p:embed/>
                </p:oleObj>
              </mc:Choice>
              <mc:Fallback>
                <p:oleObj name="Equation" r:id="rId1" imgW="64008000" imgH="24079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5664" y="127794"/>
                        <a:ext cx="2424112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163108" y="1268760"/>
          <a:ext cx="54546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5" name="Equation" r:id="rId3" imgW="131064000" imgH="22555200" progId="Equation.DSMT4">
                  <p:embed/>
                </p:oleObj>
              </mc:Choice>
              <mc:Fallback>
                <p:oleObj name="Equation" r:id="rId3" imgW="131064000" imgH="22555200" progId="Equation.DSMT4">
                  <p:embed/>
                  <p:pic>
                    <p:nvPicPr>
                      <p:cNvPr id="0" name="图片 134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3108" y="1268760"/>
                        <a:ext cx="545465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24000" y="1268760"/>
          <a:ext cx="3606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6" name="Equation" r:id="rId5" imgW="86563200" imgH="22555200" progId="Equation.DSMT4">
                  <p:embed/>
                </p:oleObj>
              </mc:Choice>
              <mc:Fallback>
                <p:oleObj name="Equation" r:id="rId5" imgW="86563200" imgH="22555200" progId="Equation.DSMT4">
                  <p:embed/>
                  <p:pic>
                    <p:nvPicPr>
                      <p:cNvPr id="0" name="图片 134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1268760"/>
                        <a:ext cx="36068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931988" y="2276475"/>
          <a:ext cx="1727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7" name="Equation" r:id="rId7" imgW="41452800" imgH="24079200" progId="Equation.DSMT4">
                  <p:embed/>
                </p:oleObj>
              </mc:Choice>
              <mc:Fallback>
                <p:oleObj name="Equation" r:id="rId7" imgW="41452800" imgH="24079200" progId="Equation.DSMT4">
                  <p:embed/>
                  <p:pic>
                    <p:nvPicPr>
                      <p:cNvPr id="0" name="图片 134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31988" y="2276475"/>
                        <a:ext cx="17272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524189" y="3347849"/>
            <a:ext cx="28651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逐项比较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47535" y="3149719"/>
          <a:ext cx="41084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8" name="Equation" r:id="rId9" imgW="98755200" imgH="22555200" progId="Equation.DSMT4">
                  <p:embed/>
                </p:oleObj>
              </mc:Choice>
              <mc:Fallback>
                <p:oleObj name="Equation" r:id="rId9" imgW="98755200" imgH="22555200" progId="Equation.DSMT4">
                  <p:embed/>
                  <p:pic>
                    <p:nvPicPr>
                      <p:cNvPr id="0" name="图片 134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47535" y="3149719"/>
                        <a:ext cx="410845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46330" y="4221088"/>
          <a:ext cx="889158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9" name="Equation" r:id="rId11" imgW="213055200" imgH="20116800" progId="Equation.DSMT4">
                  <p:embed/>
                </p:oleObj>
              </mc:Choice>
              <mc:Fallback>
                <p:oleObj name="Equation" r:id="rId11" imgW="213055200" imgH="20116800" progId="Equation.DSMT4">
                  <p:embed/>
                  <p:pic>
                    <p:nvPicPr>
                      <p:cNvPr id="0" name="图片 134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46330" y="4221088"/>
                        <a:ext cx="8891587" cy="833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092700" y="5229200"/>
          <a:ext cx="2006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0" name="Equation" r:id="rId13" imgW="48158400" imgH="24079200" progId="Equation.DSMT4">
                  <p:embed/>
                </p:oleObj>
              </mc:Choice>
              <mc:Fallback>
                <p:oleObj name="Equation" r:id="rId13" imgW="48158400" imgH="24079200" progId="Equation.DSMT4">
                  <p:embed/>
                  <p:pic>
                    <p:nvPicPr>
                      <p:cNvPr id="0" name="图片 1347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92700" y="5229200"/>
                        <a:ext cx="20066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3076771" y="5469240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还多出一项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539983" y="5514950"/>
          <a:ext cx="5270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1" name="Equation" r:id="rId15" imgW="12496800" imgH="10363200" progId="Equation.DSMT4">
                  <p:embed/>
                </p:oleObj>
              </mc:Choice>
              <mc:Fallback>
                <p:oleObj name="Equation" r:id="rId15" imgW="12496800" imgH="10363200" progId="Equation.DSMT4">
                  <p:embed/>
                  <p:pic>
                    <p:nvPicPr>
                      <p:cNvPr id="0" name="图片 1348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39983" y="5514950"/>
                        <a:ext cx="5270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/>
        </p:nvSpPr>
        <p:spPr bwMode="auto">
          <a:xfrm>
            <a:off x="1958484" y="184366"/>
            <a:ext cx="57606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28171" y="229441"/>
          <a:ext cx="1262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30480000" imgH="10363200" progId="Equation.DSMT4">
                  <p:embed/>
                </p:oleObj>
              </mc:Choice>
              <mc:Fallback>
                <p:oleObj name="Equation" r:id="rId1" imgW="30480000" imgH="103632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8171" y="229441"/>
                        <a:ext cx="12620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9"/>
          <p:cNvSpPr txBox="1"/>
          <p:nvPr/>
        </p:nvSpPr>
        <p:spPr bwMode="auto">
          <a:xfrm>
            <a:off x="3949601" y="229451"/>
            <a:ext cx="64807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即</a:t>
            </a:r>
            <a:endParaRPr lang="zh-CN" sz="120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57467" y="245951"/>
          <a:ext cx="6350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8" name="Equation" r:id="rId3" imgW="15240000" imgH="11582400" progId="Equation.DSMT4">
                  <p:embed/>
                </p:oleObj>
              </mc:Choice>
              <mc:Fallback>
                <p:oleObj name="Equation" r:id="rId3" imgW="15240000" imgH="11582400" progId="Equation.DSMT4">
                  <p:embed/>
                  <p:pic>
                    <p:nvPicPr>
                      <p:cNvPr id="0" name="图片 1448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57467" y="245951"/>
                        <a:ext cx="6350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5026035" y="245961"/>
            <a:ext cx="2507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是单调递增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082165" y="1411923"/>
          <a:ext cx="81518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9" name="Equation" r:id="rId5" imgW="195072000" imgH="22555200" progId="Equation.DSMT4">
                  <p:embed/>
                </p:oleObj>
              </mc:Choice>
              <mc:Fallback>
                <p:oleObj name="Equation" r:id="rId5" imgW="195072000" imgH="22555200" progId="Equation.DSMT4">
                  <p:embed/>
                  <p:pic>
                    <p:nvPicPr>
                      <p:cNvPr id="0" name="图片 1448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2165" y="1411923"/>
                        <a:ext cx="8151813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89490" y="2361962"/>
          <a:ext cx="312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0" name="Equation" r:id="rId7" imgW="74980800" imgH="20116800" progId="Equation.DSMT4">
                  <p:embed/>
                </p:oleObj>
              </mc:Choice>
              <mc:Fallback>
                <p:oleObj name="Equation" r:id="rId7" imgW="74980800" imgH="20116800" progId="Equation.DSMT4">
                  <p:embed/>
                  <p:pic>
                    <p:nvPicPr>
                      <p:cNvPr id="0" name="图片 144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89490" y="2361962"/>
                        <a:ext cx="3124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34027" y="3325624"/>
          <a:ext cx="29416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Equation" r:id="rId9" imgW="70408800" imgH="19812000" progId="Equation.DSMT4">
                  <p:embed/>
                </p:oleObj>
              </mc:Choice>
              <mc:Fallback>
                <p:oleObj name="Equation" r:id="rId9" imgW="70408800" imgH="19812000" progId="Equation.DSMT4">
                  <p:embed/>
                  <p:pic>
                    <p:nvPicPr>
                      <p:cNvPr id="0" name="图片 144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34027" y="3325624"/>
                        <a:ext cx="2941638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76957" y="3573016"/>
          <a:ext cx="5461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2" name="Equation" r:id="rId11" imgW="13106400" imgH="7620000" progId="Equation.DSMT4">
                  <p:embed/>
                </p:oleObj>
              </mc:Choice>
              <mc:Fallback>
                <p:oleObj name="Equation" r:id="rId11" imgW="13106400" imgH="7620000" progId="Equation.DSMT4">
                  <p:embed/>
                  <p:pic>
                    <p:nvPicPr>
                      <p:cNvPr id="0" name="图片 1449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76957" y="3573016"/>
                        <a:ext cx="5461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481105" y="4249028"/>
          <a:ext cx="63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3" name="Equation" r:id="rId13" imgW="15240000" imgH="11582400" progId="Equation.DSMT4">
                  <p:embed/>
                </p:oleObj>
              </mc:Choice>
              <mc:Fallback>
                <p:oleObj name="Equation" r:id="rId13" imgW="15240000" imgH="11582400" progId="Equation.DSMT4">
                  <p:embed/>
                  <p:pic>
                    <p:nvPicPr>
                      <p:cNvPr id="0" name="图片 1449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1105" y="4249028"/>
                        <a:ext cx="635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3171216" y="423252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是有上界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846745" y="5054570"/>
          <a:ext cx="825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4" name="Equation" r:id="rId14" imgW="19812000" imgH="13106400" progId="Equation.DSMT4">
                  <p:embed/>
                </p:oleObj>
              </mc:Choice>
              <mc:Fallback>
                <p:oleObj name="Equation" r:id="rId14" imgW="19812000" imgH="13106400" progId="Equation.DSMT4">
                  <p:embed/>
                  <p:pic>
                    <p:nvPicPr>
                      <p:cNvPr id="0" name="图片 1449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46745" y="5054570"/>
                        <a:ext cx="825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3796918" y="5054580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1788570" y="5786100"/>
            <a:ext cx="128309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证毕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.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1958259" y="932597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又因为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1847528" y="5013176"/>
            <a:ext cx="122413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6"/>
          <p:cNvSpPr txBox="1"/>
          <p:nvPr/>
        </p:nvSpPr>
        <p:spPr bwMode="auto">
          <a:xfrm>
            <a:off x="1850390" y="4184650"/>
            <a:ext cx="575945" cy="526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no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2351584" y="332656"/>
            <a:ext cx="288032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记此极限为 </a:t>
            </a:r>
            <a:r>
              <a:rPr kumimoji="1"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e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,</a:t>
            </a:r>
            <a:endParaRPr kumimoji="1"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4962029" y="45987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17988" y="1521073"/>
          <a:ext cx="22383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3340000" imgH="19507200" progId="Equation.DSMT4">
                  <p:embed/>
                </p:oleObj>
              </mc:Choice>
              <mc:Fallback>
                <p:oleObj name="Equation" r:id="rId1" imgW="53340000" imgH="19507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7988" y="1521073"/>
                        <a:ext cx="2238375" cy="827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4"/>
          <p:cNvSpPr txBox="1">
            <a:spLocks noChangeArrowheads="1"/>
          </p:cNvSpPr>
          <p:nvPr/>
        </p:nvSpPr>
        <p:spPr bwMode="auto">
          <a:xfrm>
            <a:off x="1991544" y="2670820"/>
            <a:ext cx="6120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以后将证：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为无理数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其值为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007767" y="3744268"/>
          <a:ext cx="4440975" cy="476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90830400" imgH="9448800" progId="Equation.DSMT4">
                  <p:embed/>
                </p:oleObj>
              </mc:Choice>
              <mc:Fallback>
                <p:oleObj name="Equation" r:id="rId3" imgW="90830400" imgH="9448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7767" y="3744268"/>
                        <a:ext cx="4440975" cy="476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5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47528" y="0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7.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69192" y="692696"/>
          <a:ext cx="2762251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65532000" imgH="24079200" progId="Equation.DSMT4">
                  <p:embed/>
                </p:oleObj>
              </mc:Choice>
              <mc:Fallback>
                <p:oleObj name="Equation" r:id="rId1" imgW="65532000" imgH="240792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69192" y="692696"/>
                        <a:ext cx="2762251" cy="955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79976" y="692696"/>
          <a:ext cx="27416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65532000" imgH="24079200" progId="Equation.DSMT4">
                  <p:embed/>
                </p:oleObj>
              </mc:Choice>
              <mc:Fallback>
                <p:oleObj name="Equation" r:id="rId3" imgW="65532000" imgH="24079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9976" y="692696"/>
                        <a:ext cx="2741613" cy="955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045804" y="2567115"/>
            <a:ext cx="17459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altLang="zh-CN" sz="28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:</a:t>
            </a:r>
            <a:r>
              <a:rPr kumimoji="1" lang="en-US" altLang="zh-CN" sz="2800" b="1" kern="1200" dirty="0" smtClean="0">
                <a:solidFill>
                  <a:srgbClr val="1F497D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kumimoji="1" lang="en-US" sz="2800" b="1" kern="1200" dirty="0" smtClean="0">
                <a:effectLst/>
                <a:latin typeface="黑体" panose="02010609060101010101" pitchFamily="49" charset="-122"/>
                <a:cs typeface="Times New Roman" panose="02020603050405020304"/>
                <a:sym typeface="Wingdings" panose="05000000000000000000" pitchFamily="2" charset="2"/>
              </a:rPr>
              <a:t>(1)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39485" y="2294532"/>
          <a:ext cx="19018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45110400" imgH="26822400" progId="Equation.DSMT4">
                  <p:embed/>
                </p:oleObj>
              </mc:Choice>
              <mc:Fallback>
                <p:oleObj name="Equation" r:id="rId5" imgW="45110400" imgH="268224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9485" y="2294532"/>
                        <a:ext cx="1901825" cy="1068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5591944" y="2567115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是数列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60096" y="2379787"/>
          <a:ext cx="1581151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37795200" imgH="26822400" progId="Equation.DSMT4">
                  <p:embed/>
                </p:oleObj>
              </mc:Choice>
              <mc:Fallback>
                <p:oleObj name="Equation" r:id="rId7" imgW="37795200" imgH="268224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60096" y="2379787"/>
                        <a:ext cx="1581151" cy="1068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8760296" y="2567115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的子列，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659048" y="3459907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由子列定理，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30575" y="4179987"/>
          <a:ext cx="5530850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131673600" imgH="31699200" progId="Equation.DSMT4">
                  <p:embed/>
                </p:oleObj>
              </mc:Choice>
              <mc:Fallback>
                <p:oleObj name="Equation" r:id="rId9" imgW="131673600" imgH="316992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0575" y="4179987"/>
                        <a:ext cx="5530850" cy="1265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2052669" y="479020"/>
            <a:ext cx="8729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en-US" sz="2800" b="1" kern="1200" dirty="0" smtClean="0">
                <a:effectLst/>
                <a:latin typeface="黑体" panose="02010609060101010101" pitchFamily="49" charset="-122"/>
                <a:cs typeface="Times New Roman" panose="02020603050405020304"/>
                <a:sym typeface="Wingdings" panose="05000000000000000000" pitchFamily="2" charset="2"/>
              </a:rPr>
              <a:t>(2)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925639" y="479020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342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95738" y="258060"/>
          <a:ext cx="25495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60655200" imgH="25298400" progId="Equation.DSMT4">
                  <p:embed/>
                </p:oleObj>
              </mc:Choice>
              <mc:Fallback>
                <p:oleObj name="Equation" r:id="rId1" imgW="60655200" imgH="252984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5738" y="258060"/>
                        <a:ext cx="2549525" cy="998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6600056" y="49510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342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98800" y="1710060"/>
          <a:ext cx="3192463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75895200" imgH="34137600" progId="Equation.DSMT4">
                  <p:embed/>
                </p:oleObj>
              </mc:Choice>
              <mc:Fallback>
                <p:oleObj name="Equation" r:id="rId3" imgW="75895200" imgH="341376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8800" y="1710060"/>
                        <a:ext cx="3192463" cy="1358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723378" y="3381725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342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347913" y="3244079"/>
          <a:ext cx="14493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34442400" imgH="19812000" progId="Equation.DSMT4">
                  <p:embed/>
                </p:oleObj>
              </mc:Choice>
              <mc:Fallback>
                <p:oleObj name="Equation" r:id="rId5" imgW="34442400" imgH="198120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7913" y="3244079"/>
                        <a:ext cx="1449387" cy="79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751279" y="4283605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由夹逼准则，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524000" y="342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329035" y="4777581"/>
          <a:ext cx="24399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58216800" imgH="24079200" progId="Equation.DSMT4">
                  <p:embed/>
                </p:oleObj>
              </mc:Choice>
              <mc:Fallback>
                <p:oleObj name="Equation" r:id="rId7" imgW="58216800" imgH="240792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9035" y="4777581"/>
                        <a:ext cx="2439987" cy="955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180898" y="1872828"/>
            <a:ext cx="71608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1.3.2'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函数型单调有界准则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250773" y="718542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49538" y="748853"/>
          <a:ext cx="1022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24688800" imgH="11277600" progId="Equation.DSMT4">
                  <p:embed/>
                </p:oleObj>
              </mc:Choice>
              <mc:Fallback>
                <p:oleObj name="Equation" r:id="rId1" imgW="24688800" imgH="112776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9538" y="748853"/>
                        <a:ext cx="102235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3787275" y="721978"/>
            <a:ext cx="4830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例的函数型单调有界准则：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560390" y="1889355"/>
          <a:ext cx="7810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7" name="Equation" r:id="rId3" imgW="18592800" imgH="11582400" progId="Equation.DSMT4">
                  <p:embed/>
                </p:oleObj>
              </mc:Choice>
              <mc:Fallback>
                <p:oleObj name="Equation" r:id="rId3" imgW="18592800" imgH="11582400" progId="Equation.DSMT4">
                  <p:embed/>
                  <p:pic>
                    <p:nvPicPr>
                      <p:cNvPr id="0" name="图片 1854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60390" y="1889355"/>
                        <a:ext cx="7810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2192872" y="256370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66999" y="2608783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Equation" r:id="rId5" imgW="7620000" imgH="10363200" progId="Equation.DSMT4">
                  <p:embed/>
                </p:oleObj>
              </mc:Choice>
              <mc:Fallback>
                <p:oleObj name="Equation" r:id="rId5" imgW="7620000" imgH="10363200" progId="Equation.DSMT4">
                  <p:embed/>
                  <p:pic>
                    <p:nvPicPr>
                      <p:cNvPr id="0" name="图片 1854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6999" y="2608783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3280247" y="2563073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某左邻域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50815" y="2611958"/>
          <a:ext cx="939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" name="Equation" r:id="rId7" imgW="22555200" imgH="10363200" progId="Equation.DSMT4">
                  <p:embed/>
                </p:oleObj>
              </mc:Choice>
              <mc:Fallback>
                <p:oleObj name="Equation" r:id="rId7" imgW="22555200" imgH="10363200" progId="Equation.DSMT4">
                  <p:embed/>
                  <p:pic>
                    <p:nvPicPr>
                      <p:cNvPr id="0" name="图片 1854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0815" y="2611958"/>
                        <a:ext cx="93980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6190863" y="2531958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内单调并有界，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8560333" y="251544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023586" y="2515448"/>
          <a:ext cx="7810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Equation" r:id="rId9" imgW="18592800" imgH="11582400" progId="Equation.DSMT4">
                  <p:embed/>
                </p:oleObj>
              </mc:Choice>
              <mc:Fallback>
                <p:oleObj name="Equation" r:id="rId9" imgW="18592800" imgH="11582400" progId="Equation.DSMT4">
                  <p:embed/>
                  <p:pic>
                    <p:nvPicPr>
                      <p:cNvPr id="0" name="图片 185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23586" y="2515448"/>
                        <a:ext cx="7810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2192726" y="333991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066853" y="3384986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" name="Equation" r:id="rId10" imgW="316865" imgH="431800" progId="Equation.DSMT4">
                  <p:embed/>
                </p:oleObj>
              </mc:Choice>
              <mc:Fallback>
                <p:oleObj name="Equation" r:id="rId10" imgW="316865" imgH="431800" progId="Equation.DSMT4">
                  <p:embed/>
                  <p:pic>
                    <p:nvPicPr>
                      <p:cNvPr id="0" name="图片 18550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66853" y="3384986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3280101" y="3357056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的左极限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84776" y="3312279"/>
          <a:ext cx="9461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2" name="Equation" r:id="rId12" imgW="22555200" imgH="14020800" progId="Equation.DSMT4">
                  <p:embed/>
                </p:oleObj>
              </mc:Choice>
              <mc:Fallback>
                <p:oleObj name="Equation" r:id="rId12" imgW="22555200" imgH="14020800" progId="Equation.DSMT4">
                  <p:embed/>
                  <p:pic>
                    <p:nvPicPr>
                      <p:cNvPr id="0" name="图片 18551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84776" y="3312279"/>
                        <a:ext cx="94615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5730737" y="3357056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必定存在．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  <p:bldP spid="13" grpId="0"/>
      <p:bldP spid="14" grpId="0"/>
      <p:bldP spid="16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4124" y="493237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两个重要极限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1289049" y="1158335"/>
            <a:ext cx="4953249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1.第一个重要极限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3464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06644" y="1723638"/>
          <a:ext cx="1907724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40843200" imgH="20116800" progId="Equation.DSMT4">
                  <p:embed/>
                </p:oleObj>
              </mc:Choice>
              <mc:Fallback>
                <p:oleObj name="Equation" r:id="rId1" imgW="40843200" imgH="20116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6644" y="1723638"/>
                        <a:ext cx="1907724" cy="936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408108" y="1930127"/>
            <a:ext cx="1966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1584550" y="2769751"/>
            <a:ext cx="9110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2392855" y="2725926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因为</a:t>
            </a:r>
            <a:endParaRPr lang="zh-CN" sz="28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3464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365675" y="2900551"/>
          <a:ext cx="800100" cy="26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0" name="Equation" r:id="rId3" imgW="19202400" imgH="6096000" progId="Equation.DSMT4">
                  <p:embed/>
                </p:oleObj>
              </mc:Choice>
              <mc:Fallback>
                <p:oleObj name="Equation" r:id="rId3" imgW="19202400" imgH="6096000" progId="Equation.DSMT4">
                  <p:embed/>
                  <p:pic>
                    <p:nvPicPr>
                      <p:cNvPr id="0" name="图片 1991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5675" y="2900551"/>
                        <a:ext cx="800100" cy="260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3464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434523" y="2615595"/>
          <a:ext cx="7302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1" name="Equation" r:id="rId5" imgW="17678400" imgH="20116800" progId="Equation.DSMT4">
                  <p:embed/>
                </p:oleObj>
              </mc:Choice>
              <mc:Fallback>
                <p:oleObj name="Equation" r:id="rId5" imgW="17678400" imgH="20116800" progId="Equation.DSMT4">
                  <p:embed/>
                  <p:pic>
                    <p:nvPicPr>
                      <p:cNvPr id="0" name="图片 1992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34523" y="2615595"/>
                        <a:ext cx="73025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5229106" y="2769751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都是偶函数，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1584553" y="3495556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由不等式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346422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97270" y="3291929"/>
          <a:ext cx="39639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3" name="Equation" r:id="rId7" imgW="95402400" imgH="22555200" progId="Equation.DSMT4">
                  <p:embed/>
                </p:oleObj>
              </mc:Choice>
              <mc:Fallback>
                <p:oleObj name="Equation" r:id="rId7" imgW="95402400" imgH="22555200" progId="Equation.DSMT4">
                  <p:embed/>
                  <p:pic>
                    <p:nvPicPr>
                      <p:cNvPr id="0" name="图片 1992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7270" y="3291929"/>
                        <a:ext cx="3963987" cy="930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21"/>
          <p:cNvSpPr>
            <a:spLocks noChangeShapeType="1"/>
          </p:cNvSpPr>
          <p:nvPr/>
        </p:nvSpPr>
        <p:spPr bwMode="auto">
          <a:xfrm rot="120000">
            <a:off x="10715078" y="941060"/>
            <a:ext cx="258762" cy="5492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Group 22"/>
          <p:cNvGrpSpPr/>
          <p:nvPr/>
        </p:nvGrpSpPr>
        <p:grpSpPr bwMode="auto">
          <a:xfrm>
            <a:off x="10709367" y="435116"/>
            <a:ext cx="546063" cy="1077444"/>
            <a:chOff x="5184" y="-29"/>
            <a:chExt cx="382" cy="754"/>
          </a:xfrm>
        </p:grpSpPr>
        <p:sp>
          <p:nvSpPr>
            <p:cNvPr id="42" name="Line 23"/>
            <p:cNvSpPr>
              <a:spLocks noChangeShapeType="1"/>
            </p:cNvSpPr>
            <p:nvPr/>
          </p:nvSpPr>
          <p:spPr bwMode="auto">
            <a:xfrm flipV="1">
              <a:off x="5184" y="136"/>
              <a:ext cx="199" cy="1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 flipV="1">
              <a:off x="5376" y="136"/>
              <a:ext cx="0" cy="589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" name="Object 25"/>
            <p:cNvGraphicFramePr>
              <a:graphicFrameLocks noChangeAspect="1"/>
            </p:cNvGraphicFramePr>
            <p:nvPr/>
          </p:nvGraphicFramePr>
          <p:xfrm>
            <a:off x="5376" y="-29"/>
            <a:ext cx="19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4" name="Equation" r:id="rId9" imgW="4572000" imgH="5486400" progId="Equation.DSMT4">
                    <p:embed/>
                  </p:oleObj>
                </mc:Choice>
                <mc:Fallback>
                  <p:oleObj name="Equation" r:id="rId9" imgW="4572000" imgH="5486400" progId="Equation.DSMT4">
                    <p:embed/>
                    <p:pic>
                      <p:nvPicPr>
                        <p:cNvPr id="0" name="图片 199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76" y="-29"/>
                          <a:ext cx="190" cy="2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oup 26"/>
          <p:cNvGrpSpPr/>
          <p:nvPr/>
        </p:nvGrpSpPr>
        <p:grpSpPr bwMode="auto">
          <a:xfrm>
            <a:off x="10612021" y="957252"/>
            <a:ext cx="288338" cy="843963"/>
            <a:chOff x="5107" y="333"/>
            <a:chExt cx="202" cy="591"/>
          </a:xfrm>
        </p:grpSpPr>
        <p:sp>
          <p:nvSpPr>
            <p:cNvPr id="46" name="Line 27"/>
            <p:cNvSpPr>
              <a:spLocks noChangeShapeType="1"/>
            </p:cNvSpPr>
            <p:nvPr/>
          </p:nvSpPr>
          <p:spPr bwMode="auto">
            <a:xfrm>
              <a:off x="5202" y="333"/>
              <a:ext cx="0" cy="408"/>
            </a:xfrm>
            <a:prstGeom prst="line">
              <a:avLst/>
            </a:prstGeom>
            <a:noFill/>
            <a:ln w="19050" cmpd="sng">
              <a:solidFill>
                <a:srgbClr val="00B05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" name="Object 28"/>
            <p:cNvGraphicFramePr>
              <a:graphicFrameLocks noChangeAspect="1"/>
            </p:cNvGraphicFramePr>
            <p:nvPr/>
          </p:nvGraphicFramePr>
          <p:xfrm>
            <a:off x="5107" y="722"/>
            <a:ext cx="2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5" name="Equation" r:id="rId11" imgW="5181600" imgH="5181600" progId="Equation.DSMT4">
                    <p:embed/>
                  </p:oleObj>
                </mc:Choice>
                <mc:Fallback>
                  <p:oleObj name="Equation" r:id="rId11" imgW="5181600" imgH="5181600" progId="Equation.DSMT4">
                    <p:embed/>
                    <p:pic>
                      <p:nvPicPr>
                        <p:cNvPr id="0" name="图片 199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07" y="722"/>
                          <a:ext cx="202" cy="2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Group 29"/>
          <p:cNvGrpSpPr/>
          <p:nvPr/>
        </p:nvGrpSpPr>
        <p:grpSpPr bwMode="auto">
          <a:xfrm>
            <a:off x="9348240" y="653641"/>
            <a:ext cx="1903164" cy="1679339"/>
            <a:chOff x="4224" y="136"/>
            <a:chExt cx="1333" cy="1176"/>
          </a:xfrm>
        </p:grpSpPr>
        <p:graphicFrame>
          <p:nvGraphicFramePr>
            <p:cNvPr id="49" name="Object 30"/>
            <p:cNvGraphicFramePr>
              <a:graphicFrameLocks noChangeAspect="1"/>
            </p:cNvGraphicFramePr>
            <p:nvPr/>
          </p:nvGraphicFramePr>
          <p:xfrm>
            <a:off x="5014" y="136"/>
            <a:ext cx="19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6" name="Equation" r:id="rId13" imgW="4876800" imgH="6705600" progId="Equation.DSMT4">
                    <p:embed/>
                  </p:oleObj>
                </mc:Choice>
                <mc:Fallback>
                  <p:oleObj name="Equation" r:id="rId13" imgW="4876800" imgH="6705600" progId="Equation.DSMT4">
                    <p:embed/>
                    <p:pic>
                      <p:nvPicPr>
                        <p:cNvPr id="0" name="图片 199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14" y="136"/>
                          <a:ext cx="190" cy="2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" name="Group 31"/>
            <p:cNvGrpSpPr/>
            <p:nvPr/>
          </p:nvGrpSpPr>
          <p:grpSpPr bwMode="auto">
            <a:xfrm>
              <a:off x="4224" y="165"/>
              <a:ext cx="1333" cy="1147"/>
              <a:chOff x="4224" y="165"/>
              <a:chExt cx="1333" cy="1147"/>
            </a:xfrm>
          </p:grpSpPr>
          <p:sp>
            <p:nvSpPr>
              <p:cNvPr id="51" name="Oval 32"/>
              <p:cNvSpPr>
                <a:spLocks noChangeArrowheads="1"/>
              </p:cNvSpPr>
              <p:nvPr/>
            </p:nvSpPr>
            <p:spPr bwMode="auto">
              <a:xfrm>
                <a:off x="4224" y="165"/>
                <a:ext cx="1145" cy="114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2" name="Object 33"/>
              <p:cNvGraphicFramePr>
                <a:graphicFrameLocks noChangeAspect="1"/>
              </p:cNvGraphicFramePr>
              <p:nvPr/>
            </p:nvGraphicFramePr>
            <p:xfrm>
              <a:off x="5367" y="613"/>
              <a:ext cx="190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7" name="Equation" r:id="rId15" imgW="4876800" imgH="6705600" progId="Equation.DSMT4">
                      <p:embed/>
                    </p:oleObj>
                  </mc:Choice>
                  <mc:Fallback>
                    <p:oleObj name="Equation" r:id="rId15" imgW="4876800" imgH="6705600" progId="Equation.DSMT4">
                      <p:embed/>
                      <p:pic>
                        <p:nvPicPr>
                          <p:cNvPr id="0" name="图片 1992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367" y="613"/>
                            <a:ext cx="190" cy="2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Object 34"/>
              <p:cNvGraphicFramePr>
                <a:graphicFrameLocks noChangeAspect="1"/>
              </p:cNvGraphicFramePr>
              <p:nvPr/>
            </p:nvGraphicFramePr>
            <p:xfrm>
              <a:off x="4899" y="549"/>
              <a:ext cx="171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8" name="Equation" r:id="rId17" imgW="3962400" imgH="4267200" progId="Equation.DSMT4">
                      <p:embed/>
                    </p:oleObj>
                  </mc:Choice>
                  <mc:Fallback>
                    <p:oleObj name="Equation" r:id="rId17" imgW="3962400" imgH="4267200" progId="Equation.DSMT4">
                      <p:embed/>
                      <p:pic>
                        <p:nvPicPr>
                          <p:cNvPr id="0" name="图片 1992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899" y="549"/>
                            <a:ext cx="171" cy="17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" name="Object 35"/>
              <p:cNvGraphicFramePr>
                <a:graphicFrameLocks noChangeAspect="1"/>
              </p:cNvGraphicFramePr>
              <p:nvPr/>
            </p:nvGraphicFramePr>
            <p:xfrm>
              <a:off x="4805" y="304"/>
              <a:ext cx="145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9" name="Equation" r:id="rId19" imgW="2133600" imgH="3962400" progId="Equation.DSMT4">
                      <p:embed/>
                    </p:oleObj>
                  </mc:Choice>
                  <mc:Fallback>
                    <p:oleObj name="Equation" r:id="rId19" imgW="2133600" imgH="3962400" progId="Equation.DSMT4">
                      <p:embed/>
                      <p:pic>
                        <p:nvPicPr>
                          <p:cNvPr id="0" name="图片 1992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05" y="304"/>
                            <a:ext cx="145" cy="2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Line 36"/>
              <p:cNvSpPr>
                <a:spLocks noChangeShapeType="1"/>
              </p:cNvSpPr>
              <p:nvPr/>
            </p:nvSpPr>
            <p:spPr bwMode="auto">
              <a:xfrm flipV="1">
                <a:off x="4800" y="321"/>
                <a:ext cx="404" cy="4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Arc 37"/>
              <p:cNvSpPr/>
              <p:nvPr/>
            </p:nvSpPr>
            <p:spPr bwMode="auto">
              <a:xfrm>
                <a:off x="4720" y="500"/>
                <a:ext cx="391" cy="242"/>
              </a:xfrm>
              <a:custGeom>
                <a:avLst/>
                <a:gdLst>
                  <a:gd name="G0" fmla="+- 0 0 0"/>
                  <a:gd name="G1" fmla="+- 13733 0 0"/>
                  <a:gd name="G2" fmla="+- 21600 0 0"/>
                  <a:gd name="T0" fmla="*/ 16672 w 21600"/>
                  <a:gd name="T1" fmla="*/ 0 h 13733"/>
                  <a:gd name="T2" fmla="*/ 21600 w 21600"/>
                  <a:gd name="T3" fmla="*/ 13733 h 13733"/>
                  <a:gd name="T4" fmla="*/ 0 w 21600"/>
                  <a:gd name="T5" fmla="*/ 13733 h 13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3733" fill="none" extrusionOk="0">
                    <a:moveTo>
                      <a:pt x="16672" y="-1"/>
                    </a:moveTo>
                    <a:cubicBezTo>
                      <a:pt x="19857" y="3867"/>
                      <a:pt x="21600" y="8722"/>
                      <a:pt x="21600" y="13733"/>
                    </a:cubicBezTo>
                  </a:path>
                  <a:path w="21600" h="13733" stroke="0" extrusionOk="0">
                    <a:moveTo>
                      <a:pt x="16672" y="-1"/>
                    </a:moveTo>
                    <a:cubicBezTo>
                      <a:pt x="19857" y="3867"/>
                      <a:pt x="21600" y="8722"/>
                      <a:pt x="21600" y="13733"/>
                    </a:cubicBezTo>
                    <a:lnTo>
                      <a:pt x="0" y="13733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7" name="Object 38"/>
              <p:cNvGraphicFramePr>
                <a:graphicFrameLocks noChangeAspect="1"/>
              </p:cNvGraphicFramePr>
              <p:nvPr/>
            </p:nvGraphicFramePr>
            <p:xfrm>
              <a:off x="4594" y="633"/>
              <a:ext cx="202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30" name="Equation" r:id="rId21" imgW="5181600" imgH="6705600" progId="Equation.DSMT4">
                      <p:embed/>
                    </p:oleObj>
                  </mc:Choice>
                  <mc:Fallback>
                    <p:oleObj name="Equation" r:id="rId21" imgW="5181600" imgH="6705600" progId="Equation.DSMT4">
                      <p:embed/>
                      <p:pic>
                        <p:nvPicPr>
                          <p:cNvPr id="0" name="图片 1992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594" y="633"/>
                            <a:ext cx="202" cy="2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Line 39"/>
              <p:cNvSpPr>
                <a:spLocks noChangeShapeType="1"/>
              </p:cNvSpPr>
              <p:nvPr/>
            </p:nvSpPr>
            <p:spPr bwMode="auto">
              <a:xfrm>
                <a:off x="4793" y="739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0" name="上箭头 59"/>
          <p:cNvSpPr/>
          <p:nvPr/>
        </p:nvSpPr>
        <p:spPr bwMode="auto">
          <a:xfrm>
            <a:off x="9737810" y="4122752"/>
            <a:ext cx="45719" cy="385629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1" name="上箭头 60"/>
          <p:cNvSpPr/>
          <p:nvPr/>
        </p:nvSpPr>
        <p:spPr bwMode="auto">
          <a:xfrm>
            <a:off x="9212835" y="4031580"/>
            <a:ext cx="45719" cy="433611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2" name="上箭头 61"/>
          <p:cNvSpPr/>
          <p:nvPr/>
        </p:nvSpPr>
        <p:spPr bwMode="auto">
          <a:xfrm>
            <a:off x="9984432" y="3115935"/>
            <a:ext cx="72008" cy="1491709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3" name="上箭头 62"/>
          <p:cNvSpPr/>
          <p:nvPr/>
        </p:nvSpPr>
        <p:spPr bwMode="auto">
          <a:xfrm>
            <a:off x="9984432" y="3115935"/>
            <a:ext cx="45719" cy="1491709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4" name="上箭头 63"/>
          <p:cNvSpPr/>
          <p:nvPr/>
        </p:nvSpPr>
        <p:spPr bwMode="auto">
          <a:xfrm>
            <a:off x="9984432" y="3023468"/>
            <a:ext cx="45719" cy="1584176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5" name="上箭头 64"/>
          <p:cNvSpPr/>
          <p:nvPr/>
        </p:nvSpPr>
        <p:spPr bwMode="auto">
          <a:xfrm>
            <a:off x="9961572" y="3023468"/>
            <a:ext cx="310892" cy="1484913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17" name="TextBox 17"/>
          <p:cNvSpPr txBox="1">
            <a:spLocks noChangeArrowheads="1"/>
          </p:cNvSpPr>
          <p:nvPr/>
        </p:nvSpPr>
        <p:spPr bwMode="auto">
          <a:xfrm>
            <a:off x="8149073" y="636270"/>
            <a:ext cx="13684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如图，</a:t>
            </a:r>
            <a:endParaRPr lang="zh-CN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328025" y="3115811"/>
          <a:ext cx="32893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Equation" r:id="rId23" imgW="78943200" imgH="10972800" progId="Equation.DSMT4">
                  <p:embed/>
                </p:oleObj>
              </mc:Choice>
              <mc:Fallback>
                <p:oleObj name="Equation" r:id="rId23" imgW="78943200" imgH="10972800" progId="Equation.DSMT4">
                  <p:embed/>
                  <p:pic>
                    <p:nvPicPr>
                      <p:cNvPr id="0" name="图片 4915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28025" y="3115811"/>
                        <a:ext cx="328930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7"/>
          <p:cNvSpPr txBox="1">
            <a:spLocks noChangeArrowheads="1"/>
          </p:cNvSpPr>
          <p:nvPr/>
        </p:nvSpPr>
        <p:spPr bwMode="auto">
          <a:xfrm>
            <a:off x="8149073" y="3783568"/>
            <a:ext cx="13684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从而，</a:t>
            </a:r>
            <a:endParaRPr lang="zh-CN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16"/>
          <p:cNvGraphicFramePr>
            <a:graphicFrameLocks noChangeAspect="1"/>
          </p:cNvGraphicFramePr>
          <p:nvPr/>
        </p:nvGraphicFramePr>
        <p:xfrm>
          <a:off x="8328224" y="4305340"/>
          <a:ext cx="3041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Equation" r:id="rId25" imgW="72847200" imgH="19812000" progId="Equation.DSMT4">
                  <p:embed/>
                </p:oleObj>
              </mc:Choice>
              <mc:Fallback>
                <p:oleObj name="Equation" r:id="rId25" imgW="72847200" imgH="19812000" progId="Equation.DSMT4">
                  <p:embed/>
                  <p:pic>
                    <p:nvPicPr>
                      <p:cNvPr id="0" name="图片 4915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28224" y="4305340"/>
                        <a:ext cx="3041650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428038" y="2199005"/>
          <a:ext cx="1167429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27" imgW="34747200" imgH="22555200" progId="Equation.DSMT4">
                  <p:embed/>
                </p:oleObj>
              </mc:Choice>
              <mc:Fallback>
                <p:oleObj name="Equation" r:id="rId27" imgW="34747200" imgH="22555200" progId="Equation.DSMT4">
                  <p:embed/>
                  <p:pic>
                    <p:nvPicPr>
                      <p:cNvPr id="0" name="图片 4915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428038" y="2199005"/>
                        <a:ext cx="1167429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588375" y="5407343"/>
          <a:ext cx="2684624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29" imgW="55168800" imgH="7924800" progId="Equation.DSMT4">
                  <p:embed/>
                </p:oleObj>
              </mc:Choice>
              <mc:Fallback>
                <p:oleObj name="Equation" r:id="rId29" imgW="55168800" imgH="79248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588375" y="5407343"/>
                        <a:ext cx="2684624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8"/>
          <p:cNvSpPr txBox="1"/>
          <p:nvPr/>
        </p:nvSpPr>
        <p:spPr bwMode="auto">
          <a:xfrm>
            <a:off x="1584568" y="4085883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可</a:t>
            </a: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推知</a:t>
            </a:r>
            <a:endParaRPr lang="zh-CN" sz="2800" b="1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768758" y="4192558"/>
          <a:ext cx="44846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Equation" r:id="rId31" imgW="107899200" imgH="22555200" progId="Equation.DSMT4">
                  <p:embed/>
                </p:oleObj>
              </mc:Choice>
              <mc:Fallback>
                <p:oleObj name="Equation" r:id="rId31" imgW="107899200" imgH="22555200" progId="Equation.DSMT4">
                  <p:embed/>
                  <p:pic>
                    <p:nvPicPr>
                      <p:cNvPr id="0" name="图片 2051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68758" y="4192558"/>
                        <a:ext cx="4484688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1"/>
          <p:cNvSpPr txBox="1"/>
          <p:nvPr/>
        </p:nvSpPr>
        <p:spPr bwMode="auto">
          <a:xfrm>
            <a:off x="1667800" y="5124607"/>
            <a:ext cx="2324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由命题</a:t>
            </a:r>
            <a:r>
              <a:rPr 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1.2.3</a:t>
            </a: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991528" y="5115419"/>
          <a:ext cx="17970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33" imgW="43281600" imgH="13106400" progId="Equation.DSMT4">
                  <p:embed/>
                </p:oleObj>
              </mc:Choice>
              <mc:Fallback>
                <p:oleObj name="Equation" r:id="rId33" imgW="43281600" imgH="131064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991528" y="5115419"/>
                        <a:ext cx="17970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7856220" y="346710"/>
            <a:ext cx="59055" cy="63474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"/>
          <p:cNvSpPr txBox="1"/>
          <p:nvPr/>
        </p:nvSpPr>
        <p:spPr bwMode="auto">
          <a:xfrm>
            <a:off x="1667436" y="5723020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sz="2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由夹逼准则即得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446796" y="5568060"/>
          <a:ext cx="17954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Equation" r:id="rId35" imgW="43281600" imgH="20116800" progId="Equation.DSMT4">
                  <p:embed/>
                </p:oleObj>
              </mc:Choice>
              <mc:Fallback>
                <p:oleObj name="Equation" r:id="rId35" imgW="43281600" imgH="20116800" progId="Equation.DSMT4">
                  <p:embed/>
                  <p:pic>
                    <p:nvPicPr>
                      <p:cNvPr id="0" name="图片 2051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446796" y="5568060"/>
                        <a:ext cx="17954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22"/>
          <p:cNvSpPr txBox="1"/>
          <p:nvPr/>
        </p:nvSpPr>
        <p:spPr bwMode="auto">
          <a:xfrm>
            <a:off x="6455519" y="5723250"/>
            <a:ext cx="125824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证毕.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6" grpId="0"/>
      <p:bldP spid="8" grpId="0" bldLvl="0" animBg="1"/>
      <p:bldP spid="9" grpId="0" bldLvl="0" animBg="1"/>
      <p:bldP spid="14" grpId="0"/>
      <p:bldP spid="15" grpId="0"/>
      <p:bldP spid="40" grpId="0" bldLvl="0" animBg="1"/>
      <p:bldP spid="17" grpId="0"/>
      <p:bldP spid="20" grpId="0"/>
      <p:bldP spid="26" grpId="0"/>
      <p:bldP spid="29" grpId="0"/>
      <p:bldP spid="31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上箭头 3"/>
          <p:cNvSpPr/>
          <p:nvPr/>
        </p:nvSpPr>
        <p:spPr bwMode="auto">
          <a:xfrm>
            <a:off x="5231904" y="404664"/>
            <a:ext cx="72008" cy="1152128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5" name="右箭头 4"/>
          <p:cNvSpPr/>
          <p:nvPr/>
        </p:nvSpPr>
        <p:spPr bwMode="auto">
          <a:xfrm>
            <a:off x="7896200" y="548680"/>
            <a:ext cx="1152128" cy="144016"/>
          </a:xfrm>
          <a:prstGeom prst="right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6" name="上箭头 5"/>
          <p:cNvSpPr/>
          <p:nvPr/>
        </p:nvSpPr>
        <p:spPr bwMode="auto">
          <a:xfrm>
            <a:off x="9120336" y="404664"/>
            <a:ext cx="144016" cy="1152128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FFC000"/>
              </a:solidFill>
              <a:ea typeface="楷体_GB2312" charset="-122"/>
            </a:endParaRPr>
          </a:p>
        </p:txBody>
      </p:sp>
      <p:sp>
        <p:nvSpPr>
          <p:cNvPr id="8" name="上箭头 7"/>
          <p:cNvSpPr/>
          <p:nvPr/>
        </p:nvSpPr>
        <p:spPr bwMode="auto">
          <a:xfrm>
            <a:off x="9480376" y="332656"/>
            <a:ext cx="504056" cy="1008112"/>
          </a:xfrm>
          <a:prstGeom prst="upArrow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800" b="1" dirty="0">
              <a:ea typeface="楷体_GB2312" charset="-122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264042" y="425619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altLang="en-US" sz="3200" b="1" kern="1200" baseline="30000" dirty="0" smtClean="0">
                <a:solidFill>
                  <a:srgbClr val="7030A0"/>
                </a:solidFill>
                <a:effectLst/>
                <a:latin typeface="幼圆" panose="02010509060101010101" charset="-122"/>
                <a:ea typeface="幼圆" panose="02010509060101010101" charset="-122"/>
                <a:cs typeface="Times New Roman" panose="02020603050405020304"/>
              </a:rPr>
              <a:t>☆</a:t>
            </a: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8.</a:t>
            </a:r>
            <a:r>
              <a:rPr lang="en-US" sz="3200" b="1" kern="1200" dirty="0" smtClean="0">
                <a:solidFill>
                  <a:srgbClr val="1F497D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51568" y="1176453"/>
          <a:ext cx="2188855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60960000" imgH="20116800" progId="Equation.DSMT4">
                  <p:embed/>
                </p:oleObj>
              </mc:Choice>
              <mc:Fallback>
                <p:oleObj name="Equation" r:id="rId1" imgW="60960000" imgH="2011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51568" y="1176453"/>
                        <a:ext cx="2188855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882073" y="1176655"/>
          <a:ext cx="1859083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7" name="Equation" r:id="rId3" imgW="51816000" imgH="20116800" progId="Equation.DSMT4">
                  <p:embed/>
                </p:oleObj>
              </mc:Choice>
              <mc:Fallback>
                <p:oleObj name="Equation" r:id="rId3" imgW="51816000" imgH="20116800" progId="Equation.DSMT4">
                  <p:embed/>
                  <p:pic>
                    <p:nvPicPr>
                      <p:cNvPr id="0" name="图片 2170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2073" y="1176655"/>
                        <a:ext cx="1859083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982791" y="1176928"/>
          <a:ext cx="2263054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8" name="Equation" r:id="rId5" imgW="62484000" imgH="20116800" progId="Equation.DSMT4">
                  <p:embed/>
                </p:oleObj>
              </mc:Choice>
              <mc:Fallback>
                <p:oleObj name="Equation" r:id="rId5" imgW="62484000" imgH="20116800" progId="Equation.DSMT4">
                  <p:embed/>
                  <p:pic>
                    <p:nvPicPr>
                      <p:cNvPr id="0" name="图片 2170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82791" y="1176928"/>
                        <a:ext cx="2263054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488024" y="1176675"/>
          <a:ext cx="2198471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" name="Equation" r:id="rId7" imgW="60960000" imgH="20116800" progId="Equation.DSMT4">
                  <p:embed/>
                </p:oleObj>
              </mc:Choice>
              <mc:Fallback>
                <p:oleObj name="Equation" r:id="rId7" imgW="60960000" imgH="20116800" progId="Equation.DSMT4">
                  <p:embed/>
                  <p:pic>
                    <p:nvPicPr>
                      <p:cNvPr id="0" name="图片 2170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88024" y="1176675"/>
                        <a:ext cx="2198471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1451546" y="2343682"/>
            <a:ext cx="93610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169160" y="2226945"/>
          <a:ext cx="2205962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0" name="Equation" r:id="rId9" imgW="58521600" imgH="20116800" progId="Equation.DSMT4">
                  <p:embed/>
                </p:oleObj>
              </mc:Choice>
              <mc:Fallback>
                <p:oleObj name="Equation" r:id="rId9" imgW="58521600" imgH="20116800" progId="Equation.DSMT4">
                  <p:embed/>
                  <p:pic>
                    <p:nvPicPr>
                      <p:cNvPr id="0" name="图片 2170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9160" y="2226945"/>
                        <a:ext cx="2205962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431030" y="2137410"/>
          <a:ext cx="1915114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1" name="Equation" r:id="rId11" imgW="43891200" imgH="21336000" progId="Equation.DSMT4">
                  <p:embed/>
                </p:oleObj>
              </mc:Choice>
              <mc:Fallback>
                <p:oleObj name="Equation" r:id="rId11" imgW="43891200" imgH="21336000" progId="Equation.DSMT4">
                  <p:embed/>
                  <p:pic>
                    <p:nvPicPr>
                      <p:cNvPr id="0" name="图片 2171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1030" y="2137410"/>
                        <a:ext cx="1915114" cy="93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88430" y="2137410"/>
          <a:ext cx="1757854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3" imgW="977900" imgH="520700" progId="Equation.KSEE3">
                  <p:embed/>
                </p:oleObj>
              </mc:Choice>
              <mc:Fallback>
                <p:oleObj name="" r:id="rId13" imgW="977900" imgH="520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88430" y="2137410"/>
                        <a:ext cx="1757854" cy="93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56254" y="2173492"/>
          <a:ext cx="16446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5" imgW="749300" imgH="393700" progId="Equation.KSEE3">
                  <p:embed/>
                </p:oleObj>
              </mc:Choice>
              <mc:Fallback>
                <p:oleObj name="" r:id="rId15" imgW="749300" imgH="393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56254" y="2173492"/>
                        <a:ext cx="164465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68843" y="3249613"/>
          <a:ext cx="1861145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7" imgW="49377600" imgH="20116800" progId="Equation.DSMT4">
                  <p:embed/>
                </p:oleObj>
              </mc:Choice>
              <mc:Fallback>
                <p:oleObj name="Equation" r:id="rId17" imgW="49377600" imgH="20116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68843" y="3249613"/>
                        <a:ext cx="1861145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109403" y="3214688"/>
          <a:ext cx="2316743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" name="Equation" r:id="rId19" imgW="63703200" imgH="22555200" progId="Equation.DSMT4">
                  <p:embed/>
                </p:oleObj>
              </mc:Choice>
              <mc:Fallback>
                <p:oleObj name="Equation" r:id="rId19" imgW="63703200" imgH="22555200" progId="Equation.DSMT4">
                  <p:embed/>
                  <p:pic>
                    <p:nvPicPr>
                      <p:cNvPr id="0" name="图片 2275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09403" y="3214688"/>
                        <a:ext cx="2316743" cy="82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470035" y="3215159"/>
          <a:ext cx="1361082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4" name="Equation" r:id="rId21" imgW="36576000" imgH="20116800" progId="Equation.DSMT4">
                  <p:embed/>
                </p:oleObj>
              </mc:Choice>
              <mc:Fallback>
                <p:oleObj name="Equation" r:id="rId21" imgW="36576000" imgH="20116800" progId="Equation.DSMT4">
                  <p:embed/>
                  <p:pic>
                    <p:nvPicPr>
                      <p:cNvPr id="0" name="图片 2275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70035" y="3215159"/>
                        <a:ext cx="1361082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7838946" y="3215159"/>
          <a:ext cx="1272224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5" name="Equation" r:id="rId23" imgW="34137600" imgH="20116800" progId="Equation.DSMT4">
                  <p:embed/>
                </p:oleObj>
              </mc:Choice>
              <mc:Fallback>
                <p:oleObj name="Equation" r:id="rId23" imgW="34137600" imgH="20116800" progId="Equation.DSMT4">
                  <p:embed/>
                  <p:pic>
                    <p:nvPicPr>
                      <p:cNvPr id="0" name="图片 2275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38946" y="3215159"/>
                        <a:ext cx="1272224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264967" y="3413403"/>
          <a:ext cx="531612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6" name="Equation" r:id="rId25" imgW="12496800" imgH="7620000" progId="Equation.DSMT4">
                  <p:embed/>
                </p:oleObj>
              </mc:Choice>
              <mc:Fallback>
                <p:oleObj name="Equation" r:id="rId25" imgW="12496800" imgH="7620000" progId="Equation.DSMT4">
                  <p:embed/>
                  <p:pic>
                    <p:nvPicPr>
                      <p:cNvPr id="0" name="图片 2275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264967" y="3413403"/>
                        <a:ext cx="531612" cy="32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168843" y="4306991"/>
          <a:ext cx="79653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7" name="Equation" r:id="rId27" imgW="19507200" imgH="11582400" progId="Equation.DSMT4">
                  <p:embed/>
                </p:oleObj>
              </mc:Choice>
              <mc:Fallback>
                <p:oleObj name="Equation" r:id="rId27" imgW="19507200" imgH="11582400" progId="Equation.DSMT4">
                  <p:embed/>
                  <p:pic>
                    <p:nvPicPr>
                      <p:cNvPr id="0" name="图片 2275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68843" y="4306991"/>
                        <a:ext cx="79653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16"/>
          <p:cNvSpPr txBox="1"/>
          <p:nvPr/>
        </p:nvSpPr>
        <p:spPr bwMode="auto">
          <a:xfrm>
            <a:off x="2607977" y="427239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096132" y="4390017"/>
          <a:ext cx="165446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8" name="Equation" r:id="rId29" imgW="40843200" imgH="8839200" progId="Equation.DSMT4">
                  <p:embed/>
                </p:oleObj>
              </mc:Choice>
              <mc:Fallback>
                <p:oleObj name="Equation" r:id="rId29" imgW="40843200" imgH="8839200" progId="Equation.DSMT4">
                  <p:embed/>
                  <p:pic>
                    <p:nvPicPr>
                      <p:cNvPr id="0" name="图片 2275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096132" y="4390017"/>
                        <a:ext cx="1654466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4810636" y="4274447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5304155" y="4353560"/>
          <a:ext cx="12620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9" name="Equation" r:id="rId31" imgW="30175200" imgH="8229600" progId="Equation.DSMT4">
                  <p:embed/>
                </p:oleObj>
              </mc:Choice>
              <mc:Fallback>
                <p:oleObj name="Equation" r:id="rId31" imgW="30175200" imgH="8229600" progId="Equation.DSMT4">
                  <p:embed/>
                  <p:pic>
                    <p:nvPicPr>
                      <p:cNvPr id="0" name="图片 2275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304155" y="4353560"/>
                        <a:ext cx="1262063" cy="347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6"/>
          <p:cNvSpPr txBox="1">
            <a:spLocks noChangeArrowheads="1"/>
          </p:cNvSpPr>
          <p:nvPr/>
        </p:nvSpPr>
        <p:spPr bwMode="auto">
          <a:xfrm>
            <a:off x="6543903" y="4266827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因此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436763" y="4456941"/>
          <a:ext cx="3301829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0" name="Equation" r:id="rId33" imgW="91744800" imgH="20116800" progId="Equation.DSMT4">
                  <p:embed/>
                </p:oleObj>
              </mc:Choice>
              <mc:Fallback>
                <p:oleObj name="Equation" r:id="rId33" imgW="91744800" imgH="20116800" progId="Equation.DSMT4">
                  <p:embed/>
                  <p:pic>
                    <p:nvPicPr>
                      <p:cNvPr id="0" name="图片 22759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436763" y="4456941"/>
                        <a:ext cx="3301829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168843" y="5289474"/>
          <a:ext cx="821325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1" name="Equation" r:id="rId35" imgW="20116800" imgH="11582400" progId="Equation.DSMT4">
                  <p:embed/>
                </p:oleObj>
              </mc:Choice>
              <mc:Fallback>
                <p:oleObj name="Equation" r:id="rId35" imgW="20116800" imgH="11582400" progId="Equation.DSMT4">
                  <p:embed/>
                  <p:pic>
                    <p:nvPicPr>
                      <p:cNvPr id="0" name="图片 22760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168843" y="5289474"/>
                        <a:ext cx="821325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9"/>
          <p:cNvSpPr txBox="1"/>
          <p:nvPr/>
        </p:nvSpPr>
        <p:spPr bwMode="auto">
          <a:xfrm>
            <a:off x="2672497" y="5277736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154680" y="5358530"/>
          <a:ext cx="153752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2" name="Equation" r:id="rId37" imgW="40538400" imgH="9448800" progId="Equation.DSMT4">
                  <p:embed/>
                </p:oleObj>
              </mc:Choice>
              <mc:Fallback>
                <p:oleObj name="Equation" r:id="rId37" imgW="40538400" imgH="9448800" progId="Equation.DSMT4">
                  <p:embed/>
                  <p:pic>
                    <p:nvPicPr>
                      <p:cNvPr id="0" name="图片 22761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154680" y="5358530"/>
                        <a:ext cx="1537528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4"/>
          <p:cNvSpPr txBox="1">
            <a:spLocks noChangeArrowheads="1"/>
          </p:cNvSpPr>
          <p:nvPr/>
        </p:nvSpPr>
        <p:spPr bwMode="auto">
          <a:xfrm>
            <a:off x="4691891" y="528931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5152972" y="5360435"/>
          <a:ext cx="119336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3" name="Equation" r:id="rId39" imgW="1438275" imgH="434975" progId="Equation.DSMT4">
                  <p:embed/>
                </p:oleObj>
              </mc:Choice>
              <mc:Fallback>
                <p:oleObj name="Equation" r:id="rId39" imgW="1438275" imgH="434975" progId="Equation.DSMT4">
                  <p:embed/>
                  <p:pic>
                    <p:nvPicPr>
                      <p:cNvPr id="0" name="图片 22762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152972" y="5360435"/>
                        <a:ext cx="119336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6346102" y="5289315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因此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7218323" y="5428337"/>
          <a:ext cx="322076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4" name="Equation" r:id="rId41" imgW="89306400" imgH="20116800" progId="Equation.DSMT4">
                  <p:embed/>
                </p:oleObj>
              </mc:Choice>
              <mc:Fallback>
                <p:oleObj name="Equation" r:id="rId41" imgW="89306400" imgH="20116800" progId="Equation.DSMT4">
                  <p:embed/>
                  <p:pic>
                    <p:nvPicPr>
                      <p:cNvPr id="0" name="图片 22763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218323" y="5428337"/>
                        <a:ext cx="3220760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 bldLvl="0" animBg="1" autoUpdateAnimBg="0"/>
      <p:bldP spid="36" grpId="0" bldLvl="0" animBg="1" autoUpdateAnimBg="0"/>
      <p:bldP spid="39" grpId="0"/>
      <p:bldP spid="41" grpId="0" bldLvl="0" animBg="1" autoUpdateAnimBg="0"/>
      <p:bldP spid="43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319967" y="334957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9.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76356" y="974001"/>
          <a:ext cx="227488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4864000" imgH="20116800" progId="Equation.DSMT4">
                  <p:embed/>
                </p:oleObj>
              </mc:Choice>
              <mc:Fallback>
                <p:oleObj name="Equation" r:id="rId1" imgW="54864000" imgH="20116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6356" y="974001"/>
                        <a:ext cx="227488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03921" y="975430"/>
          <a:ext cx="278288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7" name="Equation" r:id="rId3" imgW="67056000" imgH="20116800" progId="Equation.DSMT4">
                  <p:embed/>
                </p:oleObj>
              </mc:Choice>
              <mc:Fallback>
                <p:oleObj name="Equation" r:id="rId3" imgW="67056000" imgH="20116800" progId="Equation.DSMT4">
                  <p:embed/>
                  <p:pic>
                    <p:nvPicPr>
                      <p:cNvPr id="0" name="图片 236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03921" y="975430"/>
                        <a:ext cx="2782887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039581" y="974001"/>
          <a:ext cx="21224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8" name="Equation" r:id="rId5" imgW="51206400" imgH="20116800" progId="Equation.DSMT4">
                  <p:embed/>
                </p:oleObj>
              </mc:Choice>
              <mc:Fallback>
                <p:oleObj name="Equation" r:id="rId5" imgW="51206400" imgH="20116800" progId="Equation.DSMT4">
                  <p:embed/>
                  <p:pic>
                    <p:nvPicPr>
                      <p:cNvPr id="0" name="图片 236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39581" y="974001"/>
                        <a:ext cx="212248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523737" y="1986305"/>
            <a:ext cx="427190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r>
              <a:rPr kumimoji="1"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凑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到重要极限</a:t>
            </a:r>
            <a:r>
              <a:rPr kumimoji="1"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模式</a:t>
            </a:r>
            <a:r>
              <a:rPr kumimoji="1"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kumimoji="1" lang="en-US" altLang="zh-CN" sz="2800" b="1" dirty="0">
              <a:solidFill>
                <a:srgbClr val="0070C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75143" y="2508508"/>
          <a:ext cx="60880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9" name="Equation" r:id="rId7" imgW="146304000" imgH="20116800" progId="Equation.DSMT4">
                  <p:embed/>
                </p:oleObj>
              </mc:Choice>
              <mc:Fallback>
                <p:oleObj name="Equation" r:id="rId7" imgW="146304000" imgH="20116800" progId="Equation.DSMT4">
                  <p:embed/>
                  <p:pic>
                    <p:nvPicPr>
                      <p:cNvPr id="0" name="图片 236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5143" y="2508508"/>
                        <a:ext cx="60880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775520" y="3550538"/>
          <a:ext cx="82883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0" name="Equation" r:id="rId9" imgW="198729600" imgH="21336000" progId="Equation.DSMT4">
                  <p:embed/>
                </p:oleObj>
              </mc:Choice>
              <mc:Fallback>
                <p:oleObj name="Equation" r:id="rId9" imgW="198729600" imgH="21336000" progId="Equation.DSMT4">
                  <p:embed/>
                  <p:pic>
                    <p:nvPicPr>
                      <p:cNvPr id="0" name="图片 236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5520" y="3550538"/>
                        <a:ext cx="82883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775258" y="4649738"/>
          <a:ext cx="8159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1" name="Equation" r:id="rId11" imgW="19507200" imgH="11582400" progId="Equation.DSMT4">
                  <p:embed/>
                </p:oleObj>
              </mc:Choice>
              <mc:Fallback>
                <p:oleObj name="Equation" r:id="rId11" imgW="19507200" imgH="11582400" progId="Equation.DSMT4">
                  <p:embed/>
                  <p:pic>
                    <p:nvPicPr>
                      <p:cNvPr id="0" name="图片 237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75258" y="4649738"/>
                        <a:ext cx="815975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070498" y="4781024"/>
          <a:ext cx="13176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2" name="Equation" r:id="rId13" imgW="31394400" imgH="8229600" progId="Equation.DSMT4">
                  <p:embed/>
                </p:oleObj>
              </mc:Choice>
              <mc:Fallback>
                <p:oleObj name="Equation" r:id="rId13" imgW="31394400" imgH="8229600" progId="Equation.DSMT4">
                  <p:embed/>
                  <p:pic>
                    <p:nvPicPr>
                      <p:cNvPr id="0" name="图片 237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70498" y="4781024"/>
                        <a:ext cx="1317625" cy="347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4387865" y="4649579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901862" y="4749274"/>
          <a:ext cx="12874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3" name="Equation" r:id="rId15" imgW="30784800" imgH="7620000" progId="Equation.DSMT4">
                  <p:embed/>
                </p:oleObj>
              </mc:Choice>
              <mc:Fallback>
                <p:oleObj name="Equation" r:id="rId15" imgW="30784800" imgH="7620000" progId="Equation.DSMT4">
                  <p:embed/>
                  <p:pic>
                    <p:nvPicPr>
                      <p:cNvPr id="0" name="图片 237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1862" y="4749274"/>
                        <a:ext cx="1287462" cy="32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2529987" y="4649430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128313" y="5229864"/>
          <a:ext cx="558323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4" name="Equation" r:id="rId17" imgW="134721600" imgH="21640800" progId="Equation.DSMT4">
                  <p:embed/>
                </p:oleObj>
              </mc:Choice>
              <mc:Fallback>
                <p:oleObj name="Equation" r:id="rId17" imgW="134721600" imgH="21640800" progId="Equation.DSMT4">
                  <p:embed/>
                  <p:pic>
                    <p:nvPicPr>
                      <p:cNvPr id="0" name="图片 237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28313" y="5229864"/>
                        <a:ext cx="5583238" cy="893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7" grpId="0" bldLvl="0" animBg="1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1524184" y="771188"/>
            <a:ext cx="4953249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1.第二个重要极限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97727" y="1452280"/>
          <a:ext cx="22225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53340000" imgH="24079200" progId="Equation.DSMT4">
                  <p:embed/>
                </p:oleObj>
              </mc:Choice>
              <mc:Fallback>
                <p:oleObj name="Equation" r:id="rId1" imgW="53340000" imgH="240792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7727" y="1452280"/>
                        <a:ext cx="2222500" cy="9969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1834193" y="2730802"/>
            <a:ext cx="9110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744658" y="1689750"/>
            <a:ext cx="1966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 bwMode="auto">
          <a:xfrm>
            <a:off x="2601516" y="2751202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已经知道（定义）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50721" y="2488301"/>
          <a:ext cx="2298700" cy="99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5" name="Equation" r:id="rId3" imgW="55168800" imgH="24079200" progId="Equation.DSMT4">
                  <p:embed/>
                </p:oleObj>
              </mc:Choice>
              <mc:Fallback>
                <p:oleObj name="Equation" r:id="rId3" imgW="55168800" imgH="24079200" progId="Equation.DSMT4">
                  <p:embed/>
                  <p:pic>
                    <p:nvPicPr>
                      <p:cNvPr id="0" name="图片 246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0721" y="2488301"/>
                        <a:ext cx="2298700" cy="996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598088" y="3717533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先证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95492" y="3480033"/>
          <a:ext cx="24431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6" name="Equation" r:id="rId5" imgW="58826400" imgH="24079200" progId="Equation.DSMT4">
                  <p:embed/>
                </p:oleObj>
              </mc:Choice>
              <mc:Fallback>
                <p:oleObj name="Equation" r:id="rId5" imgW="58826400" imgH="24079200" progId="Equation.DSMT4">
                  <p:embed/>
                  <p:pic>
                    <p:nvPicPr>
                      <p:cNvPr id="0" name="图片 246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5492" y="3480033"/>
                        <a:ext cx="2443162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2601505" y="4723616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因为当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776166" y="4802981"/>
          <a:ext cx="6937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7" name="Equation" r:id="rId7" imgW="16459200" imgH="7620000" progId="Equation.DSMT4">
                  <p:embed/>
                </p:oleObj>
              </mc:Choice>
              <mc:Fallback>
                <p:oleObj name="Equation" r:id="rId7" imgW="16459200" imgH="7620000" progId="Equation.DSMT4">
                  <p:embed/>
                  <p:pic>
                    <p:nvPicPr>
                      <p:cNvPr id="0" name="图片 246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6166" y="4802981"/>
                        <a:ext cx="693737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4469903" y="470393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367829" y="4722718"/>
          <a:ext cx="22526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8" name="Equation" r:id="rId9" imgW="54254400" imgH="11582400" progId="Equation.DSMT4">
                  <p:embed/>
                </p:oleObj>
              </mc:Choice>
              <mc:Fallback>
                <p:oleObj name="Equation" r:id="rId9" imgW="54254400" imgH="11582400" progId="Equation.DSMT4">
                  <p:embed/>
                  <p:pic>
                    <p:nvPicPr>
                      <p:cNvPr id="0" name="图片 246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67829" y="4722718"/>
                        <a:ext cx="22526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1"/>
          <p:cNvSpPr txBox="1"/>
          <p:nvPr/>
        </p:nvSpPr>
        <p:spPr bwMode="auto">
          <a:xfrm>
            <a:off x="1833800" y="5730285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则有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137059" y="5507374"/>
          <a:ext cx="3767138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1" imgW="90220800" imgH="22860000" progId="Equation.DSMT4">
                  <p:embed/>
                </p:oleObj>
              </mc:Choice>
              <mc:Fallback>
                <p:oleObj name="Equation" r:id="rId11" imgW="90220800" imgH="228600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7059" y="5507374"/>
                        <a:ext cx="3767138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9" grpId="0"/>
      <p:bldP spid="12" grpId="0"/>
      <p:bldP spid="15" grpId="0"/>
      <p:bldP spid="18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 bwMode="auto">
          <a:xfrm>
            <a:off x="1709722" y="628670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以及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90348" y="367752"/>
          <a:ext cx="5060579" cy="104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6" name="Equation" r:id="rId1" imgW="136855200" imgH="28346400" progId="Equation.DSMT4">
                  <p:embed/>
                </p:oleObj>
              </mc:Choice>
              <mc:Fallback>
                <p:oleObj name="Equation" r:id="rId1" imgW="136855200" imgH="28346400" progId="Equation.DSMT4">
                  <p:embed/>
                  <p:pic>
                    <p:nvPicPr>
                      <p:cNvPr id="0" name="图片 2566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0348" y="367752"/>
                        <a:ext cx="5060579" cy="104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709480" y="1670680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记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249742" y="1715744"/>
          <a:ext cx="93132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3" imgW="25298400" imgH="11582400" progId="Equation.DSMT4">
                  <p:embed/>
                </p:oleObj>
              </mc:Choice>
              <mc:Fallback>
                <p:oleObj name="Equation" r:id="rId3" imgW="25298400" imgH="11582400" progId="Equation.DSMT4">
                  <p:embed/>
                  <p:pic>
                    <p:nvPicPr>
                      <p:cNvPr id="0" name="图片 256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9742" y="1715744"/>
                        <a:ext cx="931323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3266222" y="1670680"/>
            <a:ext cx="55257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两边都是“阶梯函数”，极限为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09480" y="2471787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由夹逼准则知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304665" y="2147253"/>
          <a:ext cx="24050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8" name="Equation" r:id="rId5" imgW="57912000" imgH="24079200" progId="Equation.DSMT4">
                  <p:embed/>
                </p:oleObj>
              </mc:Choice>
              <mc:Fallback>
                <p:oleObj name="Equation" r:id="rId5" imgW="57912000" imgH="24079200" progId="Equation.DSMT4">
                  <p:embed/>
                  <p:pic>
                    <p:nvPicPr>
                      <p:cNvPr id="0" name="图片 2566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4665" y="2147253"/>
                        <a:ext cx="2405063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"/>
          <p:cNvSpPr txBox="1"/>
          <p:nvPr/>
        </p:nvSpPr>
        <p:spPr bwMode="auto">
          <a:xfrm>
            <a:off x="2424478" y="339429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再证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53377" y="3149183"/>
          <a:ext cx="24050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7" imgW="57912000" imgH="24079200" progId="Equation.DSMT4">
                  <p:embed/>
                </p:oleObj>
              </mc:Choice>
              <mc:Fallback>
                <p:oleObj name="Equation" r:id="rId7" imgW="57912000" imgH="240792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53377" y="3149183"/>
                        <a:ext cx="2405063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3"/>
          <p:cNvSpPr txBox="1"/>
          <p:nvPr/>
        </p:nvSpPr>
        <p:spPr bwMode="auto">
          <a:xfrm>
            <a:off x="2445385" y="423433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946604" y="4349259"/>
          <a:ext cx="965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8" name="Equation" r:id="rId9" imgW="23164800" imgH="6705600" progId="Equation.DSMT4">
                  <p:embed/>
                </p:oleObj>
              </mc:Choice>
              <mc:Fallback>
                <p:oleObj name="Equation" r:id="rId9" imgW="23164800" imgH="6705600" progId="Equation.DSMT4">
                  <p:embed/>
                  <p:pic>
                    <p:nvPicPr>
                      <p:cNvPr id="0" name="图片 267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46604" y="4349259"/>
                        <a:ext cx="9652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6"/>
          <p:cNvSpPr txBox="1"/>
          <p:nvPr/>
        </p:nvSpPr>
        <p:spPr bwMode="auto">
          <a:xfrm>
            <a:off x="3911893" y="422734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433853" y="4361959"/>
          <a:ext cx="2895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9" name="Equation" r:id="rId11" imgW="69494400" imgH="6705600" progId="Equation.DSMT4">
                  <p:embed/>
                </p:oleObj>
              </mc:Choice>
              <mc:Fallback>
                <p:oleObj name="Equation" r:id="rId11" imgW="69494400" imgH="6705600" progId="Equation.DSMT4">
                  <p:embed/>
                  <p:pic>
                    <p:nvPicPr>
                      <p:cNvPr id="0" name="图片 2679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3853" y="4361959"/>
                        <a:ext cx="28956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9"/>
          <p:cNvSpPr txBox="1"/>
          <p:nvPr/>
        </p:nvSpPr>
        <p:spPr bwMode="auto">
          <a:xfrm>
            <a:off x="7386687" y="425655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833806" y="4749433"/>
          <a:ext cx="79946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0" name="Equation" r:id="rId13" imgW="191719200" imgH="24079200" progId="Equation.DSMT4">
                  <p:embed/>
                </p:oleObj>
              </mc:Choice>
              <mc:Fallback>
                <p:oleObj name="Equation" r:id="rId13" imgW="191719200" imgH="24079200" progId="Equation.DSMT4">
                  <p:embed/>
                  <p:pic>
                    <p:nvPicPr>
                      <p:cNvPr id="0" name="图片 2679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33806" y="4749433"/>
                        <a:ext cx="7994650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9891658" y="5088756"/>
          <a:ext cx="1333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1" name="Equation" r:id="rId15" imgW="32004000" imgH="7620000" progId="Equation.DSMT4">
                  <p:embed/>
                </p:oleObj>
              </mc:Choice>
              <mc:Fallback>
                <p:oleObj name="Equation" r:id="rId15" imgW="32004000" imgH="7620000" progId="Equation.DSMT4">
                  <p:embed/>
                  <p:pic>
                    <p:nvPicPr>
                      <p:cNvPr id="0" name="图片 2680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91658" y="5088756"/>
                        <a:ext cx="1333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13"/>
          <p:cNvSpPr txBox="1"/>
          <p:nvPr/>
        </p:nvSpPr>
        <p:spPr bwMode="auto">
          <a:xfrm>
            <a:off x="1709595" y="5996166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综上所述，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452813" y="5745798"/>
          <a:ext cx="22907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2" name="Equation" r:id="rId17" imgW="55168800" imgH="24079200" progId="Equation.DSMT4">
                  <p:embed/>
                </p:oleObj>
              </mc:Choice>
              <mc:Fallback>
                <p:oleObj name="Equation" r:id="rId17" imgW="55168800" imgH="24079200" progId="Equation.DSMT4">
                  <p:embed/>
                  <p:pic>
                    <p:nvPicPr>
                      <p:cNvPr id="0" name="图片 2680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52813" y="5745798"/>
                        <a:ext cx="2290762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2"/>
          <p:cNvSpPr txBox="1"/>
          <p:nvPr/>
        </p:nvSpPr>
        <p:spPr bwMode="auto">
          <a:xfrm>
            <a:off x="6057825" y="5996404"/>
            <a:ext cx="12713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altLang="en-US" sz="28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证毕.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3" grpId="0"/>
      <p:bldP spid="16" grpId="0"/>
      <p:bldP spid="18" grpId="0"/>
      <p:bldP spid="20" grpId="0"/>
      <p:bldP spid="23" grpId="0"/>
      <p:bldP spid="25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3813736" y="1136491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71480" y="947886"/>
          <a:ext cx="2794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6705600" imgH="20116800" progId="Equation.DSMT4">
                  <p:embed/>
                </p:oleObj>
              </mc:Choice>
              <mc:Fallback>
                <p:oleObj name="Equation" r:id="rId1" imgW="6705600" imgH="20116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71480" y="947886"/>
                        <a:ext cx="2794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51973" y="113649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替换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414927" y="1280785"/>
          <a:ext cx="2111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1" name="Equation" r:id="rId3" imgW="5181600" imgH="5486400" progId="Equation.DSMT4">
                  <p:embed/>
                </p:oleObj>
              </mc:Choice>
              <mc:Fallback>
                <p:oleObj name="Equation" r:id="rId3" imgW="5181600" imgH="5486400" progId="Equation.DSMT4">
                  <p:embed/>
                  <p:pic>
                    <p:nvPicPr>
                      <p:cNvPr id="0" name="图片 278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4927" y="1280785"/>
                        <a:ext cx="211138" cy="233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5647204" y="113649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68031" y="828958"/>
          <a:ext cx="2696266" cy="1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2" name="Equation" r:id="rId5" imgW="51206400" imgH="19812000" progId="Equation.DSMT4">
                  <p:embed/>
                </p:oleObj>
              </mc:Choice>
              <mc:Fallback>
                <p:oleObj name="Equation" r:id="rId5" imgW="51206400" imgH="19812000" progId="Equation.DSMT4">
                  <p:embed/>
                  <p:pic>
                    <p:nvPicPr>
                      <p:cNvPr id="0" name="图片 2782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8031" y="828958"/>
                        <a:ext cx="2696266" cy="103517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313" y="2302981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10.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11696" y="3070602"/>
          <a:ext cx="25400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3" name="Equation" r:id="rId7" imgW="60960000" imgH="24079200" progId="Equation.DSMT4">
                  <p:embed/>
                </p:oleObj>
              </mc:Choice>
              <mc:Fallback>
                <p:oleObj name="Equation" r:id="rId7" imgW="60960000" imgH="24079200" progId="Equation.DSMT4">
                  <p:embed/>
                  <p:pic>
                    <p:nvPicPr>
                      <p:cNvPr id="0" name="图片 2782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1696" y="3070602"/>
                        <a:ext cx="2540000" cy="995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11799" y="4238377"/>
          <a:ext cx="27940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4" name="Equation" r:id="rId9" imgW="67056000" imgH="24079200" progId="Equation.DSMT4">
                  <p:embed/>
                </p:oleObj>
              </mc:Choice>
              <mc:Fallback>
                <p:oleObj name="Equation" r:id="rId9" imgW="67056000" imgH="24079200" progId="Equation.DSMT4">
                  <p:embed/>
                  <p:pic>
                    <p:nvPicPr>
                      <p:cNvPr id="0" name="图片 2782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11799" y="4238377"/>
                        <a:ext cx="2794000" cy="995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011696" y="5406241"/>
          <a:ext cx="38449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5" name="Equation" r:id="rId11" imgW="92049600" imgH="18592800" progId="Equation.DSMT4">
                  <p:embed/>
                </p:oleObj>
              </mc:Choice>
              <mc:Fallback>
                <p:oleObj name="Equation" r:id="rId11" imgW="92049600" imgH="18592800" progId="Equation.DSMT4">
                  <p:embed/>
                  <p:pic>
                    <p:nvPicPr>
                      <p:cNvPr id="0" name="图片 2782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1696" y="5406241"/>
                        <a:ext cx="3844925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863600"/>
            <a:ext cx="2228850" cy="1000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1618035" y="752520"/>
            <a:ext cx="532859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利用复合函数的极限法则，</a:t>
            </a:r>
            <a:endParaRPr lang="zh-CN" sz="1200" dirty="0">
              <a:solidFill>
                <a:schemeClr val="tx2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29739" y="1392208"/>
          <a:ext cx="8470901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203301600" imgH="39319200" progId="Equation.DSMT4">
                  <p:embed/>
                </p:oleObj>
              </mc:Choice>
              <mc:Fallback>
                <p:oleObj name="Equation" r:id="rId1" imgW="203301600" imgH="393192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9739" y="1392208"/>
                        <a:ext cx="8470901" cy="162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29739" y="3134998"/>
          <a:ext cx="84455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Equation" r:id="rId3" imgW="202692000" imgH="28651200" progId="Equation.DSMT4">
                  <p:embed/>
                </p:oleObj>
              </mc:Choice>
              <mc:Fallback>
                <p:oleObj name="Equation" r:id="rId3" imgW="202692000" imgH="28651200" progId="Equation.DSMT4">
                  <p:embed/>
                  <p:pic>
                    <p:nvPicPr>
                      <p:cNvPr id="0" name="图片 287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9739" y="3134998"/>
                        <a:ext cx="8445500" cy="1184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55139" y="4804762"/>
          <a:ext cx="61118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2" name="Equation" r:id="rId5" imgW="146304000" imgH="18592800" progId="Equation.DSMT4">
                  <p:embed/>
                </p:oleObj>
              </mc:Choice>
              <mc:Fallback>
                <p:oleObj name="Equation" r:id="rId5" imgW="146304000" imgH="18592800" progId="Equation.DSMT4">
                  <p:embed/>
                  <p:pic>
                    <p:nvPicPr>
                      <p:cNvPr id="0" name="图片 2872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5139" y="4804762"/>
                        <a:ext cx="6111875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1435666" y="630471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altLang="en-US" sz="3200" b="1" kern="1200" baseline="30000" dirty="0" smtClean="0">
                <a:solidFill>
                  <a:srgbClr val="7030A0"/>
                </a:solidFill>
                <a:effectLst/>
                <a:latin typeface="幼圆" panose="02010509060101010101" charset="-122"/>
                <a:ea typeface="幼圆" panose="02010509060101010101" charset="-122"/>
                <a:cs typeface="Times New Roman" panose="02020603050405020304"/>
              </a:rPr>
              <a:t>☆</a:t>
            </a: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11.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17016" y="693494"/>
          <a:ext cx="29575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71323200" imgH="11582400" progId="Equation.DSMT4">
                  <p:embed/>
                </p:oleObj>
              </mc:Choice>
              <mc:Fallback>
                <p:oleObj name="Equation" r:id="rId1" imgW="71323200" imgH="115824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17016" y="693494"/>
                        <a:ext cx="2957513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99238" y="1380649"/>
          <a:ext cx="2198474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3" name="Equation" r:id="rId3" imgW="61264800" imgH="20116800" progId="Equation.DSMT4">
                  <p:embed/>
                </p:oleObj>
              </mc:Choice>
              <mc:Fallback>
                <p:oleObj name="Equation" r:id="rId3" imgW="61264800" imgH="20116800" progId="Equation.DSMT4">
                  <p:embed/>
                  <p:pic>
                    <p:nvPicPr>
                      <p:cNvPr id="0" name="图片 2981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9238" y="1380649"/>
                        <a:ext cx="2198474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053711" y="1367696"/>
          <a:ext cx="1980000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4" name="Equation" r:id="rId5" imgW="53340000" imgH="21336000" progId="Equation.DSMT4">
                  <p:embed/>
                </p:oleObj>
              </mc:Choice>
              <mc:Fallback>
                <p:oleObj name="Equation" r:id="rId5" imgW="53340000" imgH="21336000" progId="Equation.DSMT4">
                  <p:embed/>
                  <p:pic>
                    <p:nvPicPr>
                      <p:cNvPr id="0" name="图片 298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3711" y="1367696"/>
                        <a:ext cx="1980000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90618" y="1367743"/>
          <a:ext cx="1981415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5" name="Equation" r:id="rId7" imgW="53644800" imgH="21336000" progId="Equation.DSMT4">
                  <p:embed/>
                </p:oleObj>
              </mc:Choice>
              <mc:Fallback>
                <p:oleObj name="Equation" r:id="rId7" imgW="53644800" imgH="21336000" progId="Equation.DSMT4">
                  <p:embed/>
                  <p:pic>
                    <p:nvPicPr>
                      <p:cNvPr id="0" name="图片 2981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90618" y="1367743"/>
                        <a:ext cx="1981415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528556" y="1417273"/>
          <a:ext cx="2386286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6" name="Equation" r:id="rId9" imgW="70713600" imgH="21336000" progId="Equation.DSMT4">
                  <p:embed/>
                </p:oleObj>
              </mc:Choice>
              <mc:Fallback>
                <p:oleObj name="Equation" r:id="rId9" imgW="70713600" imgH="21336000" progId="Equation.DSMT4">
                  <p:embed/>
                  <p:pic>
                    <p:nvPicPr>
                      <p:cNvPr id="0" name="图片 2981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28556" y="1417273"/>
                        <a:ext cx="2386286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523091" y="2375029"/>
            <a:ext cx="532859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利用复合函数的极限法则，</a:t>
            </a:r>
            <a:endParaRPr lang="zh-CN" sz="1200" dirty="0">
              <a:solidFill>
                <a:schemeClr val="tx2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23926" y="3088898"/>
          <a:ext cx="5992616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7" name="Equation" r:id="rId11" imgW="164896800" imgH="21640800" progId="Equation.DSMT4">
                  <p:embed/>
                </p:oleObj>
              </mc:Choice>
              <mc:Fallback>
                <p:oleObj name="Equation" r:id="rId11" imgW="164896800" imgH="21640800" progId="Equation.DSMT4">
                  <p:embed/>
                  <p:pic>
                    <p:nvPicPr>
                      <p:cNvPr id="0" name="图片 298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3926" y="3088898"/>
                        <a:ext cx="5992616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574806" y="3087350"/>
          <a:ext cx="3239999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name="Equation" r:id="rId13" imgW="96012000" imgH="25603200" progId="Equation.DSMT4">
                  <p:embed/>
                </p:oleObj>
              </mc:Choice>
              <mc:Fallback>
                <p:oleObj name="Equation" r:id="rId13" imgW="96012000" imgH="25603200" progId="Equation.DSMT4">
                  <p:embed/>
                  <p:pic>
                    <p:nvPicPr>
                      <p:cNvPr id="0" name="图片 2981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74806" y="3087350"/>
                        <a:ext cx="3239999" cy="86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 bwMode="auto">
          <a:xfrm>
            <a:off x="1435661" y="4181515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(2)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令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673767" y="4248815"/>
          <a:ext cx="13795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5" imgW="32918400" imgH="9448800" progId="Equation.DSMT4">
                  <p:embed/>
                </p:oleObj>
              </mc:Choice>
              <mc:Fallback>
                <p:oleObj name="Equation" r:id="rId15" imgW="32918400" imgH="9448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3767" y="4248815"/>
                        <a:ext cx="13795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9"/>
          <p:cNvSpPr txBox="1"/>
          <p:nvPr/>
        </p:nvSpPr>
        <p:spPr bwMode="auto">
          <a:xfrm>
            <a:off x="4099575" y="4181515"/>
            <a:ext cx="720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617090" y="4248566"/>
          <a:ext cx="17907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5" name="Equation" r:id="rId17" imgW="42976800" imgH="9448800" progId="Equation.DSMT4">
                  <p:embed/>
                </p:oleObj>
              </mc:Choice>
              <mc:Fallback>
                <p:oleObj name="Equation" r:id="rId17" imgW="42976800" imgH="9448800" progId="Equation.DSMT4">
                  <p:embed/>
                  <p:pic>
                    <p:nvPicPr>
                      <p:cNvPr id="0" name="图片 3087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17090" y="4248566"/>
                        <a:ext cx="17907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539076" y="4261266"/>
          <a:ext cx="228202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6" name="Equation" r:id="rId19" imgW="56997600" imgH="8839200" progId="Equation.DSMT4">
                  <p:embed/>
                </p:oleObj>
              </mc:Choice>
              <mc:Fallback>
                <p:oleObj name="Equation" r:id="rId19" imgW="56997600" imgH="8839200" progId="Equation.DSMT4">
                  <p:embed/>
                  <p:pic>
                    <p:nvPicPr>
                      <p:cNvPr id="0" name="图片 3087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39076" y="4261266"/>
                        <a:ext cx="2282028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660313" y="4869334"/>
          <a:ext cx="3055471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7" name="Equation" r:id="rId21" imgW="81381600" imgH="22860000" progId="Equation.DSMT4">
                  <p:embed/>
                </p:oleObj>
              </mc:Choice>
              <mc:Fallback>
                <p:oleObj name="Equation" r:id="rId21" imgW="81381600" imgH="22860000" progId="Equation.DSMT4">
                  <p:embed/>
                  <p:pic>
                    <p:nvPicPr>
                      <p:cNvPr id="0" name="图片 3087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60313" y="4869334"/>
                        <a:ext cx="3055471" cy="86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805418" y="4869143"/>
          <a:ext cx="1769245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8" name="Equation" r:id="rId23" imgW="49682400" imgH="30480000" progId="Equation.DSMT4">
                  <p:embed/>
                </p:oleObj>
              </mc:Choice>
              <mc:Fallback>
                <p:oleObj name="Equation" r:id="rId23" imgW="49682400" imgH="30480000" progId="Equation.DSMT4">
                  <p:embed/>
                  <p:pic>
                    <p:nvPicPr>
                      <p:cNvPr id="0" name="图片 3087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05418" y="4869143"/>
                        <a:ext cx="1769245" cy="108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744296" y="5145936"/>
          <a:ext cx="528638" cy="31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9" name="Equation" r:id="rId25" imgW="12496800" imgH="7620000" progId="Equation.DSMT4">
                  <p:embed/>
                </p:oleObj>
              </mc:Choice>
              <mc:Fallback>
                <p:oleObj name="Equation" r:id="rId25" imgW="12496800" imgH="7620000" progId="Equation.DSMT4">
                  <p:embed/>
                  <p:pic>
                    <p:nvPicPr>
                      <p:cNvPr id="0" name="图片 3087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44296" y="5145936"/>
                        <a:ext cx="528638" cy="311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351584" y="1470541"/>
          <a:ext cx="5673726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0" name="Equation" r:id="rId1" imgW="136855200" imgH="21336000" progId="Equation.DSMT4">
                  <p:embed/>
                </p:oleObj>
              </mc:Choice>
              <mc:Fallback>
                <p:oleObj name="Equation" r:id="rId1" imgW="136855200" imgH="21336000" progId="Equation.DSMT4">
                  <p:embed/>
                  <p:pic>
                    <p:nvPicPr>
                      <p:cNvPr id="0" name="图片 3087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1584" y="1470541"/>
                        <a:ext cx="5673726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351584" y="2875280"/>
          <a:ext cx="5181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1" name="Equation" r:id="rId3" imgW="124358400" imgH="21336000" progId="Equation.DSMT4">
                  <p:embed/>
                </p:oleObj>
              </mc:Choice>
              <mc:Fallback>
                <p:oleObj name="Equation" r:id="rId3" imgW="124358400" imgH="21336000" progId="Equation.DSMT4">
                  <p:embed/>
                  <p:pic>
                    <p:nvPicPr>
                      <p:cNvPr id="0" name="图片 3088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1584" y="2875280"/>
                        <a:ext cx="5181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236076" y="3961487"/>
          <a:ext cx="4584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2" name="Equation" r:id="rId5" imgW="110032800" imgH="22860000" progId="Equation.DSMT4">
                  <p:embed/>
                </p:oleObj>
              </mc:Choice>
              <mc:Fallback>
                <p:oleObj name="Equation" r:id="rId5" imgW="110032800" imgH="22860000" progId="Equation.DSMT4">
                  <p:embed/>
                  <p:pic>
                    <p:nvPicPr>
                      <p:cNvPr id="0" name="图片 3088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6076" y="3961487"/>
                        <a:ext cx="45847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1377499" y="647998"/>
            <a:ext cx="57606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3.关于1</a:t>
            </a:r>
            <a:r>
              <a:rPr lang="zh-CN" altLang="en-US" sz="3200" b="1" baseline="30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/>
              </a:rPr>
              <a:t>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型未定式极限的讨论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400617" y="1299245"/>
            <a:ext cx="30486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1.3.2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139406" y="1299245"/>
          <a:ext cx="23256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55473600" imgH="11582400" progId="Equation.DSMT4">
                  <p:embed/>
                </p:oleObj>
              </mc:Choice>
              <mc:Fallback>
                <p:oleObj name="Equation" r:id="rId1" imgW="55473600" imgH="115824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9406" y="1299245"/>
                        <a:ext cx="2325688" cy="525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6465066" y="1300816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均在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720330" y="1344295"/>
          <a:ext cx="311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319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20330" y="1344295"/>
                        <a:ext cx="311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7930153" y="1302811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去心邻域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522223" y="1874936"/>
          <a:ext cx="977900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6" name="Equation" r:id="rId5" imgW="23469600" imgH="11277600" progId="Equation.DSMT4">
                  <p:embed/>
                </p:oleObj>
              </mc:Choice>
              <mc:Fallback>
                <p:oleObj name="Equation" r:id="rId5" imgW="23469600" imgH="11277600" progId="Equation.DSMT4">
                  <p:embed/>
                  <p:pic>
                    <p:nvPicPr>
                      <p:cNvPr id="0" name="图片 319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2223" y="1874936"/>
                        <a:ext cx="977900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499881" y="1823511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347019" y="2529349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）如果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93103" y="2540342"/>
          <a:ext cx="19431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7" name="Equation" r:id="rId7" imgW="46634400" imgH="14325600" progId="Equation.DSMT4">
                  <p:embed/>
                </p:oleObj>
              </mc:Choice>
              <mc:Fallback>
                <p:oleObj name="Equation" r:id="rId7" imgW="46634400" imgH="14325600" progId="Equation.DSMT4">
                  <p:embed/>
                  <p:pic>
                    <p:nvPicPr>
                      <p:cNvPr id="0" name="图片 319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3103" y="2540342"/>
                        <a:ext cx="194310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117465" y="2555756"/>
          <a:ext cx="1905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8" name="Equation" r:id="rId9" imgW="45720000" imgH="14325600" progId="Equation.DSMT4">
                  <p:embed/>
                </p:oleObj>
              </mc:Choice>
              <mc:Fallback>
                <p:oleObj name="Equation" r:id="rId9" imgW="45720000" imgH="14325600" progId="Equation.DSMT4">
                  <p:embed/>
                  <p:pic>
                    <p:nvPicPr>
                      <p:cNvPr id="0" name="图片 319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17465" y="2555756"/>
                        <a:ext cx="190500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103995" y="2568321"/>
          <a:ext cx="694735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9" name="Equation" r:id="rId11" imgW="634365" imgH="368300" progId="Equation.DSMT4">
                  <p:embed/>
                </p:oleObj>
              </mc:Choice>
              <mc:Fallback>
                <p:oleObj name="Equation" r:id="rId11" imgW="634365" imgH="368300" progId="Equation.DSMT4">
                  <p:embed/>
                  <p:pic>
                    <p:nvPicPr>
                      <p:cNvPr id="0" name="图片 319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03995" y="2568321"/>
                        <a:ext cx="694735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7708343" y="2475689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都是实数且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9619641" y="2568389"/>
          <a:ext cx="889000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0" name="Equation" r:id="rId13" imgW="21336000" imgH="7924800" progId="Equation.DSMT4">
                  <p:embed/>
                </p:oleObj>
              </mc:Choice>
              <mc:Fallback>
                <p:oleObj name="Equation" r:id="rId13" imgW="21336000" imgH="7924800" progId="Equation.DSMT4">
                  <p:embed/>
                  <p:pic>
                    <p:nvPicPr>
                      <p:cNvPr id="0" name="图片 319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19641" y="2568389"/>
                        <a:ext cx="889000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2324758" y="323451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449463" y="3552567"/>
          <a:ext cx="25654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1" name="Equation" r:id="rId15" imgW="61569600" imgH="15240000" progId="Equation.DSMT4">
                  <p:embed/>
                </p:oleObj>
              </mc:Choice>
              <mc:Fallback>
                <p:oleObj name="Equation" r:id="rId15" imgW="61569600" imgH="15240000" progId="Equation.DSMT4">
                  <p:embed/>
                  <p:pic>
                    <p:nvPicPr>
                      <p:cNvPr id="0" name="图片 319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9463" y="3552567"/>
                        <a:ext cx="2565400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400741" y="4453855"/>
            <a:ext cx="3222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）特别地，如果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623377" y="4483521"/>
          <a:ext cx="18161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2" name="Equation" r:id="rId17" imgW="43586400" imgH="14325600" progId="Equation.DSMT4">
                  <p:embed/>
                </p:oleObj>
              </mc:Choice>
              <mc:Fallback>
                <p:oleObj name="Equation" r:id="rId17" imgW="43586400" imgH="14325600" progId="Equation.DSMT4">
                  <p:embed/>
                  <p:pic>
                    <p:nvPicPr>
                      <p:cNvPr id="0" name="图片 319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23377" y="4483521"/>
                        <a:ext cx="1816100" cy="601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556122" y="4461931"/>
          <a:ext cx="18669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3" name="Equation" r:id="rId19" imgW="44805600" imgH="14325600" progId="Equation.DSMT4">
                  <p:embed/>
                </p:oleObj>
              </mc:Choice>
              <mc:Fallback>
                <p:oleObj name="Equation" r:id="rId19" imgW="44805600" imgH="14325600" progId="Equation.DSMT4">
                  <p:embed/>
                  <p:pic>
                    <p:nvPicPr>
                      <p:cNvPr id="0" name="图片 3192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56122" y="4461931"/>
                        <a:ext cx="1866900" cy="601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8423230" y="4392895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324521" y="506360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292640" y="5331232"/>
          <a:ext cx="4241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4" name="Equation" r:id="rId21" imgW="101803200" imgH="19812000" progId="Equation.DSMT4">
                  <p:embed/>
                </p:oleObj>
              </mc:Choice>
              <mc:Fallback>
                <p:oleObj name="Equation" r:id="rId21" imgW="101803200" imgH="19812000" progId="Equation.DSMT4">
                  <p:embed/>
                  <p:pic>
                    <p:nvPicPr>
                      <p:cNvPr id="0" name="图片 3192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92640" y="5331232"/>
                        <a:ext cx="4241800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1" grpId="0"/>
      <p:bldP spid="17" grpId="0"/>
      <p:bldP spid="20" grpId="0"/>
      <p:bldP spid="22" grpId="0"/>
      <p:bldP spid="25" grpId="0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1749857" y="820971"/>
            <a:ext cx="93610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335441" y="820971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用对数恒等式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19638" y="830898"/>
          <a:ext cx="2133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51206400" imgH="11887200" progId="Equation.DSMT4">
                  <p:embed/>
                </p:oleObj>
              </mc:Choice>
              <mc:Fallback>
                <p:oleObj name="Equation" r:id="rId1" imgW="51206400" imgH="118872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9638" y="830898"/>
                        <a:ext cx="2133600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52621" y="1980208"/>
          <a:ext cx="589121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7" name="Equation" r:id="rId3" imgW="141122400" imgH="18592800" progId="Equation.DSMT4">
                  <p:embed/>
                </p:oleObj>
              </mc:Choice>
              <mc:Fallback>
                <p:oleObj name="Equation" r:id="rId3" imgW="141122400" imgH="18592800" progId="Equation.DSMT4">
                  <p:embed/>
                  <p:pic>
                    <p:nvPicPr>
                      <p:cNvPr id="0" name="图片 328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2621" y="1980208"/>
                        <a:ext cx="5891213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6819111" y="810811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和基本初等函数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750373" y="1345218"/>
            <a:ext cx="35801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极限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可以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内移的性质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443491" y="2112655"/>
          <a:ext cx="9715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8" name="Equation" r:id="rId5" imgW="23164800" imgH="9144000" progId="Equation.DSMT4">
                  <p:embed/>
                </p:oleObj>
              </mc:Choice>
              <mc:Fallback>
                <p:oleObj name="Equation" r:id="rId5" imgW="23164800" imgH="9144000" progId="Equation.DSMT4">
                  <p:embed/>
                  <p:pic>
                    <p:nvPicPr>
                      <p:cNvPr id="0" name="图片 3286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43491" y="2112655"/>
                        <a:ext cx="9715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504561" y="2106305"/>
          <a:ext cx="7953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9" name="Equation" r:id="rId7" imgW="18897600" imgH="9144000" progId="Equation.DSMT4">
                  <p:embed/>
                </p:oleObj>
              </mc:Choice>
              <mc:Fallback>
                <p:oleObj name="Equation" r:id="rId7" imgW="18897600" imgH="9144000" progId="Equation.DSMT4">
                  <p:embed/>
                  <p:pic>
                    <p:nvPicPr>
                      <p:cNvPr id="0" name="图片 3286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04561" y="2106305"/>
                        <a:ext cx="795338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1523807" y="2106191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1562289" y="3027174"/>
            <a:ext cx="802252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证法一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称为“凑倒倒”法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):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由（1）知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52525" y="3627368"/>
          <a:ext cx="8064501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0" name="Equation" r:id="rId9" imgW="193548000" imgH="24384000" progId="Equation.DSMT4">
                  <p:embed/>
                </p:oleObj>
              </mc:Choice>
              <mc:Fallback>
                <p:oleObj name="Equation" r:id="rId9" imgW="193548000" imgH="24384000" progId="Equation.DSMT4">
                  <p:embed/>
                  <p:pic>
                    <p:nvPicPr>
                      <p:cNvPr id="0" name="图片 3286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2525" y="3627368"/>
                        <a:ext cx="8064501" cy="1025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1845128" y="4652625"/>
            <a:ext cx="178186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证法二：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483287" y="5174843"/>
          <a:ext cx="84709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1" name="Equation" r:id="rId11" imgW="203301600" imgH="21336000" progId="Equation.DSMT4">
                  <p:embed/>
                </p:oleObj>
              </mc:Choice>
              <mc:Fallback>
                <p:oleObj name="Equation" r:id="rId11" imgW="203301600" imgH="21336000" progId="Equation.DSMT4">
                  <p:embed/>
                  <p:pic>
                    <p:nvPicPr>
                      <p:cNvPr id="0" name="图片 3287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3287" y="5174843"/>
                        <a:ext cx="8470900" cy="896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3360078" y="465289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用对数恒等式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0" name="TextBox 22"/>
          <p:cNvSpPr txBox="1"/>
          <p:nvPr/>
        </p:nvSpPr>
        <p:spPr bwMode="auto">
          <a:xfrm>
            <a:off x="1919536" y="6237312"/>
            <a:ext cx="14401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kern="12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证毕.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0" grpId="0"/>
      <p:bldP spid="3" grpId="0"/>
      <p:bldP spid="8" grpId="0"/>
      <p:bldP spid="9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775460" y="881380"/>
            <a:ext cx="125539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01272" y="622980"/>
          <a:ext cx="30226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72542400" imgH="24079200" progId="Equation.DSMT4">
                  <p:embed/>
                </p:oleObj>
              </mc:Choice>
              <mc:Fallback>
                <p:oleObj name="Equation" r:id="rId1" imgW="72542400" imgH="240792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01272" y="622980"/>
                        <a:ext cx="3022600" cy="995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6047477" y="859686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对吗？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7302932" y="859820"/>
            <a:ext cx="3222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错！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无穷大不是数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775520" y="1897668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正确解法：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01239" y="2364095"/>
          <a:ext cx="6045201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9" name="Equation" r:id="rId3" imgW="145084800" imgH="31699200" progId="Equation.DSMT4">
                  <p:embed/>
                </p:oleObj>
              </mc:Choice>
              <mc:Fallback>
                <p:oleObj name="Equation" r:id="rId3" imgW="145084800" imgH="31699200" progId="Equation.DSMT4">
                  <p:embed/>
                  <p:pic>
                    <p:nvPicPr>
                      <p:cNvPr id="0" name="图片 3383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1239" y="2364095"/>
                        <a:ext cx="6045201" cy="1327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775520" y="371703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75520" y="4132450"/>
          <a:ext cx="8740532" cy="13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0" name="Equation" r:id="rId5" imgW="209092800" imgH="32918400" progId="Equation.DSMT4">
                  <p:embed/>
                </p:oleObj>
              </mc:Choice>
              <mc:Fallback>
                <p:oleObj name="Equation" r:id="rId5" imgW="209092800" imgH="32918400" progId="Equation.DSMT4">
                  <p:embed/>
                  <p:pic>
                    <p:nvPicPr>
                      <p:cNvPr id="0" name="图片 3383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75520" y="4132450"/>
                        <a:ext cx="8740532" cy="13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703507" y="477436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12.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43760" y="1314171"/>
          <a:ext cx="2616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62788800" imgH="18592800" progId="Equation.DSMT4">
                  <p:embed/>
                </p:oleObj>
              </mc:Choice>
              <mc:Fallback>
                <p:oleObj name="Equation" r:id="rId1" imgW="62788800" imgH="185928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3760" y="1314171"/>
                        <a:ext cx="26162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26512" y="1270288"/>
          <a:ext cx="30384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4" name="Equation" r:id="rId3" imgW="73152000" imgH="19812000" progId="Equation.DSMT4">
                  <p:embed/>
                </p:oleObj>
              </mc:Choice>
              <mc:Fallback>
                <p:oleObj name="Equation" r:id="rId3" imgW="73152000" imgH="19812000" progId="Equation.DSMT4">
                  <p:embed/>
                  <p:pic>
                    <p:nvPicPr>
                      <p:cNvPr id="0" name="图片 348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6512" y="1270288"/>
                        <a:ext cx="3038475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1833687" y="2421952"/>
            <a:ext cx="10801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59658" y="2152067"/>
          <a:ext cx="7912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Equation" r:id="rId5" imgW="189890400" imgH="20421600" progId="Equation.DSMT4">
                  <p:embed/>
                </p:oleObj>
              </mc:Choice>
              <mc:Fallback>
                <p:oleObj name="Equation" r:id="rId5" imgW="189890400" imgH="20421600" progId="Equation.DSMT4">
                  <p:embed/>
                  <p:pic>
                    <p:nvPicPr>
                      <p:cNvPr id="0" name="图片 348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9658" y="2152067"/>
                        <a:ext cx="79121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22736" y="3275841"/>
          <a:ext cx="370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6" name="Equation" r:id="rId7" imgW="89001600" imgH="21336000" progId="Equation.DSMT4">
                  <p:embed/>
                </p:oleObj>
              </mc:Choice>
              <mc:Fallback>
                <p:oleObj name="Equation" r:id="rId7" imgW="89001600" imgH="21336000" progId="Equation.DSMT4">
                  <p:embed/>
                  <p:pic>
                    <p:nvPicPr>
                      <p:cNvPr id="0" name="图片 348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2736" y="3275841"/>
                        <a:ext cx="3708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59658" y="4515852"/>
          <a:ext cx="71532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7" name="Equation" r:id="rId9" imgW="172212000" imgH="19812000" progId="Equation.DSMT4">
                  <p:embed/>
                </p:oleObj>
              </mc:Choice>
              <mc:Fallback>
                <p:oleObj name="Equation" r:id="rId9" imgW="172212000" imgH="19812000" progId="Equation.DSMT4">
                  <p:embed/>
                  <p:pic>
                    <p:nvPicPr>
                      <p:cNvPr id="0" name="图片 348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9658" y="4515852"/>
                        <a:ext cx="7153275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844" y="129080"/>
            <a:ext cx="2941839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练习1.3.1</a:t>
            </a:r>
            <a:endParaRPr lang="zh-CN" altLang="zh-CN" sz="44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882011"/>
            <a:ext cx="17511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填空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04293" y="1371398"/>
          <a:ext cx="33988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81381600" imgH="20116800" progId="Equation.DSMT4">
                  <p:embed/>
                </p:oleObj>
              </mc:Choice>
              <mc:Fallback>
                <p:oleObj name="Equation" r:id="rId1" imgW="81381600" imgH="201168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04293" y="1371398"/>
                        <a:ext cx="3398838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951983" y="1401123"/>
          <a:ext cx="35004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0" name="Equation" r:id="rId3" imgW="83820000" imgH="20116800" progId="Equation.DSMT4">
                  <p:embed/>
                </p:oleObj>
              </mc:Choice>
              <mc:Fallback>
                <p:oleObj name="Equation" r:id="rId3" imgW="83820000" imgH="20116800" progId="Equation.DSMT4">
                  <p:embed/>
                  <p:pic>
                    <p:nvPicPr>
                      <p:cNvPr id="0" name="图片 360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1983" y="1401123"/>
                        <a:ext cx="3500438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04293" y="2384884"/>
          <a:ext cx="35274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1" name="Equation" r:id="rId5" imgW="84429600" imgH="20116800" progId="Equation.DSMT4">
                  <p:embed/>
                </p:oleObj>
              </mc:Choice>
              <mc:Fallback>
                <p:oleObj name="Equation" r:id="rId5" imgW="84429600" imgH="20116800" progId="Equation.DSMT4">
                  <p:embed/>
                  <p:pic>
                    <p:nvPicPr>
                      <p:cNvPr id="0" name="图片 360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4293" y="2384884"/>
                        <a:ext cx="35274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51983" y="2414609"/>
          <a:ext cx="35861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2" name="Equation" r:id="rId7" imgW="85953600" imgH="20116800" progId="Equation.DSMT4">
                  <p:embed/>
                </p:oleObj>
              </mc:Choice>
              <mc:Fallback>
                <p:oleObj name="Equation" r:id="rId7" imgW="85953600" imgH="20116800" progId="Equation.DSMT4">
                  <p:embed/>
                  <p:pic>
                    <p:nvPicPr>
                      <p:cNvPr id="0" name="图片 360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983" y="2414609"/>
                        <a:ext cx="3586162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52600" y="3518966"/>
            <a:ext cx="17511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874838" y="4095030"/>
          <a:ext cx="22717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3" name="Equation" r:id="rId9" imgW="54254400" imgH="20116800" progId="Equation.DSMT4">
                  <p:embed/>
                </p:oleObj>
              </mc:Choice>
              <mc:Fallback>
                <p:oleObj name="Equation" r:id="rId9" imgW="54254400" imgH="20116800" progId="Equation.DSMT4">
                  <p:embed/>
                  <p:pic>
                    <p:nvPicPr>
                      <p:cNvPr id="0" name="图片 3604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74838" y="4095030"/>
                        <a:ext cx="2271712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715309" y="4032013"/>
          <a:ext cx="23241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4" name="Equation" r:id="rId11" imgW="55473600" imgH="20116800" progId="Equation.DSMT4">
                  <p:embed/>
                </p:oleObj>
              </mc:Choice>
              <mc:Fallback>
                <p:oleObj name="Equation" r:id="rId11" imgW="55473600" imgH="20116800" progId="Equation.DSMT4">
                  <p:embed/>
                  <p:pic>
                    <p:nvPicPr>
                      <p:cNvPr id="0" name="图片 3604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15309" y="4032013"/>
                        <a:ext cx="2324100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608168" y="4032013"/>
          <a:ext cx="27781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5" name="Equation" r:id="rId13" imgW="66446400" imgH="20116800" progId="Equation.DSMT4">
                  <p:embed/>
                </p:oleObj>
              </mc:Choice>
              <mc:Fallback>
                <p:oleObj name="Equation" r:id="rId13" imgW="66446400" imgH="20116800" progId="Equation.DSMT4">
                  <p:embed/>
                  <p:pic>
                    <p:nvPicPr>
                      <p:cNvPr id="0" name="图片 360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08168" y="4032013"/>
                        <a:ext cx="2778125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452938" y="1490663"/>
          <a:ext cx="377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6" name="Equation" r:id="rId15" imgW="3048000" imgH="4267200" progId="Equation.DSMT4">
                  <p:embed/>
                </p:oleObj>
              </mc:Choice>
              <mc:Fallback>
                <p:oleObj name="Equation" r:id="rId15" imgW="3048000" imgH="4267200" progId="Equation.DSMT4">
                  <p:embed/>
                  <p:pic>
                    <p:nvPicPr>
                      <p:cNvPr id="0" name="图片 3604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52938" y="1490663"/>
                        <a:ext cx="377825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732838" y="1400175"/>
          <a:ext cx="2905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7" name="Equation" r:id="rId17" imgW="2133600" imgH="3962400" progId="Equation.DSMT4">
                  <p:embed/>
                </p:oleObj>
              </mc:Choice>
              <mc:Fallback>
                <p:oleObj name="Equation" r:id="rId17" imgW="2133600" imgH="3962400" progId="Equation.DSMT4">
                  <p:embed/>
                  <p:pic>
                    <p:nvPicPr>
                      <p:cNvPr id="0" name="图片 3604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32838" y="1400175"/>
                        <a:ext cx="290512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567238" y="2570163"/>
          <a:ext cx="377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8" name="Equation" r:id="rId19" imgW="3048000" imgH="4267200" progId="Equation.DSMT4">
                  <p:embed/>
                </p:oleObj>
              </mc:Choice>
              <mc:Fallback>
                <p:oleObj name="Equation" r:id="rId19" imgW="3048000" imgH="4267200" progId="Equation.DSMT4">
                  <p:embed/>
                  <p:pic>
                    <p:nvPicPr>
                      <p:cNvPr id="0" name="图片 3604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67238" y="2570163"/>
                        <a:ext cx="377825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809038" y="2424113"/>
          <a:ext cx="5667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9" name="Equation" r:id="rId21" imgW="4876800" imgH="4876800" progId="Equation.DSMT4">
                  <p:embed/>
                </p:oleObj>
              </mc:Choice>
              <mc:Fallback>
                <p:oleObj name="Equation" r:id="rId21" imgW="4876800" imgH="4876800" progId="Equation.DSMT4">
                  <p:embed/>
                  <p:pic>
                    <p:nvPicPr>
                      <p:cNvPr id="0" name="图片 3604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09038" y="2424113"/>
                        <a:ext cx="566737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2519000" y="5338663"/>
            <a:ext cx="12050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482975" y="5354638"/>
          <a:ext cx="42243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0" name="Equation" r:id="rId23" imgW="100888800" imgH="11582400" progId="Equation.DSMT4">
                  <p:embed/>
                </p:oleObj>
              </mc:Choice>
              <mc:Fallback>
                <p:oleObj name="Equation" r:id="rId23" imgW="100888800" imgH="11582400" progId="Equation.DSMT4">
                  <p:embed/>
                  <p:pic>
                    <p:nvPicPr>
                      <p:cNvPr id="0" name="图片 3604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82975" y="5354638"/>
                        <a:ext cx="4224338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28083" y="5391497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1" name="Equation" r:id="rId25" imgW="2743200" imgH="4267200" progId="Equation.DSMT4">
                  <p:embed/>
                </p:oleObj>
              </mc:Choice>
              <mc:Fallback>
                <p:oleObj name="Equation" r:id="rId25" imgW="2743200" imgH="4267200" progId="Equation.DSMT4">
                  <p:embed/>
                  <p:pic>
                    <p:nvPicPr>
                      <p:cNvPr id="0" name="Object 2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28083" y="5391497"/>
                        <a:ext cx="339725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569967" y="5090566"/>
          <a:ext cx="4540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2" name="Equation" r:id="rId27" imgW="3657600" imgH="9448800" progId="Equation.DSMT4">
                  <p:embed/>
                </p:oleObj>
              </mc:Choice>
              <mc:Fallback>
                <p:oleObj name="Equation" r:id="rId27" imgW="3657600" imgH="9448800" progId="Equation.DSMT4">
                  <p:embed/>
                  <p:pic>
                    <p:nvPicPr>
                      <p:cNvPr id="0" name="图片 3605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69967" y="5090566"/>
                        <a:ext cx="454025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176120" y="5354414"/>
          <a:ext cx="3778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3" name="Equation" r:id="rId29" imgW="3048000" imgH="3962400" progId="Equation.DSMT4">
                  <p:embed/>
                </p:oleObj>
              </mc:Choice>
              <mc:Fallback>
                <p:oleObj name="Equation" r:id="rId29" imgW="3048000" imgH="3962400" progId="Equation.DSMT4">
                  <p:embed/>
                  <p:pic>
                    <p:nvPicPr>
                      <p:cNvPr id="0" name="图片 3605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76120" y="5354414"/>
                        <a:ext cx="377825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919536" y="260648"/>
            <a:ext cx="17511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55547" y="763960"/>
          <a:ext cx="23606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56388000" imgH="19812000" progId="Equation.DSMT4">
                  <p:embed/>
                </p:oleObj>
              </mc:Choice>
              <mc:Fallback>
                <p:oleObj name="Equation" r:id="rId1" imgW="56388000" imgH="198120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5547" y="763960"/>
                        <a:ext cx="2360613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511824" y="620688"/>
          <a:ext cx="2592388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2" name="Equation" r:id="rId3" imgW="62484000" imgH="24079200" progId="Equation.DSMT4">
                  <p:embed/>
                </p:oleObj>
              </mc:Choice>
              <mc:Fallback>
                <p:oleObj name="Equation" r:id="rId3" imgW="62484000" imgH="24079200" progId="Equation.DSMT4">
                  <p:embed/>
                  <p:pic>
                    <p:nvPicPr>
                      <p:cNvPr id="0" name="图片 370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1824" y="620688"/>
                        <a:ext cx="2592388" cy="995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392144" y="888578"/>
          <a:ext cx="31003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3" name="Equation" r:id="rId5" imgW="74676000" imgH="14020800" progId="Equation.DSMT4">
                  <p:embed/>
                </p:oleObj>
              </mc:Choice>
              <mc:Fallback>
                <p:oleObj name="Equation" r:id="rId5" imgW="74676000" imgH="14020800" progId="Equation.DSMT4">
                  <p:embed/>
                  <p:pic>
                    <p:nvPicPr>
                      <p:cNvPr id="0" name="图片 3701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2144" y="888578"/>
                        <a:ext cx="3100388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84210" y="2492896"/>
            <a:ext cx="17511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270865" y="2947169"/>
          <a:ext cx="27289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4" name="Equation" r:id="rId7" imgW="65227200" imgH="20116800" progId="Equation.DSMT4">
                  <p:embed/>
                </p:oleObj>
              </mc:Choice>
              <mc:Fallback>
                <p:oleObj name="Equation" r:id="rId7" imgW="65227200" imgH="20116800" progId="Equation.DSMT4">
                  <p:embed/>
                  <p:pic>
                    <p:nvPicPr>
                      <p:cNvPr id="0" name="图片 3701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0865" y="2947169"/>
                        <a:ext cx="2728913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17672" y="2924944"/>
          <a:ext cx="2336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" name="Equation" r:id="rId9" imgW="56083200" imgH="21336000" progId="Equation.DSMT4">
                  <p:embed/>
                </p:oleObj>
              </mc:Choice>
              <mc:Fallback>
                <p:oleObj name="Equation" r:id="rId9" imgW="56083200" imgH="21336000" progId="Equation.DSMT4">
                  <p:embed/>
                  <p:pic>
                    <p:nvPicPr>
                      <p:cNvPr id="0" name="图片 370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7672" y="2924944"/>
                        <a:ext cx="23368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70865" y="4063293"/>
          <a:ext cx="2781301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6" name="Equation" r:id="rId11" imgW="66751200" imgH="22250400" progId="Equation.DSMT4">
                  <p:embed/>
                </p:oleObj>
              </mc:Choice>
              <mc:Fallback>
                <p:oleObj name="Equation" r:id="rId11" imgW="66751200" imgH="22250400" progId="Equation.DSMT4">
                  <p:embed/>
                  <p:pic>
                    <p:nvPicPr>
                      <p:cNvPr id="0" name="图片 3701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70865" y="4063293"/>
                        <a:ext cx="2781301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517672" y="4082343"/>
          <a:ext cx="27813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7" name="Equation" r:id="rId13" imgW="66751200" imgH="21336000" progId="Equation.DSMT4">
                  <p:embed/>
                </p:oleObj>
              </mc:Choice>
              <mc:Fallback>
                <p:oleObj name="Equation" r:id="rId13" imgW="66751200" imgH="21336000" progId="Equation.DSMT4">
                  <p:embed/>
                  <p:pic>
                    <p:nvPicPr>
                      <p:cNvPr id="0" name="图片 370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17672" y="4082343"/>
                        <a:ext cx="2781300" cy="882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2612985" y="1876897"/>
            <a:ext cx="12050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037607" y="1892300"/>
          <a:ext cx="49387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1" name="Equation" r:id="rId15" imgW="117957600" imgH="11582400" progId="Equation.DSMT4">
                  <p:embed/>
                </p:oleObj>
              </mc:Choice>
              <mc:Fallback>
                <p:oleObj name="Equation" r:id="rId15" imgW="117957600" imgH="11582400" progId="Equation.DSMT4">
                  <p:embed/>
                  <p:pic>
                    <p:nvPicPr>
                      <p:cNvPr id="0" name="图片 370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37607" y="1892300"/>
                        <a:ext cx="4938713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815520" y="1795685"/>
          <a:ext cx="642720" cy="55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2" name="Equation" r:id="rId17" imgW="9753600" imgH="9144000" progId="Equation.DSMT4">
                  <p:embed/>
                </p:oleObj>
              </mc:Choice>
              <mc:Fallback>
                <p:oleObj name="Equation" r:id="rId17" imgW="9753600" imgH="9144000" progId="Equation.DSMT4">
                  <p:embed/>
                  <p:pic>
                    <p:nvPicPr>
                      <p:cNvPr id="0" name="Object 2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15520" y="1795685"/>
                        <a:ext cx="642720" cy="553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537511" y="1787748"/>
          <a:ext cx="664678" cy="553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3" name="Equation" r:id="rId19" imgW="10058400" imgH="9144000" progId="Equation.DSMT4">
                  <p:embed/>
                </p:oleObj>
              </mc:Choice>
              <mc:Fallback>
                <p:oleObj name="Equation" r:id="rId19" imgW="10058400" imgH="9144000" progId="Equation.DSMT4">
                  <p:embed/>
                  <p:pic>
                    <p:nvPicPr>
                      <p:cNvPr id="0" name="图片 3702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37511" y="1787748"/>
                        <a:ext cx="664678" cy="5531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467997" y="1830319"/>
          <a:ext cx="462384" cy="518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4" name="Equation" r:id="rId21" imgW="2743200" imgH="3352800" progId="Equation.DSMT4">
                  <p:embed/>
                </p:oleObj>
              </mc:Choice>
              <mc:Fallback>
                <p:oleObj name="Equation" r:id="rId21" imgW="2743200" imgH="3352800" progId="Equation.DSMT4">
                  <p:embed/>
                  <p:pic>
                    <p:nvPicPr>
                      <p:cNvPr id="0" name="图片 3702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67997" y="1830319"/>
                        <a:ext cx="462384" cy="5185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2658750" y="5469011"/>
            <a:ext cx="12050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058741" y="5469011"/>
          <a:ext cx="57816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5" name="Equation" r:id="rId23" imgW="138074400" imgH="11582400" progId="Equation.DSMT4">
                  <p:embed/>
                </p:oleObj>
              </mc:Choice>
              <mc:Fallback>
                <p:oleObj name="Equation" r:id="rId23" imgW="138074400" imgH="11582400" progId="Equation.DSMT4">
                  <p:embed/>
                  <p:pic>
                    <p:nvPicPr>
                      <p:cNvPr id="0" name="图片 3702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58741" y="5469011"/>
                        <a:ext cx="5781675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604147" y="5469011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6" name="Equation" r:id="rId25" imgW="2743200" imgH="4267200" progId="Equation.DSMT4">
                  <p:embed/>
                </p:oleObj>
              </mc:Choice>
              <mc:Fallback>
                <p:oleObj name="Equation" r:id="rId25" imgW="2743200" imgH="4267200" progId="Equation.DSMT4">
                  <p:embed/>
                  <p:pic>
                    <p:nvPicPr>
                      <p:cNvPr id="0" name="图片 3702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04147" y="5469011"/>
                        <a:ext cx="339725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110288" y="5492154"/>
          <a:ext cx="3794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7" name="Equation" r:id="rId27" imgW="3048000" imgH="3962400" progId="Equation.DSMT4">
                  <p:embed/>
                </p:oleObj>
              </mc:Choice>
              <mc:Fallback>
                <p:oleObj name="Equation" r:id="rId27" imgW="3048000" imgH="3962400" progId="Equation.DSMT4">
                  <p:embed/>
                  <p:pic>
                    <p:nvPicPr>
                      <p:cNvPr id="0" name="图片 3702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10288" y="5492154"/>
                        <a:ext cx="379412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643813" y="5157192"/>
          <a:ext cx="4159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8" name="Equation" r:id="rId29" imgW="3352800" imgH="9448800" progId="Equation.DSMT4">
                  <p:embed/>
                </p:oleObj>
              </mc:Choice>
              <mc:Fallback>
                <p:oleObj name="Equation" r:id="rId29" imgW="3352800" imgH="9448800" progId="Equation.DSMT4">
                  <p:embed/>
                  <p:pic>
                    <p:nvPicPr>
                      <p:cNvPr id="0" name="图片 3702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643813" y="5157192"/>
                        <a:ext cx="415925" cy="1074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29" name="Object 165"/>
          <p:cNvGraphicFramePr>
            <a:graphicFrameLocks noChangeAspect="1"/>
          </p:cNvGraphicFramePr>
          <p:nvPr/>
        </p:nvGraphicFramePr>
        <p:xfrm>
          <a:off x="9464675" y="5463505"/>
          <a:ext cx="341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1" imgW="2743200" imgH="4267200" progId="Equation.DSMT4">
                  <p:embed/>
                </p:oleObj>
              </mc:Choice>
              <mc:Fallback>
                <p:oleObj name="Equation" r:id="rId31" imgW="2743200" imgH="4267200" progId="Equation.DSMT4">
                  <p:embed/>
                  <p:pic>
                    <p:nvPicPr>
                      <p:cNvPr id="0" name="图片 3702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464675" y="5463505"/>
                        <a:ext cx="341313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4" grpId="0" bldLvl="0" animBg="1"/>
      <p:bldP spid="2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4638" y="2199114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799383" y="3055392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无穷小量的比较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799000" y="3912533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二．等价无穷量小替换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29330" y="958215"/>
            <a:ext cx="6096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60960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1.3.2  无穷小量的比较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-60960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等价无穷小量替换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4626" y="756633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无穷小量的比较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3548063" y="1594579"/>
          <a:ext cx="143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34442400" imgH="10363200" progId="Equation.DSMT4">
                  <p:embed/>
                </p:oleObj>
              </mc:Choice>
              <mc:Fallback>
                <p:oleObj name="Equation" r:id="rId1" imgW="34442400" imgH="103632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8063" y="1594579"/>
                        <a:ext cx="1435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8"/>
          <p:cNvSpPr txBox="1">
            <a:spLocks noChangeArrowheads="1"/>
          </p:cNvSpPr>
          <p:nvPr/>
        </p:nvSpPr>
        <p:spPr bwMode="auto">
          <a:xfrm>
            <a:off x="6925653" y="1524952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29"/>
          <p:cNvSpPr txBox="1">
            <a:spLocks noChangeArrowheads="1"/>
          </p:cNvSpPr>
          <p:nvPr/>
        </p:nvSpPr>
        <p:spPr bwMode="auto">
          <a:xfrm>
            <a:off x="2334603" y="1539240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引例 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30"/>
          <p:cNvGraphicFramePr>
            <a:graphicFrameLocks noChangeAspect="1"/>
          </p:cNvGraphicFramePr>
          <p:nvPr/>
        </p:nvGraphicFramePr>
        <p:xfrm>
          <a:off x="3713163" y="2153379"/>
          <a:ext cx="901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7" name="Equation" r:id="rId3" imgW="21640800" imgH="21336000" progId="Equation.DSMT4">
                  <p:embed/>
                </p:oleObj>
              </mc:Choice>
              <mc:Fallback>
                <p:oleObj name="Equation" r:id="rId3" imgW="21640800" imgH="21336000" progId="Equation.DSMT4">
                  <p:embed/>
                  <p:pic>
                    <p:nvPicPr>
                      <p:cNvPr id="0" name="图片 379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3163" y="2153379"/>
                        <a:ext cx="901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1"/>
          <p:cNvGraphicFramePr>
            <a:graphicFrameLocks noChangeAspect="1"/>
          </p:cNvGraphicFramePr>
          <p:nvPr/>
        </p:nvGraphicFramePr>
        <p:xfrm>
          <a:off x="4763852" y="2475344"/>
          <a:ext cx="571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8" name="Equation" r:id="rId5" imgW="13716000" imgH="8839200" progId="Equation.DSMT4">
                  <p:embed/>
                </p:oleObj>
              </mc:Choice>
              <mc:Fallback>
                <p:oleObj name="Equation" r:id="rId5" imgW="13716000" imgH="8839200" progId="Equation.DSMT4">
                  <p:embed/>
                  <p:pic>
                    <p:nvPicPr>
                      <p:cNvPr id="0" name="图片 379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3852" y="2475344"/>
                        <a:ext cx="5715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/>
          <p:cNvGraphicFramePr>
            <a:graphicFrameLocks noChangeAspect="1"/>
          </p:cNvGraphicFramePr>
          <p:nvPr/>
        </p:nvGraphicFramePr>
        <p:xfrm>
          <a:off x="4678363" y="3290029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9" name="Equation" r:id="rId7" imgW="30175200" imgH="20116800" progId="Equation.DSMT4">
                  <p:embed/>
                </p:oleObj>
              </mc:Choice>
              <mc:Fallback>
                <p:oleObj name="Equation" r:id="rId7" imgW="30175200" imgH="20116800" progId="Equation.DSMT4">
                  <p:embed/>
                  <p:pic>
                    <p:nvPicPr>
                      <p:cNvPr id="0" name="图片 379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8363" y="3290029"/>
                        <a:ext cx="125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3"/>
          <p:cNvGraphicFramePr>
            <a:graphicFrameLocks noChangeAspect="1"/>
          </p:cNvGraphicFramePr>
          <p:nvPr/>
        </p:nvGraphicFramePr>
        <p:xfrm>
          <a:off x="6069013" y="3577367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" name="Equation" r:id="rId9" imgW="16764000" imgH="7620000" progId="Equation.DSMT4">
                  <p:embed/>
                </p:oleObj>
              </mc:Choice>
              <mc:Fallback>
                <p:oleObj name="Equation" r:id="rId9" imgW="16764000" imgH="7620000" progId="Equation.DSMT4">
                  <p:embed/>
                  <p:pic>
                    <p:nvPicPr>
                      <p:cNvPr id="0" name="图片 379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9013" y="3577367"/>
                        <a:ext cx="698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/>
          <p:cNvGraphicFramePr>
            <a:graphicFrameLocks noChangeAspect="1"/>
          </p:cNvGraphicFramePr>
          <p:nvPr/>
        </p:nvGraphicFramePr>
        <p:xfrm>
          <a:off x="6284913" y="2204179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" name="Equation" r:id="rId11" imgW="30175200" imgH="20116800" progId="Equation.DSMT4">
                  <p:embed/>
                </p:oleObj>
              </mc:Choice>
              <mc:Fallback>
                <p:oleObj name="Equation" r:id="rId11" imgW="30175200" imgH="20116800" progId="Equation.DSMT4">
                  <p:embed/>
                  <p:pic>
                    <p:nvPicPr>
                      <p:cNvPr id="0" name="图片 379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84913" y="2204179"/>
                        <a:ext cx="125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5"/>
          <p:cNvGraphicFramePr>
            <a:graphicFrameLocks noChangeAspect="1"/>
          </p:cNvGraphicFramePr>
          <p:nvPr/>
        </p:nvGraphicFramePr>
        <p:xfrm>
          <a:off x="7643813" y="2205767"/>
          <a:ext cx="63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2" name="Equation" r:id="rId13" imgW="15240000" imgH="20116800" progId="Equation.DSMT4">
                  <p:embed/>
                </p:oleObj>
              </mc:Choice>
              <mc:Fallback>
                <p:oleObj name="Equation" r:id="rId13" imgW="15240000" imgH="20116800" progId="Equation.DSMT4">
                  <p:embed/>
                  <p:pic>
                    <p:nvPicPr>
                      <p:cNvPr id="0" name="图片 3799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43813" y="2205767"/>
                        <a:ext cx="635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906853" y="1523365"/>
            <a:ext cx="6292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endParaRPr kumimoji="1"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2334603" y="4259580"/>
            <a:ext cx="62661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可见无穷小趋于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的速度是多样的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38"/>
          <p:cNvGraphicFramePr>
            <a:graphicFrameLocks noChangeAspect="1"/>
          </p:cNvGraphicFramePr>
          <p:nvPr/>
        </p:nvGraphicFramePr>
        <p:xfrm>
          <a:off x="5110163" y="1543779"/>
          <a:ext cx="172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3" name="Equation" r:id="rId15" imgW="41452800" imgH="10972800" progId="Equation.DSMT4">
                  <p:embed/>
                </p:oleObj>
              </mc:Choice>
              <mc:Fallback>
                <p:oleObj name="Equation" r:id="rId15" imgW="41452800" imgH="10972800" progId="Equation.DSMT4">
                  <p:embed/>
                  <p:pic>
                    <p:nvPicPr>
                      <p:cNvPr id="0" name="图片 3799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10163" y="1543779"/>
                        <a:ext cx="1727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5" grpId="0" bldLvl="0" animBg="1" autoUpdateAnimBg="0"/>
      <p:bldP spid="12" grpId="0" autoUpdateAnimBg="0" build="p"/>
      <p:bldP spid="13" grpId="0" autoUpdateAnimBg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169721" y="4064799"/>
          <a:ext cx="2097132" cy="82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24079200" imgH="9448800" progId="Equation.DSMT4">
                  <p:embed/>
                </p:oleObj>
              </mc:Choice>
              <mc:Fallback>
                <p:oleObj name="Equation" r:id="rId1" imgW="24079200" imgH="94488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69721" y="4064799"/>
                        <a:ext cx="2097132" cy="8272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127125" y="789940"/>
            <a:ext cx="1295400" cy="6445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66675" y="1405028"/>
          <a:ext cx="1405855" cy="831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3" name="Equation" r:id="rId3" imgW="16154400" imgH="9448800" progId="Equation.DSMT4">
                  <p:embed/>
                </p:oleObj>
              </mc:Choice>
              <mc:Fallback>
                <p:oleObj name="Equation" r:id="rId3" imgW="16154400" imgH="9448800" progId="Equation.DSMT4">
                  <p:embed/>
                  <p:pic>
                    <p:nvPicPr>
                      <p:cNvPr id="0" name="图片 3902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6675" y="1405028"/>
                        <a:ext cx="1405855" cy="8310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84325" y="155001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656927" y="1514793"/>
            <a:ext cx="516772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是比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高阶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9436184" y="1595227"/>
          <a:ext cx="1238862" cy="431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4" name="Equation" r:id="rId5" imgW="14325600" imgH="4876800" progId="Equation.DSMT4">
                  <p:embed/>
                </p:oleObj>
              </mc:Choice>
              <mc:Fallback>
                <p:oleObj name="Equation" r:id="rId5" imgW="14325600" imgH="4876800" progId="Equation.DSMT4">
                  <p:embed/>
                  <p:pic>
                    <p:nvPicPr>
                      <p:cNvPr id="0" name="图片 3902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36184" y="1595227"/>
                        <a:ext cx="1238862" cy="4310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169532" y="2311808"/>
          <a:ext cx="1487411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5" name="Equation" r:id="rId7" imgW="17068800" imgH="9448800" progId="Equation.DSMT4">
                  <p:embed/>
                </p:oleObj>
              </mc:Choice>
              <mc:Fallback>
                <p:oleObj name="Equation" r:id="rId7" imgW="17068800" imgH="9448800" progId="Equation.DSMT4">
                  <p:embed/>
                  <p:pic>
                    <p:nvPicPr>
                      <p:cNvPr id="0" name="图片 390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9532" y="2311808"/>
                        <a:ext cx="1487411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584325" y="246094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584325" y="337216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584325" y="420306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169850" y="5033418"/>
          <a:ext cx="1355367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6" name="Equation" r:id="rId9" imgW="15544800" imgH="9448800" progId="Equation.DSMT4">
                  <p:embed/>
                </p:oleObj>
              </mc:Choice>
              <mc:Fallback>
                <p:oleObj name="Equation" r:id="rId9" imgW="15544800" imgH="9448800" progId="Equation.DSMT4">
                  <p:embed/>
                  <p:pic>
                    <p:nvPicPr>
                      <p:cNvPr id="0" name="图片 390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9850" y="5033418"/>
                        <a:ext cx="1355367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584325" y="513619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9018481" y="5719488"/>
          <a:ext cx="850505" cy="43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7" name="Equation" r:id="rId11" imgW="9753600" imgH="4876800" progId="Equation.DSMT4">
                  <p:embed/>
                </p:oleObj>
              </mc:Choice>
              <mc:Fallback>
                <p:oleObj name="Equation" r:id="rId11" imgW="9753600" imgH="4876800" progId="Equation.DSMT4">
                  <p:embed/>
                  <p:pic>
                    <p:nvPicPr>
                      <p:cNvPr id="0" name="图片 3902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18481" y="5719488"/>
                        <a:ext cx="850505" cy="4388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9017846" y="5200625"/>
          <a:ext cx="850505" cy="43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8" name="Equation" r:id="rId13" imgW="9753600" imgH="4876800" progId="Equation.DSMT4">
                  <p:embed/>
                </p:oleObj>
              </mc:Choice>
              <mc:Fallback>
                <p:oleObj name="Equation" r:id="rId13" imgW="9753600" imgH="4876800" progId="Equation.DSMT4">
                  <p:embed/>
                  <p:pic>
                    <p:nvPicPr>
                      <p:cNvPr id="0" name="图片 390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17846" y="5200625"/>
                        <a:ext cx="850505" cy="4349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166546" y="3217953"/>
          <a:ext cx="1965090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9" name="Equation" r:id="rId15" imgW="22555200" imgH="9448800" progId="Equation.DSMT4">
                  <p:embed/>
                </p:oleObj>
              </mc:Choice>
              <mc:Fallback>
                <p:oleObj name="Equation" r:id="rId15" imgW="22555200" imgH="9448800" progId="Equation.DSMT4">
                  <p:embed/>
                  <p:pic>
                    <p:nvPicPr>
                      <p:cNvPr id="0" name="图片 3902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66546" y="3217953"/>
                        <a:ext cx="1965090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477250" y="567789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2422525" y="792163"/>
            <a:ext cx="6988175" cy="536575"/>
            <a:chOff x="912" y="129"/>
            <a:chExt cx="4402" cy="338"/>
          </a:xfrm>
        </p:grpSpPr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250" y="153"/>
            <a:ext cx="483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0" name="Equation" r:id="rId17" imgW="8229600" imgH="4876800" progId="Equation.DSMT4">
                    <p:embed/>
                  </p:oleObj>
                </mc:Choice>
                <mc:Fallback>
                  <p:oleObj name="Equation" r:id="rId17" imgW="8229600" imgH="4876800" progId="Equation.DSMT4">
                    <p:embed/>
                    <p:pic>
                      <p:nvPicPr>
                        <p:cNvPr id="0" name="图片 390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50" y="153"/>
                          <a:ext cx="483" cy="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912" y="129"/>
              <a:ext cx="34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endPara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708" y="138"/>
              <a:ext cx="360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是自变量同一变化过程中的无穷小</a:t>
              </a:r>
              <a:r>
                <a:rPr kumimoji="1"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endPara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642350" y="151511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813840" y="2460625"/>
            <a:ext cx="520404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是比 </a:t>
            </a:r>
            <a:r>
              <a:rPr kumimoji="1" lang="zh-CN" altLang="en-US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低阶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的无穷小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4183148" y="3357880"/>
            <a:ext cx="502371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同阶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266333" y="4202113"/>
            <a:ext cx="583264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是关于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3575721" y="5156200"/>
            <a:ext cx="4958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无穷小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8119745" y="515620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6" grpId="0" autoUpdateAnimBg="0" uiExpand="1" build="p"/>
      <p:bldP spid="9" grpId="0" bldLvl="0" animBg="1" autoUpdateAnimBg="0"/>
      <p:bldP spid="10" grpId="0" bldLvl="0" animBg="1" autoUpdateAnimBg="0"/>
      <p:bldP spid="11" grpId="0" bldLvl="0" animBg="1" autoUpdateAnimBg="0"/>
      <p:bldP spid="13" grpId="0" bldLvl="0" animBg="1" autoUpdateAnimBg="0"/>
      <p:bldP spid="17" grpId="0" autoUpdateAnimBg="0" build="p"/>
      <p:bldP spid="22" grpId="0" autoUpdateAnimBg="0" build="p"/>
      <p:bldP spid="23" grpId="0" autoUpdateAnimBg="0" uiExpand="1" build="p"/>
      <p:bldP spid="24" grpId="0" autoUpdateAnimBg="0" uiExpand="1" build="p"/>
      <p:bldP spid="25" grpId="0" autoUpdateAnimBg="0" uiExpand="1" build="p"/>
      <p:bldP spid="26" grpId="0" autoUpdateAnimBg="0" uiExpand="1" build="p"/>
      <p:bldP spid="27" grpId="0" autoUpdateAnimBg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598930" y="1100138"/>
            <a:ext cx="3457079" cy="6445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等价无穷小的性质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4217353" y="1983740"/>
          <a:ext cx="13001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10363200" imgH="3657600" progId="Equation.DSMT4">
                  <p:embed/>
                </p:oleObj>
              </mc:Choice>
              <mc:Fallback>
                <p:oleObj name="Equation" r:id="rId1" imgW="10363200" imgH="36576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7353" y="1983740"/>
                        <a:ext cx="1300162" cy="458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63750" y="1951673"/>
            <a:ext cx="25273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自反性：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28"/>
          <p:cNvGraphicFramePr>
            <a:graphicFrameLocks noChangeAspect="1"/>
          </p:cNvGraphicFramePr>
          <p:nvPr/>
        </p:nvGraphicFramePr>
        <p:xfrm>
          <a:off x="4795203" y="2681288"/>
          <a:ext cx="137636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9" name="Equation" r:id="rId3" imgW="10972800" imgH="4876800" progId="Equation.DSMT4">
                  <p:embed/>
                </p:oleObj>
              </mc:Choice>
              <mc:Fallback>
                <p:oleObj name="Equation" r:id="rId3" imgW="10972800" imgH="4876800" progId="Equation.DSMT4">
                  <p:embed/>
                  <p:pic>
                    <p:nvPicPr>
                      <p:cNvPr id="0" name="图片 399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5203" y="2681288"/>
                        <a:ext cx="1376362" cy="611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2063750" y="2726055"/>
            <a:ext cx="31953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对称性：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30"/>
          <p:cNvGraphicFramePr>
            <a:graphicFrameLocks noChangeAspect="1"/>
          </p:cNvGraphicFramePr>
          <p:nvPr/>
        </p:nvGraphicFramePr>
        <p:xfrm>
          <a:off x="6694170" y="2662238"/>
          <a:ext cx="1338263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0" name="Equation" r:id="rId5" imgW="10668000" imgH="4876800" progId="Equation.DSMT4">
                  <p:embed/>
                </p:oleObj>
              </mc:Choice>
              <mc:Fallback>
                <p:oleObj name="Equation" r:id="rId5" imgW="10668000" imgH="4876800" progId="Equation.DSMT4">
                  <p:embed/>
                  <p:pic>
                    <p:nvPicPr>
                      <p:cNvPr id="0" name="图片 3999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4170" y="2662238"/>
                        <a:ext cx="1338263" cy="611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6171565" y="2706688"/>
            <a:ext cx="70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32"/>
          <p:cNvGraphicFramePr>
            <a:graphicFrameLocks noChangeAspect="1"/>
          </p:cNvGraphicFramePr>
          <p:nvPr/>
        </p:nvGraphicFramePr>
        <p:xfrm>
          <a:off x="4759325" y="3485515"/>
          <a:ext cx="26733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1" name="Equation" r:id="rId7" imgW="21336000" imgH="4876800" progId="Equation.DSMT4">
                  <p:embed/>
                </p:oleObj>
              </mc:Choice>
              <mc:Fallback>
                <p:oleObj name="Equation" r:id="rId7" imgW="21336000" imgH="4876800" progId="Equation.DSMT4">
                  <p:embed/>
                  <p:pic>
                    <p:nvPicPr>
                      <p:cNvPr id="0" name="图片 4000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9325" y="3485515"/>
                        <a:ext cx="2673350" cy="611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3"/>
          <p:cNvSpPr txBox="1">
            <a:spLocks noChangeArrowheads="1"/>
          </p:cNvSpPr>
          <p:nvPr/>
        </p:nvSpPr>
        <p:spPr bwMode="auto">
          <a:xfrm>
            <a:off x="2063750" y="3531235"/>
            <a:ext cx="29927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传递性：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34"/>
          <p:cNvGraphicFramePr>
            <a:graphicFrameLocks noChangeAspect="1"/>
          </p:cNvGraphicFramePr>
          <p:nvPr/>
        </p:nvGraphicFramePr>
        <p:xfrm>
          <a:off x="8032750" y="3601720"/>
          <a:ext cx="1225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2" name="Equation" r:id="rId9" imgW="9753600" imgH="3962400" progId="Equation.DSMT4">
                  <p:embed/>
                </p:oleObj>
              </mc:Choice>
              <mc:Fallback>
                <p:oleObj name="Equation" r:id="rId9" imgW="9753600" imgH="3962400" progId="Equation.DSMT4">
                  <p:embed/>
                  <p:pic>
                    <p:nvPicPr>
                      <p:cNvPr id="0" name="图片 4000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32750" y="3601720"/>
                        <a:ext cx="12255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7432675" y="3529965"/>
            <a:ext cx="70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bldLvl="0" animBg="1" autoUpdateAnimBg="0"/>
      <p:bldP spid="8" grpId="0" bldLvl="0" animBg="1" autoUpdateAnimBg="0"/>
      <p:bldP spid="10" grpId="0" bldLvl="0" animBg="1" autoUpdateAnimBg="0"/>
      <p:bldP spid="12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4525" y="894080"/>
            <a:ext cx="2327275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例如 </a:t>
            </a:r>
            <a:r>
              <a:rPr lang="en-US" altLang="zh-CN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zh-CN" altLang="en-US" sz="2800" b="1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61115" y="1800284"/>
          <a:ext cx="150503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32918400" imgH="9448800" progId="Equation.DSMT4">
                  <p:embed/>
                </p:oleObj>
              </mc:Choice>
              <mc:Fallback>
                <p:oleObj name="Equation" r:id="rId1" imgW="32918400" imgH="94488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1115" y="1800284"/>
                        <a:ext cx="1505032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80455" y="1760121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657635" y="930950"/>
          <a:ext cx="949598" cy="40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10058400" imgH="4267200" progId="Equation.DSMT4">
                  <p:embed/>
                </p:oleObj>
              </mc:Choice>
              <mc:Fallback>
                <p:oleObj name="Equation" r:id="rId3" imgW="10058400" imgH="42672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7635" y="930950"/>
                        <a:ext cx="949598" cy="4087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08150" y="1449388"/>
            <a:ext cx="18288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606925" y="905193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121343" y="1702118"/>
          <a:ext cx="4060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8839200" imgH="10972800" progId="Equation.DSMT4">
                  <p:embed/>
                </p:oleObj>
              </mc:Choice>
              <mc:Fallback>
                <p:oleObj name="Equation" r:id="rId5" imgW="8839200" imgH="10972800" progId="Equation.DSMT4">
                  <p:embed/>
                  <p:pic>
                    <p:nvPicPr>
                      <p:cNvPr id="0" name="图片 409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1343" y="1702118"/>
                        <a:ext cx="406000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318000" y="1774508"/>
          <a:ext cx="55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7" imgW="13411200" imgH="10972800" progId="Equation.DSMT4">
                  <p:embed/>
                </p:oleObj>
              </mc:Choice>
              <mc:Fallback>
                <p:oleObj name="Equation" r:id="rId7" imgW="13411200" imgH="10972800" progId="Equation.DSMT4">
                  <p:embed/>
                  <p:pic>
                    <p:nvPicPr>
                      <p:cNvPr id="0" name="图片 409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18000" y="1774508"/>
                        <a:ext cx="558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067618" y="1774508"/>
          <a:ext cx="121238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9" imgW="26517600" imgH="9448800" progId="Equation.DSMT4">
                  <p:embed/>
                </p:oleObj>
              </mc:Choice>
              <mc:Fallback>
                <p:oleObj name="Equation" r:id="rId9" imgW="26517600" imgH="9448800" progId="Equation.DSMT4">
                  <p:embed/>
                  <p:pic>
                    <p:nvPicPr>
                      <p:cNvPr id="0" name="图片 409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67618" y="1774508"/>
                        <a:ext cx="121238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703060" y="1895158"/>
          <a:ext cx="27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11" imgW="5486400" imgH="7315200" progId="Equation.DSMT4">
                  <p:embed/>
                </p:oleObj>
              </mc:Choice>
              <mc:Fallback>
                <p:oleObj name="Equation" r:id="rId11" imgW="5486400" imgH="7315200" progId="Equation.DSMT4">
                  <p:embed/>
                  <p:pic>
                    <p:nvPicPr>
                      <p:cNvPr id="0" name="图片 409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03060" y="1895158"/>
                        <a:ext cx="2700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972618" y="1838325"/>
          <a:ext cx="121531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Equation" r:id="rId13" imgW="27127200" imgH="8839200" progId="Equation.DSMT4">
                  <p:embed/>
                </p:oleObj>
              </mc:Choice>
              <mc:Fallback>
                <p:oleObj name="Equation" r:id="rId13" imgW="27127200" imgH="8839200" progId="Equation.DSMT4">
                  <p:embed/>
                  <p:pic>
                    <p:nvPicPr>
                      <p:cNvPr id="0" name="图片 409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72618" y="1838325"/>
                        <a:ext cx="1215310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87948" y="1814096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8717915" y="1895475"/>
          <a:ext cx="27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Equation" r:id="rId15" imgW="5486400" imgH="7315200" progId="Equation.DSMT4">
                  <p:embed/>
                </p:oleObj>
              </mc:Choice>
              <mc:Fallback>
                <p:oleObj name="Equation" r:id="rId15" imgW="5486400" imgH="7315200" progId="Equation.DSMT4">
                  <p:embed/>
                  <p:pic>
                    <p:nvPicPr>
                      <p:cNvPr id="0" name="图片 409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17915" y="1895475"/>
                        <a:ext cx="2700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3276600" y="3140075"/>
          <a:ext cx="172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Equation" r:id="rId17" imgW="41452800" imgH="20116800" progId="Equation.DSMT4">
                  <p:embed/>
                </p:oleObj>
              </mc:Choice>
              <mc:Fallback>
                <p:oleObj name="Equation" r:id="rId17" imgW="41452800" imgH="20116800" progId="Equation.DSMT4">
                  <p:embed/>
                  <p:pic>
                    <p:nvPicPr>
                      <p:cNvPr id="0" name="图片 409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76600" y="3140075"/>
                        <a:ext cx="1727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/>
        </p:nvGraphicFramePr>
        <p:xfrm>
          <a:off x="5175250" y="3105150"/>
          <a:ext cx="1879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19" imgW="45110400" imgH="21031200" progId="Equation.DSMT4">
                  <p:embed/>
                </p:oleObj>
              </mc:Choice>
              <mc:Fallback>
                <p:oleObj name="Equation" r:id="rId19" imgW="45110400" imgH="21031200" progId="Equation.DSMT4">
                  <p:embed/>
                  <p:pic>
                    <p:nvPicPr>
                      <p:cNvPr id="0" name="图片 409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75250" y="3105150"/>
                        <a:ext cx="18796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2057400" y="2605088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又如 ，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6165850" y="3600450"/>
          <a:ext cx="800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1" name="Equation" r:id="rId21" imgW="19202400" imgH="11277600" progId="Equation.DSMT4">
                  <p:embed/>
                </p:oleObj>
              </mc:Choice>
              <mc:Fallback>
                <p:oleObj name="Equation" r:id="rId21" imgW="19202400" imgH="11277600" progId="Equation.DSMT4">
                  <p:embed/>
                  <p:pic>
                    <p:nvPicPr>
                      <p:cNvPr id="0" name="图片 409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65850" y="3600450"/>
                        <a:ext cx="8001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7137400" y="3175000"/>
          <a:ext cx="58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Equation" r:id="rId23" imgW="14020800" imgH="19812000" progId="Equation.DSMT4">
                  <p:embed/>
                </p:oleObj>
              </mc:Choice>
              <mc:Fallback>
                <p:oleObj name="Equation" r:id="rId23" imgW="14020800" imgH="19812000" progId="Equation.DSMT4">
                  <p:embed/>
                  <p:pic>
                    <p:nvPicPr>
                      <p:cNvPr id="0" name="图片 409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37400" y="3175000"/>
                        <a:ext cx="584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1828800" y="430530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24"/>
          <p:cNvGraphicFramePr>
            <a:graphicFrameLocks noChangeAspect="1"/>
          </p:cNvGraphicFramePr>
          <p:nvPr/>
        </p:nvGraphicFramePr>
        <p:xfrm>
          <a:off x="2366963" y="4392613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Equation" r:id="rId25" imgW="21640800" imgH="9448800" progId="Equation.DSMT4">
                  <p:embed/>
                </p:oleObj>
              </mc:Choice>
              <mc:Fallback>
                <p:oleObj name="Equation" r:id="rId25" imgW="21640800" imgH="9448800" progId="Equation.DSMT4">
                  <p:embed/>
                  <p:pic>
                    <p:nvPicPr>
                      <p:cNvPr id="0" name="图片 40972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66963" y="4392613"/>
                        <a:ext cx="90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3276600" y="430530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3841750" y="4392613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4" name="Equation" r:id="rId27" imgW="28041600" imgH="9448800" progId="Equation.DSMT4">
                  <p:embed/>
                </p:oleObj>
              </mc:Choice>
              <mc:Fallback>
                <p:oleObj name="Equation" r:id="rId27" imgW="28041600" imgH="9448800" progId="Equation.DSMT4">
                  <p:embed/>
                  <p:pic>
                    <p:nvPicPr>
                      <p:cNvPr id="0" name="图片 40973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41750" y="4392613"/>
                        <a:ext cx="1168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5022850" y="4283075"/>
            <a:ext cx="4038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是关于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的二阶无穷小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5" name="Group 28"/>
          <p:cNvGrpSpPr/>
          <p:nvPr/>
        </p:nvGrpSpPr>
        <p:grpSpPr bwMode="auto">
          <a:xfrm>
            <a:off x="4365308" y="5085080"/>
            <a:ext cx="2771774" cy="646113"/>
            <a:chOff x="1279" y="3344"/>
            <a:chExt cx="1746" cy="407"/>
          </a:xfrm>
        </p:grpSpPr>
        <p:graphicFrame>
          <p:nvGraphicFramePr>
            <p:cNvPr id="26" name="Object 29"/>
            <p:cNvGraphicFramePr>
              <a:graphicFrameLocks noChangeAspect="1"/>
            </p:cNvGraphicFramePr>
            <p:nvPr/>
          </p:nvGraphicFramePr>
          <p:xfrm>
            <a:off x="1279" y="3422"/>
            <a:ext cx="87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5" name="Equation" r:id="rId29" imgW="28041600" imgH="9448800" progId="Equation.DSMT4">
                    <p:embed/>
                  </p:oleObj>
                </mc:Choice>
                <mc:Fallback>
                  <p:oleObj name="Equation" r:id="rId29" imgW="28041600" imgH="9448800" progId="Equation.DSMT4">
                    <p:embed/>
                    <p:pic>
                      <p:nvPicPr>
                        <p:cNvPr id="0" name="图片 409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79" y="3422"/>
                          <a:ext cx="876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0"/>
            <p:cNvGraphicFramePr>
              <a:graphicFrameLocks noChangeAspect="1"/>
            </p:cNvGraphicFramePr>
            <p:nvPr/>
          </p:nvGraphicFramePr>
          <p:xfrm>
            <a:off x="2514" y="3344"/>
            <a:ext cx="511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6" name="Equation" r:id="rId31" imgW="14935200" imgH="11277600" progId="Equation.DSMT4">
                    <p:embed/>
                  </p:oleObj>
                </mc:Choice>
                <mc:Fallback>
                  <p:oleObj name="Equation" r:id="rId31" imgW="14935200" imgH="11277600" progId="Equation.DSMT4">
                    <p:embed/>
                    <p:pic>
                      <p:nvPicPr>
                        <p:cNvPr id="0" name="图片 409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514" y="3344"/>
                          <a:ext cx="511" cy="3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2152" y="3422"/>
              <a:ext cx="52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8756650" y="426720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3" grpId="0" bldLvl="0" animBg="1" autoUpdateAnimBg="0"/>
      <p:bldP spid="17" grpId="0" bldLvl="0" animBg="1" autoUpdateAnimBg="0"/>
      <p:bldP spid="20" grpId="0" bldLvl="0" animBg="1" autoUpdateAnimBg="0"/>
      <p:bldP spid="22" grpId="0" bldLvl="0" animBg="1" autoUpdateAnimBg="0"/>
      <p:bldP spid="24" grpId="0" bldLvl="0" animBg="1" autoUpdateAnimBg="0"/>
      <p:bldP spid="29" grpId="0" autoUpdateAnimBg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45485" y="1403985"/>
            <a:ext cx="5746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037840" y="2230438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51810" y="1449070"/>
          <a:ext cx="96154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21031200" imgH="9448800" progId="Equation.DSMT4">
                  <p:embed/>
                </p:oleObj>
              </mc:Choice>
              <mc:Fallback>
                <p:oleObj name="Equation" r:id="rId1" imgW="21031200" imgH="94488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51810" y="1449070"/>
                        <a:ext cx="961548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4180840" y="164814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4180840" y="175641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381759" y="1412146"/>
          <a:ext cx="2034257" cy="50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19812000" imgH="4876800" progId="Equation.DSMT4">
                  <p:embed/>
                </p:oleObj>
              </mc:Choice>
              <mc:Fallback>
                <p:oleObj name="Equation" r:id="rId3" imgW="19812000" imgH="48768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81759" y="1412146"/>
                        <a:ext cx="2034257" cy="505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057400" y="223075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038600" y="243014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966335" y="2072640"/>
          <a:ext cx="133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32004000" imgH="20116800" progId="Equation.DSMT4">
                  <p:embed/>
                </p:oleObj>
              </mc:Choice>
              <mc:Fallback>
                <p:oleObj name="Equation" r:id="rId5" imgW="32004000" imgH="201168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6335" y="2072640"/>
                        <a:ext cx="1333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966335" y="2960370"/>
          <a:ext cx="22590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54254400" imgH="22555200" progId="Equation.DSMT4">
                  <p:embed/>
                </p:oleObj>
              </mc:Choice>
              <mc:Fallback>
                <p:oleObj name="Equation" r:id="rId7" imgW="54254400" imgH="225552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6335" y="2960370"/>
                        <a:ext cx="2259013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788910" y="3016250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48463200" imgH="20116800" progId="Equation.DSMT4">
                  <p:embed/>
                </p:oleObj>
              </mc:Choice>
              <mc:Fallback>
                <p:oleObj name="Equation" r:id="rId9" imgW="48463200" imgH="201168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88910" y="3016250"/>
                        <a:ext cx="201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195820" y="3174365"/>
            <a:ext cx="8813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029200" y="4129088"/>
          <a:ext cx="19939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47853600" imgH="9448800" progId="Equation.DSMT4">
                  <p:embed/>
                </p:oleObj>
              </mc:Choice>
              <mc:Fallback>
                <p:oleObj name="Equation" r:id="rId11" imgW="47853600" imgH="94488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9200" y="4129088"/>
                        <a:ext cx="1993900" cy="395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7010400" y="40782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569200" y="4123055"/>
          <a:ext cx="194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46634400" imgH="9448800" progId="Equation.DSMT4">
                  <p:embed/>
                </p:oleObj>
              </mc:Choice>
              <mc:Fallback>
                <p:oleObj name="Equation" r:id="rId13" imgW="46634400" imgH="94488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69200" y="4123055"/>
                        <a:ext cx="194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57400" y="482441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3219450" y="4892675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Equation" r:id="rId15" imgW="32004000" imgH="10363200" progId="Equation.DSMT4">
                  <p:embed/>
                </p:oleObj>
              </mc:Choice>
              <mc:Fallback>
                <p:oleObj name="Equation" r:id="rId15" imgW="32004000" imgH="10363200" progId="Equation.DSMT4">
                  <p:embed/>
                  <p:pic>
                    <p:nvPicPr>
                      <p:cNvPr id="0" name="图片 419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19450" y="4892675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832350" y="4892675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Equation" r:id="rId17" imgW="31394400" imgH="9448800" progId="Equation.DSMT4">
                  <p:embed/>
                </p:oleObj>
              </mc:Choice>
              <mc:Fallback>
                <p:oleObj name="Equation" r:id="rId17" imgW="31394400" imgH="9448800" progId="Equation.DSMT4">
                  <p:embed/>
                  <p:pic>
                    <p:nvPicPr>
                      <p:cNvPr id="0" name="图片 41992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32350" y="4892675"/>
                        <a:ext cx="130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381625" y="4852353"/>
            <a:ext cx="7588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546850" y="4943475"/>
          <a:ext cx="1333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Equation" r:id="rId19" imgW="32004000" imgH="8839200" progId="Equation.DSMT4">
                  <p:embed/>
                </p:oleObj>
              </mc:Choice>
              <mc:Fallback>
                <p:oleObj name="Equation" r:id="rId19" imgW="32004000" imgH="8839200" progId="Equation.DSMT4">
                  <p:embed/>
                  <p:pic>
                    <p:nvPicPr>
                      <p:cNvPr id="0" name="图片 419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46850" y="4943475"/>
                        <a:ext cx="13335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7162483" y="4873308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8001000" y="482441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3213100" y="5616575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5" name="Equation" r:id="rId21" imgW="32004000" imgH="10363200" progId="Equation.DSMT4">
                  <p:embed/>
                </p:oleObj>
              </mc:Choice>
              <mc:Fallback>
                <p:oleObj name="Equation" r:id="rId21" imgW="32004000" imgH="103632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13100" y="5616575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4787900" y="5654675"/>
          <a:ext cx="223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23" imgW="53644800" imgH="9448800" progId="Equation.DSMT4">
                  <p:embed/>
                </p:oleObj>
              </mc:Choice>
              <mc:Fallback>
                <p:oleObj name="Equation" r:id="rId23" imgW="53644800" imgH="9448800" progId="Equation.DSMT4">
                  <p:embed/>
                  <p:pic>
                    <p:nvPicPr>
                      <p:cNvPr id="0" name="图片 4199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5654675"/>
                        <a:ext cx="223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7264400" y="5654675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25" imgW="53949600" imgH="9448800" progId="Equation.DSMT4">
                  <p:embed/>
                </p:oleObj>
              </mc:Choice>
              <mc:Fallback>
                <p:oleObj name="Equation" r:id="rId25" imgW="53949600" imgH="9448800" progId="Equation.DSMT4">
                  <p:embed/>
                  <p:pic>
                    <p:nvPicPr>
                      <p:cNvPr id="0" name="图片 419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64400" y="5654675"/>
                        <a:ext cx="224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4025900" y="254698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4025900" y="344551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4025900" y="3530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4038600" y="431990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4025900" y="438785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42"/>
          <p:cNvSpPr txBox="1">
            <a:spLocks noChangeArrowheads="1"/>
          </p:cNvSpPr>
          <p:nvPr/>
        </p:nvSpPr>
        <p:spPr bwMode="auto">
          <a:xfrm>
            <a:off x="1833880" y="714375"/>
            <a:ext cx="1889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1.3.5</a:t>
            </a:r>
            <a:endParaRPr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3096548" y="702226"/>
            <a:ext cx="4472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（等价无穷小表示定理）设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569200" y="794236"/>
          <a:ext cx="6413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27" imgW="15544800" imgH="9144000" progId="Equation.DSMT4">
                  <p:embed/>
                </p:oleObj>
              </mc:Choice>
              <mc:Fallback>
                <p:oleObj name="Equation" r:id="rId27" imgW="15544800" imgH="9144000" progId="Equation.DSMT4">
                  <p:embed/>
                  <p:pic>
                    <p:nvPicPr>
                      <p:cNvPr id="0" name="图片 419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69200" y="794236"/>
                        <a:ext cx="6413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 bwMode="auto">
          <a:xfrm>
            <a:off x="8210332" y="693971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是无穷小量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2244403" y="140303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2846705" y="229489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29" imgW="1026160" imgH="457200" progId="Equation.DSMT4">
                  <p:embed/>
                </p:oleObj>
              </mc:Choice>
              <mc:Fallback>
                <p:oleObj name="Equation" r:id="rId29" imgW="1026160" imgH="457200" progId="Equation.DSMT4">
                  <p:embed/>
                  <p:pic>
                    <p:nvPicPr>
                      <p:cNvPr id="0" name="图片 41998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46705" y="2294890"/>
                        <a:ext cx="87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 autoUpdateAnimBg="0"/>
      <p:bldP spid="6" grpId="0" bldLvl="0" animBg="1"/>
      <p:bldP spid="7" grpId="0" bldLvl="0" animBg="1"/>
      <p:bldP spid="9" grpId="0" bldLvl="0" animBg="1" autoUpdateAnimBg="0"/>
      <p:bldP spid="10" grpId="0" bldLvl="0" animBg="1"/>
      <p:bldP spid="15" grpId="0" bldLvl="0" animBg="1" autoUpdateAnimBg="0"/>
      <p:bldP spid="17" grpId="0" bldLvl="0" animBg="1" autoUpdateAnimBg="0"/>
      <p:bldP spid="19" grpId="0" bldLvl="0" animBg="1" autoUpdateAnimBg="0"/>
      <p:bldP spid="22" grpId="0" bldLvl="0" animBg="1" autoUpdateAnimBg="0"/>
      <p:bldP spid="24" grpId="0" bldLvl="0" animBg="1" autoUpdateAnimBg="0"/>
      <p:bldP spid="25" grpId="0" bldLvl="0" animBg="1" autoUpdateAnimBg="0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40"/>
          <p:cNvGrpSpPr/>
          <p:nvPr/>
        </p:nvGrpSpPr>
        <p:grpSpPr bwMode="auto">
          <a:xfrm>
            <a:off x="5815719" y="1709871"/>
            <a:ext cx="4128777" cy="2448108"/>
            <a:chOff x="4230" y="1608"/>
            <a:chExt cx="2520" cy="1872"/>
          </a:xfrm>
        </p:grpSpPr>
        <p:grpSp>
          <p:nvGrpSpPr>
            <p:cNvPr id="61" name="Group 41"/>
            <p:cNvGrpSpPr/>
            <p:nvPr/>
          </p:nvGrpSpPr>
          <p:grpSpPr bwMode="auto">
            <a:xfrm>
              <a:off x="4230" y="1608"/>
              <a:ext cx="2520" cy="1872"/>
              <a:chOff x="4230" y="1608"/>
              <a:chExt cx="2520" cy="1872"/>
            </a:xfrm>
          </p:grpSpPr>
          <p:sp>
            <p:nvSpPr>
              <p:cNvPr id="66" name="Line 42"/>
              <p:cNvSpPr>
                <a:spLocks noChangeShapeType="1"/>
              </p:cNvSpPr>
              <p:nvPr/>
            </p:nvSpPr>
            <p:spPr bwMode="auto">
              <a:xfrm>
                <a:off x="4230" y="3012"/>
                <a:ext cx="252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Line 43"/>
              <p:cNvSpPr>
                <a:spLocks noChangeShapeType="1"/>
              </p:cNvSpPr>
              <p:nvPr/>
            </p:nvSpPr>
            <p:spPr bwMode="auto">
              <a:xfrm flipV="1">
                <a:off x="5386" y="1608"/>
                <a:ext cx="0" cy="18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aphicFrame>
          <p:nvGraphicFramePr>
            <p:cNvPr id="62" name="对象 61"/>
            <p:cNvGraphicFramePr>
              <a:graphicFrameLocks noChangeAspect="1"/>
            </p:cNvGraphicFramePr>
            <p:nvPr/>
          </p:nvGraphicFramePr>
          <p:xfrm>
            <a:off x="5376" y="2940"/>
            <a:ext cx="33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09" name="Equation" r:id="rId1" imgW="3657600" imgH="4267200" progId="Equation.DSMT4">
                    <p:embed/>
                  </p:oleObj>
                </mc:Choice>
                <mc:Fallback>
                  <p:oleObj name="Equation" r:id="rId1" imgW="3657600" imgH="4267200" progId="Equation.DSMT4">
                    <p:embed/>
                    <p:pic>
                      <p:nvPicPr>
                        <p:cNvPr id="0" name="图片 430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376" y="2940"/>
                          <a:ext cx="338" cy="3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/>
            <p:cNvGraphicFramePr>
              <a:graphicFrameLocks noChangeAspect="1"/>
            </p:cNvGraphicFramePr>
            <p:nvPr/>
          </p:nvGraphicFramePr>
          <p:xfrm>
            <a:off x="5416" y="1668"/>
            <a:ext cx="177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7" name="Equation" r:id="rId3" imgW="3352800" imgH="3962400" progId="Equation.DSMT4">
                    <p:embed/>
                  </p:oleObj>
                </mc:Choice>
                <mc:Fallback>
                  <p:oleObj name="Equation" r:id="rId3" imgW="3352800" imgH="3962400" progId="Equation.DSMT4">
                    <p:embed/>
                    <p:pic>
                      <p:nvPicPr>
                        <p:cNvPr id="0" name="图片 431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416" y="1668"/>
                          <a:ext cx="177" cy="1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/>
            <p:cNvGraphicFramePr>
              <a:graphicFrameLocks noChangeAspect="1"/>
            </p:cNvGraphicFramePr>
            <p:nvPr/>
          </p:nvGraphicFramePr>
          <p:xfrm>
            <a:off x="6510" y="3033"/>
            <a:ext cx="24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8" name="Equation" r:id="rId5" imgW="3048000" imgH="3352800" progId="Equation.DSMT4">
                    <p:embed/>
                  </p:oleObj>
                </mc:Choice>
                <mc:Fallback>
                  <p:oleObj name="Equation" r:id="rId5" imgW="3048000" imgH="3352800" progId="Equation.DSMT4">
                    <p:embed/>
                    <p:pic>
                      <p:nvPicPr>
                        <p:cNvPr id="0" name="图片 43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10" y="3033"/>
                          <a:ext cx="240" cy="2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Freeform 48"/>
          <p:cNvSpPr/>
          <p:nvPr/>
        </p:nvSpPr>
        <p:spPr bwMode="auto">
          <a:xfrm>
            <a:off x="6127016" y="1674562"/>
            <a:ext cx="1572867" cy="1880545"/>
          </a:xfrm>
          <a:custGeom>
            <a:avLst/>
            <a:gdLst>
              <a:gd name="T0" fmla="*/ 0 w 960"/>
              <a:gd name="T1" fmla="*/ 0 h 1438"/>
              <a:gd name="T2" fmla="*/ 200 w 960"/>
              <a:gd name="T3" fmla="*/ 522 h 1438"/>
              <a:gd name="T4" fmla="*/ 420 w 960"/>
              <a:gd name="T5" fmla="*/ 981 h 1438"/>
              <a:gd name="T6" fmla="*/ 630 w 960"/>
              <a:gd name="T7" fmla="*/ 1251 h 1438"/>
              <a:gd name="T8" fmla="*/ 850 w 960"/>
              <a:gd name="T9" fmla="*/ 1410 h 1438"/>
              <a:gd name="T10" fmla="*/ 960 w 960"/>
              <a:gd name="T11" fmla="*/ 1422 h 1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0" h="1438">
                <a:moveTo>
                  <a:pt x="0" y="0"/>
                </a:moveTo>
                <a:cubicBezTo>
                  <a:pt x="65" y="179"/>
                  <a:pt x="130" y="359"/>
                  <a:pt x="200" y="522"/>
                </a:cubicBezTo>
                <a:cubicBezTo>
                  <a:pt x="270" y="685"/>
                  <a:pt x="348" y="859"/>
                  <a:pt x="420" y="981"/>
                </a:cubicBezTo>
                <a:cubicBezTo>
                  <a:pt x="492" y="1103"/>
                  <a:pt x="558" y="1180"/>
                  <a:pt x="630" y="1251"/>
                </a:cubicBezTo>
                <a:cubicBezTo>
                  <a:pt x="702" y="1322"/>
                  <a:pt x="795" y="1382"/>
                  <a:pt x="850" y="1410"/>
                </a:cubicBezTo>
                <a:cubicBezTo>
                  <a:pt x="905" y="1438"/>
                  <a:pt x="932" y="1430"/>
                  <a:pt x="960" y="1422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Freeform 49"/>
          <p:cNvSpPr/>
          <p:nvPr/>
        </p:nvSpPr>
        <p:spPr bwMode="auto">
          <a:xfrm flipH="1">
            <a:off x="7667115" y="1662792"/>
            <a:ext cx="1572867" cy="1880545"/>
          </a:xfrm>
          <a:custGeom>
            <a:avLst/>
            <a:gdLst>
              <a:gd name="T0" fmla="*/ 0 w 960"/>
              <a:gd name="T1" fmla="*/ 0 h 1438"/>
              <a:gd name="T2" fmla="*/ 200 w 960"/>
              <a:gd name="T3" fmla="*/ 522 h 1438"/>
              <a:gd name="T4" fmla="*/ 420 w 960"/>
              <a:gd name="T5" fmla="*/ 981 h 1438"/>
              <a:gd name="T6" fmla="*/ 630 w 960"/>
              <a:gd name="T7" fmla="*/ 1251 h 1438"/>
              <a:gd name="T8" fmla="*/ 850 w 960"/>
              <a:gd name="T9" fmla="*/ 1410 h 1438"/>
              <a:gd name="T10" fmla="*/ 960 w 960"/>
              <a:gd name="T11" fmla="*/ 1422 h 1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0" h="1438">
                <a:moveTo>
                  <a:pt x="0" y="0"/>
                </a:moveTo>
                <a:cubicBezTo>
                  <a:pt x="65" y="179"/>
                  <a:pt x="130" y="359"/>
                  <a:pt x="200" y="522"/>
                </a:cubicBezTo>
                <a:cubicBezTo>
                  <a:pt x="270" y="685"/>
                  <a:pt x="348" y="859"/>
                  <a:pt x="420" y="981"/>
                </a:cubicBezTo>
                <a:cubicBezTo>
                  <a:pt x="492" y="1103"/>
                  <a:pt x="558" y="1180"/>
                  <a:pt x="630" y="1251"/>
                </a:cubicBezTo>
                <a:cubicBezTo>
                  <a:pt x="702" y="1322"/>
                  <a:pt x="795" y="1382"/>
                  <a:pt x="850" y="1410"/>
                </a:cubicBezTo>
                <a:cubicBezTo>
                  <a:pt x="905" y="1438"/>
                  <a:pt x="932" y="1430"/>
                  <a:pt x="960" y="1422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9" name="Freeform 50"/>
          <p:cNvSpPr/>
          <p:nvPr/>
        </p:nvSpPr>
        <p:spPr bwMode="auto">
          <a:xfrm>
            <a:off x="6143400" y="2682837"/>
            <a:ext cx="1540099" cy="863115"/>
          </a:xfrm>
          <a:custGeom>
            <a:avLst/>
            <a:gdLst>
              <a:gd name="T0" fmla="*/ 0 w 940"/>
              <a:gd name="T1" fmla="*/ 0 h 660"/>
              <a:gd name="T2" fmla="*/ 160 w 940"/>
              <a:gd name="T3" fmla="*/ 81 h 660"/>
              <a:gd name="T4" fmla="*/ 320 w 940"/>
              <a:gd name="T5" fmla="*/ 210 h 660"/>
              <a:gd name="T6" fmla="*/ 470 w 940"/>
              <a:gd name="T7" fmla="*/ 360 h 660"/>
              <a:gd name="T8" fmla="*/ 560 w 940"/>
              <a:gd name="T9" fmla="*/ 441 h 660"/>
              <a:gd name="T10" fmla="*/ 740 w 940"/>
              <a:gd name="T11" fmla="*/ 579 h 660"/>
              <a:gd name="T12" fmla="*/ 880 w 940"/>
              <a:gd name="T13" fmla="*/ 639 h 660"/>
              <a:gd name="T14" fmla="*/ 940 w 940"/>
              <a:gd name="T15" fmla="*/ 66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0" h="660">
                <a:moveTo>
                  <a:pt x="0" y="0"/>
                </a:moveTo>
                <a:cubicBezTo>
                  <a:pt x="53" y="23"/>
                  <a:pt x="107" y="46"/>
                  <a:pt x="160" y="81"/>
                </a:cubicBezTo>
                <a:cubicBezTo>
                  <a:pt x="213" y="116"/>
                  <a:pt x="268" y="164"/>
                  <a:pt x="320" y="210"/>
                </a:cubicBezTo>
                <a:cubicBezTo>
                  <a:pt x="372" y="256"/>
                  <a:pt x="430" y="322"/>
                  <a:pt x="470" y="360"/>
                </a:cubicBezTo>
                <a:cubicBezTo>
                  <a:pt x="510" y="398"/>
                  <a:pt x="515" y="405"/>
                  <a:pt x="560" y="441"/>
                </a:cubicBezTo>
                <a:cubicBezTo>
                  <a:pt x="605" y="477"/>
                  <a:pt x="687" y="546"/>
                  <a:pt x="740" y="579"/>
                </a:cubicBezTo>
                <a:cubicBezTo>
                  <a:pt x="793" y="612"/>
                  <a:pt x="847" y="626"/>
                  <a:pt x="880" y="639"/>
                </a:cubicBezTo>
                <a:cubicBezTo>
                  <a:pt x="913" y="652"/>
                  <a:pt x="926" y="656"/>
                  <a:pt x="940" y="660"/>
                </a:cubicBezTo>
              </a:path>
            </a:pathLst>
          </a:custGeom>
          <a:noFill/>
          <a:ln w="28575">
            <a:solidFill>
              <a:srgbClr val="0070C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Freeform 51"/>
          <p:cNvSpPr/>
          <p:nvPr/>
        </p:nvSpPr>
        <p:spPr bwMode="auto">
          <a:xfrm flipH="1">
            <a:off x="7667115" y="2682837"/>
            <a:ext cx="1540099" cy="863115"/>
          </a:xfrm>
          <a:custGeom>
            <a:avLst/>
            <a:gdLst>
              <a:gd name="T0" fmla="*/ 0 w 940"/>
              <a:gd name="T1" fmla="*/ 0 h 660"/>
              <a:gd name="T2" fmla="*/ 160 w 940"/>
              <a:gd name="T3" fmla="*/ 81 h 660"/>
              <a:gd name="T4" fmla="*/ 320 w 940"/>
              <a:gd name="T5" fmla="*/ 210 h 660"/>
              <a:gd name="T6" fmla="*/ 470 w 940"/>
              <a:gd name="T7" fmla="*/ 360 h 660"/>
              <a:gd name="T8" fmla="*/ 560 w 940"/>
              <a:gd name="T9" fmla="*/ 441 h 660"/>
              <a:gd name="T10" fmla="*/ 740 w 940"/>
              <a:gd name="T11" fmla="*/ 579 h 660"/>
              <a:gd name="T12" fmla="*/ 880 w 940"/>
              <a:gd name="T13" fmla="*/ 639 h 660"/>
              <a:gd name="T14" fmla="*/ 940 w 940"/>
              <a:gd name="T15" fmla="*/ 66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0" h="660">
                <a:moveTo>
                  <a:pt x="0" y="0"/>
                </a:moveTo>
                <a:cubicBezTo>
                  <a:pt x="53" y="23"/>
                  <a:pt x="107" y="46"/>
                  <a:pt x="160" y="81"/>
                </a:cubicBezTo>
                <a:cubicBezTo>
                  <a:pt x="213" y="116"/>
                  <a:pt x="268" y="164"/>
                  <a:pt x="320" y="210"/>
                </a:cubicBezTo>
                <a:cubicBezTo>
                  <a:pt x="372" y="256"/>
                  <a:pt x="430" y="322"/>
                  <a:pt x="470" y="360"/>
                </a:cubicBezTo>
                <a:cubicBezTo>
                  <a:pt x="510" y="398"/>
                  <a:pt x="515" y="405"/>
                  <a:pt x="560" y="441"/>
                </a:cubicBezTo>
                <a:cubicBezTo>
                  <a:pt x="605" y="477"/>
                  <a:pt x="687" y="546"/>
                  <a:pt x="740" y="579"/>
                </a:cubicBezTo>
                <a:cubicBezTo>
                  <a:pt x="793" y="612"/>
                  <a:pt x="847" y="626"/>
                  <a:pt x="880" y="639"/>
                </a:cubicBezTo>
                <a:cubicBezTo>
                  <a:pt x="913" y="652"/>
                  <a:pt x="926" y="656"/>
                  <a:pt x="940" y="660"/>
                </a:cubicBezTo>
              </a:path>
            </a:pathLst>
          </a:custGeom>
          <a:noFill/>
          <a:ln w="28575">
            <a:solidFill>
              <a:srgbClr val="0070C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8299334" y="1686093"/>
          <a:ext cx="1562997" cy="94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9" name="Equation" r:id="rId7" imgW="12801600" imgH="9448800" progId="Equation.DSMT4">
                  <p:embed/>
                </p:oleObj>
              </mc:Choice>
              <mc:Fallback>
                <p:oleObj name="Equation" r:id="rId7" imgW="12801600" imgH="9448800" progId="Equation.DSMT4">
                  <p:embed/>
                  <p:pic>
                    <p:nvPicPr>
                      <p:cNvPr id="0" name="图片 431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99334" y="1686093"/>
                        <a:ext cx="1562997" cy="941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8127535" y="2990969"/>
          <a:ext cx="2268867" cy="4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Equation" r:id="rId9" imgW="18592800" imgH="4876800" progId="Equation.DSMT4">
                  <p:embed/>
                </p:oleObj>
              </mc:Choice>
              <mc:Fallback>
                <p:oleObj name="Equation" r:id="rId9" imgW="18592800" imgH="4876800" progId="Equation.DSMT4">
                  <p:embed/>
                  <p:pic>
                    <p:nvPicPr>
                      <p:cNvPr id="0" name="图片 431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27535" y="2990969"/>
                        <a:ext cx="2268867" cy="487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3071664" y="3592514"/>
          <a:ext cx="433536" cy="5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Equation" r:id="rId11" imgW="3657600" imgH="4267200" progId="Equation.DSMT4">
                  <p:embed/>
                </p:oleObj>
              </mc:Choice>
              <mc:Fallback>
                <p:oleObj name="Equation" r:id="rId11" imgW="3657600" imgH="4267200" progId="Equation.DSMT4">
                  <p:embed/>
                  <p:pic>
                    <p:nvPicPr>
                      <p:cNvPr id="0" name="图片 432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1664" y="3592514"/>
                        <a:ext cx="433536" cy="5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3035189" y="1965710"/>
          <a:ext cx="381929" cy="433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2" name="Equation" r:id="rId13" imgW="3352800" imgH="3962400" progId="Equation.DSMT4">
                  <p:embed/>
                </p:oleObj>
              </mc:Choice>
              <mc:Fallback>
                <p:oleObj name="Equation" r:id="rId13" imgW="3352800" imgH="3962400" progId="Equation.DSMT4">
                  <p:embed/>
                  <p:pic>
                    <p:nvPicPr>
                      <p:cNvPr id="0" name="图片 432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5189" y="1965710"/>
                        <a:ext cx="381929" cy="4330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5348873" y="3625931"/>
          <a:ext cx="370865" cy="38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3" name="Equation" r:id="rId14" imgW="3048000" imgH="3352800" progId="Equation.DSMT4">
                  <p:embed/>
                </p:oleObj>
              </mc:Choice>
              <mc:Fallback>
                <p:oleObj name="Equation" r:id="rId14" imgW="3048000" imgH="3352800" progId="Equation.DSMT4">
                  <p:embed/>
                  <p:pic>
                    <p:nvPicPr>
                      <p:cNvPr id="0" name="图片 432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48873" y="3625931"/>
                        <a:ext cx="370865" cy="3883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Line 60"/>
          <p:cNvSpPr>
            <a:spLocks noChangeShapeType="1"/>
          </p:cNvSpPr>
          <p:nvPr/>
        </p:nvSpPr>
        <p:spPr bwMode="auto">
          <a:xfrm>
            <a:off x="1539418" y="3585154"/>
            <a:ext cx="412877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Line 61"/>
          <p:cNvSpPr>
            <a:spLocks noChangeShapeType="1"/>
          </p:cNvSpPr>
          <p:nvPr/>
        </p:nvSpPr>
        <p:spPr bwMode="auto">
          <a:xfrm flipV="1">
            <a:off x="2984770" y="1965710"/>
            <a:ext cx="0" cy="26854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Line 62"/>
          <p:cNvSpPr>
            <a:spLocks noChangeShapeType="1"/>
          </p:cNvSpPr>
          <p:nvPr/>
        </p:nvSpPr>
        <p:spPr bwMode="auto">
          <a:xfrm flipV="1">
            <a:off x="2323718" y="2326881"/>
            <a:ext cx="1774011" cy="20563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0" name="Freeform 63"/>
          <p:cNvSpPr/>
          <p:nvPr/>
        </p:nvSpPr>
        <p:spPr bwMode="auto">
          <a:xfrm>
            <a:off x="2977301" y="2868637"/>
            <a:ext cx="2390247" cy="757294"/>
          </a:xfrm>
          <a:custGeom>
            <a:avLst/>
            <a:gdLst>
              <a:gd name="T0" fmla="*/ 0 w 1280"/>
              <a:gd name="T1" fmla="*/ 390 h 390"/>
              <a:gd name="T2" fmla="*/ 580 w 1280"/>
              <a:gd name="T3" fmla="*/ 0 h 390"/>
              <a:gd name="T4" fmla="*/ 1280 w 1280"/>
              <a:gd name="T5" fmla="*/ 39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80" h="390">
                <a:moveTo>
                  <a:pt x="0" y="390"/>
                </a:moveTo>
                <a:cubicBezTo>
                  <a:pt x="183" y="195"/>
                  <a:pt x="367" y="0"/>
                  <a:pt x="580" y="0"/>
                </a:cubicBezTo>
                <a:cubicBezTo>
                  <a:pt x="793" y="0"/>
                  <a:pt x="1036" y="195"/>
                  <a:pt x="1280" y="390"/>
                </a:cubicBezTo>
              </a:path>
            </a:pathLst>
          </a:custGeom>
          <a:noFill/>
          <a:ln w="19050">
            <a:solidFill>
              <a:srgbClr val="0070C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Freeform 64"/>
          <p:cNvSpPr/>
          <p:nvPr/>
        </p:nvSpPr>
        <p:spPr bwMode="auto">
          <a:xfrm>
            <a:off x="2249023" y="3625931"/>
            <a:ext cx="709605" cy="466027"/>
          </a:xfrm>
          <a:custGeom>
            <a:avLst/>
            <a:gdLst>
              <a:gd name="T0" fmla="*/ 380 w 380"/>
              <a:gd name="T1" fmla="*/ 0 h 240"/>
              <a:gd name="T2" fmla="*/ 150 w 380"/>
              <a:gd name="T3" fmla="*/ 189 h 240"/>
              <a:gd name="T4" fmla="*/ 0 w 380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0" h="240">
                <a:moveTo>
                  <a:pt x="380" y="0"/>
                </a:moveTo>
                <a:cubicBezTo>
                  <a:pt x="296" y="74"/>
                  <a:pt x="213" y="149"/>
                  <a:pt x="150" y="189"/>
                </a:cubicBezTo>
                <a:cubicBezTo>
                  <a:pt x="87" y="229"/>
                  <a:pt x="43" y="234"/>
                  <a:pt x="0" y="240"/>
                </a:cubicBezTo>
              </a:path>
            </a:pathLst>
          </a:custGeom>
          <a:noFill/>
          <a:ln w="19050">
            <a:solidFill>
              <a:srgbClr val="0070C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439460" y="2627857"/>
          <a:ext cx="1450954" cy="62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4" name="Equation" r:id="rId15" imgW="13716000" imgH="4876800" progId="Equation.DSMT4">
                  <p:embed/>
                </p:oleObj>
              </mc:Choice>
              <mc:Fallback>
                <p:oleObj name="Equation" r:id="rId15" imgW="13716000" imgH="4876800" progId="Equation.DSMT4">
                  <p:embed/>
                  <p:pic>
                    <p:nvPicPr>
                      <p:cNvPr id="0" name="图片 432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39460" y="2627857"/>
                        <a:ext cx="1450954" cy="6213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690640" y="1866679"/>
          <a:ext cx="935558" cy="5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5" name="Equation" r:id="rId17" imgW="8839200" imgH="3962400" progId="Equation.DSMT4">
                  <p:embed/>
                </p:oleObj>
              </mc:Choice>
              <mc:Fallback>
                <p:oleObj name="Equation" r:id="rId17" imgW="8839200" imgH="3962400" progId="Equation.DSMT4">
                  <p:embed/>
                  <p:pic>
                    <p:nvPicPr>
                      <p:cNvPr id="0" name="图片 432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90640" y="1866679"/>
                        <a:ext cx="935558" cy="504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ldLvl="0" animBg="1"/>
      <p:bldP spid="58" grpId="0" bldLvl="0" animBg="1"/>
      <p:bldP spid="59" grpId="0" bldLvl="0" animBg="1"/>
      <p:bldP spid="60" grpId="0" bldLvl="0" animBg="1"/>
      <p:bldP spid="49" grpId="0" bldLvl="0" animBg="1"/>
      <p:bldP spid="50" grpId="0" bldLvl="0" animBg="1"/>
      <p:bldP spid="51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430080" y="811193"/>
            <a:ext cx="169195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alt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3</a:t>
            </a:r>
            <a:r>
              <a:rPr lang="en-US" sz="3200" b="1" kern="1200" dirty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. </a:t>
            </a:r>
            <a:r>
              <a:rPr lang="zh-CN" altLang="en-US" sz="3200" b="1" kern="12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当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22573" y="939463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1059180" imgH="457200" progId="Equation.DSMT4">
                  <p:embed/>
                </p:oleObj>
              </mc:Choice>
              <mc:Fallback>
                <p:oleObj name="Equation" r:id="rId1" imgW="1059180" imgH="4572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22573" y="939463"/>
                        <a:ext cx="90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4023891" y="851833"/>
            <a:ext cx="4830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时，以下关系哪些是正确的？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430080" y="1718851"/>
          <a:ext cx="30099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" name="Equation" r:id="rId3" imgW="72237600" imgH="11582400" progId="Equation.DSMT4">
                  <p:embed/>
                </p:oleObj>
              </mc:Choice>
              <mc:Fallback>
                <p:oleObj name="Equation" r:id="rId3" imgW="72237600" imgH="11582400" progId="Equation.DSMT4">
                  <p:embed/>
                  <p:pic>
                    <p:nvPicPr>
                      <p:cNvPr id="0" name="图片 4420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0080" y="1718851"/>
                        <a:ext cx="30099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65727" y="1710755"/>
          <a:ext cx="26527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8" name="Equation" r:id="rId5" imgW="63398400" imgH="11582400" progId="Equation.DSMT4">
                  <p:embed/>
                </p:oleObj>
              </mc:Choice>
              <mc:Fallback>
                <p:oleObj name="Equation" r:id="rId5" imgW="63398400" imgH="11582400" progId="Equation.DSMT4">
                  <p:embed/>
                  <p:pic>
                    <p:nvPicPr>
                      <p:cNvPr id="0" name="图片 4420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5727" y="1710755"/>
                        <a:ext cx="2652713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613075" y="1695346"/>
          <a:ext cx="3254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9" name="Equation" r:id="rId7" imgW="78333600" imgH="11887200" progId="Equation.DSMT4">
                  <p:embed/>
                </p:oleObj>
              </mc:Choice>
              <mc:Fallback>
                <p:oleObj name="Equation" r:id="rId7" imgW="78333600" imgH="11887200" progId="Equation.DSMT4">
                  <p:embed/>
                  <p:pic>
                    <p:nvPicPr>
                      <p:cNvPr id="0" name="图片 4420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13075" y="1695346"/>
                        <a:ext cx="325437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1430080" y="2549793"/>
            <a:ext cx="82089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高阶无穷小代表的是一类（而不是一个）函数，</a:t>
            </a:r>
            <a:endParaRPr lang="zh-CN" sz="1200" dirty="0"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80809" y="3334494"/>
          <a:ext cx="419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0" name="Equation" r:id="rId9" imgW="10058400" imgH="11582400" progId="Equation.DSMT4">
                  <p:embed/>
                </p:oleObj>
              </mc:Choice>
              <mc:Fallback>
                <p:oleObj name="Equation" r:id="rId9" imgW="10058400" imgH="11582400" progId="Equation.DSMT4">
                  <p:embed/>
                  <p:pic>
                    <p:nvPicPr>
                      <p:cNvPr id="0" name="图片 4420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0809" y="3334494"/>
                        <a:ext cx="4191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95249" y="3255755"/>
          <a:ext cx="2992438" cy="501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1" name="Equation" r:id="rId11" imgW="71628000" imgH="11887200" progId="Equation.DSMT4">
                  <p:embed/>
                </p:oleObj>
              </mc:Choice>
              <mc:Fallback>
                <p:oleObj name="Equation" r:id="rId11" imgW="71628000" imgH="11887200" progId="Equation.DSMT4">
                  <p:embed/>
                  <p:pic>
                    <p:nvPicPr>
                      <p:cNvPr id="0" name="图片 4421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95249" y="3255755"/>
                        <a:ext cx="2992438" cy="501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2288068" y="3254495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6313946" y="3239890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859182" y="3248770"/>
          <a:ext cx="1612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2" name="Equation" r:id="rId13" imgW="38709600" imgH="9448800" progId="Equation.DSMT4">
                  <p:embed/>
                </p:oleObj>
              </mc:Choice>
              <mc:Fallback>
                <p:oleObj name="Equation" r:id="rId13" imgW="38709600" imgH="9448800" progId="Equation.DSMT4">
                  <p:embed/>
                  <p:pic>
                    <p:nvPicPr>
                      <p:cNvPr id="0" name="图片 4421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9182" y="3248770"/>
                        <a:ext cx="1612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8544368" y="3240525"/>
            <a:ext cx="19723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）错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766575" y="4167093"/>
          <a:ext cx="482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3" name="Equation" r:id="rId15" imgW="11582400" imgH="11582400" progId="Equation.DSMT4">
                  <p:embed/>
                </p:oleObj>
              </mc:Choice>
              <mc:Fallback>
                <p:oleObj name="Equation" r:id="rId15" imgW="11582400" imgH="11582400" progId="Equation.DSMT4">
                  <p:embed/>
                  <p:pic>
                    <p:nvPicPr>
                      <p:cNvPr id="0" name="图片 4421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66575" y="4167093"/>
                        <a:ext cx="4826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2349426" y="418297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953784" y="4162014"/>
          <a:ext cx="20383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4" name="Equation" r:id="rId17" imgW="48768000" imgH="11582400" progId="Equation.DSMT4">
                  <p:embed/>
                </p:oleObj>
              </mc:Choice>
              <mc:Fallback>
                <p:oleObj name="Equation" r:id="rId17" imgW="48768000" imgH="11582400" progId="Equation.DSMT4">
                  <p:embed/>
                  <p:pic>
                    <p:nvPicPr>
                      <p:cNvPr id="0" name="图片 4421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53784" y="4162014"/>
                        <a:ext cx="20383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5056270" y="418297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661263" y="3930239"/>
          <a:ext cx="1925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5" name="Equation" r:id="rId19" imgW="46024800" imgH="21640800" progId="Equation.DSMT4">
                  <p:embed/>
                </p:oleObj>
              </mc:Choice>
              <mc:Fallback>
                <p:oleObj name="Equation" r:id="rId19" imgW="46024800" imgH="21640800" progId="Equation.DSMT4">
                  <p:embed/>
                  <p:pic>
                    <p:nvPicPr>
                      <p:cNvPr id="0" name="图片 4421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61263" y="3930239"/>
                        <a:ext cx="19256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7650997" y="4247749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707592" y="4975572"/>
          <a:ext cx="1925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6" name="Equation" r:id="rId21" imgW="46024800" imgH="21640800" progId="Equation.DSMT4">
                  <p:embed/>
                </p:oleObj>
              </mc:Choice>
              <mc:Fallback>
                <p:oleObj name="Equation" r:id="rId21" imgW="46024800" imgH="21640800" progId="Equation.DSMT4">
                  <p:embed/>
                  <p:pic>
                    <p:nvPicPr>
                      <p:cNvPr id="0" name="图片 4421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07592" y="4975572"/>
                        <a:ext cx="19256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5857116" y="5181957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494755" y="5211792"/>
          <a:ext cx="18796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7" name="Equation" r:id="rId23" imgW="45110400" imgH="11582400" progId="Equation.DSMT4">
                  <p:embed/>
                </p:oleObj>
              </mc:Choice>
              <mc:Fallback>
                <p:oleObj name="Equation" r:id="rId23" imgW="45110400" imgH="11582400" progId="Equation.DSMT4">
                  <p:embed/>
                  <p:pic>
                    <p:nvPicPr>
                      <p:cNvPr id="0" name="图片 44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94755" y="5211792"/>
                        <a:ext cx="18796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 bwMode="auto">
          <a:xfrm>
            <a:off x="8471629" y="5180052"/>
            <a:ext cx="19723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5" grpId="0"/>
      <p:bldP spid="16" grpId="0"/>
      <p:bldP spid="19" grpId="0"/>
      <p:bldP spid="21" grpId="0"/>
      <p:bldP spid="24" grpId="0"/>
      <p:bldP spid="27" grpId="0"/>
      <p:bldP spid="30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065655" y="1023883"/>
          <a:ext cx="457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" imgW="10972800" imgH="11582400" progId="Equation.DSMT4">
                  <p:embed/>
                </p:oleObj>
              </mc:Choice>
              <mc:Fallback>
                <p:oleObj name="Equation" r:id="rId1" imgW="10972800" imgH="115824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5655" y="1023883"/>
                        <a:ext cx="4572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 bwMode="auto">
          <a:xfrm>
            <a:off x="2593796" y="99091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01988" y="945143"/>
          <a:ext cx="20256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8" name="Equation" r:id="rId3" imgW="48463200" imgH="14020800" progId="Equation.DSMT4">
                  <p:embed/>
                </p:oleObj>
              </mc:Choice>
              <mc:Fallback>
                <p:oleObj name="Equation" r:id="rId3" imgW="48463200" imgH="14020800" progId="Equation.DSMT4">
                  <p:embed/>
                  <p:pic>
                    <p:nvPicPr>
                      <p:cNvPr id="0" name="图片 4512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1988" y="945143"/>
                        <a:ext cx="2025650" cy="592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5296155" y="93439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07498" y="673403"/>
          <a:ext cx="1925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9" name="Equation" r:id="rId5" imgW="46024800" imgH="21640800" progId="Equation.DSMT4">
                  <p:embed/>
                </p:oleObj>
              </mc:Choice>
              <mc:Fallback>
                <p:oleObj name="Equation" r:id="rId5" imgW="46024800" imgH="21640800" progId="Equation.DSMT4">
                  <p:embed/>
                  <p:pic>
                    <p:nvPicPr>
                      <p:cNvPr id="0" name="图片 4512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7498" y="673403"/>
                        <a:ext cx="19256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7845162" y="93439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684603" y="2041684"/>
          <a:ext cx="39401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0" name="Equation" r:id="rId7" imgW="94183200" imgH="21640800" progId="Equation.DSMT4">
                  <p:embed/>
                </p:oleObj>
              </mc:Choice>
              <mc:Fallback>
                <p:oleObj name="Equation" r:id="rId7" imgW="94183200" imgH="21640800" progId="Equation.DSMT4">
                  <p:embed/>
                  <p:pic>
                    <p:nvPicPr>
                      <p:cNvPr id="0" name="图片 4512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84603" y="2041684"/>
                        <a:ext cx="39401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831725" y="3675901"/>
            <a:ext cx="19723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775520" y="260648"/>
            <a:ext cx="129614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alt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4. 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3071662" y="260648"/>
            <a:ext cx="698477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试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的值，使下列各函数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zh-CN" altLang="en-US" sz="2800" b="1" i="1" baseline="30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775520" y="870248"/>
            <a:ext cx="5187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指定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变化过程中为同阶无穷小．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34432" y="1393468"/>
          <a:ext cx="4875213" cy="476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tion" r:id="rId1" imgW="117348000" imgH="11582400" progId="Equation.DSMT4">
                  <p:embed/>
                </p:oleObj>
              </mc:Choice>
              <mc:Fallback>
                <p:oleObj name="Equation" r:id="rId1" imgW="117348000" imgH="11582400" progId="Equation.DSMT4">
                  <p:embed/>
                  <p:pic>
                    <p:nvPicPr>
                      <p:cNvPr id="0" name="图片 460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4432" y="1393468"/>
                        <a:ext cx="4875213" cy="476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34432" y="1916832"/>
          <a:ext cx="48847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8" name="Equation" r:id="rId3" imgW="117043200" imgH="11887200" progId="Equation.DSMT4">
                  <p:embed/>
                </p:oleObj>
              </mc:Choice>
              <mc:Fallback>
                <p:oleObj name="Equation" r:id="rId3" imgW="117043200" imgH="11887200" progId="Equation.DSMT4">
                  <p:embed/>
                  <p:pic>
                    <p:nvPicPr>
                      <p:cNvPr id="0" name="图片 4616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4432" y="1916832"/>
                        <a:ext cx="4884738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134432" y="2348880"/>
          <a:ext cx="434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5" imgW="104241600" imgH="21336000" progId="Equation.DSMT4">
                  <p:embed/>
                </p:oleObj>
              </mc:Choice>
              <mc:Fallback>
                <p:oleObj name="Equation" r:id="rId5" imgW="104241600" imgH="21336000" progId="Equation.DSMT4">
                  <p:embed/>
                  <p:pic>
                    <p:nvPicPr>
                      <p:cNvPr id="0" name="图片 4616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4432" y="2348880"/>
                        <a:ext cx="4343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34432" y="3344213"/>
          <a:ext cx="5008563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0" name="Equation" r:id="rId7" imgW="120396000" imgH="14630400" progId="Equation.DSMT4">
                  <p:embed/>
                </p:oleObj>
              </mc:Choice>
              <mc:Fallback>
                <p:oleObj name="Equation" r:id="rId7" imgW="120396000" imgH="14630400" progId="Equation.DSMT4">
                  <p:embed/>
                  <p:pic>
                    <p:nvPicPr>
                      <p:cNvPr id="0" name="图片 4616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4432" y="3344213"/>
                        <a:ext cx="5008563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847528" y="4005064"/>
            <a:ext cx="6977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考虑除式的非零极限（先判断再计算）</a:t>
            </a:r>
            <a:endParaRPr kumimoji="1" lang="zh-CN" altLang="en-US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847528" y="4653136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72370" y="4437112"/>
          <a:ext cx="639603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1" name="Equation" r:id="rId9" imgW="153924000" imgH="22555200" progId="Equation.DSMT4">
                  <p:embed/>
                </p:oleObj>
              </mc:Choice>
              <mc:Fallback>
                <p:oleObj name="Equation" r:id="rId9" imgW="153924000" imgH="22555200" progId="Equation.DSMT4">
                  <p:embed/>
                  <p:pic>
                    <p:nvPicPr>
                      <p:cNvPr id="0" name="图片 4617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72370" y="4437112"/>
                        <a:ext cx="6396038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042603" y="5455226"/>
          <a:ext cx="45862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name="Equation" r:id="rId11" imgW="131673600" imgH="20116800" progId="Equation.DSMT4">
                  <p:embed/>
                </p:oleObj>
              </mc:Choice>
              <mc:Fallback>
                <p:oleObj name="Equation" r:id="rId11" imgW="131673600" imgH="20116800" progId="Equation.DSMT4">
                  <p:embed/>
                  <p:pic>
                    <p:nvPicPr>
                      <p:cNvPr id="0" name="图片 4617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2603" y="5455226"/>
                        <a:ext cx="4586287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887079" y="5567144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3200" b="1" kern="1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所以</a:t>
            </a:r>
            <a:endParaRPr lang="zh-CN" sz="3200" b="1" kern="1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955529" y="5710019"/>
          <a:ext cx="8128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3" name="Equation" r:id="rId13" imgW="19507200" imgH="7620000" progId="Equation.DSMT4">
                  <p:embed/>
                </p:oleObj>
              </mc:Choice>
              <mc:Fallback>
                <p:oleObj name="Equation" r:id="rId13" imgW="19507200" imgH="7620000" progId="Equation.DSMT4">
                  <p:embed/>
                  <p:pic>
                    <p:nvPicPr>
                      <p:cNvPr id="0" name="图片 4617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55529" y="5710019"/>
                        <a:ext cx="8128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775520" y="343219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15680" y="449362"/>
          <a:ext cx="3644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5" name="Equation" r:id="rId1" imgW="87477600" imgH="9448800" progId="Equation.DSMT4">
                  <p:embed/>
                </p:oleObj>
              </mc:Choice>
              <mc:Fallback>
                <p:oleObj name="Equation" r:id="rId1" imgW="87477600" imgH="9448800" progId="Equation.DSMT4">
                  <p:embed/>
                  <p:pic>
                    <p:nvPicPr>
                      <p:cNvPr id="0" name="图片 471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5680" y="449362"/>
                        <a:ext cx="36449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7032104" y="34321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577446" y="449361"/>
          <a:ext cx="26971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7" name="Equation" r:id="rId3" imgW="64922400" imgH="9448800" progId="Equation.DSMT4">
                  <p:embed/>
                </p:oleObj>
              </mc:Choice>
              <mc:Fallback>
                <p:oleObj name="Equation" r:id="rId3" imgW="64922400" imgH="9448800" progId="Equation.DSMT4">
                  <p:embed/>
                  <p:pic>
                    <p:nvPicPr>
                      <p:cNvPr id="0" name="图片 471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77446" y="449361"/>
                        <a:ext cx="26971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2639616" y="980728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3200" b="1" kern="1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所以</a:t>
            </a:r>
            <a:endParaRPr lang="zh-CN" sz="12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716486" y="1123602"/>
          <a:ext cx="795338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8" name="Equation" r:id="rId5" imgW="18897600" imgH="7620000" progId="Equation.DSMT4">
                  <p:embed/>
                </p:oleObj>
              </mc:Choice>
              <mc:Fallback>
                <p:oleObj name="Equation" r:id="rId5" imgW="18897600" imgH="7620000" progId="Equation.DSMT4">
                  <p:embed/>
                  <p:pic>
                    <p:nvPicPr>
                      <p:cNvPr id="0" name="图片 471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6486" y="1123602"/>
                        <a:ext cx="795338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1775520" y="1552415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079776" y="1700808"/>
          <a:ext cx="2260600" cy="170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9" name="Equation" r:id="rId7" imgW="54254400" imgH="41148000" progId="Equation.DSMT4">
                  <p:embed/>
                </p:oleObj>
              </mc:Choice>
              <mc:Fallback>
                <p:oleObj name="Equation" r:id="rId7" imgW="54254400" imgH="41148000" progId="Equation.DSMT4">
                  <p:embed/>
                  <p:pic>
                    <p:nvPicPr>
                      <p:cNvPr id="0" name="图片 471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79776" y="1700808"/>
                        <a:ext cx="2260600" cy="170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6"/>
          <p:cNvSpPr txBox="1"/>
          <p:nvPr/>
        </p:nvSpPr>
        <p:spPr bwMode="auto">
          <a:xfrm>
            <a:off x="6960096" y="2249195"/>
            <a:ext cx="8905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877450" y="2348880"/>
          <a:ext cx="10398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0" name="Equation" r:id="rId9" imgW="24688800" imgH="7620000" progId="Equation.DSMT4">
                  <p:embed/>
                </p:oleObj>
              </mc:Choice>
              <mc:Fallback>
                <p:oleObj name="Equation" r:id="rId9" imgW="24688800" imgH="7620000" progId="Equation.DSMT4">
                  <p:embed/>
                  <p:pic>
                    <p:nvPicPr>
                      <p:cNvPr id="0" name="图片 471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77450" y="2348880"/>
                        <a:ext cx="1039813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1775520" y="3429000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13644" y="4060510"/>
          <a:ext cx="4948238" cy="1060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1" name="Equation" r:id="rId11" imgW="118567200" imgH="25298400" progId="Equation.DSMT4">
                  <p:embed/>
                </p:oleObj>
              </mc:Choice>
              <mc:Fallback>
                <p:oleObj name="Equation" r:id="rId11" imgW="118567200" imgH="25298400" progId="Equation.DSMT4">
                  <p:embed/>
                  <p:pic>
                    <p:nvPicPr>
                      <p:cNvPr id="0" name="图片 471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3644" y="4060510"/>
                        <a:ext cx="4948238" cy="1060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6"/>
          <p:cNvSpPr txBox="1"/>
          <p:nvPr/>
        </p:nvSpPr>
        <p:spPr bwMode="auto">
          <a:xfrm>
            <a:off x="2623937" y="5517232"/>
            <a:ext cx="8905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altLang="en-US" sz="28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541291" y="5351463"/>
          <a:ext cx="8985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Equation" r:id="rId13" imgW="21336000" imgH="20116800" progId="Equation.DSMT4">
                  <p:embed/>
                </p:oleObj>
              </mc:Choice>
              <mc:Fallback>
                <p:oleObj name="Equation" r:id="rId13" imgW="21336000" imgH="20116800" progId="Equation.DSMT4">
                  <p:embed/>
                  <p:pic>
                    <p:nvPicPr>
                      <p:cNvPr id="0" name="图片 4719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41291" y="5351463"/>
                        <a:ext cx="898525" cy="855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bldLvl="0" animBg="1"/>
      <p:bldP spid="12" grpId="0"/>
      <p:bldP spid="15" grpId="0"/>
      <p:bldP spid="17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2770" y="384602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等价无穷量小替换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47270" y="968539"/>
            <a:ext cx="64458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（等价无穷小量替换定理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293226" y="1035838"/>
          <a:ext cx="15049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tion" r:id="rId1" imgW="36271200" imgH="9448800" progId="Equation.DSMT4">
                  <p:embed/>
                </p:oleObj>
              </mc:Choice>
              <mc:Fallback>
                <p:oleObj name="Equation" r:id="rId1" imgW="36271200" imgH="9448800" progId="Equation.DSMT4">
                  <p:embed/>
                  <p:pic>
                    <p:nvPicPr>
                      <p:cNvPr id="0" name="图片 481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93226" y="1035838"/>
                        <a:ext cx="15049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853243" y="1578258"/>
            <a:ext cx="64401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是自变量在同一变化过程中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的无穷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小量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292883" y="1664099"/>
          <a:ext cx="1023938" cy="34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1" name="Equation" r:id="rId3" imgW="24384000" imgH="8229600" progId="Equation.DSMT4">
                  <p:embed/>
                </p:oleObj>
              </mc:Choice>
              <mc:Fallback>
                <p:oleObj name="Equation" r:id="rId3" imgW="24384000" imgH="8229600" progId="Equation.DSMT4">
                  <p:embed/>
                  <p:pic>
                    <p:nvPicPr>
                      <p:cNvPr id="0" name="图片 4820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92883" y="1664099"/>
                        <a:ext cx="1023938" cy="349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91190" y="2254649"/>
          <a:ext cx="10493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2" name="Equation" r:id="rId5" imgW="24993600" imgH="9448800" progId="Equation.DSMT4">
                  <p:embed/>
                </p:oleObj>
              </mc:Choice>
              <mc:Fallback>
                <p:oleObj name="Equation" r:id="rId5" imgW="24993600" imgH="9448800" progId="Equation.DSMT4">
                  <p:embed/>
                  <p:pic>
                    <p:nvPicPr>
                      <p:cNvPr id="0" name="图片 4820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1190" y="2254649"/>
                        <a:ext cx="10493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26874" y="2049543"/>
          <a:ext cx="9207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3" name="Equation" r:id="rId7" imgW="22250400" imgH="20116800" progId="Equation.DSMT4">
                  <p:embed/>
                </p:oleObj>
              </mc:Choice>
              <mc:Fallback>
                <p:oleObj name="Equation" r:id="rId7" imgW="22250400" imgH="20116800" progId="Equation.DSMT4">
                  <p:embed/>
                  <p:pic>
                    <p:nvPicPr>
                      <p:cNvPr id="0" name="图片 4820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6874" y="2049543"/>
                        <a:ext cx="9207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3040257" y="218734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94077" y="2187349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存在，则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23738" y="2967618"/>
          <a:ext cx="21796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4" name="Equation" r:id="rId9" imgW="52120800" imgH="20116800" progId="Equation.DSMT4">
                  <p:embed/>
                </p:oleObj>
              </mc:Choice>
              <mc:Fallback>
                <p:oleObj name="Equation" r:id="rId9" imgW="52120800" imgH="20116800" progId="Equation.DSMT4">
                  <p:embed/>
                  <p:pic>
                    <p:nvPicPr>
                      <p:cNvPr id="0" name="图片 4820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23738" y="2967618"/>
                        <a:ext cx="21796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991544" y="3689474"/>
            <a:ext cx="93610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109654" y="4221455"/>
          <a:ext cx="35544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5" name="Equation" r:id="rId11" imgW="85039200" imgH="23774400" progId="Equation.DSMT4">
                  <p:embed/>
                </p:oleObj>
              </mc:Choice>
              <mc:Fallback>
                <p:oleObj name="Equation" r:id="rId11" imgW="85039200" imgH="23774400" progId="Equation.DSMT4">
                  <p:embed/>
                  <p:pic>
                    <p:nvPicPr>
                      <p:cNvPr id="0" name="图片 4820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9654" y="4221455"/>
                        <a:ext cx="3554413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22"/>
          <p:cNvSpPr txBox="1"/>
          <p:nvPr/>
        </p:nvSpPr>
        <p:spPr bwMode="auto">
          <a:xfrm>
            <a:off x="1991544" y="5301208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证毕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.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8206" name="Object 78"/>
          <p:cNvGraphicFramePr>
            <a:graphicFrameLocks noChangeAspect="1"/>
          </p:cNvGraphicFramePr>
          <p:nvPr/>
        </p:nvGraphicFramePr>
        <p:xfrm>
          <a:off x="5752852" y="4263886"/>
          <a:ext cx="4648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111556800" imgH="21640800" progId="Equation.DSMT4">
                  <p:embed/>
                </p:oleObj>
              </mc:Choice>
              <mc:Fallback>
                <p:oleObj name="Equation" r:id="rId13" imgW="111556800" imgH="21640800" progId="Equation.DSMT4">
                  <p:embed/>
                  <p:pic>
                    <p:nvPicPr>
                      <p:cNvPr id="0" name="图片 4820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52852" y="4263886"/>
                        <a:ext cx="4648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/>
      <p:bldP spid="17" grpId="0" bldLvl="0" animBg="1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56180" y="434975"/>
            <a:ext cx="34023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设对同一变化过程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642610" y="385445"/>
            <a:ext cx="2572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为无穷小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532255" y="450215"/>
            <a:ext cx="136525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456180" y="988695"/>
            <a:ext cx="19723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的性质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098862" y="385500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由等价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无穷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276725" y="1016000"/>
            <a:ext cx="51898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可得简化某些极限运算的规则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31"/>
          <p:cNvGraphicFramePr>
            <a:graphicFrameLocks noChangeAspect="1"/>
          </p:cNvGraphicFramePr>
          <p:nvPr/>
        </p:nvGraphicFramePr>
        <p:xfrm>
          <a:off x="4108450" y="1767663"/>
          <a:ext cx="13842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1" imgW="33223200" imgH="10363200" progId="Equation.DSMT4">
                  <p:embed/>
                </p:oleObj>
              </mc:Choice>
              <mc:Fallback>
                <p:oleObj name="Equation" r:id="rId1" imgW="33223200" imgH="103632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08450" y="1767663"/>
                        <a:ext cx="13842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8"/>
          <p:cNvGraphicFramePr>
            <a:graphicFrameLocks noChangeAspect="1"/>
          </p:cNvGraphicFramePr>
          <p:nvPr/>
        </p:nvGraphicFramePr>
        <p:xfrm>
          <a:off x="5519936" y="3084001"/>
          <a:ext cx="2159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19" name="Equation" r:id="rId3" imgW="51816000" imgH="11582400" progId="Equation.DSMT4">
                  <p:embed/>
                </p:oleObj>
              </mc:Choice>
              <mc:Fallback>
                <p:oleObj name="Equation" r:id="rId3" imgW="51816000" imgH="11582400" progId="Equation.DSMT4">
                  <p:embed/>
                  <p:pic>
                    <p:nvPicPr>
                      <p:cNvPr id="0" name="图片 4931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9936" y="3084001"/>
                        <a:ext cx="215900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1"/>
          <p:cNvGraphicFramePr>
            <a:graphicFrameLocks noChangeAspect="1"/>
          </p:cNvGraphicFramePr>
          <p:nvPr/>
        </p:nvGraphicFramePr>
        <p:xfrm>
          <a:off x="1758950" y="4674592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0" name="Equation" r:id="rId5" imgW="56388000" imgH="11582400" progId="Equation.DSMT4">
                  <p:embed/>
                </p:oleObj>
              </mc:Choice>
              <mc:Fallback>
                <p:oleObj name="Equation" r:id="rId5" imgW="56388000" imgH="11582400" progId="Equation.DSMT4">
                  <p:embed/>
                  <p:pic>
                    <p:nvPicPr>
                      <p:cNvPr id="0" name="图片 4931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8950" y="4674592"/>
                        <a:ext cx="2349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4"/>
          <p:cNvGraphicFramePr>
            <a:graphicFrameLocks noChangeAspect="1"/>
          </p:cNvGraphicFramePr>
          <p:nvPr/>
        </p:nvGraphicFramePr>
        <p:xfrm>
          <a:off x="5519936" y="4733900"/>
          <a:ext cx="1968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1" name="Equation" r:id="rId7" imgW="47244000" imgH="11887200" progId="Equation.DSMT4">
                  <p:embed/>
                </p:oleObj>
              </mc:Choice>
              <mc:Fallback>
                <p:oleObj name="Equation" r:id="rId7" imgW="47244000" imgH="11887200" progId="Equation.DSMT4">
                  <p:embed/>
                  <p:pic>
                    <p:nvPicPr>
                      <p:cNvPr id="0" name="图片 4932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9936" y="4733900"/>
                        <a:ext cx="19685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 bwMode="auto">
          <a:xfrm>
            <a:off x="1647825" y="1722438"/>
            <a:ext cx="2333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519936" y="3632820"/>
          <a:ext cx="2997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2" name="Equation" r:id="rId9" imgW="71932800" imgH="21031200" progId="Equation.DSMT4">
                  <p:embed/>
                </p:oleObj>
              </mc:Choice>
              <mc:Fallback>
                <p:oleObj name="Equation" r:id="rId9" imgW="71932800" imgH="21031200" progId="Equation.DSMT4">
                  <p:embed/>
                  <p:pic>
                    <p:nvPicPr>
                      <p:cNvPr id="0" name="图片 493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19936" y="3632820"/>
                        <a:ext cx="29972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758950" y="5472038"/>
          <a:ext cx="2393951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3" name="Equation" r:id="rId11" imgW="57607200" imgH="11887200" progId="Equation.DSMT4">
                  <p:embed/>
                </p:oleObj>
              </mc:Choice>
              <mc:Fallback>
                <p:oleObj name="Equation" r:id="rId11" imgW="57607200" imgH="11887200" progId="Equation.DSMT4">
                  <p:embed/>
                  <p:pic>
                    <p:nvPicPr>
                      <p:cNvPr id="0" name="图片 4932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8950" y="5472038"/>
                        <a:ext cx="2393951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5519936" y="5453980"/>
          <a:ext cx="42656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4" name="Equation" r:id="rId13" imgW="102717600" imgH="11887200" progId="Equation.DSMT4">
                  <p:embed/>
                </p:oleObj>
              </mc:Choice>
              <mc:Fallback>
                <p:oleObj name="Equation" r:id="rId13" imgW="102717600" imgH="11887200" progId="Equation.DSMT4">
                  <p:embed/>
                  <p:pic>
                    <p:nvPicPr>
                      <p:cNvPr id="0" name="图片 4932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19936" y="5453980"/>
                        <a:ext cx="4265613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3071664" y="5978673"/>
          <a:ext cx="17954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5" name="Equation" r:id="rId15" imgW="43281600" imgH="11582400" progId="Equation.DSMT4">
                  <p:embed/>
                </p:oleObj>
              </mc:Choice>
              <mc:Fallback>
                <p:oleObj name="Equation" r:id="rId15" imgW="43281600" imgH="11582400" progId="Equation.DSMT4">
                  <p:embed/>
                  <p:pic>
                    <p:nvPicPr>
                      <p:cNvPr id="0" name="图片 4932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71664" y="5978673"/>
                        <a:ext cx="1795463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758950" y="2382500"/>
          <a:ext cx="17621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6" name="Equation" r:id="rId17" imgW="42062400" imgH="11582400" progId="Equation.DSMT4">
                  <p:embed/>
                </p:oleObj>
              </mc:Choice>
              <mc:Fallback>
                <p:oleObj name="Equation" r:id="rId17" imgW="42062400" imgH="11582400" progId="Equation.DSMT4">
                  <p:embed/>
                  <p:pic>
                    <p:nvPicPr>
                      <p:cNvPr id="0" name="图片 4932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58950" y="2382500"/>
                        <a:ext cx="176212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5519936" y="2348880"/>
          <a:ext cx="1854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7" name="Equation" r:id="rId19" imgW="44500800" imgH="11582400" progId="Equation.DSMT4">
                  <p:embed/>
                </p:oleObj>
              </mc:Choice>
              <mc:Fallback>
                <p:oleObj name="Equation" r:id="rId19" imgW="44500800" imgH="11582400" progId="Equation.DSMT4">
                  <p:embed/>
                  <p:pic>
                    <p:nvPicPr>
                      <p:cNvPr id="0" name="图片 4932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19936" y="2348880"/>
                        <a:ext cx="18542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5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1758950" y="3010470"/>
          <a:ext cx="2232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8" name="Equation" r:id="rId21" imgW="53340000" imgH="11582400" progId="Equation.DSMT4">
                  <p:embed/>
                </p:oleObj>
              </mc:Choice>
              <mc:Fallback>
                <p:oleObj name="Equation" r:id="rId21" imgW="53340000" imgH="11582400" progId="Equation.DSMT4">
                  <p:embed/>
                  <p:pic>
                    <p:nvPicPr>
                      <p:cNvPr id="0" name="图片 4932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58950" y="3010470"/>
                        <a:ext cx="223202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5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1758950" y="3560812"/>
          <a:ext cx="25177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9" name="Equation" r:id="rId23" imgW="60655200" imgH="21031200" progId="Equation.DSMT4">
                  <p:embed/>
                </p:oleObj>
              </mc:Choice>
              <mc:Fallback>
                <p:oleObj name="Equation" r:id="rId23" imgW="60655200" imgH="21031200" progId="Equation.DSMT4">
                  <p:embed/>
                  <p:pic>
                    <p:nvPicPr>
                      <p:cNvPr id="0" name="图片 4932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58950" y="3560812"/>
                        <a:ext cx="2517775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47528" y="260648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alt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15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4247" y="870248"/>
          <a:ext cx="25304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tion" r:id="rId1" imgW="60960000" imgH="21336000" progId="Equation.DSMT4">
                  <p:embed/>
                </p:oleObj>
              </mc:Choice>
              <mc:Fallback>
                <p:oleObj name="Equation" r:id="rId1" imgW="60960000" imgH="21336000" progId="Equation.DSMT4">
                  <p:embed/>
                  <p:pic>
                    <p:nvPicPr>
                      <p:cNvPr id="0" name="图片 501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4247" y="870248"/>
                        <a:ext cx="253047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392863" y="980728"/>
          <a:ext cx="3022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5" name="Equation" r:id="rId3" imgW="72542400" imgH="20116800" progId="Equation.DSMT4">
                  <p:embed/>
                </p:oleObj>
              </mc:Choice>
              <mc:Fallback>
                <p:oleObj name="Equation" r:id="rId3" imgW="72542400" imgH="20116800" progId="Equation.DSMT4">
                  <p:embed/>
                  <p:pic>
                    <p:nvPicPr>
                      <p:cNvPr id="0" name="图片 502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92863" y="980728"/>
                        <a:ext cx="3022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4247" y="2054589"/>
          <a:ext cx="30892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6" name="Equation" r:id="rId5" imgW="74371200" imgH="20116800" progId="Equation.DSMT4">
                  <p:embed/>
                </p:oleObj>
              </mc:Choice>
              <mc:Fallback>
                <p:oleObj name="Equation" r:id="rId5" imgW="74371200" imgH="20116800" progId="Equation.DSMT4">
                  <p:embed/>
                  <p:pic>
                    <p:nvPicPr>
                      <p:cNvPr id="0" name="图片 502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4247" y="2054589"/>
                        <a:ext cx="3089275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92863" y="1966805"/>
          <a:ext cx="3632200" cy="97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7" name="Equation" r:id="rId7" imgW="87172800" imgH="23164800" progId="Equation.DSMT4">
                  <p:embed/>
                </p:oleObj>
              </mc:Choice>
              <mc:Fallback>
                <p:oleObj name="Equation" r:id="rId7" imgW="87172800" imgH="23164800" progId="Equation.DSMT4">
                  <p:embed/>
                  <p:pic>
                    <p:nvPicPr>
                      <p:cNvPr id="0" name="图片 502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2863" y="1966805"/>
                        <a:ext cx="3632200" cy="971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74247" y="3180192"/>
          <a:ext cx="2628901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8" name="Equation" r:id="rId9" imgW="63093600" imgH="19812000" progId="Equation.DSMT4">
                  <p:embed/>
                </p:oleObj>
              </mc:Choice>
              <mc:Fallback>
                <p:oleObj name="Equation" r:id="rId9" imgW="63093600" imgH="19812000" progId="Equation.DSMT4">
                  <p:embed/>
                  <p:pic>
                    <p:nvPicPr>
                      <p:cNvPr id="0" name="图片 502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4247" y="3180192"/>
                        <a:ext cx="2628901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392863" y="3092583"/>
          <a:ext cx="40132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9" name="Equation" r:id="rId11" imgW="96316800" imgH="20116800" progId="Equation.DSMT4">
                  <p:embed/>
                </p:oleObj>
              </mc:Choice>
              <mc:Fallback>
                <p:oleObj name="Equation" r:id="rId11" imgW="96316800" imgH="20116800" progId="Equation.DSMT4">
                  <p:embed/>
                  <p:pic>
                    <p:nvPicPr>
                      <p:cNvPr id="0" name="图片 502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92863" y="3092583"/>
                        <a:ext cx="40132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274247" y="4293096"/>
          <a:ext cx="2755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0" name="Equation" r:id="rId13" imgW="66141600" imgH="23469600" progId="Equation.DSMT4">
                  <p:embed/>
                </p:oleObj>
              </mc:Choice>
              <mc:Fallback>
                <p:oleObj name="Equation" r:id="rId13" imgW="66141600" imgH="23469600" progId="Equation.DSMT4">
                  <p:embed/>
                  <p:pic>
                    <p:nvPicPr>
                      <p:cNvPr id="0" name="图片 5027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74247" y="4293096"/>
                        <a:ext cx="27559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392863" y="4077072"/>
          <a:ext cx="3175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1" name="Equation" r:id="rId15" imgW="76200000" imgH="27127200" progId="Equation.DSMT4">
                  <p:embed/>
                </p:oleObj>
              </mc:Choice>
              <mc:Fallback>
                <p:oleObj name="Equation" r:id="rId15" imgW="76200000" imgH="27127200" progId="Equation.DSMT4">
                  <p:embed/>
                  <p:pic>
                    <p:nvPicPr>
                      <p:cNvPr id="0" name="图片 5028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92863" y="4077072"/>
                        <a:ext cx="3175000" cy="1138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23502" y="330384"/>
            <a:ext cx="89446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设法凑到已知的无穷小形式，在极限式中进行替换.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19789" y="1141130"/>
          <a:ext cx="4630738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Equation" r:id="rId1" imgW="111556800" imgH="31394400" progId="Equation.DSMT4">
                  <p:embed/>
                </p:oleObj>
              </mc:Choice>
              <mc:Fallback>
                <p:oleObj name="Equation" r:id="rId1" imgW="111556800" imgH="31394400" progId="Equation.DSMT4">
                  <p:embed/>
                  <p:pic>
                    <p:nvPicPr>
                      <p:cNvPr id="0" name="图片 512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789" y="1141130"/>
                        <a:ext cx="4630738" cy="1308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19789" y="2451115"/>
          <a:ext cx="713740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3" imgW="171297600" imgH="20116800" progId="Equation.DSMT4">
                  <p:embed/>
                </p:oleObj>
              </mc:Choice>
              <mc:Fallback>
                <p:oleObj name="Equation" r:id="rId3" imgW="171297600" imgH="20116800" progId="Equation.DSMT4">
                  <p:embed/>
                  <p:pic>
                    <p:nvPicPr>
                      <p:cNvPr id="0" name="图片 512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9789" y="2451115"/>
                        <a:ext cx="7137401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19789" y="3391029"/>
          <a:ext cx="5407026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5" imgW="130149600" imgH="31089600" progId="Equation.DSMT4">
                  <p:embed/>
                </p:oleObj>
              </mc:Choice>
              <mc:Fallback>
                <p:oleObj name="Equation" r:id="rId5" imgW="130149600" imgH="31089600" progId="Equation.DSMT4">
                  <p:embed/>
                  <p:pic>
                    <p:nvPicPr>
                      <p:cNvPr id="0" name="图片 512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789" y="3391029"/>
                        <a:ext cx="5407026" cy="1282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19536" y="4781450"/>
          <a:ext cx="6413501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7" imgW="153924000" imgH="29565600" progId="Equation.DSMT4">
                  <p:embed/>
                </p:oleObj>
              </mc:Choice>
              <mc:Fallback>
                <p:oleObj name="Equation" r:id="rId7" imgW="153924000" imgH="29565600" progId="Equation.DSMT4">
                  <p:embed/>
                  <p:pic>
                    <p:nvPicPr>
                      <p:cNvPr id="0" name="图片 512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536" y="4781450"/>
                        <a:ext cx="6413501" cy="1239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33935" y="550843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68762" y="624344"/>
          <a:ext cx="817563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5" name="Equation" r:id="rId1" imgW="19812000" imgH="8839200" progId="Equation.DSMT4">
                  <p:embed/>
                </p:oleObj>
              </mc:Choice>
              <mc:Fallback>
                <p:oleObj name="Equation" r:id="rId1" imgW="19812000" imgH="8839200" progId="Equation.DSMT4">
                  <p:embed/>
                  <p:pic>
                    <p:nvPicPr>
                      <p:cNvPr id="0" name="图片 522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68762" y="624344"/>
                        <a:ext cx="817563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181118" y="550843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则极限为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865671" y="115471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39533" y="1228368"/>
          <a:ext cx="8302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3" imgW="20116800" imgH="8839200" progId="Equation.DSMT4">
                  <p:embed/>
                </p:oleObj>
              </mc:Choice>
              <mc:Fallback>
                <p:oleObj name="Equation" r:id="rId3" imgW="20116800" imgH="8839200" progId="Equation.DSMT4">
                  <p:embed/>
                  <p:pic>
                    <p:nvPicPr>
                      <p:cNvPr id="0" name="图片 5232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9533" y="1228368"/>
                        <a:ext cx="830262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369462" y="112550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98874" y="1262817"/>
          <a:ext cx="984251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5" imgW="23469600" imgH="5791200" progId="Equation.DSMT4">
                  <p:embed/>
                </p:oleObj>
              </mc:Choice>
              <mc:Fallback>
                <p:oleObj name="Equation" r:id="rId5" imgW="23469600" imgH="5791200" progId="Equation.DSMT4">
                  <p:embed/>
                  <p:pic>
                    <p:nvPicPr>
                      <p:cNvPr id="0" name="图片 5232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98874" y="1262817"/>
                        <a:ext cx="984251" cy="24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5872910" y="1094393"/>
            <a:ext cx="7200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时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678711" y="930553"/>
          <a:ext cx="4254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7" imgW="10058400" imgH="19812000" progId="Equation.DSMT4">
                  <p:embed/>
                </p:oleObj>
              </mc:Choice>
              <mc:Fallback>
                <p:oleObj name="Equation" r:id="rId7" imgW="10058400" imgH="19812000" progId="Equation.DSMT4">
                  <p:embed/>
                  <p:pic>
                    <p:nvPicPr>
                      <p:cNvPr id="0" name="图片 5232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78711" y="930553"/>
                        <a:ext cx="4254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7104107" y="1080423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是无穷小量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，故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999447" y="1758211"/>
          <a:ext cx="58674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9" imgW="140817600" imgH="39624000" progId="Equation.DSMT4">
                  <p:embed/>
                </p:oleObj>
              </mc:Choice>
              <mc:Fallback>
                <p:oleObj name="Equation" r:id="rId9" imgW="140817600" imgH="39624000" progId="Equation.DSMT4">
                  <p:embed/>
                  <p:pic>
                    <p:nvPicPr>
                      <p:cNvPr id="0" name="图片 5232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9447" y="1758211"/>
                        <a:ext cx="5867400" cy="163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383709" y="3383168"/>
          <a:ext cx="8382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11" imgW="20116800" imgH="11582400" progId="Equation.DSMT4">
                  <p:embed/>
                </p:oleObj>
              </mc:Choice>
              <mc:Fallback>
                <p:oleObj name="Equation" r:id="rId11" imgW="20116800" imgH="11582400" progId="Equation.DSMT4">
                  <p:embed/>
                  <p:pic>
                    <p:nvPicPr>
                      <p:cNvPr id="0" name="图片 5232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3709" y="3383168"/>
                        <a:ext cx="838200" cy="477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887765" y="3356992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499693" y="3478902"/>
          <a:ext cx="13001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Equation" r:id="rId13" imgW="31394400" imgH="6705600" progId="Equation.DSMT4">
                  <p:embed/>
                </p:oleObj>
              </mc:Choice>
              <mc:Fallback>
                <p:oleObj name="Equation" r:id="rId13" imgW="31394400" imgH="6705600" progId="Equation.DSMT4">
                  <p:embed/>
                  <p:pic>
                    <p:nvPicPr>
                      <p:cNvPr id="0" name="图片 5232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9693" y="3478902"/>
                        <a:ext cx="1300163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999633" y="3868033"/>
          <a:ext cx="6654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0" name="Equation" r:id="rId15" imgW="159715200" imgH="27432000" progId="Equation.DSMT4">
                  <p:embed/>
                </p:oleObj>
              </mc:Choice>
              <mc:Fallback>
                <p:oleObj name="Equation" r:id="rId15" imgW="159715200" imgH="27432000" progId="Equation.DSMT4">
                  <p:embed/>
                  <p:pic>
                    <p:nvPicPr>
                      <p:cNvPr id="0" name="图片 5232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99633" y="3868033"/>
                        <a:ext cx="66548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665973" y="5120109"/>
          <a:ext cx="401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" name="Equation" r:id="rId17" imgW="96316800" imgH="27432000" progId="Equation.DSMT4">
                  <p:embed/>
                </p:oleObj>
              </mc:Choice>
              <mc:Fallback>
                <p:oleObj name="Equation" r:id="rId17" imgW="96316800" imgH="27432000" progId="Equation.DSMT4">
                  <p:embed/>
                  <p:pic>
                    <p:nvPicPr>
                      <p:cNvPr id="0" name="图片 5233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65973" y="5120109"/>
                        <a:ext cx="40132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4" grpId="0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06790" y="151569"/>
          <a:ext cx="8966201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" name="Equation" r:id="rId1" imgW="215188800" imgH="51816000" progId="Equation.DSMT4">
                  <p:embed/>
                </p:oleObj>
              </mc:Choice>
              <mc:Fallback>
                <p:oleObj name="Equation" r:id="rId1" imgW="215188800" imgH="51816000" progId="Equation.DSMT4">
                  <p:embed/>
                  <p:pic>
                    <p:nvPicPr>
                      <p:cNvPr id="0" name="图片 532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6790" y="151569"/>
                        <a:ext cx="8966201" cy="215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23592" y="2132856"/>
          <a:ext cx="41021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7" name="Equation" r:id="rId3" imgW="98450400" imgH="44500800" progId="Equation.DSMT4">
                  <p:embed/>
                </p:oleObj>
              </mc:Choice>
              <mc:Fallback>
                <p:oleObj name="Equation" r:id="rId3" imgW="98450400" imgH="44500800" progId="Equation.DSMT4">
                  <p:embed/>
                  <p:pic>
                    <p:nvPicPr>
                      <p:cNvPr id="0" name="图片 532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3592" y="2132856"/>
                        <a:ext cx="410210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06790" y="4019550"/>
          <a:ext cx="6362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8" name="Equation" r:id="rId5" imgW="152704800" imgH="27127200" progId="Equation.DSMT4">
                  <p:embed/>
                </p:oleObj>
              </mc:Choice>
              <mc:Fallback>
                <p:oleObj name="Equation" r:id="rId5" imgW="152704800" imgH="27127200" progId="Equation.DSMT4">
                  <p:embed/>
                  <p:pic>
                    <p:nvPicPr>
                      <p:cNvPr id="0" name="图片 532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6790" y="4019550"/>
                        <a:ext cx="6362700" cy="1130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39816" y="5451945"/>
          <a:ext cx="3418925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9" name="Equation" r:id="rId7" imgW="66446400" imgH="15544800" progId="Equation.DSMT4">
                  <p:embed/>
                </p:oleObj>
              </mc:Choice>
              <mc:Fallback>
                <p:oleObj name="Equation" r:id="rId7" imgW="66446400" imgH="15544800" progId="Equation.DSMT4">
                  <p:embed/>
                  <p:pic>
                    <p:nvPicPr>
                      <p:cNvPr id="0" name="图片 532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39816" y="5451945"/>
                        <a:ext cx="3418925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90" name="Object 42"/>
          <p:cNvGraphicFramePr>
            <a:graphicFrameLocks noChangeAspect="1"/>
          </p:cNvGraphicFramePr>
          <p:nvPr/>
        </p:nvGraphicFramePr>
        <p:xfrm>
          <a:off x="7880796" y="4005064"/>
          <a:ext cx="26797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64312800" imgH="24688800" progId="Equation.DSMT4">
                  <p:embed/>
                </p:oleObj>
              </mc:Choice>
              <mc:Fallback>
                <p:oleObj name="Equation" r:id="rId9" imgW="64312800" imgH="24688800" progId="Equation.DSMT4">
                  <p:embed/>
                  <p:pic>
                    <p:nvPicPr>
                      <p:cNvPr id="0" name="图片 532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80796" y="4005064"/>
                        <a:ext cx="26797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9855" y="195755"/>
            <a:ext cx="27152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练习1.3.2</a:t>
            </a:r>
            <a:endParaRPr lang="zh-CN" altLang="zh-CN" sz="44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3589" y="881911"/>
            <a:ext cx="15220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指出当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65617" y="942851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3" name="Equation" r:id="rId1" imgW="1616710" imgH="501650" progId="Equation.DSMT4">
                  <p:embed/>
                </p:oleObj>
              </mc:Choice>
              <mc:Fallback>
                <p:oleObj name="Equation" r:id="rId1" imgW="1616710" imgH="501650" progId="Equation.DSMT4">
                  <p:embed/>
                  <p:pic>
                    <p:nvPicPr>
                      <p:cNvPr id="0" name="图片 542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65617" y="942851"/>
                        <a:ext cx="13843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924440" y="882011"/>
            <a:ext cx="4830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下列无穷小量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关于</a:t>
            </a:r>
            <a:r>
              <a:rPr lang="en-US" altLang="zh-CN" sz="28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的阶数：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40988" y="1506126"/>
          <a:ext cx="16875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7" name="Equation" r:id="rId3" imgW="40233600" imgH="11887200" progId="Equation.DSMT4">
                  <p:embed/>
                </p:oleObj>
              </mc:Choice>
              <mc:Fallback>
                <p:oleObj name="Equation" r:id="rId3" imgW="40233600" imgH="11887200" progId="Equation.DSMT4">
                  <p:embed/>
                  <p:pic>
                    <p:nvPicPr>
                      <p:cNvPr id="0" name="图片 5435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0988" y="1506126"/>
                        <a:ext cx="1687513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26309" y="1445008"/>
          <a:ext cx="18415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8" name="Equation" r:id="rId5" imgW="44196000" imgH="14630400" progId="Equation.DSMT4">
                  <p:embed/>
                </p:oleObj>
              </mc:Choice>
              <mc:Fallback>
                <p:oleObj name="Equation" r:id="rId5" imgW="44196000" imgH="14630400" progId="Equation.DSMT4">
                  <p:embed/>
                  <p:pic>
                    <p:nvPicPr>
                      <p:cNvPr id="0" name="图片 5435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6309" y="1445008"/>
                        <a:ext cx="1841500" cy="617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040216" y="1483108"/>
          <a:ext cx="17145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9" name="Equation" r:id="rId7" imgW="41148000" imgH="12801600" progId="Equation.DSMT4">
                  <p:embed/>
                </p:oleObj>
              </mc:Choice>
              <mc:Fallback>
                <p:oleObj name="Equation" r:id="rId7" imgW="41148000" imgH="12801600" progId="Equation.DSMT4">
                  <p:embed/>
                  <p:pic>
                    <p:nvPicPr>
                      <p:cNvPr id="0" name="图片 5435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0216" y="1483108"/>
                        <a:ext cx="1714500" cy="541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40988" y="2132856"/>
          <a:ext cx="17383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0" name="Equation" r:id="rId9" imgW="41452800" imgH="11582400" progId="Equation.DSMT4">
                  <p:embed/>
                </p:oleObj>
              </mc:Choice>
              <mc:Fallback>
                <p:oleObj name="Equation" r:id="rId9" imgW="41452800" imgH="11582400" progId="Equation.DSMT4">
                  <p:embed/>
                  <p:pic>
                    <p:nvPicPr>
                      <p:cNvPr id="0" name="图片 5435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40988" y="2132856"/>
                        <a:ext cx="1738313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26309" y="2132856"/>
          <a:ext cx="26035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1" name="Equation" r:id="rId11" imgW="62484000" imgH="11582400" progId="Equation.DSMT4">
                  <p:embed/>
                </p:oleObj>
              </mc:Choice>
              <mc:Fallback>
                <p:oleObj name="Equation" r:id="rId11" imgW="62484000" imgH="11582400" progId="Equation.DSMT4">
                  <p:embed/>
                  <p:pic>
                    <p:nvPicPr>
                      <p:cNvPr id="0" name="图片 5436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6309" y="2132856"/>
                        <a:ext cx="26035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59923" y="3779758"/>
            <a:ext cx="4481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用等价无穷小计算极限：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73838" y="4412208"/>
          <a:ext cx="2619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2" name="Equation" r:id="rId13" imgW="63093600" imgH="23164800" progId="Equation.DSMT4">
                  <p:embed/>
                </p:oleObj>
              </mc:Choice>
              <mc:Fallback>
                <p:oleObj name="Equation" r:id="rId13" imgW="63093600" imgH="23164800" progId="Equation.DSMT4">
                  <p:embed/>
                  <p:pic>
                    <p:nvPicPr>
                      <p:cNvPr id="0" name="图片 5436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3838" y="4412208"/>
                        <a:ext cx="2619375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735960" y="4340200"/>
          <a:ext cx="35210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3" name="Equation" r:id="rId15" imgW="84734400" imgH="21640800" progId="Equation.DSMT4">
                  <p:embed/>
                </p:oleObj>
              </mc:Choice>
              <mc:Fallback>
                <p:oleObj name="Equation" r:id="rId15" imgW="84734400" imgH="21640800" progId="Equation.DSMT4">
                  <p:embed/>
                  <p:pic>
                    <p:nvPicPr>
                      <p:cNvPr id="0" name="图片 5436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35960" y="4340200"/>
                        <a:ext cx="3521075" cy="893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172301" y="5564336"/>
          <a:ext cx="2676526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Equation" r:id="rId17" imgW="64008000" imgH="21336000" progId="Equation.DSMT4">
                  <p:embed/>
                </p:oleObj>
              </mc:Choice>
              <mc:Fallback>
                <p:oleObj name="Equation" r:id="rId17" imgW="64008000" imgH="21336000" progId="Equation.DSMT4">
                  <p:embed/>
                  <p:pic>
                    <p:nvPicPr>
                      <p:cNvPr id="0" name="图片 5436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72301" y="5564336"/>
                        <a:ext cx="2676526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959705" y="2949079"/>
            <a:ext cx="12050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143672" y="2996952"/>
          <a:ext cx="731361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5" name="Equation" r:id="rId19" imgW="174650400" imgH="11582400" progId="Equation.DSMT4">
                  <p:embed/>
                </p:oleObj>
              </mc:Choice>
              <mc:Fallback>
                <p:oleObj name="Equation" r:id="rId19" imgW="174650400" imgH="11582400" progId="Equation.DSMT4">
                  <p:embed/>
                  <p:pic>
                    <p:nvPicPr>
                      <p:cNvPr id="0" name="图片 5436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43672" y="2996952"/>
                        <a:ext cx="7313613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719736" y="2967112"/>
          <a:ext cx="3762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6" name="Equation" r:id="rId21" imgW="3048000" imgH="3962400" progId="Equation.DSMT4">
                  <p:embed/>
                </p:oleObj>
              </mc:Choice>
              <mc:Fallback>
                <p:oleObj name="Equation" r:id="rId21" imgW="3048000" imgH="3962400" progId="Equation.DSMT4">
                  <p:embed/>
                  <p:pic>
                    <p:nvPicPr>
                      <p:cNvPr id="0" name="图片 5436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19736" y="2967112"/>
                        <a:ext cx="376237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159896" y="2660725"/>
          <a:ext cx="455612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7" name="Equation" r:id="rId23" imgW="3657600" imgH="9448800" progId="Equation.DSMT4">
                  <p:embed/>
                </p:oleObj>
              </mc:Choice>
              <mc:Fallback>
                <p:oleObj name="Equation" r:id="rId23" imgW="3657600" imgH="9448800" progId="Equation.DSMT4">
                  <p:embed/>
                  <p:pic>
                    <p:nvPicPr>
                      <p:cNvPr id="0" name="图片 5436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9896" y="2660725"/>
                        <a:ext cx="455612" cy="1074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744072" y="2636912"/>
          <a:ext cx="4540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8" name="Equation" r:id="rId25" imgW="3657600" imgH="9448800" progId="Equation.DSMT4">
                  <p:embed/>
                </p:oleObj>
              </mc:Choice>
              <mc:Fallback>
                <p:oleObj name="Equation" r:id="rId25" imgW="3657600" imgH="9448800" progId="Equation.DSMT4">
                  <p:embed/>
                  <p:pic>
                    <p:nvPicPr>
                      <p:cNvPr id="0" name="图片 5436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44072" y="2636912"/>
                        <a:ext cx="454025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5"/>
          <p:cNvGraphicFramePr>
            <a:graphicFrameLocks noChangeAspect="1"/>
          </p:cNvGraphicFramePr>
          <p:nvPr/>
        </p:nvGraphicFramePr>
        <p:xfrm>
          <a:off x="8328248" y="2960762"/>
          <a:ext cx="3794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9" name="Equation" r:id="rId27" imgW="3048000" imgH="3962400" progId="Equation.DSMT4">
                  <p:embed/>
                </p:oleObj>
              </mc:Choice>
              <mc:Fallback>
                <p:oleObj name="Equation" r:id="rId27" imgW="3048000" imgH="3962400" progId="Equation.DSMT4">
                  <p:embed/>
                  <p:pic>
                    <p:nvPicPr>
                      <p:cNvPr id="0" name="图片 5436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28248" y="2960762"/>
                        <a:ext cx="379413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65"/>
          <p:cNvGraphicFramePr>
            <a:graphicFrameLocks noChangeAspect="1"/>
          </p:cNvGraphicFramePr>
          <p:nvPr/>
        </p:nvGraphicFramePr>
        <p:xfrm>
          <a:off x="9931151" y="3003625"/>
          <a:ext cx="341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0" name="Equation" r:id="rId29" imgW="2743200" imgH="4267200" progId="Equation.DSMT4">
                  <p:embed/>
                </p:oleObj>
              </mc:Choice>
              <mc:Fallback>
                <p:oleObj name="Equation" r:id="rId29" imgW="2743200" imgH="4267200" progId="Equation.DSMT4">
                  <p:embed/>
                  <p:pic>
                    <p:nvPicPr>
                      <p:cNvPr id="0" name="Object 9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31151" y="3003625"/>
                        <a:ext cx="341313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204033" y="5517232"/>
            <a:ext cx="12050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168008" y="5533207"/>
          <a:ext cx="42243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1" name="Equation" r:id="rId31" imgW="100888800" imgH="11582400" progId="Equation.DSMT4">
                  <p:embed/>
                </p:oleObj>
              </mc:Choice>
              <mc:Fallback>
                <p:oleObj name="Equation" r:id="rId31" imgW="100888800" imgH="11582400" progId="Equation.DSMT4">
                  <p:embed/>
                  <p:pic>
                    <p:nvPicPr>
                      <p:cNvPr id="0" name="图片 5437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168008" y="5533207"/>
                        <a:ext cx="4224338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763956" y="5517649"/>
          <a:ext cx="2635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2" name="Equation" r:id="rId33" imgW="2133600" imgH="3962400" progId="Equation.DSMT4">
                  <p:embed/>
                </p:oleObj>
              </mc:Choice>
              <mc:Fallback>
                <p:oleObj name="Equation" r:id="rId33" imgW="2133600" imgH="3962400" progId="Equation.DSMT4">
                  <p:embed/>
                  <p:pic>
                    <p:nvPicPr>
                      <p:cNvPr id="0" name="Object 20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763956" y="5517649"/>
                        <a:ext cx="263525" cy="452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8312721" y="5517649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3" name="Equation" r:id="rId35" imgW="2743200" imgH="4267200" progId="Equation.DSMT4">
                  <p:embed/>
                </p:oleObj>
              </mc:Choice>
              <mc:Fallback>
                <p:oleObj name="Equation" r:id="rId35" imgW="2743200" imgH="4267200" progId="Equation.DSMT4">
                  <p:embed/>
                  <p:pic>
                    <p:nvPicPr>
                      <p:cNvPr id="0" name="图片 5437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312721" y="5517649"/>
                        <a:ext cx="339725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9755108" y="5517743"/>
          <a:ext cx="3778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4" name="Equation" r:id="rId37" imgW="3048000" imgH="3962400" progId="Equation.DSMT4">
                  <p:embed/>
                </p:oleObj>
              </mc:Choice>
              <mc:Fallback>
                <p:oleObj name="Equation" r:id="rId37" imgW="3048000" imgH="3962400" progId="Equation.DSMT4">
                  <p:embed/>
                  <p:pic>
                    <p:nvPicPr>
                      <p:cNvPr id="0" name="图片 54373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755108" y="5517743"/>
                        <a:ext cx="377825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 bldLvl="0" animBg="1"/>
      <p:bldP spid="32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645985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3200">
                <a:latin typeface="Times New Roman" panose="02020603050405020304" pitchFamily="18" charset="0"/>
              </a:rPr>
              <a:t> P68-69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>
                <a:latin typeface="Times New Roman" panose="02020603050405020304" pitchFamily="18" charset="0"/>
              </a:rPr>
              <a:t>   1. (1),(2) 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                  2. (3),(4),   8,     11         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d79725b1-2a87-441f-a56e-56336ffbbf5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1907</Words>
  <Application>WPS 演示</Application>
  <PresentationFormat>宽屏</PresentationFormat>
  <Paragraphs>681</Paragraphs>
  <Slides>53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445</vt:i4>
      </vt:variant>
      <vt:variant>
        <vt:lpstr>幻灯片标题</vt:lpstr>
      </vt:variant>
      <vt:variant>
        <vt:i4>53</vt:i4>
      </vt:variant>
    </vt:vector>
  </HeadingPairs>
  <TitlesOfParts>
    <vt:vector size="520" baseType="lpstr">
      <vt:lpstr>Arial</vt:lpstr>
      <vt:lpstr>宋体</vt:lpstr>
      <vt:lpstr>Wingdings</vt:lpstr>
      <vt:lpstr>Wingdings</vt:lpstr>
      <vt:lpstr>黑体</vt:lpstr>
      <vt:lpstr>Times New Roman</vt:lpstr>
      <vt:lpstr>楷体_GB2312</vt:lpstr>
      <vt:lpstr>新宋体</vt:lpstr>
      <vt:lpstr>楷体</vt:lpstr>
      <vt:lpstr>隶书</vt:lpstr>
      <vt:lpstr>Symbol</vt:lpstr>
      <vt:lpstr>微软雅黑</vt:lpstr>
      <vt:lpstr>Arial Unicode MS</vt:lpstr>
      <vt:lpstr>Calibri</vt:lpstr>
      <vt:lpstr>幼圆</vt:lpstr>
      <vt:lpstr>Times New Roman</vt:lpstr>
      <vt:lpstr>Calibri</vt:lpstr>
      <vt:lpstr>楷体_GB2312</vt:lpstr>
      <vt:lpstr>华文琥珀</vt:lpstr>
      <vt:lpstr>Symbol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231</cp:revision>
  <dcterms:created xsi:type="dcterms:W3CDTF">2019-06-19T02:08:00Z</dcterms:created>
  <dcterms:modified xsi:type="dcterms:W3CDTF">2022-10-21T10:40:17Z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4AD0890804CB486D8E7D3FE5DA175DAE</vt:lpwstr>
  </property>
</Properties>
</file>