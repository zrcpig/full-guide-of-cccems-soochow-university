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4"/>
  </p:notesMasterIdLst>
  <p:handoutMasterIdLst>
    <p:handoutMasterId r:id="rId52"/>
  </p:handoutMasterIdLst>
  <p:sldIdLst>
    <p:sldId id="272" r:id="rId4"/>
    <p:sldId id="308" r:id="rId5"/>
    <p:sldId id="309" r:id="rId6"/>
    <p:sldId id="363" r:id="rId7"/>
    <p:sldId id="310" r:id="rId8"/>
    <p:sldId id="311" r:id="rId9"/>
    <p:sldId id="312" r:id="rId10"/>
    <p:sldId id="313" r:id="rId11"/>
    <p:sldId id="314" r:id="rId12"/>
    <p:sldId id="315" r:id="rId13"/>
    <p:sldId id="316" r:id="rId14"/>
    <p:sldId id="317" r:id="rId15"/>
    <p:sldId id="318" r:id="rId16"/>
    <p:sldId id="319" r:id="rId17"/>
    <p:sldId id="321" r:id="rId18"/>
    <p:sldId id="320" r:id="rId19"/>
    <p:sldId id="322" r:id="rId20"/>
    <p:sldId id="323" r:id="rId21"/>
    <p:sldId id="324" r:id="rId22"/>
    <p:sldId id="325" r:id="rId23"/>
    <p:sldId id="326" r:id="rId25"/>
    <p:sldId id="327" r:id="rId26"/>
    <p:sldId id="328" r:id="rId27"/>
    <p:sldId id="329" r:id="rId28"/>
    <p:sldId id="330" r:id="rId29"/>
    <p:sldId id="331" r:id="rId30"/>
    <p:sldId id="332" r:id="rId31"/>
    <p:sldId id="333" r:id="rId32"/>
    <p:sldId id="334" r:id="rId33"/>
    <p:sldId id="335" r:id="rId34"/>
    <p:sldId id="336" r:id="rId35"/>
    <p:sldId id="337" r:id="rId36"/>
    <p:sldId id="338" r:id="rId37"/>
    <p:sldId id="339" r:id="rId38"/>
    <p:sldId id="340" r:id="rId39"/>
    <p:sldId id="341" r:id="rId40"/>
    <p:sldId id="342" r:id="rId41"/>
    <p:sldId id="343" r:id="rId42"/>
    <p:sldId id="344" r:id="rId43"/>
    <p:sldId id="345" r:id="rId44"/>
    <p:sldId id="346" r:id="rId45"/>
    <p:sldId id="347" r:id="rId46"/>
    <p:sldId id="348" r:id="rId47"/>
    <p:sldId id="349" r:id="rId48"/>
    <p:sldId id="350" r:id="rId49"/>
    <p:sldId id="351" r:id="rId50"/>
    <p:sldId id="407" r:id="rId51"/>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yan" initials="k"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279"/>
        <p:guide pos="389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127.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notesMaster" Target="notesMasters/notes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9.wmf"/><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7.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image" Target="../media/image25.wmf"/><Relationship Id="rId7" Type="http://schemas.openxmlformats.org/officeDocument/2006/relationships/image" Target="../media/image24.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3" Type="http://schemas.openxmlformats.org/officeDocument/2006/relationships/image" Target="../media/image30.wmf"/><Relationship Id="rId12" Type="http://schemas.openxmlformats.org/officeDocument/2006/relationships/image" Target="../media/image29.wmf"/><Relationship Id="rId11" Type="http://schemas.openxmlformats.org/officeDocument/2006/relationships/image" Target="../media/image28.wmf"/><Relationship Id="rId10" Type="http://schemas.openxmlformats.org/officeDocument/2006/relationships/image" Target="../media/image27.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8.wmf"/><Relationship Id="rId7" Type="http://schemas.openxmlformats.org/officeDocument/2006/relationships/image" Target="../media/image37.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8" Type="http://schemas.openxmlformats.org/officeDocument/2006/relationships/image" Target="../media/image56.wmf"/><Relationship Id="rId17" Type="http://schemas.openxmlformats.org/officeDocument/2006/relationships/image" Target="../media/image55.wmf"/><Relationship Id="rId16" Type="http://schemas.openxmlformats.org/officeDocument/2006/relationships/image" Target="../media/image54.wmf"/><Relationship Id="rId15" Type="http://schemas.openxmlformats.org/officeDocument/2006/relationships/image" Target="../media/image53.wmf"/><Relationship Id="rId14" Type="http://schemas.openxmlformats.org/officeDocument/2006/relationships/image" Target="../media/image52.wmf"/><Relationship Id="rId13" Type="http://schemas.openxmlformats.org/officeDocument/2006/relationships/image" Target="../media/image51.wmf"/><Relationship Id="rId12" Type="http://schemas.openxmlformats.org/officeDocument/2006/relationships/image" Target="../media/image50.wmf"/><Relationship Id="rId11" Type="http://schemas.openxmlformats.org/officeDocument/2006/relationships/image" Target="../media/image49.wmf"/><Relationship Id="rId10" Type="http://schemas.openxmlformats.org/officeDocument/2006/relationships/image" Target="../media/image48.wmf"/><Relationship Id="rId1" Type="http://schemas.openxmlformats.org/officeDocument/2006/relationships/image" Target="../media/image39.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65.wmf"/><Relationship Id="rId8" Type="http://schemas.openxmlformats.org/officeDocument/2006/relationships/image" Target="../media/image64.wmf"/><Relationship Id="rId7" Type="http://schemas.openxmlformats.org/officeDocument/2006/relationships/image" Target="../media/image63.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image" Target="../media/image79.wmf"/><Relationship Id="rId7" Type="http://schemas.openxmlformats.org/officeDocument/2006/relationships/image" Target="../media/image78.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1" Type="http://schemas.openxmlformats.org/officeDocument/2006/relationships/image" Target="../media/image92.wmf"/><Relationship Id="rId20" Type="http://schemas.openxmlformats.org/officeDocument/2006/relationships/image" Target="../media/image91.wmf"/><Relationship Id="rId2" Type="http://schemas.openxmlformats.org/officeDocument/2006/relationships/image" Target="../media/image73.wmf"/><Relationship Id="rId19" Type="http://schemas.openxmlformats.org/officeDocument/2006/relationships/image" Target="../media/image90.wmf"/><Relationship Id="rId18" Type="http://schemas.openxmlformats.org/officeDocument/2006/relationships/image" Target="../media/image89.wmf"/><Relationship Id="rId17" Type="http://schemas.openxmlformats.org/officeDocument/2006/relationships/image" Target="../media/image88.wmf"/><Relationship Id="rId16" Type="http://schemas.openxmlformats.org/officeDocument/2006/relationships/image" Target="../media/image87.wmf"/><Relationship Id="rId15" Type="http://schemas.openxmlformats.org/officeDocument/2006/relationships/image" Target="../media/image86.wmf"/><Relationship Id="rId14" Type="http://schemas.openxmlformats.org/officeDocument/2006/relationships/image" Target="../media/image85.wmf"/><Relationship Id="rId13" Type="http://schemas.openxmlformats.org/officeDocument/2006/relationships/image" Target="../media/image84.wmf"/><Relationship Id="rId12" Type="http://schemas.openxmlformats.org/officeDocument/2006/relationships/image" Target="../media/image83.wmf"/><Relationship Id="rId11" Type="http://schemas.openxmlformats.org/officeDocument/2006/relationships/image" Target="../media/image82.wmf"/><Relationship Id="rId10" Type="http://schemas.openxmlformats.org/officeDocument/2006/relationships/image" Target="../media/image81.wmf"/><Relationship Id="rId1" Type="http://schemas.openxmlformats.org/officeDocument/2006/relationships/image" Target="../media/image72.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101.wmf"/><Relationship Id="rId8" Type="http://schemas.openxmlformats.org/officeDocument/2006/relationships/image" Target="../media/image100.emf"/><Relationship Id="rId7" Type="http://schemas.openxmlformats.org/officeDocument/2006/relationships/image" Target="../media/image99.e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1" Type="http://schemas.openxmlformats.org/officeDocument/2006/relationships/image" Target="../media/image103.emf"/><Relationship Id="rId10" Type="http://schemas.openxmlformats.org/officeDocument/2006/relationships/image" Target="../media/image102.emf"/><Relationship Id="rId1" Type="http://schemas.openxmlformats.org/officeDocument/2006/relationships/image" Target="../media/image93.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112.wmf"/><Relationship Id="rId8" Type="http://schemas.openxmlformats.org/officeDocument/2006/relationships/image" Target="../media/image111.emf"/><Relationship Id="rId7" Type="http://schemas.openxmlformats.org/officeDocument/2006/relationships/image" Target="../media/image110.emf"/><Relationship Id="rId6" Type="http://schemas.openxmlformats.org/officeDocument/2006/relationships/image" Target="../media/image109.wmf"/><Relationship Id="rId5" Type="http://schemas.openxmlformats.org/officeDocument/2006/relationships/image" Target="../media/image108.emf"/><Relationship Id="rId4" Type="http://schemas.openxmlformats.org/officeDocument/2006/relationships/image" Target="../media/image107.wmf"/><Relationship Id="rId3" Type="http://schemas.openxmlformats.org/officeDocument/2006/relationships/image" Target="../media/image106.emf"/><Relationship Id="rId2" Type="http://schemas.openxmlformats.org/officeDocument/2006/relationships/image" Target="../media/image105.emf"/><Relationship Id="rId12" Type="http://schemas.openxmlformats.org/officeDocument/2006/relationships/image" Target="../media/image115.wmf"/><Relationship Id="rId11" Type="http://schemas.openxmlformats.org/officeDocument/2006/relationships/image" Target="../media/image114.wmf"/><Relationship Id="rId10" Type="http://schemas.openxmlformats.org/officeDocument/2006/relationships/image" Target="../media/image113.wmf"/><Relationship Id="rId1" Type="http://schemas.openxmlformats.org/officeDocument/2006/relationships/image" Target="../media/image10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8.emf"/><Relationship Id="rId1" Type="http://schemas.openxmlformats.org/officeDocument/2006/relationships/image" Target="../media/image117.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image" Target="../media/image127.wmf"/><Relationship Id="rId7" Type="http://schemas.openxmlformats.org/officeDocument/2006/relationships/image" Target="../media/image126.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4" Type="http://schemas.openxmlformats.org/officeDocument/2006/relationships/image" Target="../media/image133.wmf"/><Relationship Id="rId13" Type="http://schemas.openxmlformats.org/officeDocument/2006/relationships/image" Target="../media/image132.wmf"/><Relationship Id="rId12" Type="http://schemas.openxmlformats.org/officeDocument/2006/relationships/image" Target="../media/image131.wmf"/><Relationship Id="rId11" Type="http://schemas.openxmlformats.org/officeDocument/2006/relationships/image" Target="../media/image130.wmf"/><Relationship Id="rId10" Type="http://schemas.openxmlformats.org/officeDocument/2006/relationships/image" Target="../media/image129.wmf"/><Relationship Id="rId1" Type="http://schemas.openxmlformats.org/officeDocument/2006/relationships/image" Target="../media/image120.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42.wmf"/><Relationship Id="rId8" Type="http://schemas.openxmlformats.org/officeDocument/2006/relationships/image" Target="../media/image141.wmf"/><Relationship Id="rId7" Type="http://schemas.openxmlformats.org/officeDocument/2006/relationships/image" Target="../media/image140.wmf"/><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5" Type="http://schemas.openxmlformats.org/officeDocument/2006/relationships/image" Target="../media/image148.wmf"/><Relationship Id="rId14" Type="http://schemas.openxmlformats.org/officeDocument/2006/relationships/image" Target="../media/image147.wmf"/><Relationship Id="rId13" Type="http://schemas.openxmlformats.org/officeDocument/2006/relationships/image" Target="../media/image146.wmf"/><Relationship Id="rId12" Type="http://schemas.openxmlformats.org/officeDocument/2006/relationships/image" Target="../media/image145.wmf"/><Relationship Id="rId11" Type="http://schemas.openxmlformats.org/officeDocument/2006/relationships/image" Target="../media/image144.wmf"/><Relationship Id="rId10" Type="http://schemas.openxmlformats.org/officeDocument/2006/relationships/image" Target="../media/image143.wmf"/><Relationship Id="rId1" Type="http://schemas.openxmlformats.org/officeDocument/2006/relationships/image" Target="../media/image134.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57.wmf"/><Relationship Id="rId8" Type="http://schemas.openxmlformats.org/officeDocument/2006/relationships/image" Target="../media/image156.wmf"/><Relationship Id="rId7" Type="http://schemas.openxmlformats.org/officeDocument/2006/relationships/image" Target="../media/image155.w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3" Type="http://schemas.openxmlformats.org/officeDocument/2006/relationships/image" Target="../media/image161.wmf"/><Relationship Id="rId12" Type="http://schemas.openxmlformats.org/officeDocument/2006/relationships/image" Target="../media/image160.wmf"/><Relationship Id="rId11" Type="http://schemas.openxmlformats.org/officeDocument/2006/relationships/image" Target="../media/image159.wmf"/><Relationship Id="rId10" Type="http://schemas.openxmlformats.org/officeDocument/2006/relationships/image" Target="../media/image158.wmf"/><Relationship Id="rId1" Type="http://schemas.openxmlformats.org/officeDocument/2006/relationships/image" Target="../media/image149.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70.wmf"/><Relationship Id="rId8" Type="http://schemas.openxmlformats.org/officeDocument/2006/relationships/image" Target="../media/image169.wmf"/><Relationship Id="rId7" Type="http://schemas.openxmlformats.org/officeDocument/2006/relationships/image" Target="../media/image168.wmf"/><Relationship Id="rId6" Type="http://schemas.openxmlformats.org/officeDocument/2006/relationships/image" Target="../media/image167.wmf"/><Relationship Id="rId5" Type="http://schemas.openxmlformats.org/officeDocument/2006/relationships/image" Target="../media/image166.wmf"/><Relationship Id="rId4" Type="http://schemas.openxmlformats.org/officeDocument/2006/relationships/image" Target="../media/image165.wmf"/><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179.wmf"/><Relationship Id="rId8" Type="http://schemas.openxmlformats.org/officeDocument/2006/relationships/image" Target="../media/image178.wmf"/><Relationship Id="rId7" Type="http://schemas.openxmlformats.org/officeDocument/2006/relationships/image" Target="../media/image177.wmf"/><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2.wmf"/><Relationship Id="rId12" Type="http://schemas.openxmlformats.org/officeDocument/2006/relationships/image" Target="../media/image182.wmf"/><Relationship Id="rId11" Type="http://schemas.openxmlformats.org/officeDocument/2006/relationships/image" Target="../media/image181.wmf"/><Relationship Id="rId10" Type="http://schemas.openxmlformats.org/officeDocument/2006/relationships/image" Target="../media/image180.wmf"/><Relationship Id="rId1" Type="http://schemas.openxmlformats.org/officeDocument/2006/relationships/image" Target="../media/image171.wmf"/></Relationships>
</file>

<file path=ppt/drawings/_rels/vmlDrawing18.vml.rels><?xml version="1.0" encoding="UTF-8" standalone="yes"?>
<Relationships xmlns="http://schemas.openxmlformats.org/package/2006/relationships"><Relationship Id="rId7" Type="http://schemas.openxmlformats.org/officeDocument/2006/relationships/image" Target="../media/image189.wmf"/><Relationship Id="rId6" Type="http://schemas.openxmlformats.org/officeDocument/2006/relationships/image" Target="../media/image188.wmf"/><Relationship Id="rId5" Type="http://schemas.openxmlformats.org/officeDocument/2006/relationships/image" Target="../media/image187.wmf"/><Relationship Id="rId4" Type="http://schemas.openxmlformats.org/officeDocument/2006/relationships/image" Target="../media/image186.wmf"/><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98.wmf"/><Relationship Id="rId8" Type="http://schemas.openxmlformats.org/officeDocument/2006/relationships/image" Target="../media/image197.wmf"/><Relationship Id="rId7" Type="http://schemas.openxmlformats.org/officeDocument/2006/relationships/image" Target="../media/image196.wmf"/><Relationship Id="rId6" Type="http://schemas.openxmlformats.org/officeDocument/2006/relationships/image" Target="../media/image195.wmf"/><Relationship Id="rId5" Type="http://schemas.openxmlformats.org/officeDocument/2006/relationships/image" Target="../media/image194.wmf"/><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2" Type="http://schemas.openxmlformats.org/officeDocument/2006/relationships/image" Target="../media/image201.wmf"/><Relationship Id="rId11" Type="http://schemas.openxmlformats.org/officeDocument/2006/relationships/image" Target="../media/image200.wmf"/><Relationship Id="rId10" Type="http://schemas.openxmlformats.org/officeDocument/2006/relationships/image" Target="../media/image199.wmf"/><Relationship Id="rId1" Type="http://schemas.openxmlformats.org/officeDocument/2006/relationships/image" Target="../media/image190.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210.wmf"/><Relationship Id="rId8" Type="http://schemas.openxmlformats.org/officeDocument/2006/relationships/image" Target="../media/image209.wmf"/><Relationship Id="rId7" Type="http://schemas.openxmlformats.org/officeDocument/2006/relationships/image" Target="../media/image208.wmf"/><Relationship Id="rId6" Type="http://schemas.openxmlformats.org/officeDocument/2006/relationships/image" Target="../media/image207.wmf"/><Relationship Id="rId5" Type="http://schemas.openxmlformats.org/officeDocument/2006/relationships/image" Target="../media/image206.wmf"/><Relationship Id="rId4" Type="http://schemas.openxmlformats.org/officeDocument/2006/relationships/image" Target="../media/image205.wmf"/><Relationship Id="rId3" Type="http://schemas.openxmlformats.org/officeDocument/2006/relationships/image" Target="../media/image204.wmf"/><Relationship Id="rId2" Type="http://schemas.openxmlformats.org/officeDocument/2006/relationships/image" Target="../media/image203.wmf"/><Relationship Id="rId1" Type="http://schemas.openxmlformats.org/officeDocument/2006/relationships/image" Target="../media/image202.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219.wmf"/><Relationship Id="rId8" Type="http://schemas.openxmlformats.org/officeDocument/2006/relationships/image" Target="../media/image218.wmf"/><Relationship Id="rId7" Type="http://schemas.openxmlformats.org/officeDocument/2006/relationships/image" Target="../media/image217.wmf"/><Relationship Id="rId6" Type="http://schemas.openxmlformats.org/officeDocument/2006/relationships/image" Target="../media/image216.wmf"/><Relationship Id="rId5" Type="http://schemas.openxmlformats.org/officeDocument/2006/relationships/image" Target="../media/image215.wmf"/><Relationship Id="rId4" Type="http://schemas.openxmlformats.org/officeDocument/2006/relationships/image" Target="../media/image214.wmf"/><Relationship Id="rId3" Type="http://schemas.openxmlformats.org/officeDocument/2006/relationships/image" Target="../media/image213.wmf"/><Relationship Id="rId2" Type="http://schemas.openxmlformats.org/officeDocument/2006/relationships/image" Target="../media/image212.wmf"/><Relationship Id="rId14" Type="http://schemas.openxmlformats.org/officeDocument/2006/relationships/image" Target="../media/image224.wmf"/><Relationship Id="rId13" Type="http://schemas.openxmlformats.org/officeDocument/2006/relationships/image" Target="../media/image223.wmf"/><Relationship Id="rId12" Type="http://schemas.openxmlformats.org/officeDocument/2006/relationships/image" Target="../media/image222.wmf"/><Relationship Id="rId11" Type="http://schemas.openxmlformats.org/officeDocument/2006/relationships/image" Target="../media/image221.wmf"/><Relationship Id="rId10" Type="http://schemas.openxmlformats.org/officeDocument/2006/relationships/image" Target="../media/image220.wmf"/><Relationship Id="rId1" Type="http://schemas.openxmlformats.org/officeDocument/2006/relationships/image" Target="../media/image211.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32.wmf"/><Relationship Id="rId7" Type="http://schemas.openxmlformats.org/officeDocument/2006/relationships/image" Target="../media/image231.wmf"/><Relationship Id="rId6" Type="http://schemas.openxmlformats.org/officeDocument/2006/relationships/image" Target="../media/image230.wmf"/><Relationship Id="rId5" Type="http://schemas.openxmlformats.org/officeDocument/2006/relationships/image" Target="../media/image229.wmf"/><Relationship Id="rId4" Type="http://schemas.openxmlformats.org/officeDocument/2006/relationships/image" Target="../media/image228.wmf"/><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242.wmf"/><Relationship Id="rId8" Type="http://schemas.openxmlformats.org/officeDocument/2006/relationships/image" Target="../media/image241.wmf"/><Relationship Id="rId7" Type="http://schemas.openxmlformats.org/officeDocument/2006/relationships/image" Target="../media/image240.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 Id="rId3" Type="http://schemas.openxmlformats.org/officeDocument/2006/relationships/image" Target="../media/image236.wmf"/><Relationship Id="rId2" Type="http://schemas.openxmlformats.org/officeDocument/2006/relationships/image" Target="../media/image235.wmf"/><Relationship Id="rId10" Type="http://schemas.openxmlformats.org/officeDocument/2006/relationships/image" Target="../media/image243.wmf"/><Relationship Id="rId1" Type="http://schemas.openxmlformats.org/officeDocument/2006/relationships/image" Target="../media/image233.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252.wmf"/><Relationship Id="rId8" Type="http://schemas.openxmlformats.org/officeDocument/2006/relationships/image" Target="../media/image251.wmf"/><Relationship Id="rId7" Type="http://schemas.openxmlformats.org/officeDocument/2006/relationships/image" Target="../media/image250.wmf"/><Relationship Id="rId6" Type="http://schemas.openxmlformats.org/officeDocument/2006/relationships/image" Target="../media/image249.wmf"/><Relationship Id="rId5" Type="http://schemas.openxmlformats.org/officeDocument/2006/relationships/image" Target="../media/image248.wmf"/><Relationship Id="rId4" Type="http://schemas.openxmlformats.org/officeDocument/2006/relationships/image" Target="../media/image247.wmf"/><Relationship Id="rId3" Type="http://schemas.openxmlformats.org/officeDocument/2006/relationships/image" Target="../media/image246.wmf"/><Relationship Id="rId2" Type="http://schemas.openxmlformats.org/officeDocument/2006/relationships/image" Target="../media/image245.wmf"/><Relationship Id="rId13" Type="http://schemas.openxmlformats.org/officeDocument/2006/relationships/image" Target="../media/image256.wmf"/><Relationship Id="rId12" Type="http://schemas.openxmlformats.org/officeDocument/2006/relationships/image" Target="../media/image255.wmf"/><Relationship Id="rId11" Type="http://schemas.openxmlformats.org/officeDocument/2006/relationships/image" Target="../media/image254.wmf"/><Relationship Id="rId10" Type="http://schemas.openxmlformats.org/officeDocument/2006/relationships/image" Target="../media/image253.wmf"/><Relationship Id="rId1" Type="http://schemas.openxmlformats.org/officeDocument/2006/relationships/image" Target="../media/image244.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266.wmf"/><Relationship Id="rId8" Type="http://schemas.openxmlformats.org/officeDocument/2006/relationships/image" Target="../media/image265.wmf"/><Relationship Id="rId7" Type="http://schemas.openxmlformats.org/officeDocument/2006/relationships/image" Target="../media/image264.wmf"/><Relationship Id="rId6" Type="http://schemas.openxmlformats.org/officeDocument/2006/relationships/image" Target="../media/image263.wmf"/><Relationship Id="rId5" Type="http://schemas.openxmlformats.org/officeDocument/2006/relationships/image" Target="../media/image262.wmf"/><Relationship Id="rId4" Type="http://schemas.openxmlformats.org/officeDocument/2006/relationships/image" Target="../media/image261.wmf"/><Relationship Id="rId3" Type="http://schemas.openxmlformats.org/officeDocument/2006/relationships/image" Target="../media/image260.wmf"/><Relationship Id="rId2" Type="http://schemas.openxmlformats.org/officeDocument/2006/relationships/image" Target="../media/image259.wmf"/><Relationship Id="rId19" Type="http://schemas.openxmlformats.org/officeDocument/2006/relationships/image" Target="../media/image276.wmf"/><Relationship Id="rId18" Type="http://schemas.openxmlformats.org/officeDocument/2006/relationships/image" Target="../media/image275.wmf"/><Relationship Id="rId17" Type="http://schemas.openxmlformats.org/officeDocument/2006/relationships/image" Target="../media/image274.wmf"/><Relationship Id="rId16" Type="http://schemas.openxmlformats.org/officeDocument/2006/relationships/image" Target="../media/image273.wmf"/><Relationship Id="rId15" Type="http://schemas.openxmlformats.org/officeDocument/2006/relationships/image" Target="../media/image272.wmf"/><Relationship Id="rId14" Type="http://schemas.openxmlformats.org/officeDocument/2006/relationships/image" Target="../media/image271.wmf"/><Relationship Id="rId13" Type="http://schemas.openxmlformats.org/officeDocument/2006/relationships/image" Target="../media/image270.wmf"/><Relationship Id="rId12" Type="http://schemas.openxmlformats.org/officeDocument/2006/relationships/image" Target="../media/image269.wmf"/><Relationship Id="rId11" Type="http://schemas.openxmlformats.org/officeDocument/2006/relationships/image" Target="../media/image268.wmf"/><Relationship Id="rId10" Type="http://schemas.openxmlformats.org/officeDocument/2006/relationships/image" Target="../media/image267.wmf"/><Relationship Id="rId1" Type="http://schemas.openxmlformats.org/officeDocument/2006/relationships/image" Target="../media/image258.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285.wmf"/><Relationship Id="rId8" Type="http://schemas.openxmlformats.org/officeDocument/2006/relationships/image" Target="../media/image284.wmf"/><Relationship Id="rId7" Type="http://schemas.openxmlformats.org/officeDocument/2006/relationships/image" Target="../media/image283.wmf"/><Relationship Id="rId6" Type="http://schemas.openxmlformats.org/officeDocument/2006/relationships/image" Target="../media/image282.wmf"/><Relationship Id="rId5" Type="http://schemas.openxmlformats.org/officeDocument/2006/relationships/image" Target="../media/image281.wmf"/><Relationship Id="rId4" Type="http://schemas.openxmlformats.org/officeDocument/2006/relationships/image" Target="../media/image280.wmf"/><Relationship Id="rId3" Type="http://schemas.openxmlformats.org/officeDocument/2006/relationships/image" Target="../media/image279.wmf"/><Relationship Id="rId20" Type="http://schemas.openxmlformats.org/officeDocument/2006/relationships/image" Target="../media/image296.wmf"/><Relationship Id="rId2" Type="http://schemas.openxmlformats.org/officeDocument/2006/relationships/image" Target="../media/image278.wmf"/><Relationship Id="rId19" Type="http://schemas.openxmlformats.org/officeDocument/2006/relationships/image" Target="../media/image295.wmf"/><Relationship Id="rId18" Type="http://schemas.openxmlformats.org/officeDocument/2006/relationships/image" Target="../media/image294.wmf"/><Relationship Id="rId17" Type="http://schemas.openxmlformats.org/officeDocument/2006/relationships/image" Target="../media/image293.wmf"/><Relationship Id="rId16" Type="http://schemas.openxmlformats.org/officeDocument/2006/relationships/image" Target="../media/image292.wmf"/><Relationship Id="rId15" Type="http://schemas.openxmlformats.org/officeDocument/2006/relationships/image" Target="../media/image291.wmf"/><Relationship Id="rId14" Type="http://schemas.openxmlformats.org/officeDocument/2006/relationships/image" Target="../media/image290.wmf"/><Relationship Id="rId13" Type="http://schemas.openxmlformats.org/officeDocument/2006/relationships/image" Target="../media/image289.wmf"/><Relationship Id="rId12" Type="http://schemas.openxmlformats.org/officeDocument/2006/relationships/image" Target="../media/image288.wmf"/><Relationship Id="rId11" Type="http://schemas.openxmlformats.org/officeDocument/2006/relationships/image" Target="../media/image287.wmf"/><Relationship Id="rId10" Type="http://schemas.openxmlformats.org/officeDocument/2006/relationships/image" Target="../media/image286.wmf"/><Relationship Id="rId1" Type="http://schemas.openxmlformats.org/officeDocument/2006/relationships/image" Target="../media/image277.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305.wmf"/><Relationship Id="rId8" Type="http://schemas.openxmlformats.org/officeDocument/2006/relationships/image" Target="../media/image304.wmf"/><Relationship Id="rId7" Type="http://schemas.openxmlformats.org/officeDocument/2006/relationships/image" Target="../media/image303.wmf"/><Relationship Id="rId6" Type="http://schemas.openxmlformats.org/officeDocument/2006/relationships/image" Target="../media/image302.wmf"/><Relationship Id="rId5" Type="http://schemas.openxmlformats.org/officeDocument/2006/relationships/image" Target="../media/image301.wmf"/><Relationship Id="rId4" Type="http://schemas.openxmlformats.org/officeDocument/2006/relationships/image" Target="../media/image300.wmf"/><Relationship Id="rId3" Type="http://schemas.openxmlformats.org/officeDocument/2006/relationships/image" Target="../media/image299.wmf"/><Relationship Id="rId2" Type="http://schemas.openxmlformats.org/officeDocument/2006/relationships/image" Target="../media/image298.wmf"/><Relationship Id="rId17" Type="http://schemas.openxmlformats.org/officeDocument/2006/relationships/image" Target="../media/image313.wmf"/><Relationship Id="rId16" Type="http://schemas.openxmlformats.org/officeDocument/2006/relationships/image" Target="../media/image312.wmf"/><Relationship Id="rId15" Type="http://schemas.openxmlformats.org/officeDocument/2006/relationships/image" Target="../media/image311.wmf"/><Relationship Id="rId14" Type="http://schemas.openxmlformats.org/officeDocument/2006/relationships/image" Target="../media/image310.wmf"/><Relationship Id="rId13" Type="http://schemas.openxmlformats.org/officeDocument/2006/relationships/image" Target="../media/image309.wmf"/><Relationship Id="rId12" Type="http://schemas.openxmlformats.org/officeDocument/2006/relationships/image" Target="../media/image308.wmf"/><Relationship Id="rId11" Type="http://schemas.openxmlformats.org/officeDocument/2006/relationships/image" Target="../media/image307.wmf"/><Relationship Id="rId10" Type="http://schemas.openxmlformats.org/officeDocument/2006/relationships/image" Target="../media/image306.wmf"/><Relationship Id="rId1" Type="http://schemas.openxmlformats.org/officeDocument/2006/relationships/image" Target="../media/image297.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322.wmf"/><Relationship Id="rId8" Type="http://schemas.openxmlformats.org/officeDocument/2006/relationships/image" Target="../media/image321.wmf"/><Relationship Id="rId7" Type="http://schemas.openxmlformats.org/officeDocument/2006/relationships/image" Target="../media/image320.wmf"/><Relationship Id="rId6" Type="http://schemas.openxmlformats.org/officeDocument/2006/relationships/image" Target="../media/image319.wmf"/><Relationship Id="rId5" Type="http://schemas.openxmlformats.org/officeDocument/2006/relationships/image" Target="../media/image318.wmf"/><Relationship Id="rId4" Type="http://schemas.openxmlformats.org/officeDocument/2006/relationships/image" Target="../media/image317.wmf"/><Relationship Id="rId3" Type="http://schemas.openxmlformats.org/officeDocument/2006/relationships/image" Target="../media/image316.wmf"/><Relationship Id="rId2" Type="http://schemas.openxmlformats.org/officeDocument/2006/relationships/image" Target="../media/image315.wmf"/><Relationship Id="rId19" Type="http://schemas.openxmlformats.org/officeDocument/2006/relationships/image" Target="../media/image332.wmf"/><Relationship Id="rId18" Type="http://schemas.openxmlformats.org/officeDocument/2006/relationships/image" Target="../media/image331.wmf"/><Relationship Id="rId17" Type="http://schemas.openxmlformats.org/officeDocument/2006/relationships/image" Target="../media/image330.wmf"/><Relationship Id="rId16" Type="http://schemas.openxmlformats.org/officeDocument/2006/relationships/image" Target="../media/image329.wmf"/><Relationship Id="rId15" Type="http://schemas.openxmlformats.org/officeDocument/2006/relationships/image" Target="../media/image328.wmf"/><Relationship Id="rId14" Type="http://schemas.openxmlformats.org/officeDocument/2006/relationships/image" Target="../media/image327.wmf"/><Relationship Id="rId13" Type="http://schemas.openxmlformats.org/officeDocument/2006/relationships/image" Target="../media/image326.wmf"/><Relationship Id="rId12" Type="http://schemas.openxmlformats.org/officeDocument/2006/relationships/image" Target="../media/image325.wmf"/><Relationship Id="rId11" Type="http://schemas.openxmlformats.org/officeDocument/2006/relationships/image" Target="../media/image324.wmf"/><Relationship Id="rId10" Type="http://schemas.openxmlformats.org/officeDocument/2006/relationships/image" Target="../media/image323.wmf"/><Relationship Id="rId1" Type="http://schemas.openxmlformats.org/officeDocument/2006/relationships/image" Target="../media/image314.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341.wmf"/><Relationship Id="rId7" Type="http://schemas.openxmlformats.org/officeDocument/2006/relationships/image" Target="../media/image339.wmf"/><Relationship Id="rId6" Type="http://schemas.openxmlformats.org/officeDocument/2006/relationships/image" Target="../media/image338.wmf"/><Relationship Id="rId5" Type="http://schemas.openxmlformats.org/officeDocument/2006/relationships/image" Target="../media/image337.wmf"/><Relationship Id="rId4" Type="http://schemas.openxmlformats.org/officeDocument/2006/relationships/image" Target="../media/image336.wmf"/><Relationship Id="rId3" Type="http://schemas.openxmlformats.org/officeDocument/2006/relationships/image" Target="../media/image335.wmf"/><Relationship Id="rId2" Type="http://schemas.openxmlformats.org/officeDocument/2006/relationships/image" Target="../media/image334.wmf"/><Relationship Id="rId1" Type="http://schemas.openxmlformats.org/officeDocument/2006/relationships/image" Target="../media/image333.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350.wmf"/><Relationship Id="rId8" Type="http://schemas.openxmlformats.org/officeDocument/2006/relationships/image" Target="../media/image349.wmf"/><Relationship Id="rId7" Type="http://schemas.openxmlformats.org/officeDocument/2006/relationships/image" Target="../media/image348.wmf"/><Relationship Id="rId6" Type="http://schemas.openxmlformats.org/officeDocument/2006/relationships/image" Target="../media/image347.wmf"/><Relationship Id="rId5" Type="http://schemas.openxmlformats.org/officeDocument/2006/relationships/image" Target="../media/image346.wmf"/><Relationship Id="rId4" Type="http://schemas.openxmlformats.org/officeDocument/2006/relationships/image" Target="../media/image345.wmf"/><Relationship Id="rId3" Type="http://schemas.openxmlformats.org/officeDocument/2006/relationships/image" Target="../media/image344.wmf"/><Relationship Id="rId2" Type="http://schemas.openxmlformats.org/officeDocument/2006/relationships/image" Target="../media/image343.wmf"/><Relationship Id="rId1" Type="http://schemas.openxmlformats.org/officeDocument/2006/relationships/image" Target="../media/image342.wmf"/></Relationships>
</file>

<file path=ppt/drawings/_rels/vmlDrawing31.vml.rels><?xml version="1.0" encoding="UTF-8" standalone="yes"?>
<Relationships xmlns="http://schemas.openxmlformats.org/package/2006/relationships"><Relationship Id="rId4" Type="http://schemas.openxmlformats.org/officeDocument/2006/relationships/image" Target="../media/image355.wmf"/><Relationship Id="rId3" Type="http://schemas.openxmlformats.org/officeDocument/2006/relationships/image" Target="../media/image353.wmf"/><Relationship Id="rId2" Type="http://schemas.openxmlformats.org/officeDocument/2006/relationships/image" Target="../media/image352.wmf"/><Relationship Id="rId1" Type="http://schemas.openxmlformats.org/officeDocument/2006/relationships/image" Target="../media/image35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56.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360.wmf"/><Relationship Id="rId1" Type="http://schemas.openxmlformats.org/officeDocument/2006/relationships/image" Target="../media/image358.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363.wmf"/><Relationship Id="rId2" Type="http://schemas.openxmlformats.org/officeDocument/2006/relationships/image" Target="../media/image362.wmf"/><Relationship Id="rId1" Type="http://schemas.openxmlformats.org/officeDocument/2006/relationships/image" Target="../media/image361.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368.wmf"/><Relationship Id="rId3" Type="http://schemas.openxmlformats.org/officeDocument/2006/relationships/image" Target="../media/image367.wmf"/><Relationship Id="rId2" Type="http://schemas.openxmlformats.org/officeDocument/2006/relationships/image" Target="../media/image366.wmf"/><Relationship Id="rId1" Type="http://schemas.openxmlformats.org/officeDocument/2006/relationships/image" Target="../media/image365.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373.wmf"/><Relationship Id="rId3" Type="http://schemas.openxmlformats.org/officeDocument/2006/relationships/image" Target="../media/image372.wmf"/><Relationship Id="rId2" Type="http://schemas.openxmlformats.org/officeDocument/2006/relationships/image" Target="../media/image371.wmf"/><Relationship Id="rId1" Type="http://schemas.openxmlformats.org/officeDocument/2006/relationships/image" Target="../media/image370.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380.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386.wmf"/><Relationship Id="rId1" Type="http://schemas.openxmlformats.org/officeDocument/2006/relationships/image" Target="../media/image385.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394.wmf"/><Relationship Id="rId7" Type="http://schemas.openxmlformats.org/officeDocument/2006/relationships/image" Target="../media/image393.wmf"/><Relationship Id="rId6" Type="http://schemas.openxmlformats.org/officeDocument/2006/relationships/image" Target="../media/image392.wmf"/><Relationship Id="rId5" Type="http://schemas.openxmlformats.org/officeDocument/2006/relationships/image" Target="../media/image391.wmf"/><Relationship Id="rId4" Type="http://schemas.openxmlformats.org/officeDocument/2006/relationships/image" Target="../media/image390.wmf"/><Relationship Id="rId3" Type="http://schemas.openxmlformats.org/officeDocument/2006/relationships/image" Target="../media/image389.wmf"/><Relationship Id="rId2" Type="http://schemas.openxmlformats.org/officeDocument/2006/relationships/image" Target="../media/image388.wmf"/><Relationship Id="rId1" Type="http://schemas.openxmlformats.org/officeDocument/2006/relationships/image" Target="../media/image38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838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838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6172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8.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5.wmf"/><Relationship Id="rId7" Type="http://schemas.openxmlformats.org/officeDocument/2006/relationships/oleObject" Target="../embeddings/oleObject5.bin"/><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8" Type="http://schemas.openxmlformats.org/officeDocument/2006/relationships/vmlDrawing" Target="../drawings/vmlDrawing2.vml"/><Relationship Id="rId17" Type="http://schemas.openxmlformats.org/officeDocument/2006/relationships/slideLayout" Target="../slideLayouts/slideLayout18.xml"/><Relationship Id="rId16" Type="http://schemas.openxmlformats.org/officeDocument/2006/relationships/image" Target="../media/image9.wmf"/><Relationship Id="rId15" Type="http://schemas.openxmlformats.org/officeDocument/2006/relationships/oleObject" Target="../embeddings/oleObject9.bin"/><Relationship Id="rId14" Type="http://schemas.openxmlformats.org/officeDocument/2006/relationships/image" Target="../media/image8.wmf"/><Relationship Id="rId13" Type="http://schemas.openxmlformats.org/officeDocument/2006/relationships/oleObject" Target="../embeddings/oleObject8.bin"/><Relationship Id="rId12" Type="http://schemas.openxmlformats.org/officeDocument/2006/relationships/image" Target="../media/image7.wmf"/><Relationship Id="rId11" Type="http://schemas.openxmlformats.org/officeDocument/2006/relationships/oleObject" Target="../embeddings/oleObject7.bin"/><Relationship Id="rId10" Type="http://schemas.openxmlformats.org/officeDocument/2006/relationships/image" Target="../media/image6.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13.wmf"/><Relationship Id="rId7" Type="http://schemas.openxmlformats.org/officeDocument/2006/relationships/oleObject" Target="../embeddings/oleObject13.bin"/><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image" Target="../media/image11.wmf"/><Relationship Id="rId3" Type="http://schemas.openxmlformats.org/officeDocument/2006/relationships/oleObject" Target="../embeddings/oleObject11.bin"/><Relationship Id="rId2" Type="http://schemas.openxmlformats.org/officeDocument/2006/relationships/image" Target="../media/image10.wmf"/><Relationship Id="rId18" Type="http://schemas.openxmlformats.org/officeDocument/2006/relationships/vmlDrawing" Target="../drawings/vmlDrawing3.vml"/><Relationship Id="rId17" Type="http://schemas.openxmlformats.org/officeDocument/2006/relationships/slideLayout" Target="../slideLayouts/slideLayout18.xml"/><Relationship Id="rId16" Type="http://schemas.openxmlformats.org/officeDocument/2006/relationships/image" Target="../media/image17.wmf"/><Relationship Id="rId15" Type="http://schemas.openxmlformats.org/officeDocument/2006/relationships/oleObject" Target="../embeddings/oleObject17.bin"/><Relationship Id="rId14" Type="http://schemas.openxmlformats.org/officeDocument/2006/relationships/image" Target="../media/image16.wmf"/><Relationship Id="rId13" Type="http://schemas.openxmlformats.org/officeDocument/2006/relationships/oleObject" Target="../embeddings/oleObject16.bin"/><Relationship Id="rId12" Type="http://schemas.openxmlformats.org/officeDocument/2006/relationships/image" Target="../media/image15.wmf"/><Relationship Id="rId11" Type="http://schemas.openxmlformats.org/officeDocument/2006/relationships/oleObject" Target="../embeddings/oleObject15.bin"/><Relationship Id="rId10" Type="http://schemas.openxmlformats.org/officeDocument/2006/relationships/image" Target="../media/image14.wmf"/><Relationship Id="rId1"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1.wmf"/><Relationship Id="rId7" Type="http://schemas.openxmlformats.org/officeDocument/2006/relationships/oleObject" Target="../embeddings/oleObject21.bin"/><Relationship Id="rId6" Type="http://schemas.openxmlformats.org/officeDocument/2006/relationships/image" Target="../media/image20.wmf"/><Relationship Id="rId5" Type="http://schemas.openxmlformats.org/officeDocument/2006/relationships/oleObject" Target="../embeddings/oleObject20.bin"/><Relationship Id="rId4" Type="http://schemas.openxmlformats.org/officeDocument/2006/relationships/image" Target="../media/image19.wmf"/><Relationship Id="rId3" Type="http://schemas.openxmlformats.org/officeDocument/2006/relationships/oleObject" Target="../embeddings/oleObject19.bin"/><Relationship Id="rId28" Type="http://schemas.openxmlformats.org/officeDocument/2006/relationships/vmlDrawing" Target="../drawings/vmlDrawing4.vml"/><Relationship Id="rId27" Type="http://schemas.openxmlformats.org/officeDocument/2006/relationships/slideLayout" Target="../slideLayouts/slideLayout18.xml"/><Relationship Id="rId26" Type="http://schemas.openxmlformats.org/officeDocument/2006/relationships/image" Target="../media/image30.wmf"/><Relationship Id="rId25" Type="http://schemas.openxmlformats.org/officeDocument/2006/relationships/oleObject" Target="../embeddings/oleObject30.bin"/><Relationship Id="rId24" Type="http://schemas.openxmlformats.org/officeDocument/2006/relationships/image" Target="../media/image29.wmf"/><Relationship Id="rId23" Type="http://schemas.openxmlformats.org/officeDocument/2006/relationships/oleObject" Target="../embeddings/oleObject29.bin"/><Relationship Id="rId22" Type="http://schemas.openxmlformats.org/officeDocument/2006/relationships/image" Target="../media/image28.wmf"/><Relationship Id="rId21" Type="http://schemas.openxmlformats.org/officeDocument/2006/relationships/oleObject" Target="../embeddings/oleObject28.bin"/><Relationship Id="rId20" Type="http://schemas.openxmlformats.org/officeDocument/2006/relationships/image" Target="../media/image27.wmf"/><Relationship Id="rId2" Type="http://schemas.openxmlformats.org/officeDocument/2006/relationships/image" Target="../media/image18.wmf"/><Relationship Id="rId19" Type="http://schemas.openxmlformats.org/officeDocument/2006/relationships/oleObject" Target="../embeddings/oleObject27.bin"/><Relationship Id="rId18" Type="http://schemas.openxmlformats.org/officeDocument/2006/relationships/image" Target="../media/image26.wmf"/><Relationship Id="rId17" Type="http://schemas.openxmlformats.org/officeDocument/2006/relationships/oleObject" Target="../embeddings/oleObject26.bin"/><Relationship Id="rId16" Type="http://schemas.openxmlformats.org/officeDocument/2006/relationships/image" Target="../media/image25.wmf"/><Relationship Id="rId15" Type="http://schemas.openxmlformats.org/officeDocument/2006/relationships/oleObject" Target="../embeddings/oleObject25.bin"/><Relationship Id="rId14" Type="http://schemas.openxmlformats.org/officeDocument/2006/relationships/image" Target="../media/image24.wmf"/><Relationship Id="rId13" Type="http://schemas.openxmlformats.org/officeDocument/2006/relationships/oleObject" Target="../embeddings/oleObject24.bin"/><Relationship Id="rId12" Type="http://schemas.openxmlformats.org/officeDocument/2006/relationships/image" Target="../media/image23.wmf"/><Relationship Id="rId11" Type="http://schemas.openxmlformats.org/officeDocument/2006/relationships/oleObject" Target="../embeddings/oleObject23.bin"/><Relationship Id="rId10" Type="http://schemas.openxmlformats.org/officeDocument/2006/relationships/image" Target="../media/image22.wmf"/><Relationship Id="rId1" Type="http://schemas.openxmlformats.org/officeDocument/2006/relationships/oleObject" Target="../embeddings/oleObject18.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35.bin"/><Relationship Id="rId8" Type="http://schemas.openxmlformats.org/officeDocument/2006/relationships/image" Target="../media/image34.wmf"/><Relationship Id="rId7" Type="http://schemas.openxmlformats.org/officeDocument/2006/relationships/oleObject" Target="../embeddings/oleObject34.bin"/><Relationship Id="rId6" Type="http://schemas.openxmlformats.org/officeDocument/2006/relationships/image" Target="../media/image33.wmf"/><Relationship Id="rId5" Type="http://schemas.openxmlformats.org/officeDocument/2006/relationships/oleObject" Target="../embeddings/oleObject33.bin"/><Relationship Id="rId4" Type="http://schemas.openxmlformats.org/officeDocument/2006/relationships/image" Target="../media/image32.wmf"/><Relationship Id="rId3" Type="http://schemas.openxmlformats.org/officeDocument/2006/relationships/oleObject" Target="../embeddings/oleObject32.bin"/><Relationship Id="rId21" Type="http://schemas.openxmlformats.org/officeDocument/2006/relationships/vmlDrawing" Target="../drawings/vmlDrawing5.vml"/><Relationship Id="rId20" Type="http://schemas.openxmlformats.org/officeDocument/2006/relationships/slideLayout" Target="../slideLayouts/slideLayout18.xml"/><Relationship Id="rId2" Type="http://schemas.openxmlformats.org/officeDocument/2006/relationships/image" Target="../media/image31.wmf"/><Relationship Id="rId19" Type="http://schemas.openxmlformats.org/officeDocument/2006/relationships/oleObject" Target="../embeddings/oleObject41.bin"/><Relationship Id="rId18" Type="http://schemas.openxmlformats.org/officeDocument/2006/relationships/oleObject" Target="../embeddings/oleObject40.bin"/><Relationship Id="rId17" Type="http://schemas.openxmlformats.org/officeDocument/2006/relationships/oleObject" Target="../embeddings/oleObject39.bin"/><Relationship Id="rId16" Type="http://schemas.openxmlformats.org/officeDocument/2006/relationships/image" Target="../media/image38.wmf"/><Relationship Id="rId15" Type="http://schemas.openxmlformats.org/officeDocument/2006/relationships/oleObject" Target="../embeddings/oleObject38.bin"/><Relationship Id="rId14" Type="http://schemas.openxmlformats.org/officeDocument/2006/relationships/image" Target="../media/image37.wmf"/><Relationship Id="rId13" Type="http://schemas.openxmlformats.org/officeDocument/2006/relationships/oleObject" Target="../embeddings/oleObject37.bin"/><Relationship Id="rId12" Type="http://schemas.openxmlformats.org/officeDocument/2006/relationships/image" Target="../media/image36.wmf"/><Relationship Id="rId11" Type="http://schemas.openxmlformats.org/officeDocument/2006/relationships/oleObject" Target="../embeddings/oleObject36.bin"/><Relationship Id="rId10" Type="http://schemas.openxmlformats.org/officeDocument/2006/relationships/image" Target="../media/image35.wmf"/><Relationship Id="rId1" Type="http://schemas.openxmlformats.org/officeDocument/2006/relationships/oleObject" Target="../embeddings/oleObject31.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42.wmf"/><Relationship Id="rId7" Type="http://schemas.openxmlformats.org/officeDocument/2006/relationships/oleObject" Target="../embeddings/oleObject45.bin"/><Relationship Id="rId6" Type="http://schemas.openxmlformats.org/officeDocument/2006/relationships/image" Target="../media/image41.wmf"/><Relationship Id="rId5" Type="http://schemas.openxmlformats.org/officeDocument/2006/relationships/oleObject" Target="../embeddings/oleObject44.bin"/><Relationship Id="rId4" Type="http://schemas.openxmlformats.org/officeDocument/2006/relationships/image" Target="../media/image40.wmf"/><Relationship Id="rId38" Type="http://schemas.openxmlformats.org/officeDocument/2006/relationships/vmlDrawing" Target="../drawings/vmlDrawing6.vml"/><Relationship Id="rId37" Type="http://schemas.openxmlformats.org/officeDocument/2006/relationships/slideLayout" Target="../slideLayouts/slideLayout18.xml"/><Relationship Id="rId36" Type="http://schemas.openxmlformats.org/officeDocument/2006/relationships/image" Target="../media/image56.wmf"/><Relationship Id="rId35" Type="http://schemas.openxmlformats.org/officeDocument/2006/relationships/oleObject" Target="../embeddings/oleObject59.bin"/><Relationship Id="rId34" Type="http://schemas.openxmlformats.org/officeDocument/2006/relationships/image" Target="../media/image55.wmf"/><Relationship Id="rId33" Type="http://schemas.openxmlformats.org/officeDocument/2006/relationships/oleObject" Target="../embeddings/oleObject58.bin"/><Relationship Id="rId32" Type="http://schemas.openxmlformats.org/officeDocument/2006/relationships/image" Target="../media/image54.wmf"/><Relationship Id="rId31" Type="http://schemas.openxmlformats.org/officeDocument/2006/relationships/oleObject" Target="../embeddings/oleObject57.bin"/><Relationship Id="rId30" Type="http://schemas.openxmlformats.org/officeDocument/2006/relationships/image" Target="../media/image53.wmf"/><Relationship Id="rId3" Type="http://schemas.openxmlformats.org/officeDocument/2006/relationships/oleObject" Target="../embeddings/oleObject43.bin"/><Relationship Id="rId29" Type="http://schemas.openxmlformats.org/officeDocument/2006/relationships/oleObject" Target="../embeddings/oleObject56.bin"/><Relationship Id="rId28" Type="http://schemas.openxmlformats.org/officeDocument/2006/relationships/image" Target="../media/image52.wmf"/><Relationship Id="rId27" Type="http://schemas.openxmlformats.org/officeDocument/2006/relationships/oleObject" Target="../embeddings/oleObject55.bin"/><Relationship Id="rId26" Type="http://schemas.openxmlformats.org/officeDocument/2006/relationships/image" Target="../media/image51.wmf"/><Relationship Id="rId25" Type="http://schemas.openxmlformats.org/officeDocument/2006/relationships/oleObject" Target="../embeddings/oleObject54.bin"/><Relationship Id="rId24" Type="http://schemas.openxmlformats.org/officeDocument/2006/relationships/image" Target="../media/image50.wmf"/><Relationship Id="rId23" Type="http://schemas.openxmlformats.org/officeDocument/2006/relationships/oleObject" Target="../embeddings/oleObject53.bin"/><Relationship Id="rId22" Type="http://schemas.openxmlformats.org/officeDocument/2006/relationships/image" Target="../media/image49.wmf"/><Relationship Id="rId21" Type="http://schemas.openxmlformats.org/officeDocument/2006/relationships/oleObject" Target="../embeddings/oleObject52.bin"/><Relationship Id="rId20" Type="http://schemas.openxmlformats.org/officeDocument/2006/relationships/image" Target="../media/image48.wmf"/><Relationship Id="rId2" Type="http://schemas.openxmlformats.org/officeDocument/2006/relationships/image" Target="../media/image39.wmf"/><Relationship Id="rId19" Type="http://schemas.openxmlformats.org/officeDocument/2006/relationships/oleObject" Target="../embeddings/oleObject51.bin"/><Relationship Id="rId18" Type="http://schemas.openxmlformats.org/officeDocument/2006/relationships/image" Target="../media/image47.wmf"/><Relationship Id="rId17" Type="http://schemas.openxmlformats.org/officeDocument/2006/relationships/oleObject" Target="../embeddings/oleObject50.bin"/><Relationship Id="rId16" Type="http://schemas.openxmlformats.org/officeDocument/2006/relationships/image" Target="../media/image46.wmf"/><Relationship Id="rId15" Type="http://schemas.openxmlformats.org/officeDocument/2006/relationships/oleObject" Target="../embeddings/oleObject49.bin"/><Relationship Id="rId14" Type="http://schemas.openxmlformats.org/officeDocument/2006/relationships/image" Target="../media/image45.wmf"/><Relationship Id="rId13" Type="http://schemas.openxmlformats.org/officeDocument/2006/relationships/oleObject" Target="../embeddings/oleObject48.bin"/><Relationship Id="rId12" Type="http://schemas.openxmlformats.org/officeDocument/2006/relationships/image" Target="../media/image44.wmf"/><Relationship Id="rId11" Type="http://schemas.openxmlformats.org/officeDocument/2006/relationships/oleObject" Target="../embeddings/oleObject47.bin"/><Relationship Id="rId10" Type="http://schemas.openxmlformats.org/officeDocument/2006/relationships/image" Target="../media/image43.wmf"/><Relationship Id="rId1" Type="http://schemas.openxmlformats.org/officeDocument/2006/relationships/oleObject" Target="../embeddings/oleObject42.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60.wmf"/><Relationship Id="rId7" Type="http://schemas.openxmlformats.org/officeDocument/2006/relationships/oleObject" Target="../embeddings/oleObject63.bin"/><Relationship Id="rId6" Type="http://schemas.openxmlformats.org/officeDocument/2006/relationships/image" Target="../media/image59.wmf"/><Relationship Id="rId5" Type="http://schemas.openxmlformats.org/officeDocument/2006/relationships/oleObject" Target="../embeddings/oleObject62.bin"/><Relationship Id="rId4" Type="http://schemas.openxmlformats.org/officeDocument/2006/relationships/image" Target="../media/image58.wmf"/><Relationship Id="rId3" Type="http://schemas.openxmlformats.org/officeDocument/2006/relationships/oleObject" Target="../embeddings/oleObject61.bin"/><Relationship Id="rId20" Type="http://schemas.openxmlformats.org/officeDocument/2006/relationships/vmlDrawing" Target="../drawings/vmlDrawing7.vml"/><Relationship Id="rId2" Type="http://schemas.openxmlformats.org/officeDocument/2006/relationships/image" Target="../media/image57.wmf"/><Relationship Id="rId19" Type="http://schemas.openxmlformats.org/officeDocument/2006/relationships/slideLayout" Target="../slideLayouts/slideLayout18.xml"/><Relationship Id="rId18" Type="http://schemas.openxmlformats.org/officeDocument/2006/relationships/image" Target="../media/image65.wmf"/><Relationship Id="rId17" Type="http://schemas.openxmlformats.org/officeDocument/2006/relationships/oleObject" Target="../embeddings/oleObject68.bin"/><Relationship Id="rId16" Type="http://schemas.openxmlformats.org/officeDocument/2006/relationships/image" Target="../media/image64.wmf"/><Relationship Id="rId15" Type="http://schemas.openxmlformats.org/officeDocument/2006/relationships/oleObject" Target="../embeddings/oleObject67.bin"/><Relationship Id="rId14" Type="http://schemas.openxmlformats.org/officeDocument/2006/relationships/image" Target="../media/image63.wmf"/><Relationship Id="rId13" Type="http://schemas.openxmlformats.org/officeDocument/2006/relationships/oleObject" Target="../embeddings/oleObject66.bin"/><Relationship Id="rId12" Type="http://schemas.openxmlformats.org/officeDocument/2006/relationships/image" Target="../media/image62.wmf"/><Relationship Id="rId11" Type="http://schemas.openxmlformats.org/officeDocument/2006/relationships/oleObject" Target="../embeddings/oleObject65.bin"/><Relationship Id="rId10" Type="http://schemas.openxmlformats.org/officeDocument/2006/relationships/image" Target="../media/image61.wmf"/><Relationship Id="rId1" Type="http://schemas.openxmlformats.org/officeDocument/2006/relationships/oleObject" Target="../embeddings/oleObject60.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69.wmf"/><Relationship Id="rId7" Type="http://schemas.openxmlformats.org/officeDocument/2006/relationships/oleObject" Target="../embeddings/oleObject72.bin"/><Relationship Id="rId6" Type="http://schemas.openxmlformats.org/officeDocument/2006/relationships/image" Target="../media/image68.wmf"/><Relationship Id="rId5" Type="http://schemas.openxmlformats.org/officeDocument/2006/relationships/oleObject" Target="../embeddings/oleObject71.bin"/><Relationship Id="rId4" Type="http://schemas.openxmlformats.org/officeDocument/2006/relationships/image" Target="../media/image67.wmf"/><Relationship Id="rId3" Type="http://schemas.openxmlformats.org/officeDocument/2006/relationships/oleObject" Target="../embeddings/oleObject70.bin"/><Relationship Id="rId2" Type="http://schemas.openxmlformats.org/officeDocument/2006/relationships/image" Target="../media/image66.wmf"/><Relationship Id="rId14" Type="http://schemas.openxmlformats.org/officeDocument/2006/relationships/vmlDrawing" Target="../drawings/vmlDrawing8.vml"/><Relationship Id="rId13" Type="http://schemas.openxmlformats.org/officeDocument/2006/relationships/slideLayout" Target="../slideLayouts/slideLayout18.xml"/><Relationship Id="rId12" Type="http://schemas.openxmlformats.org/officeDocument/2006/relationships/image" Target="../media/image71.wmf"/><Relationship Id="rId11" Type="http://schemas.openxmlformats.org/officeDocument/2006/relationships/oleObject" Target="../embeddings/oleObject74.bin"/><Relationship Id="rId10" Type="http://schemas.openxmlformats.org/officeDocument/2006/relationships/image" Target="../media/image70.wmf"/><Relationship Id="rId1" Type="http://schemas.openxmlformats.org/officeDocument/2006/relationships/oleObject" Target="../embeddings/oleObject69.bin"/></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75.wmf"/><Relationship Id="rId7" Type="http://schemas.openxmlformats.org/officeDocument/2006/relationships/oleObject" Target="../embeddings/oleObject78.bin"/><Relationship Id="rId6" Type="http://schemas.openxmlformats.org/officeDocument/2006/relationships/image" Target="../media/image74.wmf"/><Relationship Id="rId5" Type="http://schemas.openxmlformats.org/officeDocument/2006/relationships/oleObject" Target="../embeddings/oleObject77.bin"/><Relationship Id="rId44" Type="http://schemas.openxmlformats.org/officeDocument/2006/relationships/vmlDrawing" Target="../drawings/vmlDrawing9.vml"/><Relationship Id="rId43" Type="http://schemas.openxmlformats.org/officeDocument/2006/relationships/slideLayout" Target="../slideLayouts/slideLayout18.xml"/><Relationship Id="rId42" Type="http://schemas.openxmlformats.org/officeDocument/2006/relationships/image" Target="../media/image92.wmf"/><Relationship Id="rId41" Type="http://schemas.openxmlformats.org/officeDocument/2006/relationships/oleObject" Target="../embeddings/oleObject95.bin"/><Relationship Id="rId40" Type="http://schemas.openxmlformats.org/officeDocument/2006/relationships/image" Target="../media/image91.wmf"/><Relationship Id="rId4" Type="http://schemas.openxmlformats.org/officeDocument/2006/relationships/image" Target="../media/image73.wmf"/><Relationship Id="rId39" Type="http://schemas.openxmlformats.org/officeDocument/2006/relationships/oleObject" Target="../embeddings/oleObject94.bin"/><Relationship Id="rId38" Type="http://schemas.openxmlformats.org/officeDocument/2006/relationships/image" Target="../media/image90.wmf"/><Relationship Id="rId37" Type="http://schemas.openxmlformats.org/officeDocument/2006/relationships/oleObject" Target="../embeddings/oleObject93.bin"/><Relationship Id="rId36" Type="http://schemas.openxmlformats.org/officeDocument/2006/relationships/image" Target="../media/image89.wmf"/><Relationship Id="rId35" Type="http://schemas.openxmlformats.org/officeDocument/2006/relationships/oleObject" Target="../embeddings/oleObject92.bin"/><Relationship Id="rId34" Type="http://schemas.openxmlformats.org/officeDocument/2006/relationships/image" Target="../media/image88.wmf"/><Relationship Id="rId33" Type="http://schemas.openxmlformats.org/officeDocument/2006/relationships/oleObject" Target="../embeddings/oleObject91.bin"/><Relationship Id="rId32" Type="http://schemas.openxmlformats.org/officeDocument/2006/relationships/image" Target="../media/image87.wmf"/><Relationship Id="rId31" Type="http://schemas.openxmlformats.org/officeDocument/2006/relationships/oleObject" Target="../embeddings/oleObject90.bin"/><Relationship Id="rId30" Type="http://schemas.openxmlformats.org/officeDocument/2006/relationships/image" Target="../media/image86.wmf"/><Relationship Id="rId3" Type="http://schemas.openxmlformats.org/officeDocument/2006/relationships/oleObject" Target="../embeddings/oleObject76.bin"/><Relationship Id="rId29" Type="http://schemas.openxmlformats.org/officeDocument/2006/relationships/oleObject" Target="../embeddings/oleObject89.bin"/><Relationship Id="rId28" Type="http://schemas.openxmlformats.org/officeDocument/2006/relationships/image" Target="../media/image85.wmf"/><Relationship Id="rId27" Type="http://schemas.openxmlformats.org/officeDocument/2006/relationships/oleObject" Target="../embeddings/oleObject88.bin"/><Relationship Id="rId26" Type="http://schemas.openxmlformats.org/officeDocument/2006/relationships/image" Target="../media/image84.wmf"/><Relationship Id="rId25" Type="http://schemas.openxmlformats.org/officeDocument/2006/relationships/oleObject" Target="../embeddings/oleObject87.bin"/><Relationship Id="rId24" Type="http://schemas.openxmlformats.org/officeDocument/2006/relationships/image" Target="../media/image83.wmf"/><Relationship Id="rId23" Type="http://schemas.openxmlformats.org/officeDocument/2006/relationships/oleObject" Target="../embeddings/oleObject86.bin"/><Relationship Id="rId22" Type="http://schemas.openxmlformats.org/officeDocument/2006/relationships/image" Target="../media/image82.wmf"/><Relationship Id="rId21" Type="http://schemas.openxmlformats.org/officeDocument/2006/relationships/oleObject" Target="../embeddings/oleObject85.bin"/><Relationship Id="rId20" Type="http://schemas.openxmlformats.org/officeDocument/2006/relationships/image" Target="../media/image81.wmf"/><Relationship Id="rId2" Type="http://schemas.openxmlformats.org/officeDocument/2006/relationships/image" Target="../media/image72.wmf"/><Relationship Id="rId19" Type="http://schemas.openxmlformats.org/officeDocument/2006/relationships/oleObject" Target="../embeddings/oleObject84.bin"/><Relationship Id="rId18" Type="http://schemas.openxmlformats.org/officeDocument/2006/relationships/image" Target="../media/image80.wmf"/><Relationship Id="rId17" Type="http://schemas.openxmlformats.org/officeDocument/2006/relationships/oleObject" Target="../embeddings/oleObject83.bin"/><Relationship Id="rId16" Type="http://schemas.openxmlformats.org/officeDocument/2006/relationships/image" Target="../media/image79.wmf"/><Relationship Id="rId15" Type="http://schemas.openxmlformats.org/officeDocument/2006/relationships/oleObject" Target="../embeddings/oleObject82.bin"/><Relationship Id="rId14" Type="http://schemas.openxmlformats.org/officeDocument/2006/relationships/image" Target="../media/image78.wmf"/><Relationship Id="rId13" Type="http://schemas.openxmlformats.org/officeDocument/2006/relationships/oleObject" Target="../embeddings/oleObject81.bin"/><Relationship Id="rId12" Type="http://schemas.openxmlformats.org/officeDocument/2006/relationships/image" Target="../media/image77.wmf"/><Relationship Id="rId11" Type="http://schemas.openxmlformats.org/officeDocument/2006/relationships/oleObject" Target="../embeddings/oleObject80.bin"/><Relationship Id="rId10" Type="http://schemas.openxmlformats.org/officeDocument/2006/relationships/image" Target="../media/image76.wmf"/><Relationship Id="rId1" Type="http://schemas.openxmlformats.org/officeDocument/2006/relationships/oleObject" Target="../embeddings/oleObject75.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00.bin"/><Relationship Id="rId8" Type="http://schemas.openxmlformats.org/officeDocument/2006/relationships/image" Target="../media/image96.wmf"/><Relationship Id="rId7" Type="http://schemas.openxmlformats.org/officeDocument/2006/relationships/oleObject" Target="../embeddings/oleObject99.bin"/><Relationship Id="rId6" Type="http://schemas.openxmlformats.org/officeDocument/2006/relationships/image" Target="../media/image95.wmf"/><Relationship Id="rId5" Type="http://schemas.openxmlformats.org/officeDocument/2006/relationships/oleObject" Target="../embeddings/oleObject98.bin"/><Relationship Id="rId4" Type="http://schemas.openxmlformats.org/officeDocument/2006/relationships/image" Target="../media/image94.wmf"/><Relationship Id="rId3" Type="http://schemas.openxmlformats.org/officeDocument/2006/relationships/oleObject" Target="../embeddings/oleObject97.bin"/><Relationship Id="rId24" Type="http://schemas.openxmlformats.org/officeDocument/2006/relationships/vmlDrawing" Target="../drawings/vmlDrawing10.vml"/><Relationship Id="rId23" Type="http://schemas.openxmlformats.org/officeDocument/2006/relationships/slideLayout" Target="../slideLayouts/slideLayout18.xml"/><Relationship Id="rId22" Type="http://schemas.openxmlformats.org/officeDocument/2006/relationships/image" Target="../media/image103.emf"/><Relationship Id="rId21" Type="http://schemas.openxmlformats.org/officeDocument/2006/relationships/oleObject" Target="../embeddings/oleObject106.bin"/><Relationship Id="rId20" Type="http://schemas.openxmlformats.org/officeDocument/2006/relationships/image" Target="../media/image102.emf"/><Relationship Id="rId2" Type="http://schemas.openxmlformats.org/officeDocument/2006/relationships/image" Target="../media/image93.wmf"/><Relationship Id="rId19" Type="http://schemas.openxmlformats.org/officeDocument/2006/relationships/oleObject" Target="../embeddings/oleObject105.bin"/><Relationship Id="rId18" Type="http://schemas.openxmlformats.org/officeDocument/2006/relationships/image" Target="../media/image101.wmf"/><Relationship Id="rId17" Type="http://schemas.openxmlformats.org/officeDocument/2006/relationships/oleObject" Target="../embeddings/oleObject104.bin"/><Relationship Id="rId16" Type="http://schemas.openxmlformats.org/officeDocument/2006/relationships/image" Target="../media/image100.emf"/><Relationship Id="rId15" Type="http://schemas.openxmlformats.org/officeDocument/2006/relationships/oleObject" Target="../embeddings/oleObject103.bin"/><Relationship Id="rId14" Type="http://schemas.openxmlformats.org/officeDocument/2006/relationships/image" Target="../media/image99.emf"/><Relationship Id="rId13" Type="http://schemas.openxmlformats.org/officeDocument/2006/relationships/oleObject" Target="../embeddings/oleObject102.bin"/><Relationship Id="rId12" Type="http://schemas.openxmlformats.org/officeDocument/2006/relationships/image" Target="../media/image98.wmf"/><Relationship Id="rId11" Type="http://schemas.openxmlformats.org/officeDocument/2006/relationships/oleObject" Target="../embeddings/oleObject101.bin"/><Relationship Id="rId10" Type="http://schemas.openxmlformats.org/officeDocument/2006/relationships/image" Target="../media/image97.wmf"/><Relationship Id="rId1" Type="http://schemas.openxmlformats.org/officeDocument/2006/relationships/oleObject" Target="../embeddings/oleObject96.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11.bin"/><Relationship Id="rId8" Type="http://schemas.openxmlformats.org/officeDocument/2006/relationships/image" Target="../media/image107.wmf"/><Relationship Id="rId7" Type="http://schemas.openxmlformats.org/officeDocument/2006/relationships/oleObject" Target="../embeddings/oleObject110.bin"/><Relationship Id="rId6" Type="http://schemas.openxmlformats.org/officeDocument/2006/relationships/image" Target="../media/image106.emf"/><Relationship Id="rId5" Type="http://schemas.openxmlformats.org/officeDocument/2006/relationships/oleObject" Target="../embeddings/oleObject109.bin"/><Relationship Id="rId4" Type="http://schemas.openxmlformats.org/officeDocument/2006/relationships/image" Target="../media/image105.emf"/><Relationship Id="rId3" Type="http://schemas.openxmlformats.org/officeDocument/2006/relationships/oleObject" Target="../embeddings/oleObject108.bin"/><Relationship Id="rId27" Type="http://schemas.openxmlformats.org/officeDocument/2006/relationships/vmlDrawing" Target="../drawings/vmlDrawing11.vml"/><Relationship Id="rId26" Type="http://schemas.openxmlformats.org/officeDocument/2006/relationships/slideLayout" Target="../slideLayouts/slideLayout18.xml"/><Relationship Id="rId25" Type="http://schemas.openxmlformats.org/officeDocument/2006/relationships/image" Target="../media/image115.wmf"/><Relationship Id="rId24" Type="http://schemas.openxmlformats.org/officeDocument/2006/relationships/oleObject" Target="../embeddings/oleObject118.bin"/><Relationship Id="rId23" Type="http://schemas.openxmlformats.org/officeDocument/2006/relationships/image" Target="../media/image114.wmf"/><Relationship Id="rId22" Type="http://schemas.openxmlformats.org/officeDocument/2006/relationships/oleObject" Target="../embeddings/oleObject117.bin"/><Relationship Id="rId21" Type="http://schemas.openxmlformats.org/officeDocument/2006/relationships/slide" Target="slide9.xml"/><Relationship Id="rId20" Type="http://schemas.openxmlformats.org/officeDocument/2006/relationships/image" Target="../media/image113.wmf"/><Relationship Id="rId2" Type="http://schemas.openxmlformats.org/officeDocument/2006/relationships/image" Target="../media/image104.wmf"/><Relationship Id="rId19" Type="http://schemas.openxmlformats.org/officeDocument/2006/relationships/oleObject" Target="../embeddings/oleObject116.bin"/><Relationship Id="rId18" Type="http://schemas.openxmlformats.org/officeDocument/2006/relationships/image" Target="../media/image112.wmf"/><Relationship Id="rId17" Type="http://schemas.openxmlformats.org/officeDocument/2006/relationships/oleObject" Target="../embeddings/oleObject115.bin"/><Relationship Id="rId16" Type="http://schemas.openxmlformats.org/officeDocument/2006/relationships/image" Target="../media/image111.emf"/><Relationship Id="rId15" Type="http://schemas.openxmlformats.org/officeDocument/2006/relationships/oleObject" Target="../embeddings/oleObject114.bin"/><Relationship Id="rId14" Type="http://schemas.openxmlformats.org/officeDocument/2006/relationships/image" Target="../media/image110.emf"/><Relationship Id="rId13" Type="http://schemas.openxmlformats.org/officeDocument/2006/relationships/oleObject" Target="../embeddings/oleObject113.bin"/><Relationship Id="rId12" Type="http://schemas.openxmlformats.org/officeDocument/2006/relationships/image" Target="../media/image109.wmf"/><Relationship Id="rId11" Type="http://schemas.openxmlformats.org/officeDocument/2006/relationships/oleObject" Target="../embeddings/oleObject112.bin"/><Relationship Id="rId10" Type="http://schemas.openxmlformats.org/officeDocument/2006/relationships/image" Target="../media/image108.emf"/><Relationship Id="rId1" Type="http://schemas.openxmlformats.org/officeDocument/2006/relationships/oleObject" Target="../embeddings/oleObject107.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6.emf"/></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18.xml"/><Relationship Id="rId6" Type="http://schemas.openxmlformats.org/officeDocument/2006/relationships/image" Target="../media/image119.emf"/><Relationship Id="rId5" Type="http://schemas.openxmlformats.org/officeDocument/2006/relationships/oleObject" Target="../embeddings/oleObject121.bin"/><Relationship Id="rId4" Type="http://schemas.openxmlformats.org/officeDocument/2006/relationships/image" Target="../media/image118.emf"/><Relationship Id="rId3" Type="http://schemas.openxmlformats.org/officeDocument/2006/relationships/oleObject" Target="../embeddings/oleObject120.bin"/><Relationship Id="rId2" Type="http://schemas.openxmlformats.org/officeDocument/2006/relationships/image" Target="../media/image117.wmf"/><Relationship Id="rId1" Type="http://schemas.openxmlformats.org/officeDocument/2006/relationships/oleObject" Target="../embeddings/oleObject119.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26.bin"/><Relationship Id="rId8" Type="http://schemas.openxmlformats.org/officeDocument/2006/relationships/image" Target="../media/image123.wmf"/><Relationship Id="rId7" Type="http://schemas.openxmlformats.org/officeDocument/2006/relationships/oleObject" Target="../embeddings/oleObject125.bin"/><Relationship Id="rId6" Type="http://schemas.openxmlformats.org/officeDocument/2006/relationships/image" Target="../media/image122.wmf"/><Relationship Id="rId5" Type="http://schemas.openxmlformats.org/officeDocument/2006/relationships/oleObject" Target="../embeddings/oleObject124.bin"/><Relationship Id="rId4" Type="http://schemas.openxmlformats.org/officeDocument/2006/relationships/image" Target="../media/image121.wmf"/><Relationship Id="rId30" Type="http://schemas.openxmlformats.org/officeDocument/2006/relationships/vmlDrawing" Target="../drawings/vmlDrawing13.vml"/><Relationship Id="rId3" Type="http://schemas.openxmlformats.org/officeDocument/2006/relationships/oleObject" Target="../embeddings/oleObject123.bin"/><Relationship Id="rId29" Type="http://schemas.openxmlformats.org/officeDocument/2006/relationships/slideLayout" Target="../slideLayouts/slideLayout18.xml"/><Relationship Id="rId28" Type="http://schemas.openxmlformats.org/officeDocument/2006/relationships/image" Target="../media/image133.wmf"/><Relationship Id="rId27" Type="http://schemas.openxmlformats.org/officeDocument/2006/relationships/oleObject" Target="../embeddings/oleObject135.bin"/><Relationship Id="rId26" Type="http://schemas.openxmlformats.org/officeDocument/2006/relationships/image" Target="../media/image132.wmf"/><Relationship Id="rId25" Type="http://schemas.openxmlformats.org/officeDocument/2006/relationships/oleObject" Target="../embeddings/oleObject134.bin"/><Relationship Id="rId24" Type="http://schemas.openxmlformats.org/officeDocument/2006/relationships/image" Target="../media/image131.wmf"/><Relationship Id="rId23" Type="http://schemas.openxmlformats.org/officeDocument/2006/relationships/oleObject" Target="../embeddings/oleObject133.bin"/><Relationship Id="rId22" Type="http://schemas.openxmlformats.org/officeDocument/2006/relationships/image" Target="../media/image130.wmf"/><Relationship Id="rId21" Type="http://schemas.openxmlformats.org/officeDocument/2006/relationships/oleObject" Target="../embeddings/oleObject132.bin"/><Relationship Id="rId20" Type="http://schemas.openxmlformats.org/officeDocument/2006/relationships/image" Target="../media/image129.wmf"/><Relationship Id="rId2" Type="http://schemas.openxmlformats.org/officeDocument/2006/relationships/image" Target="../media/image120.wmf"/><Relationship Id="rId19" Type="http://schemas.openxmlformats.org/officeDocument/2006/relationships/oleObject" Target="../embeddings/oleObject131.bin"/><Relationship Id="rId18" Type="http://schemas.openxmlformats.org/officeDocument/2006/relationships/image" Target="../media/image128.wmf"/><Relationship Id="rId17" Type="http://schemas.openxmlformats.org/officeDocument/2006/relationships/oleObject" Target="../embeddings/oleObject130.bin"/><Relationship Id="rId16" Type="http://schemas.openxmlformats.org/officeDocument/2006/relationships/image" Target="../media/image127.wmf"/><Relationship Id="rId15" Type="http://schemas.openxmlformats.org/officeDocument/2006/relationships/oleObject" Target="../embeddings/oleObject129.bin"/><Relationship Id="rId14" Type="http://schemas.openxmlformats.org/officeDocument/2006/relationships/image" Target="../media/image126.wmf"/><Relationship Id="rId13" Type="http://schemas.openxmlformats.org/officeDocument/2006/relationships/oleObject" Target="../embeddings/oleObject128.bin"/><Relationship Id="rId12" Type="http://schemas.openxmlformats.org/officeDocument/2006/relationships/image" Target="../media/image125.wmf"/><Relationship Id="rId11" Type="http://schemas.openxmlformats.org/officeDocument/2006/relationships/oleObject" Target="../embeddings/oleObject127.bin"/><Relationship Id="rId10" Type="http://schemas.openxmlformats.org/officeDocument/2006/relationships/image" Target="../media/image124.wmf"/><Relationship Id="rId1" Type="http://schemas.openxmlformats.org/officeDocument/2006/relationships/oleObject" Target="../embeddings/oleObject122.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37.wmf"/><Relationship Id="rId7" Type="http://schemas.openxmlformats.org/officeDocument/2006/relationships/oleObject" Target="../embeddings/oleObject139.bin"/><Relationship Id="rId6" Type="http://schemas.openxmlformats.org/officeDocument/2006/relationships/image" Target="../media/image136.wmf"/><Relationship Id="rId5" Type="http://schemas.openxmlformats.org/officeDocument/2006/relationships/oleObject" Target="../embeddings/oleObject138.bin"/><Relationship Id="rId4" Type="http://schemas.openxmlformats.org/officeDocument/2006/relationships/image" Target="../media/image135.wmf"/><Relationship Id="rId32" Type="http://schemas.openxmlformats.org/officeDocument/2006/relationships/vmlDrawing" Target="../drawings/vmlDrawing14.vml"/><Relationship Id="rId31" Type="http://schemas.openxmlformats.org/officeDocument/2006/relationships/slideLayout" Target="../slideLayouts/slideLayout18.xml"/><Relationship Id="rId30" Type="http://schemas.openxmlformats.org/officeDocument/2006/relationships/image" Target="../media/image148.wmf"/><Relationship Id="rId3" Type="http://schemas.openxmlformats.org/officeDocument/2006/relationships/oleObject" Target="../embeddings/oleObject137.bin"/><Relationship Id="rId29" Type="http://schemas.openxmlformats.org/officeDocument/2006/relationships/oleObject" Target="../embeddings/oleObject150.bin"/><Relationship Id="rId28" Type="http://schemas.openxmlformats.org/officeDocument/2006/relationships/image" Target="../media/image147.wmf"/><Relationship Id="rId27" Type="http://schemas.openxmlformats.org/officeDocument/2006/relationships/oleObject" Target="../embeddings/oleObject149.bin"/><Relationship Id="rId26" Type="http://schemas.openxmlformats.org/officeDocument/2006/relationships/image" Target="../media/image146.wmf"/><Relationship Id="rId25" Type="http://schemas.openxmlformats.org/officeDocument/2006/relationships/oleObject" Target="../embeddings/oleObject148.bin"/><Relationship Id="rId24" Type="http://schemas.openxmlformats.org/officeDocument/2006/relationships/image" Target="../media/image145.wmf"/><Relationship Id="rId23" Type="http://schemas.openxmlformats.org/officeDocument/2006/relationships/oleObject" Target="../embeddings/oleObject147.bin"/><Relationship Id="rId22" Type="http://schemas.openxmlformats.org/officeDocument/2006/relationships/image" Target="../media/image144.wmf"/><Relationship Id="rId21" Type="http://schemas.openxmlformats.org/officeDocument/2006/relationships/oleObject" Target="../embeddings/oleObject146.bin"/><Relationship Id="rId20" Type="http://schemas.openxmlformats.org/officeDocument/2006/relationships/image" Target="../media/image143.wmf"/><Relationship Id="rId2" Type="http://schemas.openxmlformats.org/officeDocument/2006/relationships/image" Target="../media/image134.wmf"/><Relationship Id="rId19" Type="http://schemas.openxmlformats.org/officeDocument/2006/relationships/oleObject" Target="../embeddings/oleObject145.bin"/><Relationship Id="rId18" Type="http://schemas.openxmlformats.org/officeDocument/2006/relationships/image" Target="../media/image142.wmf"/><Relationship Id="rId17" Type="http://schemas.openxmlformats.org/officeDocument/2006/relationships/oleObject" Target="../embeddings/oleObject144.bin"/><Relationship Id="rId16" Type="http://schemas.openxmlformats.org/officeDocument/2006/relationships/image" Target="../media/image141.wmf"/><Relationship Id="rId15" Type="http://schemas.openxmlformats.org/officeDocument/2006/relationships/oleObject" Target="../embeddings/oleObject143.bin"/><Relationship Id="rId14" Type="http://schemas.openxmlformats.org/officeDocument/2006/relationships/image" Target="../media/image140.wmf"/><Relationship Id="rId13" Type="http://schemas.openxmlformats.org/officeDocument/2006/relationships/oleObject" Target="../embeddings/oleObject142.bin"/><Relationship Id="rId12" Type="http://schemas.openxmlformats.org/officeDocument/2006/relationships/image" Target="../media/image139.wmf"/><Relationship Id="rId11" Type="http://schemas.openxmlformats.org/officeDocument/2006/relationships/oleObject" Target="../embeddings/oleObject141.bin"/><Relationship Id="rId10" Type="http://schemas.openxmlformats.org/officeDocument/2006/relationships/image" Target="../media/image138.wmf"/><Relationship Id="rId1" Type="http://schemas.openxmlformats.org/officeDocument/2006/relationships/oleObject" Target="../embeddings/oleObject136.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55.bin"/><Relationship Id="rId8" Type="http://schemas.openxmlformats.org/officeDocument/2006/relationships/image" Target="../media/image152.wmf"/><Relationship Id="rId7" Type="http://schemas.openxmlformats.org/officeDocument/2006/relationships/oleObject" Target="../embeddings/oleObject154.bin"/><Relationship Id="rId6" Type="http://schemas.openxmlformats.org/officeDocument/2006/relationships/image" Target="../media/image151.wmf"/><Relationship Id="rId5" Type="http://schemas.openxmlformats.org/officeDocument/2006/relationships/oleObject" Target="../embeddings/oleObject153.bin"/><Relationship Id="rId4" Type="http://schemas.openxmlformats.org/officeDocument/2006/relationships/image" Target="../media/image150.wmf"/><Relationship Id="rId3" Type="http://schemas.openxmlformats.org/officeDocument/2006/relationships/oleObject" Target="../embeddings/oleObject152.bin"/><Relationship Id="rId28" Type="http://schemas.openxmlformats.org/officeDocument/2006/relationships/vmlDrawing" Target="../drawings/vmlDrawing15.vml"/><Relationship Id="rId27" Type="http://schemas.openxmlformats.org/officeDocument/2006/relationships/slideLayout" Target="../slideLayouts/slideLayout18.xml"/><Relationship Id="rId26" Type="http://schemas.openxmlformats.org/officeDocument/2006/relationships/image" Target="../media/image161.wmf"/><Relationship Id="rId25" Type="http://schemas.openxmlformats.org/officeDocument/2006/relationships/oleObject" Target="../embeddings/oleObject163.bin"/><Relationship Id="rId24" Type="http://schemas.openxmlformats.org/officeDocument/2006/relationships/image" Target="../media/image160.wmf"/><Relationship Id="rId23" Type="http://schemas.openxmlformats.org/officeDocument/2006/relationships/oleObject" Target="../embeddings/oleObject162.bin"/><Relationship Id="rId22" Type="http://schemas.openxmlformats.org/officeDocument/2006/relationships/image" Target="../media/image159.wmf"/><Relationship Id="rId21" Type="http://schemas.openxmlformats.org/officeDocument/2006/relationships/oleObject" Target="../embeddings/oleObject161.bin"/><Relationship Id="rId20" Type="http://schemas.openxmlformats.org/officeDocument/2006/relationships/image" Target="../media/image158.wmf"/><Relationship Id="rId2" Type="http://schemas.openxmlformats.org/officeDocument/2006/relationships/image" Target="../media/image149.wmf"/><Relationship Id="rId19" Type="http://schemas.openxmlformats.org/officeDocument/2006/relationships/oleObject" Target="../embeddings/oleObject160.bin"/><Relationship Id="rId18" Type="http://schemas.openxmlformats.org/officeDocument/2006/relationships/image" Target="../media/image157.wmf"/><Relationship Id="rId17" Type="http://schemas.openxmlformats.org/officeDocument/2006/relationships/oleObject" Target="../embeddings/oleObject159.bin"/><Relationship Id="rId16" Type="http://schemas.openxmlformats.org/officeDocument/2006/relationships/image" Target="../media/image156.wmf"/><Relationship Id="rId15" Type="http://schemas.openxmlformats.org/officeDocument/2006/relationships/oleObject" Target="../embeddings/oleObject158.bin"/><Relationship Id="rId14" Type="http://schemas.openxmlformats.org/officeDocument/2006/relationships/image" Target="../media/image155.wmf"/><Relationship Id="rId13" Type="http://schemas.openxmlformats.org/officeDocument/2006/relationships/oleObject" Target="../embeddings/oleObject157.bin"/><Relationship Id="rId12" Type="http://schemas.openxmlformats.org/officeDocument/2006/relationships/image" Target="../media/image154.wmf"/><Relationship Id="rId11" Type="http://schemas.openxmlformats.org/officeDocument/2006/relationships/oleObject" Target="../embeddings/oleObject156.bin"/><Relationship Id="rId10" Type="http://schemas.openxmlformats.org/officeDocument/2006/relationships/image" Target="../media/image153.wmf"/><Relationship Id="rId1" Type="http://schemas.openxmlformats.org/officeDocument/2006/relationships/oleObject" Target="../embeddings/oleObject151.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68.bin"/><Relationship Id="rId8" Type="http://schemas.openxmlformats.org/officeDocument/2006/relationships/image" Target="../media/image165.wmf"/><Relationship Id="rId7" Type="http://schemas.openxmlformats.org/officeDocument/2006/relationships/oleObject" Target="../embeddings/oleObject167.bin"/><Relationship Id="rId6" Type="http://schemas.openxmlformats.org/officeDocument/2006/relationships/image" Target="../media/image164.wmf"/><Relationship Id="rId5" Type="http://schemas.openxmlformats.org/officeDocument/2006/relationships/oleObject" Target="../embeddings/oleObject166.bin"/><Relationship Id="rId4" Type="http://schemas.openxmlformats.org/officeDocument/2006/relationships/image" Target="../media/image163.wmf"/><Relationship Id="rId3" Type="http://schemas.openxmlformats.org/officeDocument/2006/relationships/oleObject" Target="../embeddings/oleObject165.bin"/><Relationship Id="rId21" Type="http://schemas.openxmlformats.org/officeDocument/2006/relationships/notesSlide" Target="../notesSlides/notesSlide1.xml"/><Relationship Id="rId20" Type="http://schemas.openxmlformats.org/officeDocument/2006/relationships/vmlDrawing" Target="../drawings/vmlDrawing16.vml"/><Relationship Id="rId2" Type="http://schemas.openxmlformats.org/officeDocument/2006/relationships/image" Target="../media/image162.wmf"/><Relationship Id="rId19" Type="http://schemas.openxmlformats.org/officeDocument/2006/relationships/slideLayout" Target="../slideLayouts/slideLayout18.xml"/><Relationship Id="rId18" Type="http://schemas.openxmlformats.org/officeDocument/2006/relationships/image" Target="../media/image170.wmf"/><Relationship Id="rId17" Type="http://schemas.openxmlformats.org/officeDocument/2006/relationships/oleObject" Target="../embeddings/oleObject172.bin"/><Relationship Id="rId16" Type="http://schemas.openxmlformats.org/officeDocument/2006/relationships/image" Target="../media/image169.wmf"/><Relationship Id="rId15" Type="http://schemas.openxmlformats.org/officeDocument/2006/relationships/oleObject" Target="../embeddings/oleObject171.bin"/><Relationship Id="rId14" Type="http://schemas.openxmlformats.org/officeDocument/2006/relationships/image" Target="../media/image168.wmf"/><Relationship Id="rId13" Type="http://schemas.openxmlformats.org/officeDocument/2006/relationships/oleObject" Target="../embeddings/oleObject170.bin"/><Relationship Id="rId12" Type="http://schemas.openxmlformats.org/officeDocument/2006/relationships/image" Target="../media/image167.wmf"/><Relationship Id="rId11" Type="http://schemas.openxmlformats.org/officeDocument/2006/relationships/oleObject" Target="../embeddings/oleObject169.bin"/><Relationship Id="rId10" Type="http://schemas.openxmlformats.org/officeDocument/2006/relationships/image" Target="../media/image166.wmf"/><Relationship Id="rId1" Type="http://schemas.openxmlformats.org/officeDocument/2006/relationships/oleObject" Target="../embeddings/oleObject164.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77.bin"/><Relationship Id="rId8" Type="http://schemas.openxmlformats.org/officeDocument/2006/relationships/image" Target="../media/image174.wmf"/><Relationship Id="rId7" Type="http://schemas.openxmlformats.org/officeDocument/2006/relationships/oleObject" Target="../embeddings/oleObject176.bin"/><Relationship Id="rId6" Type="http://schemas.openxmlformats.org/officeDocument/2006/relationships/image" Target="../media/image173.wmf"/><Relationship Id="rId5" Type="http://schemas.openxmlformats.org/officeDocument/2006/relationships/oleObject" Target="../embeddings/oleObject175.bin"/><Relationship Id="rId4" Type="http://schemas.openxmlformats.org/officeDocument/2006/relationships/image" Target="../media/image172.wmf"/><Relationship Id="rId3" Type="http://schemas.openxmlformats.org/officeDocument/2006/relationships/oleObject" Target="../embeddings/oleObject174.bin"/><Relationship Id="rId26" Type="http://schemas.openxmlformats.org/officeDocument/2006/relationships/vmlDrawing" Target="../drawings/vmlDrawing17.vml"/><Relationship Id="rId25" Type="http://schemas.openxmlformats.org/officeDocument/2006/relationships/slideLayout" Target="../slideLayouts/slideLayout18.xml"/><Relationship Id="rId24" Type="http://schemas.openxmlformats.org/officeDocument/2006/relationships/image" Target="../media/image182.wmf"/><Relationship Id="rId23" Type="http://schemas.openxmlformats.org/officeDocument/2006/relationships/oleObject" Target="../embeddings/oleObject184.bin"/><Relationship Id="rId22" Type="http://schemas.openxmlformats.org/officeDocument/2006/relationships/image" Target="../media/image181.wmf"/><Relationship Id="rId21" Type="http://schemas.openxmlformats.org/officeDocument/2006/relationships/oleObject" Target="../embeddings/oleObject183.bin"/><Relationship Id="rId20" Type="http://schemas.openxmlformats.org/officeDocument/2006/relationships/image" Target="../media/image180.wmf"/><Relationship Id="rId2" Type="http://schemas.openxmlformats.org/officeDocument/2006/relationships/image" Target="../media/image171.wmf"/><Relationship Id="rId19" Type="http://schemas.openxmlformats.org/officeDocument/2006/relationships/oleObject" Target="../embeddings/oleObject182.bin"/><Relationship Id="rId18" Type="http://schemas.openxmlformats.org/officeDocument/2006/relationships/image" Target="../media/image179.wmf"/><Relationship Id="rId17" Type="http://schemas.openxmlformats.org/officeDocument/2006/relationships/oleObject" Target="../embeddings/oleObject181.bin"/><Relationship Id="rId16" Type="http://schemas.openxmlformats.org/officeDocument/2006/relationships/image" Target="../media/image178.wmf"/><Relationship Id="rId15" Type="http://schemas.openxmlformats.org/officeDocument/2006/relationships/oleObject" Target="../embeddings/oleObject180.bin"/><Relationship Id="rId14" Type="http://schemas.openxmlformats.org/officeDocument/2006/relationships/image" Target="../media/image177.wmf"/><Relationship Id="rId13" Type="http://schemas.openxmlformats.org/officeDocument/2006/relationships/oleObject" Target="../embeddings/oleObject179.bin"/><Relationship Id="rId12" Type="http://schemas.openxmlformats.org/officeDocument/2006/relationships/image" Target="../media/image176.wmf"/><Relationship Id="rId11" Type="http://schemas.openxmlformats.org/officeDocument/2006/relationships/oleObject" Target="../embeddings/oleObject178.bin"/><Relationship Id="rId10" Type="http://schemas.openxmlformats.org/officeDocument/2006/relationships/image" Target="../media/image175.wmf"/><Relationship Id="rId1" Type="http://schemas.openxmlformats.org/officeDocument/2006/relationships/oleObject" Target="../embeddings/oleObject173.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89.bin"/><Relationship Id="rId8" Type="http://schemas.openxmlformats.org/officeDocument/2006/relationships/image" Target="../media/image186.wmf"/><Relationship Id="rId7" Type="http://schemas.openxmlformats.org/officeDocument/2006/relationships/oleObject" Target="../embeddings/oleObject188.bin"/><Relationship Id="rId6" Type="http://schemas.openxmlformats.org/officeDocument/2006/relationships/image" Target="../media/image185.wmf"/><Relationship Id="rId5" Type="http://schemas.openxmlformats.org/officeDocument/2006/relationships/oleObject" Target="../embeddings/oleObject187.bin"/><Relationship Id="rId4" Type="http://schemas.openxmlformats.org/officeDocument/2006/relationships/image" Target="../media/image184.wmf"/><Relationship Id="rId3" Type="http://schemas.openxmlformats.org/officeDocument/2006/relationships/oleObject" Target="../embeddings/oleObject186.bin"/><Relationship Id="rId2" Type="http://schemas.openxmlformats.org/officeDocument/2006/relationships/image" Target="../media/image183.wmf"/><Relationship Id="rId16" Type="http://schemas.openxmlformats.org/officeDocument/2006/relationships/vmlDrawing" Target="../drawings/vmlDrawing18.vml"/><Relationship Id="rId15" Type="http://schemas.openxmlformats.org/officeDocument/2006/relationships/slideLayout" Target="../slideLayouts/slideLayout18.xml"/><Relationship Id="rId14" Type="http://schemas.openxmlformats.org/officeDocument/2006/relationships/image" Target="../media/image189.wmf"/><Relationship Id="rId13" Type="http://schemas.openxmlformats.org/officeDocument/2006/relationships/oleObject" Target="../embeddings/oleObject191.bin"/><Relationship Id="rId12" Type="http://schemas.openxmlformats.org/officeDocument/2006/relationships/image" Target="../media/image188.wmf"/><Relationship Id="rId11" Type="http://schemas.openxmlformats.org/officeDocument/2006/relationships/oleObject" Target="../embeddings/oleObject190.bin"/><Relationship Id="rId10" Type="http://schemas.openxmlformats.org/officeDocument/2006/relationships/image" Target="../media/image187.wmf"/><Relationship Id="rId1" Type="http://schemas.openxmlformats.org/officeDocument/2006/relationships/oleObject" Target="../embeddings/oleObject185.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96.bin"/><Relationship Id="rId8" Type="http://schemas.openxmlformats.org/officeDocument/2006/relationships/image" Target="../media/image193.wmf"/><Relationship Id="rId7" Type="http://schemas.openxmlformats.org/officeDocument/2006/relationships/oleObject" Target="../embeddings/oleObject195.bin"/><Relationship Id="rId6" Type="http://schemas.openxmlformats.org/officeDocument/2006/relationships/image" Target="../media/image192.wmf"/><Relationship Id="rId5" Type="http://schemas.openxmlformats.org/officeDocument/2006/relationships/oleObject" Target="../embeddings/oleObject194.bin"/><Relationship Id="rId4" Type="http://schemas.openxmlformats.org/officeDocument/2006/relationships/image" Target="../media/image191.wmf"/><Relationship Id="rId3" Type="http://schemas.openxmlformats.org/officeDocument/2006/relationships/oleObject" Target="../embeddings/oleObject193.bin"/><Relationship Id="rId26" Type="http://schemas.openxmlformats.org/officeDocument/2006/relationships/vmlDrawing" Target="../drawings/vmlDrawing19.vml"/><Relationship Id="rId25" Type="http://schemas.openxmlformats.org/officeDocument/2006/relationships/slideLayout" Target="../slideLayouts/slideLayout18.xml"/><Relationship Id="rId24" Type="http://schemas.openxmlformats.org/officeDocument/2006/relationships/image" Target="../media/image201.wmf"/><Relationship Id="rId23" Type="http://schemas.openxmlformats.org/officeDocument/2006/relationships/oleObject" Target="../embeddings/oleObject203.bin"/><Relationship Id="rId22" Type="http://schemas.openxmlformats.org/officeDocument/2006/relationships/image" Target="../media/image200.wmf"/><Relationship Id="rId21" Type="http://schemas.openxmlformats.org/officeDocument/2006/relationships/oleObject" Target="../embeddings/oleObject202.bin"/><Relationship Id="rId20" Type="http://schemas.openxmlformats.org/officeDocument/2006/relationships/image" Target="../media/image199.wmf"/><Relationship Id="rId2" Type="http://schemas.openxmlformats.org/officeDocument/2006/relationships/image" Target="../media/image190.wmf"/><Relationship Id="rId19" Type="http://schemas.openxmlformats.org/officeDocument/2006/relationships/oleObject" Target="../embeddings/oleObject201.bin"/><Relationship Id="rId18" Type="http://schemas.openxmlformats.org/officeDocument/2006/relationships/image" Target="../media/image198.wmf"/><Relationship Id="rId17" Type="http://schemas.openxmlformats.org/officeDocument/2006/relationships/oleObject" Target="../embeddings/oleObject200.bin"/><Relationship Id="rId16" Type="http://schemas.openxmlformats.org/officeDocument/2006/relationships/image" Target="../media/image197.wmf"/><Relationship Id="rId15" Type="http://schemas.openxmlformats.org/officeDocument/2006/relationships/oleObject" Target="../embeddings/oleObject199.bin"/><Relationship Id="rId14" Type="http://schemas.openxmlformats.org/officeDocument/2006/relationships/image" Target="../media/image196.wmf"/><Relationship Id="rId13" Type="http://schemas.openxmlformats.org/officeDocument/2006/relationships/oleObject" Target="../embeddings/oleObject198.bin"/><Relationship Id="rId12" Type="http://schemas.openxmlformats.org/officeDocument/2006/relationships/image" Target="../media/image195.wmf"/><Relationship Id="rId11" Type="http://schemas.openxmlformats.org/officeDocument/2006/relationships/oleObject" Target="../embeddings/oleObject197.bin"/><Relationship Id="rId10" Type="http://schemas.openxmlformats.org/officeDocument/2006/relationships/image" Target="../media/image194.wmf"/><Relationship Id="rId1" Type="http://schemas.openxmlformats.org/officeDocument/2006/relationships/oleObject" Target="../embeddings/oleObject192.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208.bin"/><Relationship Id="rId8" Type="http://schemas.openxmlformats.org/officeDocument/2006/relationships/image" Target="../media/image205.wmf"/><Relationship Id="rId7" Type="http://schemas.openxmlformats.org/officeDocument/2006/relationships/oleObject" Target="../embeddings/oleObject207.bin"/><Relationship Id="rId6" Type="http://schemas.openxmlformats.org/officeDocument/2006/relationships/image" Target="../media/image204.wmf"/><Relationship Id="rId5" Type="http://schemas.openxmlformats.org/officeDocument/2006/relationships/oleObject" Target="../embeddings/oleObject206.bin"/><Relationship Id="rId4" Type="http://schemas.openxmlformats.org/officeDocument/2006/relationships/image" Target="../media/image203.wmf"/><Relationship Id="rId3" Type="http://schemas.openxmlformats.org/officeDocument/2006/relationships/oleObject" Target="../embeddings/oleObject205.bin"/><Relationship Id="rId20" Type="http://schemas.openxmlformats.org/officeDocument/2006/relationships/vmlDrawing" Target="../drawings/vmlDrawing20.vml"/><Relationship Id="rId2" Type="http://schemas.openxmlformats.org/officeDocument/2006/relationships/image" Target="../media/image202.wmf"/><Relationship Id="rId19" Type="http://schemas.openxmlformats.org/officeDocument/2006/relationships/slideLayout" Target="../slideLayouts/slideLayout18.xml"/><Relationship Id="rId18" Type="http://schemas.openxmlformats.org/officeDocument/2006/relationships/image" Target="../media/image210.wmf"/><Relationship Id="rId17" Type="http://schemas.openxmlformats.org/officeDocument/2006/relationships/oleObject" Target="../embeddings/oleObject212.bin"/><Relationship Id="rId16" Type="http://schemas.openxmlformats.org/officeDocument/2006/relationships/image" Target="../media/image209.wmf"/><Relationship Id="rId15" Type="http://schemas.openxmlformats.org/officeDocument/2006/relationships/oleObject" Target="../embeddings/oleObject211.bin"/><Relationship Id="rId14" Type="http://schemas.openxmlformats.org/officeDocument/2006/relationships/image" Target="../media/image208.wmf"/><Relationship Id="rId13" Type="http://schemas.openxmlformats.org/officeDocument/2006/relationships/oleObject" Target="../embeddings/oleObject210.bin"/><Relationship Id="rId12" Type="http://schemas.openxmlformats.org/officeDocument/2006/relationships/image" Target="../media/image207.wmf"/><Relationship Id="rId11" Type="http://schemas.openxmlformats.org/officeDocument/2006/relationships/oleObject" Target="../embeddings/oleObject209.bin"/><Relationship Id="rId10" Type="http://schemas.openxmlformats.org/officeDocument/2006/relationships/image" Target="../media/image206.wmf"/><Relationship Id="rId1" Type="http://schemas.openxmlformats.org/officeDocument/2006/relationships/oleObject" Target="../embeddings/oleObject204.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217.bin"/><Relationship Id="rId8" Type="http://schemas.openxmlformats.org/officeDocument/2006/relationships/image" Target="../media/image214.wmf"/><Relationship Id="rId7" Type="http://schemas.openxmlformats.org/officeDocument/2006/relationships/oleObject" Target="../embeddings/oleObject216.bin"/><Relationship Id="rId6" Type="http://schemas.openxmlformats.org/officeDocument/2006/relationships/image" Target="../media/image213.wmf"/><Relationship Id="rId5" Type="http://schemas.openxmlformats.org/officeDocument/2006/relationships/oleObject" Target="../embeddings/oleObject215.bin"/><Relationship Id="rId4" Type="http://schemas.openxmlformats.org/officeDocument/2006/relationships/image" Target="../media/image212.wmf"/><Relationship Id="rId30" Type="http://schemas.openxmlformats.org/officeDocument/2006/relationships/vmlDrawing" Target="../drawings/vmlDrawing21.vml"/><Relationship Id="rId3" Type="http://schemas.openxmlformats.org/officeDocument/2006/relationships/oleObject" Target="../embeddings/oleObject214.bin"/><Relationship Id="rId29" Type="http://schemas.openxmlformats.org/officeDocument/2006/relationships/slideLayout" Target="../slideLayouts/slideLayout18.xml"/><Relationship Id="rId28" Type="http://schemas.openxmlformats.org/officeDocument/2006/relationships/image" Target="../media/image224.wmf"/><Relationship Id="rId27" Type="http://schemas.openxmlformats.org/officeDocument/2006/relationships/oleObject" Target="../embeddings/oleObject226.bin"/><Relationship Id="rId26" Type="http://schemas.openxmlformats.org/officeDocument/2006/relationships/image" Target="../media/image223.wmf"/><Relationship Id="rId25" Type="http://schemas.openxmlformats.org/officeDocument/2006/relationships/oleObject" Target="../embeddings/oleObject225.bin"/><Relationship Id="rId24" Type="http://schemas.openxmlformats.org/officeDocument/2006/relationships/image" Target="../media/image222.wmf"/><Relationship Id="rId23" Type="http://schemas.openxmlformats.org/officeDocument/2006/relationships/oleObject" Target="../embeddings/oleObject224.bin"/><Relationship Id="rId22" Type="http://schemas.openxmlformats.org/officeDocument/2006/relationships/image" Target="../media/image221.wmf"/><Relationship Id="rId21" Type="http://schemas.openxmlformats.org/officeDocument/2006/relationships/oleObject" Target="../embeddings/oleObject223.bin"/><Relationship Id="rId20" Type="http://schemas.openxmlformats.org/officeDocument/2006/relationships/image" Target="../media/image220.wmf"/><Relationship Id="rId2" Type="http://schemas.openxmlformats.org/officeDocument/2006/relationships/image" Target="../media/image211.wmf"/><Relationship Id="rId19" Type="http://schemas.openxmlformats.org/officeDocument/2006/relationships/oleObject" Target="../embeddings/oleObject222.bin"/><Relationship Id="rId18" Type="http://schemas.openxmlformats.org/officeDocument/2006/relationships/image" Target="../media/image219.wmf"/><Relationship Id="rId17" Type="http://schemas.openxmlformats.org/officeDocument/2006/relationships/oleObject" Target="../embeddings/oleObject221.bin"/><Relationship Id="rId16" Type="http://schemas.openxmlformats.org/officeDocument/2006/relationships/image" Target="../media/image218.wmf"/><Relationship Id="rId15" Type="http://schemas.openxmlformats.org/officeDocument/2006/relationships/oleObject" Target="../embeddings/oleObject220.bin"/><Relationship Id="rId14" Type="http://schemas.openxmlformats.org/officeDocument/2006/relationships/image" Target="../media/image217.wmf"/><Relationship Id="rId13" Type="http://schemas.openxmlformats.org/officeDocument/2006/relationships/oleObject" Target="../embeddings/oleObject219.bin"/><Relationship Id="rId12" Type="http://schemas.openxmlformats.org/officeDocument/2006/relationships/image" Target="../media/image216.wmf"/><Relationship Id="rId11" Type="http://schemas.openxmlformats.org/officeDocument/2006/relationships/oleObject" Target="../embeddings/oleObject218.bin"/><Relationship Id="rId10" Type="http://schemas.openxmlformats.org/officeDocument/2006/relationships/image" Target="../media/image215.wmf"/><Relationship Id="rId1" Type="http://schemas.openxmlformats.org/officeDocument/2006/relationships/oleObject" Target="../embeddings/oleObject213.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231.bin"/><Relationship Id="rId8" Type="http://schemas.openxmlformats.org/officeDocument/2006/relationships/image" Target="../media/image228.wmf"/><Relationship Id="rId7" Type="http://schemas.openxmlformats.org/officeDocument/2006/relationships/oleObject" Target="../embeddings/oleObject230.bin"/><Relationship Id="rId6" Type="http://schemas.openxmlformats.org/officeDocument/2006/relationships/image" Target="../media/image227.wmf"/><Relationship Id="rId5" Type="http://schemas.openxmlformats.org/officeDocument/2006/relationships/oleObject" Target="../embeddings/oleObject229.bin"/><Relationship Id="rId4" Type="http://schemas.openxmlformats.org/officeDocument/2006/relationships/image" Target="../media/image226.wmf"/><Relationship Id="rId3" Type="http://schemas.openxmlformats.org/officeDocument/2006/relationships/oleObject" Target="../embeddings/oleObject228.bin"/><Relationship Id="rId2" Type="http://schemas.openxmlformats.org/officeDocument/2006/relationships/image" Target="../media/image225.wmf"/><Relationship Id="rId18" Type="http://schemas.openxmlformats.org/officeDocument/2006/relationships/vmlDrawing" Target="../drawings/vmlDrawing22.vml"/><Relationship Id="rId17" Type="http://schemas.openxmlformats.org/officeDocument/2006/relationships/slideLayout" Target="../slideLayouts/slideLayout18.xml"/><Relationship Id="rId16" Type="http://schemas.openxmlformats.org/officeDocument/2006/relationships/image" Target="../media/image232.wmf"/><Relationship Id="rId15" Type="http://schemas.openxmlformats.org/officeDocument/2006/relationships/oleObject" Target="../embeddings/oleObject234.bin"/><Relationship Id="rId14" Type="http://schemas.openxmlformats.org/officeDocument/2006/relationships/image" Target="../media/image231.wmf"/><Relationship Id="rId13" Type="http://schemas.openxmlformats.org/officeDocument/2006/relationships/oleObject" Target="../embeddings/oleObject233.bin"/><Relationship Id="rId12" Type="http://schemas.openxmlformats.org/officeDocument/2006/relationships/image" Target="../media/image230.wmf"/><Relationship Id="rId11" Type="http://schemas.openxmlformats.org/officeDocument/2006/relationships/oleObject" Target="../embeddings/oleObject232.bin"/><Relationship Id="rId10" Type="http://schemas.openxmlformats.org/officeDocument/2006/relationships/image" Target="../media/image229.wmf"/><Relationship Id="rId1" Type="http://schemas.openxmlformats.org/officeDocument/2006/relationships/oleObject" Target="../embeddings/oleObject227.bin"/></Relationships>
</file>

<file path=ppt/slides/_rels/slide27.xml.rels><?xml version="1.0" encoding="UTF-8" standalone="yes"?>
<Relationships xmlns="http://schemas.openxmlformats.org/package/2006/relationships"><Relationship Id="rId9" Type="http://schemas.openxmlformats.org/officeDocument/2006/relationships/image" Target="../media/image237.wmf"/><Relationship Id="rId8" Type="http://schemas.openxmlformats.org/officeDocument/2006/relationships/oleObject" Target="../embeddings/oleObject238.bin"/><Relationship Id="rId7" Type="http://schemas.openxmlformats.org/officeDocument/2006/relationships/image" Target="../media/image236.wmf"/><Relationship Id="rId6" Type="http://schemas.openxmlformats.org/officeDocument/2006/relationships/oleObject" Target="../embeddings/oleObject237.bin"/><Relationship Id="rId5" Type="http://schemas.openxmlformats.org/officeDocument/2006/relationships/image" Target="../media/image235.wmf"/><Relationship Id="rId4" Type="http://schemas.openxmlformats.org/officeDocument/2006/relationships/oleObject" Target="../embeddings/oleObject236.bin"/><Relationship Id="rId3" Type="http://schemas.openxmlformats.org/officeDocument/2006/relationships/image" Target="../media/image234.emf"/><Relationship Id="rId23" Type="http://schemas.openxmlformats.org/officeDocument/2006/relationships/vmlDrawing" Target="../drawings/vmlDrawing23.vml"/><Relationship Id="rId22" Type="http://schemas.openxmlformats.org/officeDocument/2006/relationships/slideLayout" Target="../slideLayouts/slideLayout18.xml"/><Relationship Id="rId21" Type="http://schemas.openxmlformats.org/officeDocument/2006/relationships/image" Target="../media/image243.wmf"/><Relationship Id="rId20" Type="http://schemas.openxmlformats.org/officeDocument/2006/relationships/oleObject" Target="../embeddings/oleObject244.bin"/><Relationship Id="rId2" Type="http://schemas.openxmlformats.org/officeDocument/2006/relationships/image" Target="../media/image233.wmf"/><Relationship Id="rId19" Type="http://schemas.openxmlformats.org/officeDocument/2006/relationships/image" Target="../media/image242.wmf"/><Relationship Id="rId18" Type="http://schemas.openxmlformats.org/officeDocument/2006/relationships/oleObject" Target="../embeddings/oleObject243.bin"/><Relationship Id="rId17" Type="http://schemas.openxmlformats.org/officeDocument/2006/relationships/image" Target="../media/image241.wmf"/><Relationship Id="rId16" Type="http://schemas.openxmlformats.org/officeDocument/2006/relationships/oleObject" Target="../embeddings/oleObject242.bin"/><Relationship Id="rId15" Type="http://schemas.openxmlformats.org/officeDocument/2006/relationships/image" Target="../media/image240.wmf"/><Relationship Id="rId14" Type="http://schemas.openxmlformats.org/officeDocument/2006/relationships/oleObject" Target="../embeddings/oleObject241.bin"/><Relationship Id="rId13" Type="http://schemas.openxmlformats.org/officeDocument/2006/relationships/image" Target="../media/image239.wmf"/><Relationship Id="rId12" Type="http://schemas.openxmlformats.org/officeDocument/2006/relationships/oleObject" Target="../embeddings/oleObject240.bin"/><Relationship Id="rId11" Type="http://schemas.openxmlformats.org/officeDocument/2006/relationships/image" Target="../media/image238.wmf"/><Relationship Id="rId10" Type="http://schemas.openxmlformats.org/officeDocument/2006/relationships/oleObject" Target="../embeddings/oleObject239.bin"/><Relationship Id="rId1" Type="http://schemas.openxmlformats.org/officeDocument/2006/relationships/oleObject" Target="../embeddings/oleObject235.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249.bin"/><Relationship Id="rId8" Type="http://schemas.openxmlformats.org/officeDocument/2006/relationships/image" Target="../media/image247.wmf"/><Relationship Id="rId7" Type="http://schemas.openxmlformats.org/officeDocument/2006/relationships/oleObject" Target="../embeddings/oleObject248.bin"/><Relationship Id="rId6" Type="http://schemas.openxmlformats.org/officeDocument/2006/relationships/image" Target="../media/image246.wmf"/><Relationship Id="rId5" Type="http://schemas.openxmlformats.org/officeDocument/2006/relationships/oleObject" Target="../embeddings/oleObject247.bin"/><Relationship Id="rId4" Type="http://schemas.openxmlformats.org/officeDocument/2006/relationships/image" Target="../media/image245.wmf"/><Relationship Id="rId3" Type="http://schemas.openxmlformats.org/officeDocument/2006/relationships/oleObject" Target="../embeddings/oleObject246.bin"/><Relationship Id="rId29" Type="http://schemas.openxmlformats.org/officeDocument/2006/relationships/vmlDrawing" Target="../drawings/vmlDrawing24.vml"/><Relationship Id="rId28" Type="http://schemas.openxmlformats.org/officeDocument/2006/relationships/slideLayout" Target="../slideLayouts/slideLayout18.xml"/><Relationship Id="rId27" Type="http://schemas.openxmlformats.org/officeDocument/2006/relationships/image" Target="../media/image257.emf"/><Relationship Id="rId26" Type="http://schemas.openxmlformats.org/officeDocument/2006/relationships/image" Target="../media/image256.wmf"/><Relationship Id="rId25" Type="http://schemas.openxmlformats.org/officeDocument/2006/relationships/oleObject" Target="../embeddings/oleObject257.bin"/><Relationship Id="rId24" Type="http://schemas.openxmlformats.org/officeDocument/2006/relationships/image" Target="../media/image255.wmf"/><Relationship Id="rId23" Type="http://schemas.openxmlformats.org/officeDocument/2006/relationships/oleObject" Target="../embeddings/oleObject256.bin"/><Relationship Id="rId22" Type="http://schemas.openxmlformats.org/officeDocument/2006/relationships/image" Target="../media/image254.wmf"/><Relationship Id="rId21" Type="http://schemas.openxmlformats.org/officeDocument/2006/relationships/oleObject" Target="../embeddings/oleObject255.bin"/><Relationship Id="rId20" Type="http://schemas.openxmlformats.org/officeDocument/2006/relationships/image" Target="../media/image253.wmf"/><Relationship Id="rId2" Type="http://schemas.openxmlformats.org/officeDocument/2006/relationships/image" Target="../media/image244.wmf"/><Relationship Id="rId19" Type="http://schemas.openxmlformats.org/officeDocument/2006/relationships/oleObject" Target="../embeddings/oleObject254.bin"/><Relationship Id="rId18" Type="http://schemas.openxmlformats.org/officeDocument/2006/relationships/image" Target="../media/image252.wmf"/><Relationship Id="rId17" Type="http://schemas.openxmlformats.org/officeDocument/2006/relationships/oleObject" Target="../embeddings/oleObject253.bin"/><Relationship Id="rId16" Type="http://schemas.openxmlformats.org/officeDocument/2006/relationships/image" Target="../media/image251.wmf"/><Relationship Id="rId15" Type="http://schemas.openxmlformats.org/officeDocument/2006/relationships/oleObject" Target="../embeddings/oleObject252.bin"/><Relationship Id="rId14" Type="http://schemas.openxmlformats.org/officeDocument/2006/relationships/image" Target="../media/image250.wmf"/><Relationship Id="rId13" Type="http://schemas.openxmlformats.org/officeDocument/2006/relationships/oleObject" Target="../embeddings/oleObject251.bin"/><Relationship Id="rId12" Type="http://schemas.openxmlformats.org/officeDocument/2006/relationships/image" Target="../media/image249.wmf"/><Relationship Id="rId11" Type="http://schemas.openxmlformats.org/officeDocument/2006/relationships/oleObject" Target="../embeddings/oleObject250.bin"/><Relationship Id="rId10" Type="http://schemas.openxmlformats.org/officeDocument/2006/relationships/image" Target="../media/image248.wmf"/><Relationship Id="rId1" Type="http://schemas.openxmlformats.org/officeDocument/2006/relationships/oleObject" Target="../embeddings/oleObject245.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262.bin"/><Relationship Id="rId8" Type="http://schemas.openxmlformats.org/officeDocument/2006/relationships/image" Target="../media/image261.wmf"/><Relationship Id="rId7" Type="http://schemas.openxmlformats.org/officeDocument/2006/relationships/oleObject" Target="../embeddings/oleObject261.bin"/><Relationship Id="rId6" Type="http://schemas.openxmlformats.org/officeDocument/2006/relationships/image" Target="../media/image260.wmf"/><Relationship Id="rId5" Type="http://schemas.openxmlformats.org/officeDocument/2006/relationships/oleObject" Target="../embeddings/oleObject260.bin"/><Relationship Id="rId41" Type="http://schemas.openxmlformats.org/officeDocument/2006/relationships/vmlDrawing" Target="../drawings/vmlDrawing25.vml"/><Relationship Id="rId40" Type="http://schemas.openxmlformats.org/officeDocument/2006/relationships/slideLayout" Target="../slideLayouts/slideLayout18.xml"/><Relationship Id="rId4" Type="http://schemas.openxmlformats.org/officeDocument/2006/relationships/image" Target="../media/image259.wmf"/><Relationship Id="rId39" Type="http://schemas.openxmlformats.org/officeDocument/2006/relationships/oleObject" Target="../embeddings/oleObject277.bin"/><Relationship Id="rId38" Type="http://schemas.openxmlformats.org/officeDocument/2006/relationships/image" Target="../media/image276.wmf"/><Relationship Id="rId37" Type="http://schemas.openxmlformats.org/officeDocument/2006/relationships/oleObject" Target="../embeddings/oleObject276.bin"/><Relationship Id="rId36" Type="http://schemas.openxmlformats.org/officeDocument/2006/relationships/image" Target="../media/image275.wmf"/><Relationship Id="rId35" Type="http://schemas.openxmlformats.org/officeDocument/2006/relationships/oleObject" Target="../embeddings/oleObject275.bin"/><Relationship Id="rId34" Type="http://schemas.openxmlformats.org/officeDocument/2006/relationships/image" Target="../media/image274.wmf"/><Relationship Id="rId33" Type="http://schemas.openxmlformats.org/officeDocument/2006/relationships/oleObject" Target="../embeddings/oleObject274.bin"/><Relationship Id="rId32" Type="http://schemas.openxmlformats.org/officeDocument/2006/relationships/image" Target="../media/image273.wmf"/><Relationship Id="rId31" Type="http://schemas.openxmlformats.org/officeDocument/2006/relationships/oleObject" Target="../embeddings/oleObject273.bin"/><Relationship Id="rId30" Type="http://schemas.openxmlformats.org/officeDocument/2006/relationships/image" Target="../media/image272.wmf"/><Relationship Id="rId3" Type="http://schemas.openxmlformats.org/officeDocument/2006/relationships/oleObject" Target="../embeddings/oleObject259.bin"/><Relationship Id="rId29" Type="http://schemas.openxmlformats.org/officeDocument/2006/relationships/oleObject" Target="../embeddings/oleObject272.bin"/><Relationship Id="rId28" Type="http://schemas.openxmlformats.org/officeDocument/2006/relationships/image" Target="../media/image271.wmf"/><Relationship Id="rId27" Type="http://schemas.openxmlformats.org/officeDocument/2006/relationships/oleObject" Target="../embeddings/oleObject271.bin"/><Relationship Id="rId26" Type="http://schemas.openxmlformats.org/officeDocument/2006/relationships/image" Target="../media/image270.wmf"/><Relationship Id="rId25" Type="http://schemas.openxmlformats.org/officeDocument/2006/relationships/oleObject" Target="../embeddings/oleObject270.bin"/><Relationship Id="rId24" Type="http://schemas.openxmlformats.org/officeDocument/2006/relationships/image" Target="../media/image269.wmf"/><Relationship Id="rId23" Type="http://schemas.openxmlformats.org/officeDocument/2006/relationships/oleObject" Target="../embeddings/oleObject269.bin"/><Relationship Id="rId22" Type="http://schemas.openxmlformats.org/officeDocument/2006/relationships/image" Target="../media/image268.wmf"/><Relationship Id="rId21" Type="http://schemas.openxmlformats.org/officeDocument/2006/relationships/oleObject" Target="../embeddings/oleObject268.bin"/><Relationship Id="rId20" Type="http://schemas.openxmlformats.org/officeDocument/2006/relationships/image" Target="../media/image267.wmf"/><Relationship Id="rId2" Type="http://schemas.openxmlformats.org/officeDocument/2006/relationships/image" Target="../media/image258.wmf"/><Relationship Id="rId19" Type="http://schemas.openxmlformats.org/officeDocument/2006/relationships/oleObject" Target="../embeddings/oleObject267.bin"/><Relationship Id="rId18" Type="http://schemas.openxmlformats.org/officeDocument/2006/relationships/image" Target="../media/image266.wmf"/><Relationship Id="rId17" Type="http://schemas.openxmlformats.org/officeDocument/2006/relationships/oleObject" Target="../embeddings/oleObject266.bin"/><Relationship Id="rId16" Type="http://schemas.openxmlformats.org/officeDocument/2006/relationships/image" Target="../media/image265.wmf"/><Relationship Id="rId15" Type="http://schemas.openxmlformats.org/officeDocument/2006/relationships/oleObject" Target="../embeddings/oleObject265.bin"/><Relationship Id="rId14" Type="http://schemas.openxmlformats.org/officeDocument/2006/relationships/image" Target="../media/image264.wmf"/><Relationship Id="rId13" Type="http://schemas.openxmlformats.org/officeDocument/2006/relationships/oleObject" Target="../embeddings/oleObject264.bin"/><Relationship Id="rId12" Type="http://schemas.openxmlformats.org/officeDocument/2006/relationships/image" Target="../media/image263.wmf"/><Relationship Id="rId11" Type="http://schemas.openxmlformats.org/officeDocument/2006/relationships/oleObject" Target="../embeddings/oleObject263.bin"/><Relationship Id="rId10" Type="http://schemas.openxmlformats.org/officeDocument/2006/relationships/image" Target="../media/image262.wmf"/><Relationship Id="rId1" Type="http://schemas.openxmlformats.org/officeDocument/2006/relationships/oleObject" Target="../embeddings/oleObject258.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282.bin"/><Relationship Id="rId8" Type="http://schemas.openxmlformats.org/officeDocument/2006/relationships/image" Target="../media/image280.wmf"/><Relationship Id="rId7" Type="http://schemas.openxmlformats.org/officeDocument/2006/relationships/oleObject" Target="../embeddings/oleObject281.bin"/><Relationship Id="rId6" Type="http://schemas.openxmlformats.org/officeDocument/2006/relationships/image" Target="../media/image279.wmf"/><Relationship Id="rId5" Type="http://schemas.openxmlformats.org/officeDocument/2006/relationships/oleObject" Target="../embeddings/oleObject280.bin"/><Relationship Id="rId42" Type="http://schemas.openxmlformats.org/officeDocument/2006/relationships/vmlDrawing" Target="../drawings/vmlDrawing26.vml"/><Relationship Id="rId41" Type="http://schemas.openxmlformats.org/officeDocument/2006/relationships/slideLayout" Target="../slideLayouts/slideLayout18.xml"/><Relationship Id="rId40" Type="http://schemas.openxmlformats.org/officeDocument/2006/relationships/image" Target="../media/image296.wmf"/><Relationship Id="rId4" Type="http://schemas.openxmlformats.org/officeDocument/2006/relationships/image" Target="../media/image278.wmf"/><Relationship Id="rId39" Type="http://schemas.openxmlformats.org/officeDocument/2006/relationships/oleObject" Target="../embeddings/oleObject297.bin"/><Relationship Id="rId38" Type="http://schemas.openxmlformats.org/officeDocument/2006/relationships/image" Target="../media/image295.wmf"/><Relationship Id="rId37" Type="http://schemas.openxmlformats.org/officeDocument/2006/relationships/oleObject" Target="../embeddings/oleObject296.bin"/><Relationship Id="rId36" Type="http://schemas.openxmlformats.org/officeDocument/2006/relationships/image" Target="../media/image294.wmf"/><Relationship Id="rId35" Type="http://schemas.openxmlformats.org/officeDocument/2006/relationships/oleObject" Target="../embeddings/oleObject295.bin"/><Relationship Id="rId34" Type="http://schemas.openxmlformats.org/officeDocument/2006/relationships/image" Target="../media/image293.wmf"/><Relationship Id="rId33" Type="http://schemas.openxmlformats.org/officeDocument/2006/relationships/oleObject" Target="../embeddings/oleObject294.bin"/><Relationship Id="rId32" Type="http://schemas.openxmlformats.org/officeDocument/2006/relationships/image" Target="../media/image292.wmf"/><Relationship Id="rId31" Type="http://schemas.openxmlformats.org/officeDocument/2006/relationships/oleObject" Target="../embeddings/oleObject293.bin"/><Relationship Id="rId30" Type="http://schemas.openxmlformats.org/officeDocument/2006/relationships/image" Target="../media/image291.wmf"/><Relationship Id="rId3" Type="http://schemas.openxmlformats.org/officeDocument/2006/relationships/oleObject" Target="../embeddings/oleObject279.bin"/><Relationship Id="rId29" Type="http://schemas.openxmlformats.org/officeDocument/2006/relationships/oleObject" Target="../embeddings/oleObject292.bin"/><Relationship Id="rId28" Type="http://schemas.openxmlformats.org/officeDocument/2006/relationships/image" Target="../media/image290.wmf"/><Relationship Id="rId27" Type="http://schemas.openxmlformats.org/officeDocument/2006/relationships/oleObject" Target="../embeddings/oleObject291.bin"/><Relationship Id="rId26" Type="http://schemas.openxmlformats.org/officeDocument/2006/relationships/image" Target="../media/image289.wmf"/><Relationship Id="rId25" Type="http://schemas.openxmlformats.org/officeDocument/2006/relationships/oleObject" Target="../embeddings/oleObject290.bin"/><Relationship Id="rId24" Type="http://schemas.openxmlformats.org/officeDocument/2006/relationships/image" Target="../media/image288.wmf"/><Relationship Id="rId23" Type="http://schemas.openxmlformats.org/officeDocument/2006/relationships/oleObject" Target="../embeddings/oleObject289.bin"/><Relationship Id="rId22" Type="http://schemas.openxmlformats.org/officeDocument/2006/relationships/image" Target="../media/image287.wmf"/><Relationship Id="rId21" Type="http://schemas.openxmlformats.org/officeDocument/2006/relationships/oleObject" Target="../embeddings/oleObject288.bin"/><Relationship Id="rId20" Type="http://schemas.openxmlformats.org/officeDocument/2006/relationships/image" Target="../media/image286.wmf"/><Relationship Id="rId2" Type="http://schemas.openxmlformats.org/officeDocument/2006/relationships/image" Target="../media/image277.wmf"/><Relationship Id="rId19" Type="http://schemas.openxmlformats.org/officeDocument/2006/relationships/oleObject" Target="../embeddings/oleObject287.bin"/><Relationship Id="rId18" Type="http://schemas.openxmlformats.org/officeDocument/2006/relationships/image" Target="../media/image285.wmf"/><Relationship Id="rId17" Type="http://schemas.openxmlformats.org/officeDocument/2006/relationships/oleObject" Target="../embeddings/oleObject286.bin"/><Relationship Id="rId16" Type="http://schemas.openxmlformats.org/officeDocument/2006/relationships/image" Target="../media/image284.wmf"/><Relationship Id="rId15" Type="http://schemas.openxmlformats.org/officeDocument/2006/relationships/oleObject" Target="../embeddings/oleObject285.bin"/><Relationship Id="rId14" Type="http://schemas.openxmlformats.org/officeDocument/2006/relationships/image" Target="../media/image283.wmf"/><Relationship Id="rId13" Type="http://schemas.openxmlformats.org/officeDocument/2006/relationships/oleObject" Target="../embeddings/oleObject284.bin"/><Relationship Id="rId12" Type="http://schemas.openxmlformats.org/officeDocument/2006/relationships/image" Target="../media/image282.wmf"/><Relationship Id="rId11" Type="http://schemas.openxmlformats.org/officeDocument/2006/relationships/oleObject" Target="../embeddings/oleObject283.bin"/><Relationship Id="rId10" Type="http://schemas.openxmlformats.org/officeDocument/2006/relationships/image" Target="../media/image281.wmf"/><Relationship Id="rId1" Type="http://schemas.openxmlformats.org/officeDocument/2006/relationships/oleObject" Target="../embeddings/oleObject278.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302.bin"/><Relationship Id="rId8" Type="http://schemas.openxmlformats.org/officeDocument/2006/relationships/image" Target="../media/image300.wmf"/><Relationship Id="rId7" Type="http://schemas.openxmlformats.org/officeDocument/2006/relationships/oleObject" Target="../embeddings/oleObject301.bin"/><Relationship Id="rId6" Type="http://schemas.openxmlformats.org/officeDocument/2006/relationships/image" Target="../media/image299.wmf"/><Relationship Id="rId5" Type="http://schemas.openxmlformats.org/officeDocument/2006/relationships/oleObject" Target="../embeddings/oleObject300.bin"/><Relationship Id="rId4" Type="http://schemas.openxmlformats.org/officeDocument/2006/relationships/image" Target="../media/image298.wmf"/><Relationship Id="rId36" Type="http://schemas.openxmlformats.org/officeDocument/2006/relationships/vmlDrawing" Target="../drawings/vmlDrawing27.vml"/><Relationship Id="rId35" Type="http://schemas.openxmlformats.org/officeDocument/2006/relationships/slideLayout" Target="../slideLayouts/slideLayout18.xml"/><Relationship Id="rId34" Type="http://schemas.openxmlformats.org/officeDocument/2006/relationships/image" Target="../media/image313.wmf"/><Relationship Id="rId33" Type="http://schemas.openxmlformats.org/officeDocument/2006/relationships/oleObject" Target="../embeddings/oleObject314.bin"/><Relationship Id="rId32" Type="http://schemas.openxmlformats.org/officeDocument/2006/relationships/image" Target="../media/image312.wmf"/><Relationship Id="rId31" Type="http://schemas.openxmlformats.org/officeDocument/2006/relationships/oleObject" Target="../embeddings/oleObject313.bin"/><Relationship Id="rId30" Type="http://schemas.openxmlformats.org/officeDocument/2006/relationships/image" Target="../media/image311.wmf"/><Relationship Id="rId3" Type="http://schemas.openxmlformats.org/officeDocument/2006/relationships/oleObject" Target="../embeddings/oleObject299.bin"/><Relationship Id="rId29" Type="http://schemas.openxmlformats.org/officeDocument/2006/relationships/oleObject" Target="../embeddings/oleObject312.bin"/><Relationship Id="rId28" Type="http://schemas.openxmlformats.org/officeDocument/2006/relationships/image" Target="../media/image310.wmf"/><Relationship Id="rId27" Type="http://schemas.openxmlformats.org/officeDocument/2006/relationships/oleObject" Target="../embeddings/oleObject311.bin"/><Relationship Id="rId26" Type="http://schemas.openxmlformats.org/officeDocument/2006/relationships/image" Target="../media/image309.wmf"/><Relationship Id="rId25" Type="http://schemas.openxmlformats.org/officeDocument/2006/relationships/oleObject" Target="../embeddings/oleObject310.bin"/><Relationship Id="rId24" Type="http://schemas.openxmlformats.org/officeDocument/2006/relationships/image" Target="../media/image308.wmf"/><Relationship Id="rId23" Type="http://schemas.openxmlformats.org/officeDocument/2006/relationships/oleObject" Target="../embeddings/oleObject309.bin"/><Relationship Id="rId22" Type="http://schemas.openxmlformats.org/officeDocument/2006/relationships/image" Target="../media/image307.wmf"/><Relationship Id="rId21" Type="http://schemas.openxmlformats.org/officeDocument/2006/relationships/oleObject" Target="../embeddings/oleObject308.bin"/><Relationship Id="rId20" Type="http://schemas.openxmlformats.org/officeDocument/2006/relationships/image" Target="../media/image306.wmf"/><Relationship Id="rId2" Type="http://schemas.openxmlformats.org/officeDocument/2006/relationships/image" Target="../media/image297.wmf"/><Relationship Id="rId19" Type="http://schemas.openxmlformats.org/officeDocument/2006/relationships/oleObject" Target="../embeddings/oleObject307.bin"/><Relationship Id="rId18" Type="http://schemas.openxmlformats.org/officeDocument/2006/relationships/image" Target="../media/image305.wmf"/><Relationship Id="rId17" Type="http://schemas.openxmlformats.org/officeDocument/2006/relationships/oleObject" Target="../embeddings/oleObject306.bin"/><Relationship Id="rId16" Type="http://schemas.openxmlformats.org/officeDocument/2006/relationships/image" Target="../media/image304.wmf"/><Relationship Id="rId15" Type="http://schemas.openxmlformats.org/officeDocument/2006/relationships/oleObject" Target="../embeddings/oleObject305.bin"/><Relationship Id="rId14" Type="http://schemas.openxmlformats.org/officeDocument/2006/relationships/image" Target="../media/image303.wmf"/><Relationship Id="rId13" Type="http://schemas.openxmlformats.org/officeDocument/2006/relationships/oleObject" Target="../embeddings/oleObject304.bin"/><Relationship Id="rId12" Type="http://schemas.openxmlformats.org/officeDocument/2006/relationships/image" Target="../media/image302.wmf"/><Relationship Id="rId11" Type="http://schemas.openxmlformats.org/officeDocument/2006/relationships/oleObject" Target="../embeddings/oleObject303.bin"/><Relationship Id="rId10" Type="http://schemas.openxmlformats.org/officeDocument/2006/relationships/image" Target="../media/image301.wmf"/><Relationship Id="rId1" Type="http://schemas.openxmlformats.org/officeDocument/2006/relationships/oleObject" Target="../embeddings/oleObject298.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319.bin"/><Relationship Id="rId8" Type="http://schemas.openxmlformats.org/officeDocument/2006/relationships/image" Target="../media/image317.wmf"/><Relationship Id="rId7" Type="http://schemas.openxmlformats.org/officeDocument/2006/relationships/oleObject" Target="../embeddings/oleObject318.bin"/><Relationship Id="rId6" Type="http://schemas.openxmlformats.org/officeDocument/2006/relationships/image" Target="../media/image316.wmf"/><Relationship Id="rId5" Type="http://schemas.openxmlformats.org/officeDocument/2006/relationships/oleObject" Target="../embeddings/oleObject317.bin"/><Relationship Id="rId41" Type="http://schemas.openxmlformats.org/officeDocument/2006/relationships/vmlDrawing" Target="../drawings/vmlDrawing28.vml"/><Relationship Id="rId40" Type="http://schemas.openxmlformats.org/officeDocument/2006/relationships/slideLayout" Target="../slideLayouts/slideLayout18.xml"/><Relationship Id="rId4" Type="http://schemas.openxmlformats.org/officeDocument/2006/relationships/image" Target="../media/image315.wmf"/><Relationship Id="rId39" Type="http://schemas.openxmlformats.org/officeDocument/2006/relationships/oleObject" Target="../embeddings/oleObject334.bin"/><Relationship Id="rId38" Type="http://schemas.openxmlformats.org/officeDocument/2006/relationships/image" Target="../media/image332.wmf"/><Relationship Id="rId37" Type="http://schemas.openxmlformats.org/officeDocument/2006/relationships/oleObject" Target="../embeddings/oleObject333.bin"/><Relationship Id="rId36" Type="http://schemas.openxmlformats.org/officeDocument/2006/relationships/image" Target="../media/image331.wmf"/><Relationship Id="rId35" Type="http://schemas.openxmlformats.org/officeDocument/2006/relationships/oleObject" Target="../embeddings/oleObject332.bin"/><Relationship Id="rId34" Type="http://schemas.openxmlformats.org/officeDocument/2006/relationships/image" Target="../media/image330.wmf"/><Relationship Id="rId33" Type="http://schemas.openxmlformats.org/officeDocument/2006/relationships/oleObject" Target="../embeddings/oleObject331.bin"/><Relationship Id="rId32" Type="http://schemas.openxmlformats.org/officeDocument/2006/relationships/image" Target="../media/image329.wmf"/><Relationship Id="rId31" Type="http://schemas.openxmlformats.org/officeDocument/2006/relationships/oleObject" Target="../embeddings/oleObject330.bin"/><Relationship Id="rId30" Type="http://schemas.openxmlformats.org/officeDocument/2006/relationships/image" Target="../media/image328.wmf"/><Relationship Id="rId3" Type="http://schemas.openxmlformats.org/officeDocument/2006/relationships/oleObject" Target="../embeddings/oleObject316.bin"/><Relationship Id="rId29" Type="http://schemas.openxmlformats.org/officeDocument/2006/relationships/oleObject" Target="../embeddings/oleObject329.bin"/><Relationship Id="rId28" Type="http://schemas.openxmlformats.org/officeDocument/2006/relationships/image" Target="../media/image327.wmf"/><Relationship Id="rId27" Type="http://schemas.openxmlformats.org/officeDocument/2006/relationships/oleObject" Target="../embeddings/oleObject328.bin"/><Relationship Id="rId26" Type="http://schemas.openxmlformats.org/officeDocument/2006/relationships/image" Target="../media/image326.wmf"/><Relationship Id="rId25" Type="http://schemas.openxmlformats.org/officeDocument/2006/relationships/oleObject" Target="../embeddings/oleObject327.bin"/><Relationship Id="rId24" Type="http://schemas.openxmlformats.org/officeDocument/2006/relationships/image" Target="../media/image325.wmf"/><Relationship Id="rId23" Type="http://schemas.openxmlformats.org/officeDocument/2006/relationships/oleObject" Target="../embeddings/oleObject326.bin"/><Relationship Id="rId22" Type="http://schemas.openxmlformats.org/officeDocument/2006/relationships/image" Target="../media/image324.wmf"/><Relationship Id="rId21" Type="http://schemas.openxmlformats.org/officeDocument/2006/relationships/oleObject" Target="../embeddings/oleObject325.bin"/><Relationship Id="rId20" Type="http://schemas.openxmlformats.org/officeDocument/2006/relationships/image" Target="../media/image323.wmf"/><Relationship Id="rId2" Type="http://schemas.openxmlformats.org/officeDocument/2006/relationships/image" Target="../media/image314.wmf"/><Relationship Id="rId19" Type="http://schemas.openxmlformats.org/officeDocument/2006/relationships/oleObject" Target="../embeddings/oleObject324.bin"/><Relationship Id="rId18" Type="http://schemas.openxmlformats.org/officeDocument/2006/relationships/image" Target="../media/image322.wmf"/><Relationship Id="rId17" Type="http://schemas.openxmlformats.org/officeDocument/2006/relationships/oleObject" Target="../embeddings/oleObject323.bin"/><Relationship Id="rId16" Type="http://schemas.openxmlformats.org/officeDocument/2006/relationships/image" Target="../media/image321.wmf"/><Relationship Id="rId15" Type="http://schemas.openxmlformats.org/officeDocument/2006/relationships/oleObject" Target="../embeddings/oleObject322.bin"/><Relationship Id="rId14" Type="http://schemas.openxmlformats.org/officeDocument/2006/relationships/image" Target="../media/image320.wmf"/><Relationship Id="rId13" Type="http://schemas.openxmlformats.org/officeDocument/2006/relationships/oleObject" Target="../embeddings/oleObject321.bin"/><Relationship Id="rId12" Type="http://schemas.openxmlformats.org/officeDocument/2006/relationships/image" Target="../media/image319.wmf"/><Relationship Id="rId11" Type="http://schemas.openxmlformats.org/officeDocument/2006/relationships/oleObject" Target="../embeddings/oleObject320.bin"/><Relationship Id="rId10" Type="http://schemas.openxmlformats.org/officeDocument/2006/relationships/image" Target="../media/image318.wmf"/><Relationship Id="rId1" Type="http://schemas.openxmlformats.org/officeDocument/2006/relationships/oleObject" Target="../embeddings/oleObject315.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339.bin"/><Relationship Id="rId8" Type="http://schemas.openxmlformats.org/officeDocument/2006/relationships/image" Target="../media/image336.wmf"/><Relationship Id="rId7" Type="http://schemas.openxmlformats.org/officeDocument/2006/relationships/oleObject" Target="../embeddings/oleObject338.bin"/><Relationship Id="rId6" Type="http://schemas.openxmlformats.org/officeDocument/2006/relationships/image" Target="../media/image335.wmf"/><Relationship Id="rId5" Type="http://schemas.openxmlformats.org/officeDocument/2006/relationships/oleObject" Target="../embeddings/oleObject337.bin"/><Relationship Id="rId4" Type="http://schemas.openxmlformats.org/officeDocument/2006/relationships/image" Target="../media/image334.wmf"/><Relationship Id="rId3" Type="http://schemas.openxmlformats.org/officeDocument/2006/relationships/oleObject" Target="../embeddings/oleObject336.bin"/><Relationship Id="rId2" Type="http://schemas.openxmlformats.org/officeDocument/2006/relationships/image" Target="../media/image333.wmf"/><Relationship Id="rId19" Type="http://schemas.openxmlformats.org/officeDocument/2006/relationships/vmlDrawing" Target="../drawings/vmlDrawing29.vml"/><Relationship Id="rId18" Type="http://schemas.openxmlformats.org/officeDocument/2006/relationships/slideLayout" Target="../slideLayouts/slideLayout18.xml"/><Relationship Id="rId17" Type="http://schemas.openxmlformats.org/officeDocument/2006/relationships/image" Target="../media/image341.wmf"/><Relationship Id="rId16" Type="http://schemas.openxmlformats.org/officeDocument/2006/relationships/oleObject" Target="../embeddings/oleObject342.bin"/><Relationship Id="rId15" Type="http://schemas.openxmlformats.org/officeDocument/2006/relationships/image" Target="../media/image340.emf"/><Relationship Id="rId14" Type="http://schemas.openxmlformats.org/officeDocument/2006/relationships/image" Target="../media/image339.wmf"/><Relationship Id="rId13" Type="http://schemas.openxmlformats.org/officeDocument/2006/relationships/oleObject" Target="../embeddings/oleObject341.bin"/><Relationship Id="rId12" Type="http://schemas.openxmlformats.org/officeDocument/2006/relationships/image" Target="../media/image338.wmf"/><Relationship Id="rId11" Type="http://schemas.openxmlformats.org/officeDocument/2006/relationships/oleObject" Target="../embeddings/oleObject340.bin"/><Relationship Id="rId10" Type="http://schemas.openxmlformats.org/officeDocument/2006/relationships/image" Target="../media/image337.wmf"/><Relationship Id="rId1" Type="http://schemas.openxmlformats.org/officeDocument/2006/relationships/oleObject" Target="../embeddings/oleObject335.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347.bin"/><Relationship Id="rId8" Type="http://schemas.openxmlformats.org/officeDocument/2006/relationships/image" Target="../media/image345.wmf"/><Relationship Id="rId7" Type="http://schemas.openxmlformats.org/officeDocument/2006/relationships/oleObject" Target="../embeddings/oleObject346.bin"/><Relationship Id="rId6" Type="http://schemas.openxmlformats.org/officeDocument/2006/relationships/image" Target="../media/image344.wmf"/><Relationship Id="rId5" Type="http://schemas.openxmlformats.org/officeDocument/2006/relationships/oleObject" Target="../embeddings/oleObject345.bin"/><Relationship Id="rId4" Type="http://schemas.openxmlformats.org/officeDocument/2006/relationships/image" Target="../media/image343.wmf"/><Relationship Id="rId3" Type="http://schemas.openxmlformats.org/officeDocument/2006/relationships/oleObject" Target="../embeddings/oleObject344.bin"/><Relationship Id="rId20" Type="http://schemas.openxmlformats.org/officeDocument/2006/relationships/vmlDrawing" Target="../drawings/vmlDrawing30.vml"/><Relationship Id="rId2" Type="http://schemas.openxmlformats.org/officeDocument/2006/relationships/image" Target="../media/image342.wmf"/><Relationship Id="rId19" Type="http://schemas.openxmlformats.org/officeDocument/2006/relationships/slideLayout" Target="../slideLayouts/slideLayout18.xml"/><Relationship Id="rId18" Type="http://schemas.openxmlformats.org/officeDocument/2006/relationships/image" Target="../media/image350.wmf"/><Relationship Id="rId17" Type="http://schemas.openxmlformats.org/officeDocument/2006/relationships/oleObject" Target="../embeddings/oleObject351.bin"/><Relationship Id="rId16" Type="http://schemas.openxmlformats.org/officeDocument/2006/relationships/image" Target="../media/image349.wmf"/><Relationship Id="rId15" Type="http://schemas.openxmlformats.org/officeDocument/2006/relationships/oleObject" Target="../embeddings/oleObject350.bin"/><Relationship Id="rId14" Type="http://schemas.openxmlformats.org/officeDocument/2006/relationships/image" Target="../media/image348.wmf"/><Relationship Id="rId13" Type="http://schemas.openxmlformats.org/officeDocument/2006/relationships/oleObject" Target="../embeddings/oleObject349.bin"/><Relationship Id="rId12" Type="http://schemas.openxmlformats.org/officeDocument/2006/relationships/image" Target="../media/image347.wmf"/><Relationship Id="rId11" Type="http://schemas.openxmlformats.org/officeDocument/2006/relationships/oleObject" Target="../embeddings/oleObject348.bin"/><Relationship Id="rId10" Type="http://schemas.openxmlformats.org/officeDocument/2006/relationships/image" Target="../media/image346.wmf"/><Relationship Id="rId1" Type="http://schemas.openxmlformats.org/officeDocument/2006/relationships/oleObject" Target="../embeddings/oleObject343.bin"/></Relationships>
</file>

<file path=ppt/slides/_rels/slide35.xml.rels><?xml version="1.0" encoding="UTF-8" standalone="yes"?>
<Relationships xmlns="http://schemas.openxmlformats.org/package/2006/relationships"><Relationship Id="rId9" Type="http://schemas.openxmlformats.org/officeDocument/2006/relationships/image" Target="../media/image355.wmf"/><Relationship Id="rId8" Type="http://schemas.openxmlformats.org/officeDocument/2006/relationships/oleObject" Target="../embeddings/oleObject355.bin"/><Relationship Id="rId7" Type="http://schemas.openxmlformats.org/officeDocument/2006/relationships/image" Target="../media/image354.png"/><Relationship Id="rId6" Type="http://schemas.openxmlformats.org/officeDocument/2006/relationships/image" Target="../media/image353.wmf"/><Relationship Id="rId5" Type="http://schemas.openxmlformats.org/officeDocument/2006/relationships/oleObject" Target="../embeddings/oleObject354.bin"/><Relationship Id="rId4" Type="http://schemas.openxmlformats.org/officeDocument/2006/relationships/image" Target="../media/image352.wmf"/><Relationship Id="rId3" Type="http://schemas.openxmlformats.org/officeDocument/2006/relationships/oleObject" Target="../embeddings/oleObject353.bin"/><Relationship Id="rId2" Type="http://schemas.openxmlformats.org/officeDocument/2006/relationships/image" Target="../media/image351.wmf"/><Relationship Id="rId11" Type="http://schemas.openxmlformats.org/officeDocument/2006/relationships/vmlDrawing" Target="../drawings/vmlDrawing31.vml"/><Relationship Id="rId10" Type="http://schemas.openxmlformats.org/officeDocument/2006/relationships/slideLayout" Target="../slideLayouts/slideLayout18.xml"/><Relationship Id="rId1" Type="http://schemas.openxmlformats.org/officeDocument/2006/relationships/oleObject" Target="../embeddings/oleObject352.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32.vml"/><Relationship Id="rId4" Type="http://schemas.openxmlformats.org/officeDocument/2006/relationships/slideLayout" Target="../slideLayouts/slideLayout18.xml"/><Relationship Id="rId3" Type="http://schemas.openxmlformats.org/officeDocument/2006/relationships/image" Target="../media/image357.emf"/><Relationship Id="rId2" Type="http://schemas.openxmlformats.org/officeDocument/2006/relationships/image" Target="../media/image356.wmf"/><Relationship Id="rId1" Type="http://schemas.openxmlformats.org/officeDocument/2006/relationships/oleObject" Target="../embeddings/oleObject356.bin"/></Relationships>
</file>

<file path=ppt/slides/_rels/slide38.xml.rels><?xml version="1.0" encoding="UTF-8" standalone="yes"?>
<Relationships xmlns="http://schemas.openxmlformats.org/package/2006/relationships"><Relationship Id="rId7" Type="http://schemas.openxmlformats.org/officeDocument/2006/relationships/vmlDrawing" Target="../drawings/vmlDrawing33.vml"/><Relationship Id="rId6" Type="http://schemas.openxmlformats.org/officeDocument/2006/relationships/slideLayout" Target="../slideLayouts/slideLayout18.xml"/><Relationship Id="rId5" Type="http://schemas.openxmlformats.org/officeDocument/2006/relationships/image" Target="../media/image360.wmf"/><Relationship Id="rId4" Type="http://schemas.openxmlformats.org/officeDocument/2006/relationships/oleObject" Target="../embeddings/oleObject358.bin"/><Relationship Id="rId3" Type="http://schemas.openxmlformats.org/officeDocument/2006/relationships/image" Target="../media/image359.emf"/><Relationship Id="rId2" Type="http://schemas.openxmlformats.org/officeDocument/2006/relationships/image" Target="../media/image358.wmf"/><Relationship Id="rId1" Type="http://schemas.openxmlformats.org/officeDocument/2006/relationships/oleObject" Target="../embeddings/oleObject357.bin"/></Relationships>
</file>

<file path=ppt/slides/_rels/slide39.xml.rels><?xml version="1.0" encoding="UTF-8" standalone="yes"?>
<Relationships xmlns="http://schemas.openxmlformats.org/package/2006/relationships"><Relationship Id="rId9" Type="http://schemas.openxmlformats.org/officeDocument/2006/relationships/vmlDrawing" Target="../drawings/vmlDrawing34.vml"/><Relationship Id="rId8" Type="http://schemas.openxmlformats.org/officeDocument/2006/relationships/slideLayout" Target="../slideLayouts/slideLayout18.xml"/><Relationship Id="rId7" Type="http://schemas.openxmlformats.org/officeDocument/2006/relationships/image" Target="../media/image364.emf"/><Relationship Id="rId6" Type="http://schemas.openxmlformats.org/officeDocument/2006/relationships/image" Target="../media/image363.wmf"/><Relationship Id="rId5" Type="http://schemas.openxmlformats.org/officeDocument/2006/relationships/oleObject" Target="../embeddings/oleObject361.bin"/><Relationship Id="rId4" Type="http://schemas.openxmlformats.org/officeDocument/2006/relationships/image" Target="../media/image362.wmf"/><Relationship Id="rId3" Type="http://schemas.openxmlformats.org/officeDocument/2006/relationships/oleObject" Target="../embeddings/oleObject360.bin"/><Relationship Id="rId2" Type="http://schemas.openxmlformats.org/officeDocument/2006/relationships/image" Target="../media/image361.wmf"/><Relationship Id="rId1" Type="http://schemas.openxmlformats.org/officeDocument/2006/relationships/oleObject" Target="../embeddings/oleObject359.bin"/></Relationships>
</file>

<file path=ppt/slides/_rels/slide40.xml.rels><?xml version="1.0" encoding="UTF-8" standalone="yes"?>
<Relationships xmlns="http://schemas.openxmlformats.org/package/2006/relationships"><Relationship Id="rId9" Type="http://schemas.openxmlformats.org/officeDocument/2006/relationships/image" Target="../media/image369.emf"/><Relationship Id="rId8" Type="http://schemas.openxmlformats.org/officeDocument/2006/relationships/image" Target="../media/image368.wmf"/><Relationship Id="rId7" Type="http://schemas.openxmlformats.org/officeDocument/2006/relationships/oleObject" Target="../embeddings/oleObject365.bin"/><Relationship Id="rId6" Type="http://schemas.openxmlformats.org/officeDocument/2006/relationships/image" Target="../media/image367.wmf"/><Relationship Id="rId5" Type="http://schemas.openxmlformats.org/officeDocument/2006/relationships/oleObject" Target="../embeddings/oleObject364.bin"/><Relationship Id="rId4" Type="http://schemas.openxmlformats.org/officeDocument/2006/relationships/image" Target="../media/image366.wmf"/><Relationship Id="rId3" Type="http://schemas.openxmlformats.org/officeDocument/2006/relationships/oleObject" Target="../embeddings/oleObject363.bin"/><Relationship Id="rId2" Type="http://schemas.openxmlformats.org/officeDocument/2006/relationships/image" Target="../media/image365.wmf"/><Relationship Id="rId11" Type="http://schemas.openxmlformats.org/officeDocument/2006/relationships/vmlDrawing" Target="../drawings/vmlDrawing35.vml"/><Relationship Id="rId10" Type="http://schemas.openxmlformats.org/officeDocument/2006/relationships/slideLayout" Target="../slideLayouts/slideLayout18.xml"/><Relationship Id="rId1" Type="http://schemas.openxmlformats.org/officeDocument/2006/relationships/oleObject" Target="../embeddings/oleObject362.bin"/></Relationships>
</file>

<file path=ppt/slides/_rels/slide41.xml.rels><?xml version="1.0" encoding="UTF-8" standalone="yes"?>
<Relationships xmlns="http://schemas.openxmlformats.org/package/2006/relationships"><Relationship Id="rId9" Type="http://schemas.openxmlformats.org/officeDocument/2006/relationships/image" Target="../media/image373.wmf"/><Relationship Id="rId8" Type="http://schemas.openxmlformats.org/officeDocument/2006/relationships/oleObject" Target="../embeddings/oleObject370.bin"/><Relationship Id="rId7" Type="http://schemas.openxmlformats.org/officeDocument/2006/relationships/oleObject" Target="../embeddings/oleObject369.bin"/><Relationship Id="rId6" Type="http://schemas.openxmlformats.org/officeDocument/2006/relationships/image" Target="../media/image372.wmf"/><Relationship Id="rId5" Type="http://schemas.openxmlformats.org/officeDocument/2006/relationships/oleObject" Target="../embeddings/oleObject368.bin"/><Relationship Id="rId4" Type="http://schemas.openxmlformats.org/officeDocument/2006/relationships/image" Target="../media/image371.wmf"/><Relationship Id="rId3" Type="http://schemas.openxmlformats.org/officeDocument/2006/relationships/oleObject" Target="../embeddings/oleObject367.bin"/><Relationship Id="rId2" Type="http://schemas.openxmlformats.org/officeDocument/2006/relationships/image" Target="../media/image370.wmf"/><Relationship Id="rId16" Type="http://schemas.openxmlformats.org/officeDocument/2006/relationships/vmlDrawing" Target="../drawings/vmlDrawing36.vml"/><Relationship Id="rId15" Type="http://schemas.openxmlformats.org/officeDocument/2006/relationships/slideLayout" Target="../slideLayouts/slideLayout18.xml"/><Relationship Id="rId14" Type="http://schemas.openxmlformats.org/officeDocument/2006/relationships/image" Target="../media/image378.emf"/><Relationship Id="rId13" Type="http://schemas.openxmlformats.org/officeDocument/2006/relationships/image" Target="../media/image377.emf"/><Relationship Id="rId12" Type="http://schemas.openxmlformats.org/officeDocument/2006/relationships/image" Target="../media/image376.emf"/><Relationship Id="rId11" Type="http://schemas.openxmlformats.org/officeDocument/2006/relationships/image" Target="../media/image375.emf"/><Relationship Id="rId10" Type="http://schemas.openxmlformats.org/officeDocument/2006/relationships/image" Target="../media/image374.emf"/><Relationship Id="rId1" Type="http://schemas.openxmlformats.org/officeDocument/2006/relationships/oleObject" Target="../embeddings/oleObject366.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79.emf"/></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18.xml"/><Relationship Id="rId6" Type="http://schemas.openxmlformats.org/officeDocument/2006/relationships/image" Target="../media/image384.emf"/><Relationship Id="rId5" Type="http://schemas.openxmlformats.org/officeDocument/2006/relationships/image" Target="../media/image383.emf"/><Relationship Id="rId4" Type="http://schemas.openxmlformats.org/officeDocument/2006/relationships/image" Target="../media/image382.emf"/><Relationship Id="rId3" Type="http://schemas.openxmlformats.org/officeDocument/2006/relationships/image" Target="../media/image381.emf"/><Relationship Id="rId2" Type="http://schemas.openxmlformats.org/officeDocument/2006/relationships/image" Target="../media/image380.wmf"/><Relationship Id="rId1" Type="http://schemas.openxmlformats.org/officeDocument/2006/relationships/oleObject" Target="../embeddings/oleObject371.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18.xml"/><Relationship Id="rId4" Type="http://schemas.openxmlformats.org/officeDocument/2006/relationships/image" Target="../media/image386.wmf"/><Relationship Id="rId3" Type="http://schemas.openxmlformats.org/officeDocument/2006/relationships/oleObject" Target="../embeddings/oleObject373.bin"/><Relationship Id="rId2" Type="http://schemas.openxmlformats.org/officeDocument/2006/relationships/image" Target="../media/image385.wmf"/><Relationship Id="rId1" Type="http://schemas.openxmlformats.org/officeDocument/2006/relationships/oleObject" Target="../embeddings/oleObject372.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378.bin"/><Relationship Id="rId8" Type="http://schemas.openxmlformats.org/officeDocument/2006/relationships/image" Target="../media/image390.wmf"/><Relationship Id="rId7" Type="http://schemas.openxmlformats.org/officeDocument/2006/relationships/oleObject" Target="../embeddings/oleObject377.bin"/><Relationship Id="rId6" Type="http://schemas.openxmlformats.org/officeDocument/2006/relationships/image" Target="../media/image389.wmf"/><Relationship Id="rId5" Type="http://schemas.openxmlformats.org/officeDocument/2006/relationships/oleObject" Target="../embeddings/oleObject376.bin"/><Relationship Id="rId4" Type="http://schemas.openxmlformats.org/officeDocument/2006/relationships/image" Target="../media/image388.wmf"/><Relationship Id="rId3" Type="http://schemas.openxmlformats.org/officeDocument/2006/relationships/oleObject" Target="../embeddings/oleObject375.bin"/><Relationship Id="rId2" Type="http://schemas.openxmlformats.org/officeDocument/2006/relationships/image" Target="../media/image387.wmf"/><Relationship Id="rId18" Type="http://schemas.openxmlformats.org/officeDocument/2006/relationships/vmlDrawing" Target="../drawings/vmlDrawing39.vml"/><Relationship Id="rId17" Type="http://schemas.openxmlformats.org/officeDocument/2006/relationships/slideLayout" Target="../slideLayouts/slideLayout18.xml"/><Relationship Id="rId16" Type="http://schemas.openxmlformats.org/officeDocument/2006/relationships/image" Target="../media/image394.wmf"/><Relationship Id="rId15" Type="http://schemas.openxmlformats.org/officeDocument/2006/relationships/oleObject" Target="../embeddings/oleObject381.bin"/><Relationship Id="rId14" Type="http://schemas.openxmlformats.org/officeDocument/2006/relationships/image" Target="../media/image393.wmf"/><Relationship Id="rId13" Type="http://schemas.openxmlformats.org/officeDocument/2006/relationships/oleObject" Target="../embeddings/oleObject380.bin"/><Relationship Id="rId12" Type="http://schemas.openxmlformats.org/officeDocument/2006/relationships/image" Target="../media/image392.wmf"/><Relationship Id="rId11" Type="http://schemas.openxmlformats.org/officeDocument/2006/relationships/oleObject" Target="../embeddings/oleObject379.bin"/><Relationship Id="rId10" Type="http://schemas.openxmlformats.org/officeDocument/2006/relationships/image" Target="../media/image391.wmf"/><Relationship Id="rId1" Type="http://schemas.openxmlformats.org/officeDocument/2006/relationships/oleObject" Target="../embeddings/oleObject374.bin"/></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slide" Target="slide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461645"/>
            <a:ext cx="10294620" cy="2570480"/>
          </a:xfrm>
        </p:spPr>
        <p:txBody>
          <a:bodyPr/>
          <a:p>
            <a:r>
              <a:rPr lang="en-US" altLang="zh-CN" sz="5400">
                <a:gradFill>
                  <a:gsLst>
                    <a:gs pos="0">
                      <a:srgbClr val="7B32B2"/>
                    </a:gs>
                    <a:gs pos="100000">
                      <a:srgbClr val="401A5D"/>
                    </a:gs>
                  </a:gsLst>
                  <a:lin scaled="0"/>
                </a:gradFill>
                <a:latin typeface="微软雅黑" panose="020B0503020204020204" charset="-122"/>
                <a:ea typeface="微软雅黑" panose="020B0503020204020204" charset="-122"/>
                <a:cs typeface="微软雅黑" panose="020B0503020204020204" charset="-122"/>
              </a:rPr>
              <a:t>1-1</a:t>
            </a:r>
            <a:r>
              <a:rPr lang="en-US" altLang="zh-CN" sz="5400">
                <a:latin typeface="微软雅黑" panose="020B0503020204020204" charset="-122"/>
                <a:ea typeface="微软雅黑" panose="020B0503020204020204" charset="-122"/>
                <a:cs typeface="微软雅黑" panose="020B0503020204020204" charset="-122"/>
              </a:rPr>
              <a:t> </a:t>
            </a:r>
            <a:r>
              <a:rPr lang="zh-CN" altLang="en-US" sz="5400">
                <a:solidFill>
                  <a:schemeClr val="accent1">
                    <a:lumMod val="75000"/>
                  </a:schemeClr>
                </a:solidFill>
                <a:latin typeface="微软雅黑" panose="020B0503020204020204" charset="-122"/>
                <a:ea typeface="微软雅黑" panose="020B0503020204020204" charset="-122"/>
                <a:cs typeface="微软雅黑" panose="020B0503020204020204" charset="-122"/>
              </a:rPr>
              <a:t>实数集与</a:t>
            </a:r>
            <a:r>
              <a:rPr lang="zh-CN" altLang="en-US" sz="5400">
                <a:solidFill>
                  <a:schemeClr val="accent1">
                    <a:lumMod val="75000"/>
                  </a:schemeClr>
                </a:solidFill>
                <a:latin typeface="微软雅黑" panose="020B0503020204020204" charset="-122"/>
                <a:ea typeface="微软雅黑" panose="020B0503020204020204" charset="-122"/>
                <a:cs typeface="微软雅黑" panose="020B0503020204020204" charset="-122"/>
              </a:rPr>
              <a:t>函数</a:t>
            </a:r>
            <a:endParaRPr lang="zh-CN" altLang="en-US" sz="540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505585" y="4349750"/>
            <a:ext cx="888238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微软雅黑" panose="020B0503020204020204" charset="-122"/>
                <a:ea typeface="微软雅黑" panose="020B0503020204020204" charset="-122"/>
                <a:cs typeface="微软雅黑" panose="020B0503020204020204" charset="-122"/>
              </a:rPr>
              <a:t>为</a:t>
            </a:r>
            <a:r>
              <a:rPr lang="zh-CN" altLang="zh-CN" sz="3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数轴</a:t>
            </a:r>
            <a:r>
              <a:rPr lang="zh-CN" altLang="en-US" sz="3200" b="1" dirty="0">
                <a:latin typeface="微软雅黑" panose="020B0503020204020204" charset="-122"/>
                <a:ea typeface="微软雅黑" panose="020B0503020204020204" charset="-122"/>
                <a:cs typeface="微软雅黑" panose="020B0503020204020204" charset="-122"/>
              </a:rPr>
              <a:t>，</a:t>
            </a:r>
            <a:r>
              <a:rPr lang="zh-CN" altLang="zh-CN" sz="3200" b="1" dirty="0">
                <a:latin typeface="微软雅黑" panose="020B0503020204020204" charset="-122"/>
                <a:ea typeface="微软雅黑" panose="020B0503020204020204" charset="-122"/>
                <a:cs typeface="微软雅黑" panose="020B0503020204020204" charset="-122"/>
              </a:rPr>
              <a:t>或称为</a:t>
            </a:r>
            <a:r>
              <a:rPr lang="zh-CN" altLang="zh-CN" sz="3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一维空间</a:t>
            </a:r>
            <a:r>
              <a:rPr lang="zh-CN" altLang="zh-CN" sz="3200" b="1" dirty="0">
                <a:latin typeface="微软雅黑" panose="020B0503020204020204" charset="-122"/>
                <a:ea typeface="微软雅黑" panose="020B0503020204020204" charset="-122"/>
                <a:cs typeface="微软雅黑" panose="020B0503020204020204" charset="-122"/>
              </a:rPr>
              <a:t>，记作</a:t>
            </a:r>
            <a:r>
              <a:rPr lang="en-US" altLang="zh-CN" sz="3200" b="1" dirty="0">
                <a:latin typeface="微软雅黑" panose="020B0503020204020204" charset="-122"/>
                <a:ea typeface="微软雅黑" panose="020B0503020204020204" charset="-122"/>
                <a:cs typeface="微软雅黑" panose="020B0503020204020204" charset="-122"/>
              </a:rPr>
              <a:t>   </a:t>
            </a:r>
            <a:r>
              <a:rPr lang="zh-CN" altLang="zh-CN" sz="3200" b="1" dirty="0" smtClean="0">
                <a:latin typeface="微软雅黑" panose="020B0503020204020204" charset="-122"/>
                <a:ea typeface="微软雅黑" panose="020B0503020204020204" charset="-122"/>
                <a:cs typeface="微软雅黑" panose="020B0503020204020204" charset="-122"/>
              </a:rPr>
              <a:t>． </a:t>
            </a:r>
            <a:endParaRPr kumimoji="1" lang="en-US" altLang="zh-CN" sz="3200" b="1" dirty="0">
              <a:latin typeface="微软雅黑" panose="020B0503020204020204" charset="-122"/>
              <a:ea typeface="微软雅黑" panose="020B0503020204020204" charset="-122"/>
              <a:cs typeface="微软雅黑" panose="020B0503020204020204" charset="-122"/>
            </a:endParaRPr>
          </a:p>
        </p:txBody>
      </p:sp>
      <p:sp>
        <p:nvSpPr>
          <p:cNvPr id="4" name="Text Box 5"/>
          <p:cNvSpPr txBox="1">
            <a:spLocks noChangeArrowheads="1"/>
          </p:cNvSpPr>
          <p:nvPr/>
        </p:nvSpPr>
        <p:spPr bwMode="auto">
          <a:xfrm>
            <a:off x="1384595" y="1543219"/>
            <a:ext cx="53340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数轴与绝对值不等式</a:t>
            </a:r>
            <a:r>
              <a:rPr lang="en-US" altLang="zh-CN" sz="3200" b="1" dirty="0">
                <a:latin typeface="黑体" panose="02010609060101010101" charset="-122"/>
                <a:ea typeface="黑体" panose="02010609060101010101" charset="-122"/>
              </a:rPr>
              <a:t> </a:t>
            </a:r>
            <a:r>
              <a:rPr lang="zh-CN" altLang="zh-CN" sz="3200" b="1" dirty="0">
                <a:latin typeface="黑体" panose="02010609060101010101" charset="-122"/>
                <a:ea typeface="黑体" panose="02010609060101010101" charset="-122"/>
              </a:rPr>
              <a:t> </a:t>
            </a:r>
            <a:r>
              <a:rPr lang="en-US" altLang="zh-CN" sz="2800" b="1" dirty="0">
                <a:latin typeface="黑体" panose="02010609060101010101" charset="-122"/>
                <a:ea typeface="黑体" panose="02010609060101010101" charset="-122"/>
              </a:rPr>
              <a:t> </a:t>
            </a:r>
            <a:endParaRPr kumimoji="1" lang="zh-CN" altLang="en-US" sz="2800" b="1" dirty="0">
              <a:latin typeface="黑体" panose="02010609060101010101" charset="-122"/>
              <a:ea typeface="黑体" panose="02010609060101010101" charset="-122"/>
            </a:endParaRPr>
          </a:p>
        </p:txBody>
      </p:sp>
      <p:sp>
        <p:nvSpPr>
          <p:cNvPr id="5" name="Text Box 7"/>
          <p:cNvSpPr txBox="1">
            <a:spLocks noChangeArrowheads="1"/>
          </p:cNvSpPr>
          <p:nvPr/>
        </p:nvSpPr>
        <p:spPr bwMode="auto">
          <a:xfrm>
            <a:off x="2352040" y="3025140"/>
            <a:ext cx="899731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微软雅黑" panose="020B0503020204020204" charset="-122"/>
                <a:ea typeface="微软雅黑" panose="020B0503020204020204" charset="-122"/>
              </a:rPr>
              <a:t>如果在一条直线上确定一</a:t>
            </a:r>
            <a:r>
              <a:rPr lang="zh-CN" altLang="zh-CN" sz="3200" b="1" dirty="0" smtClean="0">
                <a:latin typeface="微软雅黑" panose="020B0503020204020204" charset="-122"/>
                <a:ea typeface="微软雅黑" panose="020B0503020204020204" charset="-122"/>
              </a:rPr>
              <a:t>点作</a:t>
            </a:r>
            <a:r>
              <a:rPr lang="zh-CN" altLang="zh-CN" sz="3200" b="1" dirty="0">
                <a:latin typeface="微软雅黑" panose="020B0503020204020204" charset="-122"/>
                <a:ea typeface="微软雅黑" panose="020B0503020204020204" charset="-122"/>
              </a:rPr>
              <a:t>为原点，指定一</a:t>
            </a:r>
            <a:endParaRPr kumimoji="1" lang="en-US" altLang="zh-CN" sz="3200" b="1" dirty="0">
              <a:latin typeface="微软雅黑" panose="020B0503020204020204" charset="-122"/>
              <a:ea typeface="微软雅黑" panose="020B0503020204020204" charset="-122"/>
            </a:endParaRPr>
          </a:p>
        </p:txBody>
      </p:sp>
      <p:graphicFrame>
        <p:nvGraphicFramePr>
          <p:cNvPr id="6" name="对象 2"/>
          <p:cNvGraphicFramePr>
            <a:graphicFrameLocks noChangeAspect="1"/>
          </p:cNvGraphicFramePr>
          <p:nvPr/>
        </p:nvGraphicFramePr>
        <p:xfrm>
          <a:off x="7322891" y="4415174"/>
          <a:ext cx="442912" cy="442912"/>
        </p:xfrm>
        <a:graphic>
          <a:graphicData uri="http://schemas.openxmlformats.org/presentationml/2006/ole">
            <mc:AlternateContent xmlns:mc="http://schemas.openxmlformats.org/markup-compatibility/2006">
              <mc:Choice xmlns:v="urn:schemas-microsoft-com:vml" Requires="v">
                <p:oleObj spid="_x0000_s1025" name="Equation" r:id="rId1" imgW="3962400" imgH="3962400" progId="Equation.DSMT4">
                  <p:embed/>
                </p:oleObj>
              </mc:Choice>
              <mc:Fallback>
                <p:oleObj name="Equation" r:id="rId1" imgW="3962400" imgH="3962400" progId="Equation.DSMT4">
                  <p:embed/>
                  <p:pic>
                    <p:nvPicPr>
                      <p:cNvPr id="0" name="图片 1024"/>
                      <p:cNvPicPr>
                        <a:picLocks noChangeAspect="1"/>
                      </p:cNvPicPr>
                      <p:nvPr/>
                    </p:nvPicPr>
                    <p:blipFill>
                      <a:blip r:embed="rId2"/>
                      <a:stretch>
                        <a:fillRect/>
                      </a:stretch>
                    </p:blipFill>
                    <p:spPr>
                      <a:xfrm>
                        <a:off x="7322891" y="4415174"/>
                        <a:ext cx="442912" cy="442912"/>
                      </a:xfrm>
                      <a:prstGeom prst="rect">
                        <a:avLst/>
                      </a:prstGeom>
                      <a:noFill/>
                      <a:ln w="9525">
                        <a:noFill/>
                      </a:ln>
                    </p:spPr>
                  </p:pic>
                </p:oleObj>
              </mc:Fallback>
            </mc:AlternateContent>
          </a:graphicData>
        </a:graphic>
      </p:graphicFrame>
      <p:sp>
        <p:nvSpPr>
          <p:cNvPr id="7" name="Text Box 8"/>
          <p:cNvSpPr txBox="1">
            <a:spLocks noChangeArrowheads="1"/>
          </p:cNvSpPr>
          <p:nvPr/>
        </p:nvSpPr>
        <p:spPr bwMode="auto">
          <a:xfrm>
            <a:off x="1505585" y="3687445"/>
            <a:ext cx="941451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微软雅黑" panose="020B0503020204020204" charset="-122"/>
                <a:ea typeface="微软雅黑" panose="020B0503020204020204" charset="-122"/>
              </a:rPr>
              <a:t>个方向为正向，并规定一个单位长度，则称此直线</a:t>
            </a:r>
            <a:endParaRPr kumimoji="1" lang="en-US" altLang="zh-CN" sz="3200" b="1" dirty="0">
              <a:latin typeface="微软雅黑" panose="020B0503020204020204" charset="-122"/>
              <a:ea typeface="微软雅黑" panose="020B0503020204020204" charset="-122"/>
            </a:endParaRPr>
          </a:p>
        </p:txBody>
      </p:sp>
      <p:sp>
        <p:nvSpPr>
          <p:cNvPr id="3" name="TextBox 2"/>
          <p:cNvSpPr txBox="1"/>
          <p:nvPr/>
        </p:nvSpPr>
        <p:spPr>
          <a:xfrm>
            <a:off x="1505338" y="2283867"/>
            <a:ext cx="3516882" cy="583565"/>
          </a:xfrm>
          <a:prstGeom prst="rect">
            <a:avLst/>
          </a:prstGeom>
          <a:noFill/>
        </p:spPr>
        <p:txBody>
          <a:bodyPr wrap="square" rtlCol="0">
            <a:spAutoFit/>
          </a:bodyPr>
          <a:lstStyle/>
          <a:p>
            <a:r>
              <a:rPr lang="zh-CN" altLang="en-US" sz="3200" b="1" dirty="0">
                <a:solidFill>
                  <a:srgbClr val="0000FF"/>
                </a:solidFill>
                <a:latin typeface="楷体" panose="02010609060101010101" charset="-122"/>
                <a:ea typeface="楷体" panose="02010609060101010101" charset="-122"/>
                <a:cs typeface="楷体" panose="02010609060101010101" charset="-122"/>
              </a:rPr>
              <a:t>1.数轴和实数集</a:t>
            </a:r>
            <a:endParaRPr lang="zh-CN" altLang="en-US" sz="3200" b="1" dirty="0">
              <a:solidFill>
                <a:srgbClr val="0000FF"/>
              </a:solidFill>
              <a:latin typeface="楷体" panose="02010609060101010101" charset="-122"/>
              <a:ea typeface="楷体" panose="02010609060101010101" charset="-122"/>
              <a:cs typeface="楷体" panose="02010609060101010101" charset="-122"/>
            </a:endParaRPr>
          </a:p>
        </p:txBody>
      </p:sp>
      <p:sp>
        <p:nvSpPr>
          <p:cNvPr id="118786" name="文本框 118785"/>
          <p:cNvSpPr txBox="1"/>
          <p:nvPr/>
        </p:nvSpPr>
        <p:spPr>
          <a:xfrm>
            <a:off x="4083050" y="635953"/>
            <a:ext cx="3727450" cy="583565"/>
          </a:xfrm>
          <a:prstGeom prst="rect">
            <a:avLst/>
          </a:prstGeom>
          <a:noFill/>
          <a:ln w="9525">
            <a:noFill/>
          </a:ln>
        </p:spPr>
        <p:txBody>
          <a:bodyPr wrap="none" anchor="t" anchorCtr="0">
            <a:spAutoFit/>
          </a:bodyPr>
          <a:p>
            <a:r>
              <a:rPr lang="en-US" altLang="zh-CN"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rPr>
              <a:t>1.1.1 </a:t>
            </a:r>
            <a:r>
              <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rPr>
              <a:t>数轴上的</a:t>
            </a:r>
            <a:r>
              <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rPr>
              <a:t>邻域</a:t>
            </a:r>
            <a:endPar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0-#ppt_w/2"/>
                                          </p:val>
                                        </p:tav>
                                        <p:tav tm="100000">
                                          <p:val>
                                            <p:strVal val="#ppt_x"/>
                                          </p:val>
                                        </p:tav>
                                      </p:tavLst>
                                    </p:anim>
                                    <p:anim calcmode="lin" valueType="num">
                                      <p:cBhvr additive="base">
                                        <p:cTn id="3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5" grpId="0" autoUpdateAnimBg="0"/>
      <p:bldP spid="7" grpId="0" autoUpdateAnimBg="0"/>
      <p:bldP spid="4"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795780" y="964089"/>
            <a:ext cx="45720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rgbClr val="7030A0"/>
                </a:solidFill>
                <a:latin typeface="黑体" panose="02010609060101010101" charset="-122"/>
                <a:ea typeface="黑体" panose="02010609060101010101" charset="-122"/>
                <a:cs typeface="+mn-cs"/>
              </a:rPr>
              <a:t>常见的实数集</a:t>
            </a:r>
            <a:r>
              <a:rPr lang="zh-CN" altLang="en-US" sz="3200" b="1" dirty="0" smtClean="0">
                <a:latin typeface="黑体" panose="02010609060101010101" charset="-122"/>
                <a:ea typeface="黑体" panose="02010609060101010101" charset="-122"/>
              </a:rPr>
              <a:t>及其符号：</a:t>
            </a:r>
            <a:endParaRPr lang="zh-CN" altLang="en-US" sz="3200" b="1" dirty="0" smtClean="0">
              <a:latin typeface="黑体" panose="02010609060101010101" charset="-122"/>
              <a:ea typeface="黑体" panose="02010609060101010101" charset="-122"/>
            </a:endParaRPr>
          </a:p>
        </p:txBody>
      </p:sp>
      <p:sp>
        <p:nvSpPr>
          <p:cNvPr id="3" name="Text Box 8"/>
          <p:cNvSpPr txBox="1">
            <a:spLocks noChangeArrowheads="1"/>
          </p:cNvSpPr>
          <p:nvPr/>
        </p:nvSpPr>
        <p:spPr bwMode="auto">
          <a:xfrm>
            <a:off x="2253117" y="1852831"/>
            <a:ext cx="181451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微软雅黑" panose="020B0503020204020204" charset="-122"/>
                <a:ea typeface="微软雅黑" panose="020B0503020204020204" charset="-122"/>
              </a:rPr>
              <a:t>自然数集：</a:t>
            </a:r>
            <a:endParaRPr kumimoji="1" lang="zh-CN" altLang="en-US" sz="2800" b="1" dirty="0">
              <a:latin typeface="微软雅黑" panose="020B0503020204020204" charset="-122"/>
              <a:ea typeface="微软雅黑" panose="020B0503020204020204" charset="-122"/>
            </a:endParaRPr>
          </a:p>
        </p:txBody>
      </p:sp>
      <p:graphicFrame>
        <p:nvGraphicFramePr>
          <p:cNvPr id="4" name="Object 9"/>
          <p:cNvGraphicFramePr>
            <a:graphicFrameLocks noChangeAspect="1"/>
          </p:cNvGraphicFramePr>
          <p:nvPr/>
        </p:nvGraphicFramePr>
        <p:xfrm>
          <a:off x="4378960" y="1858169"/>
          <a:ext cx="3433763" cy="547688"/>
        </p:xfrm>
        <a:graphic>
          <a:graphicData uri="http://schemas.openxmlformats.org/presentationml/2006/ole">
            <mc:AlternateContent xmlns:mc="http://schemas.openxmlformats.org/markup-compatibility/2006">
              <mc:Choice xmlns:v="urn:schemas-microsoft-com:vml" Requires="v">
                <p:oleObj spid="_x0000_s2049" name="Equation" r:id="rId1" imgW="81381600" imgH="11582400" progId="Equation.DSMT4">
                  <p:embed/>
                </p:oleObj>
              </mc:Choice>
              <mc:Fallback>
                <p:oleObj name="Equation" r:id="rId1" imgW="81381600" imgH="11582400" progId="Equation.DSMT4">
                  <p:embed/>
                  <p:pic>
                    <p:nvPicPr>
                      <p:cNvPr id="0" name="图片 2048"/>
                      <p:cNvPicPr>
                        <a:picLocks noChangeAspect="1"/>
                      </p:cNvPicPr>
                      <p:nvPr/>
                    </p:nvPicPr>
                    <p:blipFill>
                      <a:blip r:embed="rId2"/>
                      <a:stretch>
                        <a:fillRect/>
                      </a:stretch>
                    </p:blipFill>
                    <p:spPr>
                      <a:xfrm>
                        <a:off x="4378960" y="1858169"/>
                        <a:ext cx="3433763" cy="547688"/>
                      </a:xfrm>
                      <a:prstGeom prst="rect">
                        <a:avLst/>
                      </a:prstGeom>
                      <a:noFill/>
                      <a:ln w="9525">
                        <a:noFill/>
                      </a:ln>
                    </p:spPr>
                  </p:pic>
                </p:oleObj>
              </mc:Fallback>
            </mc:AlternateContent>
          </a:graphicData>
        </a:graphic>
      </p:graphicFrame>
      <p:sp>
        <p:nvSpPr>
          <p:cNvPr id="5" name="Text Box 13"/>
          <p:cNvSpPr txBox="1">
            <a:spLocks noChangeArrowheads="1"/>
          </p:cNvSpPr>
          <p:nvPr/>
        </p:nvSpPr>
        <p:spPr bwMode="auto">
          <a:xfrm>
            <a:off x="2253117" y="3425032"/>
            <a:ext cx="3657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微软雅黑" panose="020B0503020204020204" charset="-122"/>
                <a:ea typeface="微软雅黑" panose="020B0503020204020204" charset="-122"/>
              </a:rPr>
              <a:t>整数集合：</a:t>
            </a:r>
            <a:endParaRPr kumimoji="1" lang="zh-CN" altLang="en-US" sz="2800" b="1" dirty="0">
              <a:latin typeface="黑体" panose="02010609060101010101" charset="-122"/>
              <a:ea typeface="黑体" panose="02010609060101010101" charset="-122"/>
            </a:endParaRPr>
          </a:p>
        </p:txBody>
      </p:sp>
      <p:graphicFrame>
        <p:nvGraphicFramePr>
          <p:cNvPr id="6" name="Object 14"/>
          <p:cNvGraphicFramePr>
            <a:graphicFrameLocks noChangeAspect="1"/>
          </p:cNvGraphicFramePr>
          <p:nvPr/>
        </p:nvGraphicFramePr>
        <p:xfrm>
          <a:off x="4382135" y="3384074"/>
          <a:ext cx="4038600" cy="598488"/>
        </p:xfrm>
        <a:graphic>
          <a:graphicData uri="http://schemas.openxmlformats.org/presentationml/2006/ole">
            <mc:AlternateContent xmlns:mc="http://schemas.openxmlformats.org/markup-compatibility/2006">
              <mc:Choice xmlns:v="urn:schemas-microsoft-com:vml" Requires="v">
                <p:oleObj spid="_x0000_s2563" name="Equation" r:id="rId3" imgW="95707200" imgH="12801600" progId="Equation.DSMT4">
                  <p:embed/>
                </p:oleObj>
              </mc:Choice>
              <mc:Fallback>
                <p:oleObj name="Equation" r:id="rId3" imgW="95707200" imgH="12801600" progId="Equation.DSMT4">
                  <p:embed/>
                  <p:pic>
                    <p:nvPicPr>
                      <p:cNvPr id="0" name="图片 2562"/>
                      <p:cNvPicPr>
                        <a:picLocks noChangeAspect="1"/>
                      </p:cNvPicPr>
                      <p:nvPr/>
                    </p:nvPicPr>
                    <p:blipFill>
                      <a:blip r:embed="rId4"/>
                      <a:stretch>
                        <a:fillRect/>
                      </a:stretch>
                    </p:blipFill>
                    <p:spPr>
                      <a:xfrm>
                        <a:off x="4382135" y="3384074"/>
                        <a:ext cx="4038600" cy="598488"/>
                      </a:xfrm>
                      <a:prstGeom prst="rect">
                        <a:avLst/>
                      </a:prstGeom>
                      <a:noFill/>
                      <a:ln w="9525">
                        <a:noFill/>
                      </a:ln>
                    </p:spPr>
                  </p:pic>
                </p:oleObj>
              </mc:Fallback>
            </mc:AlternateContent>
          </a:graphicData>
        </a:graphic>
      </p:graphicFrame>
      <p:graphicFrame>
        <p:nvGraphicFramePr>
          <p:cNvPr id="7" name="Object 15"/>
          <p:cNvGraphicFramePr>
            <a:graphicFrameLocks noChangeAspect="1"/>
          </p:cNvGraphicFramePr>
          <p:nvPr/>
        </p:nvGraphicFramePr>
        <p:xfrm>
          <a:off x="5663248" y="3489484"/>
          <a:ext cx="869950" cy="363538"/>
        </p:xfrm>
        <a:graphic>
          <a:graphicData uri="http://schemas.openxmlformats.org/presentationml/2006/ole">
            <mc:AlternateContent xmlns:mc="http://schemas.openxmlformats.org/markup-compatibility/2006">
              <mc:Choice xmlns:v="urn:schemas-microsoft-com:vml" Requires="v">
                <p:oleObj spid="_x0000_s2564" name="Equation" r:id="rId5" imgW="19812000" imgH="7315200" progId="Equation.DSMT4">
                  <p:embed/>
                </p:oleObj>
              </mc:Choice>
              <mc:Fallback>
                <p:oleObj name="Equation" r:id="rId5" imgW="19812000" imgH="7315200" progId="Equation.DSMT4">
                  <p:embed/>
                  <p:pic>
                    <p:nvPicPr>
                      <p:cNvPr id="0" name="图片 2563"/>
                      <p:cNvPicPr>
                        <a:picLocks noChangeAspect="1"/>
                      </p:cNvPicPr>
                      <p:nvPr/>
                    </p:nvPicPr>
                    <p:blipFill>
                      <a:blip r:embed="rId6"/>
                      <a:stretch>
                        <a:fillRect/>
                      </a:stretch>
                    </p:blipFill>
                    <p:spPr>
                      <a:xfrm>
                        <a:off x="5663248" y="3489484"/>
                        <a:ext cx="869950" cy="363538"/>
                      </a:xfrm>
                      <a:prstGeom prst="rect">
                        <a:avLst/>
                      </a:prstGeom>
                      <a:noFill/>
                      <a:ln w="9525">
                        <a:noFill/>
                      </a:ln>
                    </p:spPr>
                  </p:pic>
                </p:oleObj>
              </mc:Fallback>
            </mc:AlternateContent>
          </a:graphicData>
        </a:graphic>
      </p:graphicFrame>
      <p:sp>
        <p:nvSpPr>
          <p:cNvPr id="8" name="Text Box 16"/>
          <p:cNvSpPr txBox="1">
            <a:spLocks noChangeArrowheads="1"/>
          </p:cNvSpPr>
          <p:nvPr/>
        </p:nvSpPr>
        <p:spPr bwMode="auto">
          <a:xfrm>
            <a:off x="6533198" y="3410109"/>
            <a:ext cx="609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黑体" panose="02010609060101010101" charset="-122"/>
                <a:ea typeface="黑体" panose="02010609060101010101" charset="-122"/>
              </a:rPr>
              <a:t>或</a:t>
            </a:r>
            <a:endParaRPr kumimoji="1" lang="zh-CN" altLang="en-US" sz="2800" b="1">
              <a:latin typeface="黑体" panose="02010609060101010101" charset="-122"/>
              <a:ea typeface="黑体" panose="02010609060101010101" charset="-122"/>
            </a:endParaRPr>
          </a:p>
        </p:txBody>
      </p:sp>
      <p:graphicFrame>
        <p:nvGraphicFramePr>
          <p:cNvPr id="9" name="Object 17"/>
          <p:cNvGraphicFramePr>
            <a:graphicFrameLocks noChangeAspect="1"/>
          </p:cNvGraphicFramePr>
          <p:nvPr/>
        </p:nvGraphicFramePr>
        <p:xfrm>
          <a:off x="7065963" y="3409792"/>
          <a:ext cx="1160462" cy="508000"/>
        </p:xfrm>
        <a:graphic>
          <a:graphicData uri="http://schemas.openxmlformats.org/presentationml/2006/ole">
            <mc:AlternateContent xmlns:mc="http://schemas.openxmlformats.org/markup-compatibility/2006">
              <mc:Choice xmlns:v="urn:schemas-microsoft-com:vml" Requires="v">
                <p:oleObj spid="_x0000_s2565" name="Equation" r:id="rId7" imgW="26822400" imgH="10972800" progId="Equation.DSMT4">
                  <p:embed/>
                </p:oleObj>
              </mc:Choice>
              <mc:Fallback>
                <p:oleObj name="Equation" r:id="rId7" imgW="26822400" imgH="10972800" progId="Equation.DSMT4">
                  <p:embed/>
                  <p:pic>
                    <p:nvPicPr>
                      <p:cNvPr id="0" name="图片 2564"/>
                      <p:cNvPicPr>
                        <a:picLocks noChangeAspect="1"/>
                      </p:cNvPicPr>
                      <p:nvPr/>
                    </p:nvPicPr>
                    <p:blipFill>
                      <a:blip r:embed="rId8"/>
                      <a:stretch>
                        <a:fillRect/>
                      </a:stretch>
                    </p:blipFill>
                    <p:spPr>
                      <a:xfrm>
                        <a:off x="7065963" y="3409792"/>
                        <a:ext cx="1160462" cy="508000"/>
                      </a:xfrm>
                      <a:prstGeom prst="rect">
                        <a:avLst/>
                      </a:prstGeom>
                      <a:noFill/>
                      <a:ln w="9525">
                        <a:noFill/>
                      </a:ln>
                    </p:spPr>
                  </p:pic>
                </p:oleObj>
              </mc:Fallback>
            </mc:AlternateContent>
          </a:graphicData>
        </a:graphic>
      </p:graphicFrame>
      <p:sp>
        <p:nvSpPr>
          <p:cNvPr id="10" name="Text Box 18"/>
          <p:cNvSpPr txBox="1">
            <a:spLocks noChangeArrowheads="1"/>
          </p:cNvSpPr>
          <p:nvPr/>
        </p:nvSpPr>
        <p:spPr bwMode="auto">
          <a:xfrm>
            <a:off x="2253117" y="4226700"/>
            <a:ext cx="191422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微软雅黑" panose="020B0503020204020204" charset="-122"/>
                <a:ea typeface="微软雅黑" panose="020B0503020204020204" charset="-122"/>
              </a:rPr>
              <a:t>有理数集：</a:t>
            </a:r>
            <a:endParaRPr kumimoji="1" lang="zh-CN" altLang="en-US" sz="2800" b="1" dirty="0">
              <a:latin typeface="微软雅黑" panose="020B0503020204020204" charset="-122"/>
              <a:ea typeface="微软雅黑" panose="020B0503020204020204" charset="-122"/>
            </a:endParaRPr>
          </a:p>
        </p:txBody>
      </p:sp>
      <p:graphicFrame>
        <p:nvGraphicFramePr>
          <p:cNvPr id="11" name="Object 19"/>
          <p:cNvGraphicFramePr>
            <a:graphicFrameLocks noChangeAspect="1"/>
          </p:cNvGraphicFramePr>
          <p:nvPr/>
        </p:nvGraphicFramePr>
        <p:xfrm>
          <a:off x="4382135" y="3934619"/>
          <a:ext cx="1436687" cy="1074738"/>
        </p:xfrm>
        <a:graphic>
          <a:graphicData uri="http://schemas.openxmlformats.org/presentationml/2006/ole">
            <mc:AlternateContent xmlns:mc="http://schemas.openxmlformats.org/markup-compatibility/2006">
              <mc:Choice xmlns:v="urn:schemas-microsoft-com:vml" Requires="v">
                <p:oleObj spid="_x0000_s2566" name="Equation" r:id="rId9" imgW="33223200" imgH="24384000" progId="Equation.DSMT4">
                  <p:embed/>
                </p:oleObj>
              </mc:Choice>
              <mc:Fallback>
                <p:oleObj name="Equation" r:id="rId9" imgW="33223200" imgH="24384000" progId="Equation.DSMT4">
                  <p:embed/>
                  <p:pic>
                    <p:nvPicPr>
                      <p:cNvPr id="0" name="图片 2565"/>
                      <p:cNvPicPr>
                        <a:picLocks noChangeAspect="1"/>
                      </p:cNvPicPr>
                      <p:nvPr/>
                    </p:nvPicPr>
                    <p:blipFill>
                      <a:blip r:embed="rId10"/>
                      <a:stretch>
                        <a:fillRect/>
                      </a:stretch>
                    </p:blipFill>
                    <p:spPr>
                      <a:xfrm>
                        <a:off x="4382135" y="3934619"/>
                        <a:ext cx="1436687" cy="1074738"/>
                      </a:xfrm>
                      <a:prstGeom prst="rect">
                        <a:avLst/>
                      </a:prstGeom>
                      <a:noFill/>
                      <a:ln w="9525">
                        <a:noFill/>
                      </a:ln>
                    </p:spPr>
                  </p:pic>
                </p:oleObj>
              </mc:Fallback>
            </mc:AlternateContent>
          </a:graphicData>
        </a:graphic>
      </p:graphicFrame>
      <p:graphicFrame>
        <p:nvGraphicFramePr>
          <p:cNvPr id="12" name="Object 20"/>
          <p:cNvGraphicFramePr>
            <a:graphicFrameLocks noChangeAspect="1"/>
          </p:cNvGraphicFramePr>
          <p:nvPr/>
        </p:nvGraphicFramePr>
        <p:xfrm>
          <a:off x="5910580" y="4211479"/>
          <a:ext cx="2066925" cy="508000"/>
        </p:xfrm>
        <a:graphic>
          <a:graphicData uri="http://schemas.openxmlformats.org/presentationml/2006/ole">
            <mc:AlternateContent xmlns:mc="http://schemas.openxmlformats.org/markup-compatibility/2006">
              <mc:Choice xmlns:v="urn:schemas-microsoft-com:vml" Requires="v">
                <p:oleObj spid="_x0000_s2567" name="Equation" r:id="rId11" imgW="48463200" imgH="10972800" progId="Equation.DSMT4">
                  <p:embed/>
                </p:oleObj>
              </mc:Choice>
              <mc:Fallback>
                <p:oleObj name="Equation" r:id="rId11" imgW="48463200" imgH="10972800" progId="Equation.DSMT4">
                  <p:embed/>
                  <p:pic>
                    <p:nvPicPr>
                      <p:cNvPr id="0" name="图片 2566"/>
                      <p:cNvPicPr>
                        <a:picLocks noChangeAspect="1"/>
                      </p:cNvPicPr>
                      <p:nvPr/>
                    </p:nvPicPr>
                    <p:blipFill>
                      <a:blip r:embed="rId12"/>
                      <a:stretch>
                        <a:fillRect/>
                      </a:stretch>
                    </p:blipFill>
                    <p:spPr>
                      <a:xfrm>
                        <a:off x="5910580" y="4211479"/>
                        <a:ext cx="2066925" cy="508000"/>
                      </a:xfrm>
                      <a:prstGeom prst="rect">
                        <a:avLst/>
                      </a:prstGeom>
                      <a:noFill/>
                      <a:ln w="9525">
                        <a:noFill/>
                      </a:ln>
                    </p:spPr>
                  </p:pic>
                </p:oleObj>
              </mc:Fallback>
            </mc:AlternateContent>
          </a:graphicData>
        </a:graphic>
      </p:graphicFrame>
      <p:sp>
        <p:nvSpPr>
          <p:cNvPr id="13" name="Text Box 21"/>
          <p:cNvSpPr txBox="1">
            <a:spLocks noChangeArrowheads="1"/>
          </p:cNvSpPr>
          <p:nvPr/>
        </p:nvSpPr>
        <p:spPr bwMode="auto">
          <a:xfrm>
            <a:off x="7817078" y="4197192"/>
            <a:ext cx="25922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黑体" panose="02010609060101010101" charset="-122"/>
                <a:ea typeface="黑体" panose="02010609060101010101" charset="-122"/>
              </a:rPr>
              <a:t> </a:t>
            </a:r>
            <a:r>
              <a:rPr kumimoji="1" lang="en-US" altLang="zh-CN" sz="2800" b="1" i="1" dirty="0">
                <a:latin typeface="黑体" panose="02010609060101010101" charset="-122"/>
                <a:ea typeface="黑体" panose="02010609060101010101" charset="-122"/>
              </a:rPr>
              <a:t>p </a:t>
            </a:r>
            <a:r>
              <a:rPr kumimoji="1" lang="zh-CN" altLang="en-US" sz="2800" b="1" dirty="0">
                <a:latin typeface="黑体" panose="02010609060101010101" charset="-122"/>
                <a:ea typeface="黑体" panose="02010609060101010101" charset="-122"/>
              </a:rPr>
              <a:t>与 </a:t>
            </a:r>
            <a:r>
              <a:rPr kumimoji="1" lang="en-US" altLang="zh-CN" sz="2800" b="1" i="1" dirty="0">
                <a:latin typeface="黑体" panose="02010609060101010101" charset="-122"/>
                <a:ea typeface="黑体" panose="02010609060101010101" charset="-122"/>
              </a:rPr>
              <a:t>q</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互</a:t>
            </a:r>
            <a:r>
              <a:rPr kumimoji="1" lang="zh-CN" altLang="en-US" sz="2800" b="1" dirty="0">
                <a:latin typeface="黑体" panose="02010609060101010101" charset="-122"/>
                <a:ea typeface="黑体" panose="02010609060101010101" charset="-122"/>
              </a:rPr>
              <a:t>素</a:t>
            </a:r>
            <a:endParaRPr kumimoji="1" lang="zh-CN" altLang="en-US" sz="2800" b="1" dirty="0">
              <a:latin typeface="黑体" panose="02010609060101010101" charset="-122"/>
              <a:ea typeface="黑体" panose="02010609060101010101" charset="-122"/>
            </a:endParaRPr>
          </a:p>
        </p:txBody>
      </p:sp>
      <p:graphicFrame>
        <p:nvGraphicFramePr>
          <p:cNvPr id="20" name="Object 31"/>
          <p:cNvGraphicFramePr>
            <a:graphicFrameLocks noChangeAspect="1"/>
          </p:cNvGraphicFramePr>
          <p:nvPr/>
        </p:nvGraphicFramePr>
        <p:xfrm>
          <a:off x="10028491" y="3949030"/>
          <a:ext cx="381000" cy="1077912"/>
        </p:xfrm>
        <a:graphic>
          <a:graphicData uri="http://schemas.openxmlformats.org/presentationml/2006/ole">
            <mc:AlternateContent xmlns:mc="http://schemas.openxmlformats.org/markup-compatibility/2006">
              <mc:Choice xmlns:v="urn:schemas-microsoft-com:vml" Requires="v">
                <p:oleObj spid="_x0000_s2568" name="Equation" r:id="rId13" imgW="7924800" imgH="24384000" progId="Equation.DSMT4">
                  <p:embed/>
                </p:oleObj>
              </mc:Choice>
              <mc:Fallback>
                <p:oleObj name="Equation" r:id="rId13" imgW="7924800" imgH="24384000" progId="Equation.DSMT4">
                  <p:embed/>
                  <p:pic>
                    <p:nvPicPr>
                      <p:cNvPr id="0" name="图片 2567"/>
                      <p:cNvPicPr>
                        <a:picLocks noChangeAspect="1"/>
                      </p:cNvPicPr>
                      <p:nvPr/>
                    </p:nvPicPr>
                    <p:blipFill>
                      <a:blip r:embed="rId14"/>
                      <a:stretch>
                        <a:fillRect/>
                      </a:stretch>
                    </p:blipFill>
                    <p:spPr>
                      <a:xfrm>
                        <a:off x="10028491" y="3949030"/>
                        <a:ext cx="381000" cy="1077912"/>
                      </a:xfrm>
                      <a:prstGeom prst="rect">
                        <a:avLst/>
                      </a:prstGeom>
                      <a:noFill/>
                      <a:ln w="9525">
                        <a:noFill/>
                      </a:ln>
                    </p:spPr>
                  </p:pic>
                </p:oleObj>
              </mc:Fallback>
            </mc:AlternateContent>
          </a:graphicData>
        </a:graphic>
      </p:graphicFrame>
      <p:sp>
        <p:nvSpPr>
          <p:cNvPr id="21" name="Text Box 8"/>
          <p:cNvSpPr txBox="1">
            <a:spLocks noChangeArrowheads="1"/>
          </p:cNvSpPr>
          <p:nvPr/>
        </p:nvSpPr>
        <p:spPr bwMode="auto">
          <a:xfrm>
            <a:off x="2253117" y="2639333"/>
            <a:ext cx="181451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微软雅黑" panose="020B0503020204020204" charset="-122"/>
                <a:ea typeface="微软雅黑" panose="020B0503020204020204" charset="-122"/>
              </a:rPr>
              <a:t>正整数集：</a:t>
            </a:r>
            <a:endParaRPr kumimoji="1" lang="zh-CN" altLang="en-US" sz="2800" b="1" dirty="0">
              <a:latin typeface="微软雅黑" panose="020B0503020204020204" charset="-122"/>
              <a:ea typeface="微软雅黑" panose="020B0503020204020204" charset="-122"/>
            </a:endParaRPr>
          </a:p>
        </p:txBody>
      </p:sp>
      <p:graphicFrame>
        <p:nvGraphicFramePr>
          <p:cNvPr id="22" name="对象 21"/>
          <p:cNvGraphicFramePr>
            <a:graphicFrameLocks noChangeAspect="1"/>
          </p:cNvGraphicFramePr>
          <p:nvPr/>
        </p:nvGraphicFramePr>
        <p:xfrm>
          <a:off x="4343400" y="2577624"/>
          <a:ext cx="3355975" cy="676275"/>
        </p:xfrm>
        <a:graphic>
          <a:graphicData uri="http://schemas.openxmlformats.org/presentationml/2006/ole">
            <mc:AlternateContent xmlns:mc="http://schemas.openxmlformats.org/markup-compatibility/2006">
              <mc:Choice xmlns:v="urn:schemas-microsoft-com:vml" Requires="v">
                <p:oleObj spid="_x0000_s2569" name="Equation" r:id="rId15" imgW="29870400" imgH="5181600" progId="Equation.DSMT4">
                  <p:embed/>
                </p:oleObj>
              </mc:Choice>
              <mc:Fallback>
                <p:oleObj name="Equation" r:id="rId15" imgW="29870400" imgH="5181600" progId="Equation.DSMT4">
                  <p:embed/>
                  <p:pic>
                    <p:nvPicPr>
                      <p:cNvPr id="0" name="图片 2568"/>
                      <p:cNvPicPr>
                        <a:picLocks noChangeAspect="1"/>
                      </p:cNvPicPr>
                      <p:nvPr/>
                    </p:nvPicPr>
                    <p:blipFill>
                      <a:blip r:embed="rId16"/>
                      <a:stretch>
                        <a:fillRect/>
                      </a:stretch>
                    </p:blipFill>
                    <p:spPr>
                      <a:xfrm>
                        <a:off x="4343400" y="2577624"/>
                        <a:ext cx="3355975" cy="6762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up)">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wipe(left)">
                                      <p:cBhvr>
                                        <p:cTn id="7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P spid="8" grpId="0" autoUpdateAnimBg="0"/>
      <p:bldP spid="10" grpId="0" autoUpdateAnimBg="0"/>
      <p:bldP spid="13" grpId="0" autoUpdateAnimBg="0"/>
      <p:bldP spid="2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085490" y="1253806"/>
            <a:ext cx="465008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黑体" panose="02010609060101010101" charset="-122"/>
                <a:ea typeface="黑体" panose="02010609060101010101" charset="-122"/>
                <a:cs typeface="黑体" panose="02010609060101010101" charset="-122"/>
              </a:rPr>
              <a:t>实数</a:t>
            </a:r>
            <a:r>
              <a:rPr lang="en-US" altLang="zh-CN" sz="3200" b="1" dirty="0">
                <a:latin typeface="黑体" panose="02010609060101010101" charset="-122"/>
                <a:ea typeface="黑体" panose="02010609060101010101" charset="-122"/>
                <a:cs typeface="黑体" panose="02010609060101010101" charset="-122"/>
              </a:rPr>
              <a:t>  </a:t>
            </a:r>
            <a:r>
              <a:rPr lang="zh-CN" altLang="zh-CN" sz="3200" b="1" dirty="0" smtClean="0">
                <a:latin typeface="黑体" panose="02010609060101010101" charset="-122"/>
                <a:ea typeface="黑体" panose="02010609060101010101" charset="-122"/>
                <a:cs typeface="黑体" panose="02010609060101010101" charset="-122"/>
              </a:rPr>
              <a:t>的</a:t>
            </a:r>
            <a:r>
              <a:rPr lang="zh-CN" altLang="zh-CN" sz="3200" b="1" dirty="0">
                <a:solidFill>
                  <a:schemeClr val="accent5">
                    <a:lumMod val="60000"/>
                    <a:lumOff val="40000"/>
                  </a:schemeClr>
                </a:solidFill>
                <a:latin typeface="黑体" panose="02010609060101010101" charset="-122"/>
                <a:ea typeface="黑体" panose="02010609060101010101" charset="-122"/>
                <a:cs typeface="微软雅黑" panose="020B0503020204020204" charset="-122"/>
              </a:rPr>
              <a:t>绝对值</a:t>
            </a:r>
            <a:r>
              <a:rPr lang="zh-CN" altLang="zh-CN" sz="3200" b="1" dirty="0" smtClean="0">
                <a:latin typeface="黑体" panose="02010609060101010101" charset="-122"/>
                <a:ea typeface="黑体" panose="02010609060101010101" charset="-122"/>
                <a:cs typeface="黑体" panose="02010609060101010101" charset="-122"/>
              </a:rPr>
              <a:t>为</a:t>
            </a:r>
            <a:r>
              <a:rPr lang="en-US" altLang="zh-CN" sz="3200" b="1" dirty="0" smtClean="0">
                <a:latin typeface="微软雅黑" panose="020B0503020204020204" charset="-122"/>
                <a:ea typeface="微软雅黑" panose="020B0503020204020204" charset="-122"/>
                <a:cs typeface="微软雅黑" panose="020B0503020204020204" charset="-122"/>
              </a:rPr>
              <a:t> </a:t>
            </a:r>
            <a:r>
              <a:rPr lang="en-US" altLang="zh-CN" sz="2800" b="1" dirty="0" smtClean="0">
                <a:latin typeface="黑体" panose="02010609060101010101" charset="-122"/>
                <a:ea typeface="黑体" panose="02010609060101010101" charset="-122"/>
              </a:rPr>
              <a:t>    </a:t>
            </a:r>
            <a:endParaRPr kumimoji="1" lang="zh-CN" altLang="en-US" sz="2800" b="1" dirty="0">
              <a:latin typeface="黑体" panose="02010609060101010101" charset="-122"/>
              <a:ea typeface="黑体" panose="02010609060101010101" charset="-122"/>
            </a:endParaRPr>
          </a:p>
        </p:txBody>
      </p:sp>
      <p:sp>
        <p:nvSpPr>
          <p:cNvPr id="3" name="Text Box 17"/>
          <p:cNvSpPr txBox="1">
            <a:spLocks noChangeArrowheads="1"/>
          </p:cNvSpPr>
          <p:nvPr/>
        </p:nvSpPr>
        <p:spPr bwMode="auto">
          <a:xfrm>
            <a:off x="2623999" y="2179087"/>
            <a:ext cx="590105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3200" b="1" dirty="0">
                <a:latin typeface="黑体" panose="02010609060101010101" charset="-122"/>
                <a:ea typeface="黑体" panose="02010609060101010101" charset="-122"/>
              </a:rPr>
              <a:t>是数轴上的</a:t>
            </a:r>
            <a:r>
              <a:rPr kumimoji="1" lang="zh-CN" altLang="en-US" sz="3200" b="1" dirty="0" smtClean="0">
                <a:latin typeface="黑体" panose="02010609060101010101" charset="-122"/>
                <a:ea typeface="黑体" panose="02010609060101010101" charset="-122"/>
              </a:rPr>
              <a:t>点</a:t>
            </a:r>
            <a:r>
              <a:rPr kumimoji="1" lang="en-US" altLang="zh-CN" sz="3200" b="1" dirty="0" smtClean="0">
                <a:latin typeface="黑体" panose="02010609060101010101" charset="-122"/>
                <a:ea typeface="黑体" panose="02010609060101010101" charset="-122"/>
              </a:rPr>
              <a:t> </a:t>
            </a:r>
            <a:r>
              <a:rPr kumimoji="1" lang="en-US" altLang="zh-CN" sz="3200" b="1" i="1" dirty="0">
                <a:latin typeface="Times New Roman" panose="02020603050405020304" pitchFamily="18" charset="0"/>
                <a:ea typeface="黑体" panose="02010609060101010101" charset="-122"/>
                <a:cs typeface="Times New Roman" panose="02020603050405020304" pitchFamily="18" charset="0"/>
              </a:rPr>
              <a:t>a</a:t>
            </a:r>
            <a:r>
              <a:rPr kumimoji="1" lang="en-US" altLang="zh-CN" sz="3200" b="1" dirty="0">
                <a:latin typeface="黑体" panose="02010609060101010101" charset="-122"/>
                <a:ea typeface="黑体" panose="02010609060101010101" charset="-122"/>
              </a:rPr>
              <a:t> </a:t>
            </a:r>
            <a:r>
              <a:rPr kumimoji="1" lang="zh-CN" altLang="en-US" sz="3200" b="1" dirty="0">
                <a:latin typeface="黑体" panose="02010609060101010101" charset="-122"/>
                <a:ea typeface="黑体" panose="02010609060101010101" charset="-122"/>
              </a:rPr>
              <a:t>到原点的距离</a:t>
            </a:r>
            <a:r>
              <a:rPr kumimoji="1" lang="en-US" altLang="zh-CN" sz="3200" b="1" dirty="0">
                <a:latin typeface="黑体" panose="02010609060101010101" charset="-122"/>
                <a:ea typeface="黑体" panose="02010609060101010101" charset="-122"/>
              </a:rPr>
              <a:t>.</a:t>
            </a:r>
            <a:endParaRPr kumimoji="1" lang="zh-CN" altLang="en-US" sz="3200" b="1" dirty="0">
              <a:latin typeface="黑体" panose="02010609060101010101" charset="-122"/>
              <a:ea typeface="黑体" panose="02010609060101010101" charset="-122"/>
            </a:endParaRPr>
          </a:p>
        </p:txBody>
      </p:sp>
      <p:graphicFrame>
        <p:nvGraphicFramePr>
          <p:cNvPr id="4" name="Object 18"/>
          <p:cNvGraphicFramePr>
            <a:graphicFrameLocks noChangeAspect="1"/>
          </p:cNvGraphicFramePr>
          <p:nvPr/>
        </p:nvGraphicFramePr>
        <p:xfrm>
          <a:off x="2201223" y="2109606"/>
          <a:ext cx="538363" cy="648000"/>
        </p:xfrm>
        <a:graphic>
          <a:graphicData uri="http://schemas.openxmlformats.org/presentationml/2006/ole">
            <mc:AlternateContent xmlns:mc="http://schemas.openxmlformats.org/markup-compatibility/2006">
              <mc:Choice xmlns:v="urn:schemas-microsoft-com:vml" Requires="v">
                <p:oleObj spid="_x0000_s3073" name="Equation" r:id="rId1" imgW="3962400" imgH="5181600" progId="Equation.DSMT4">
                  <p:embed/>
                </p:oleObj>
              </mc:Choice>
              <mc:Fallback>
                <p:oleObj name="Equation" r:id="rId1" imgW="3962400" imgH="5181600" progId="Equation.DSMT4">
                  <p:embed/>
                  <p:pic>
                    <p:nvPicPr>
                      <p:cNvPr id="0" name="图片 3072"/>
                      <p:cNvPicPr>
                        <a:picLocks noChangeAspect="1"/>
                      </p:cNvPicPr>
                      <p:nvPr/>
                    </p:nvPicPr>
                    <p:blipFill>
                      <a:blip r:embed="rId2"/>
                      <a:stretch>
                        <a:fillRect/>
                      </a:stretch>
                    </p:blipFill>
                    <p:spPr>
                      <a:xfrm>
                        <a:off x="2201223" y="2109606"/>
                        <a:ext cx="538363" cy="648000"/>
                      </a:xfrm>
                      <a:prstGeom prst="rect">
                        <a:avLst/>
                      </a:prstGeom>
                      <a:noFill/>
                      <a:ln w="9525">
                        <a:noFill/>
                      </a:ln>
                    </p:spPr>
                  </p:pic>
                </p:oleObj>
              </mc:Fallback>
            </mc:AlternateContent>
          </a:graphicData>
        </a:graphic>
      </p:graphicFrame>
      <p:graphicFrame>
        <p:nvGraphicFramePr>
          <p:cNvPr id="5" name="对象 1"/>
          <p:cNvGraphicFramePr>
            <a:graphicFrameLocks noChangeAspect="1"/>
          </p:cNvGraphicFramePr>
          <p:nvPr/>
        </p:nvGraphicFramePr>
        <p:xfrm>
          <a:off x="3001804" y="1354126"/>
          <a:ext cx="391729" cy="432000"/>
        </p:xfrm>
        <a:graphic>
          <a:graphicData uri="http://schemas.openxmlformats.org/presentationml/2006/ole">
            <mc:AlternateContent xmlns:mc="http://schemas.openxmlformats.org/markup-compatibility/2006">
              <mc:Choice xmlns:v="urn:schemas-microsoft-com:vml" Requires="v">
                <p:oleObj spid="_x0000_s3603" name="Equation" r:id="rId3" imgW="3048000" imgH="3352800" progId="Equation.DSMT4">
                  <p:embed/>
                </p:oleObj>
              </mc:Choice>
              <mc:Fallback>
                <p:oleObj name="Equation" r:id="rId3" imgW="3048000" imgH="3352800" progId="Equation.DSMT4">
                  <p:embed/>
                  <p:pic>
                    <p:nvPicPr>
                      <p:cNvPr id="0" name="图片 3602"/>
                      <p:cNvPicPr>
                        <a:picLocks noChangeAspect="1"/>
                      </p:cNvPicPr>
                      <p:nvPr/>
                    </p:nvPicPr>
                    <p:blipFill>
                      <a:blip r:embed="rId4"/>
                      <a:stretch>
                        <a:fillRect/>
                      </a:stretch>
                    </p:blipFill>
                    <p:spPr>
                      <a:xfrm>
                        <a:off x="3001804" y="1354126"/>
                        <a:ext cx="391729" cy="432000"/>
                      </a:xfrm>
                      <a:prstGeom prst="rect">
                        <a:avLst/>
                      </a:prstGeom>
                      <a:noFill/>
                      <a:ln w="9525">
                        <a:noFill/>
                      </a:ln>
                    </p:spPr>
                  </p:pic>
                </p:oleObj>
              </mc:Fallback>
            </mc:AlternateContent>
          </a:graphicData>
        </a:graphic>
      </p:graphicFrame>
      <p:graphicFrame>
        <p:nvGraphicFramePr>
          <p:cNvPr id="6" name="对象 7"/>
          <p:cNvGraphicFramePr>
            <a:graphicFrameLocks noChangeAspect="1"/>
          </p:cNvGraphicFramePr>
          <p:nvPr/>
        </p:nvGraphicFramePr>
        <p:xfrm>
          <a:off x="5591175" y="984135"/>
          <a:ext cx="2846813" cy="1188000"/>
        </p:xfrm>
        <a:graphic>
          <a:graphicData uri="http://schemas.openxmlformats.org/presentationml/2006/ole">
            <mc:AlternateContent xmlns:mc="http://schemas.openxmlformats.org/markup-compatibility/2006">
              <mc:Choice xmlns:v="urn:schemas-microsoft-com:vml" Requires="v">
                <p:oleObj spid="_x0000_s3604" name="Equation" r:id="rId5" imgW="26212800" imgH="10972800" progId="Equation.DSMT4">
                  <p:embed/>
                </p:oleObj>
              </mc:Choice>
              <mc:Fallback>
                <p:oleObj name="Equation" r:id="rId5" imgW="26212800" imgH="10972800" progId="Equation.DSMT4">
                  <p:embed/>
                  <p:pic>
                    <p:nvPicPr>
                      <p:cNvPr id="0" name="图片 3603"/>
                      <p:cNvPicPr>
                        <a:picLocks noChangeAspect="1"/>
                      </p:cNvPicPr>
                      <p:nvPr/>
                    </p:nvPicPr>
                    <p:blipFill>
                      <a:blip r:embed="rId6"/>
                      <a:stretch>
                        <a:fillRect/>
                      </a:stretch>
                    </p:blipFill>
                    <p:spPr>
                      <a:xfrm>
                        <a:off x="5591175" y="984135"/>
                        <a:ext cx="2846813" cy="1188000"/>
                      </a:xfrm>
                      <a:prstGeom prst="rect">
                        <a:avLst/>
                      </a:prstGeom>
                      <a:noFill/>
                      <a:ln w="9525">
                        <a:noFill/>
                      </a:ln>
                    </p:spPr>
                  </p:pic>
                </p:oleObj>
              </mc:Fallback>
            </mc:AlternateContent>
          </a:graphicData>
        </a:graphic>
      </p:graphicFrame>
      <p:sp>
        <p:nvSpPr>
          <p:cNvPr id="7" name="TextBox 6"/>
          <p:cNvSpPr txBox="1">
            <a:spLocks noChangeArrowheads="1"/>
          </p:cNvSpPr>
          <p:nvPr/>
        </p:nvSpPr>
        <p:spPr bwMode="auto">
          <a:xfrm>
            <a:off x="1238568" y="3029586"/>
            <a:ext cx="4589462"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7030A0"/>
                </a:solidFill>
                <a:latin typeface="黑体" panose="02010609060101010101" charset="-122"/>
                <a:ea typeface="黑体" panose="02010609060101010101" charset="-122"/>
              </a:rPr>
              <a:t>命题</a:t>
            </a:r>
            <a:r>
              <a:rPr lang="en-US" altLang="zh-CN" sz="3200" b="1" dirty="0">
                <a:solidFill>
                  <a:srgbClr val="7030A0"/>
                </a:solidFill>
                <a:latin typeface="黑体" panose="02010609060101010101" charset="-122"/>
                <a:ea typeface="黑体" panose="02010609060101010101" charset="-122"/>
              </a:rPr>
              <a:t>1.1.1(</a:t>
            </a:r>
            <a:r>
              <a:rPr lang="zh-CN" altLang="en-US" sz="3200" b="1" dirty="0">
                <a:solidFill>
                  <a:srgbClr val="7030A0"/>
                </a:solidFill>
                <a:latin typeface="黑体" panose="02010609060101010101" charset="-122"/>
                <a:ea typeface="黑体" panose="02010609060101010101" charset="-122"/>
              </a:rPr>
              <a:t>距离公设</a:t>
            </a:r>
            <a:r>
              <a:rPr lang="en-US" altLang="zh-CN" sz="3200" b="1" dirty="0">
                <a:solidFill>
                  <a:srgbClr val="7030A0"/>
                </a:solidFill>
                <a:latin typeface="黑体" panose="02010609060101010101" charset="-122"/>
                <a:ea typeface="黑体" panose="02010609060101010101" charset="-122"/>
              </a:rPr>
              <a:t>)</a:t>
            </a:r>
            <a:endParaRPr lang="en-US" altLang="zh-CN" sz="3200" b="1" dirty="0">
              <a:solidFill>
                <a:srgbClr val="7030A0"/>
              </a:solidFill>
              <a:latin typeface="黑体" panose="02010609060101010101" charset="-122"/>
              <a:ea typeface="黑体" panose="02010609060101010101" charset="-122"/>
            </a:endParaRPr>
          </a:p>
        </p:txBody>
      </p:sp>
      <p:sp>
        <p:nvSpPr>
          <p:cNvPr id="8" name="TextBox 7"/>
          <p:cNvSpPr txBox="1">
            <a:spLocks noChangeArrowheads="1"/>
          </p:cNvSpPr>
          <p:nvPr/>
        </p:nvSpPr>
        <p:spPr bwMode="auto">
          <a:xfrm>
            <a:off x="5241424" y="3041651"/>
            <a:ext cx="5076056"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黑体" panose="02010609060101010101" charset="-122"/>
                <a:ea typeface="黑体" panose="02010609060101010101" charset="-122"/>
              </a:rPr>
              <a:t>对于任意</a:t>
            </a:r>
            <a:r>
              <a:rPr lang="en-US" altLang="zh-CN" sz="3200" b="1" dirty="0">
                <a:latin typeface="黑体" panose="02010609060101010101" charset="-122"/>
                <a:ea typeface="黑体" panose="02010609060101010101" charset="-122"/>
              </a:rPr>
              <a:t>        </a:t>
            </a:r>
            <a:r>
              <a:rPr lang="zh-CN" altLang="en-US" sz="3200" b="1" dirty="0" smtClean="0">
                <a:latin typeface="黑体" panose="02010609060101010101" charset="-122"/>
                <a:ea typeface="黑体" panose="02010609060101010101" charset="-122"/>
              </a:rPr>
              <a:t>，</a:t>
            </a:r>
            <a:r>
              <a:rPr lang="zh-CN" altLang="en-US" sz="3200" b="1" dirty="0">
                <a:latin typeface="黑体" panose="02010609060101010101" charset="-122"/>
                <a:ea typeface="黑体" panose="02010609060101010101" charset="-122"/>
              </a:rPr>
              <a:t>恒有</a:t>
            </a:r>
            <a:endParaRPr lang="zh-CN" altLang="en-US" sz="3200" b="1" dirty="0">
              <a:latin typeface="黑体" panose="02010609060101010101" charset="-122"/>
              <a:ea typeface="黑体" panose="02010609060101010101" charset="-122"/>
            </a:endParaRPr>
          </a:p>
        </p:txBody>
      </p:sp>
      <p:graphicFrame>
        <p:nvGraphicFramePr>
          <p:cNvPr id="9" name="对象 8"/>
          <p:cNvGraphicFramePr>
            <a:graphicFrameLocks noChangeAspect="1"/>
          </p:cNvGraphicFramePr>
          <p:nvPr/>
        </p:nvGraphicFramePr>
        <p:xfrm>
          <a:off x="6974825" y="3119101"/>
          <a:ext cx="1608138" cy="504825"/>
        </p:xfrm>
        <a:graphic>
          <a:graphicData uri="http://schemas.openxmlformats.org/presentationml/2006/ole">
            <mc:AlternateContent xmlns:mc="http://schemas.openxmlformats.org/markup-compatibility/2006">
              <mc:Choice xmlns:v="urn:schemas-microsoft-com:vml" Requires="v">
                <p:oleObj spid="_x0000_s3605" name="Equation" r:id="rId7" imgW="15544800" imgH="4876800" progId="Equation.DSMT4">
                  <p:embed/>
                </p:oleObj>
              </mc:Choice>
              <mc:Fallback>
                <p:oleObj name="Equation" r:id="rId7" imgW="15544800" imgH="4876800" progId="Equation.DSMT4">
                  <p:embed/>
                  <p:pic>
                    <p:nvPicPr>
                      <p:cNvPr id="0" name="图片 3604"/>
                      <p:cNvPicPr>
                        <a:picLocks noChangeAspect="1"/>
                      </p:cNvPicPr>
                      <p:nvPr/>
                    </p:nvPicPr>
                    <p:blipFill>
                      <a:blip r:embed="rId8"/>
                      <a:stretch>
                        <a:fillRect/>
                      </a:stretch>
                    </p:blipFill>
                    <p:spPr>
                      <a:xfrm>
                        <a:off x="6974825" y="3119101"/>
                        <a:ext cx="1608138" cy="504825"/>
                      </a:xfrm>
                      <a:prstGeom prst="rect">
                        <a:avLst/>
                      </a:prstGeom>
                      <a:noFill/>
                      <a:ln w="9525">
                        <a:noFill/>
                      </a:ln>
                    </p:spPr>
                  </p:pic>
                </p:oleObj>
              </mc:Fallback>
            </mc:AlternateContent>
          </a:graphicData>
        </a:graphic>
      </p:graphicFrame>
      <p:sp>
        <p:nvSpPr>
          <p:cNvPr id="10" name="TextBox 9"/>
          <p:cNvSpPr txBox="1">
            <a:spLocks noChangeArrowheads="1"/>
          </p:cNvSpPr>
          <p:nvPr/>
        </p:nvSpPr>
        <p:spPr bwMode="auto">
          <a:xfrm>
            <a:off x="1713706" y="3773488"/>
            <a:ext cx="806502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1</a:t>
            </a:r>
            <a:r>
              <a:rPr lang="zh-CN" altLang="en-US" sz="2800" b="1" dirty="0">
                <a:latin typeface="黑体" panose="02010609060101010101" charset="-122"/>
                <a:ea typeface="黑体" panose="02010609060101010101" charset="-122"/>
              </a:rPr>
              <a:t>）非负性：       </a:t>
            </a:r>
            <a:r>
              <a:rPr lang="zh-CN" altLang="en-US" sz="2800" b="1" dirty="0" smtClean="0">
                <a:latin typeface="黑体" panose="02010609060101010101" charset="-122"/>
                <a:ea typeface="黑体" panose="02010609060101010101" charset="-122"/>
              </a:rPr>
              <a:t>，</a:t>
            </a:r>
            <a:r>
              <a:rPr lang="zh-CN" altLang="en-US" sz="2800" b="1" dirty="0">
                <a:latin typeface="黑体" panose="02010609060101010101" charset="-122"/>
                <a:ea typeface="黑体" panose="02010609060101010101" charset="-122"/>
              </a:rPr>
              <a:t>等号成立</a:t>
            </a:r>
            <a:r>
              <a:rPr lang="zh-CN" altLang="en-US" sz="2800" b="1" dirty="0" smtClean="0">
                <a:latin typeface="黑体" panose="02010609060101010101" charset="-122"/>
                <a:ea typeface="黑体" panose="02010609060101010101" charset="-122"/>
              </a:rPr>
              <a:t>当且仅当     ；</a:t>
            </a:r>
            <a:endParaRPr lang="zh-CN" altLang="en-US" sz="2800" b="1" dirty="0">
              <a:latin typeface="黑体" panose="02010609060101010101" charset="-122"/>
              <a:ea typeface="黑体" panose="02010609060101010101" charset="-122"/>
            </a:endParaRPr>
          </a:p>
        </p:txBody>
      </p:sp>
      <p:graphicFrame>
        <p:nvGraphicFramePr>
          <p:cNvPr id="11" name="对象 10"/>
          <p:cNvGraphicFramePr>
            <a:graphicFrameLocks noChangeAspect="1"/>
          </p:cNvGraphicFramePr>
          <p:nvPr/>
        </p:nvGraphicFramePr>
        <p:xfrm>
          <a:off x="4017169" y="3751617"/>
          <a:ext cx="1376977" cy="576000"/>
        </p:xfrm>
        <a:graphic>
          <a:graphicData uri="http://schemas.openxmlformats.org/presentationml/2006/ole">
            <mc:AlternateContent xmlns:mc="http://schemas.openxmlformats.org/markup-compatibility/2006">
              <mc:Choice xmlns:v="urn:schemas-microsoft-com:vml" Requires="v">
                <p:oleObj spid="_x0000_s3606" name="Equation" r:id="rId9" imgW="14630400" imgH="6096000" progId="Equation.DSMT4">
                  <p:embed/>
                </p:oleObj>
              </mc:Choice>
              <mc:Fallback>
                <p:oleObj name="Equation" r:id="rId9" imgW="14630400" imgH="6096000" progId="Equation.DSMT4">
                  <p:embed/>
                  <p:pic>
                    <p:nvPicPr>
                      <p:cNvPr id="0" name="图片 3605"/>
                      <p:cNvPicPr>
                        <a:picLocks noChangeAspect="1"/>
                      </p:cNvPicPr>
                      <p:nvPr/>
                    </p:nvPicPr>
                    <p:blipFill>
                      <a:blip r:embed="rId10"/>
                      <a:stretch>
                        <a:fillRect/>
                      </a:stretch>
                    </p:blipFill>
                    <p:spPr>
                      <a:xfrm>
                        <a:off x="4017169" y="3751617"/>
                        <a:ext cx="1376977" cy="576000"/>
                      </a:xfrm>
                      <a:prstGeom prst="rect">
                        <a:avLst/>
                      </a:prstGeom>
                      <a:noFill/>
                      <a:ln w="9525">
                        <a:noFill/>
                      </a:ln>
                    </p:spPr>
                  </p:pic>
                </p:oleObj>
              </mc:Fallback>
            </mc:AlternateContent>
          </a:graphicData>
        </a:graphic>
      </p:graphicFrame>
      <p:graphicFrame>
        <p:nvGraphicFramePr>
          <p:cNvPr id="12" name="对象 11"/>
          <p:cNvGraphicFramePr>
            <a:graphicFrameLocks noChangeAspect="1"/>
          </p:cNvGraphicFramePr>
          <p:nvPr/>
        </p:nvGraphicFramePr>
        <p:xfrm>
          <a:off x="8626598" y="3797766"/>
          <a:ext cx="949325" cy="474663"/>
        </p:xfrm>
        <a:graphic>
          <a:graphicData uri="http://schemas.openxmlformats.org/presentationml/2006/ole">
            <mc:AlternateContent xmlns:mc="http://schemas.openxmlformats.org/markup-compatibility/2006">
              <mc:Choice xmlns:v="urn:schemas-microsoft-com:vml" Requires="v">
                <p:oleObj spid="_x0000_s3607" name="Equation" r:id="rId11" imgW="8534400" imgH="4267200" progId="Equation.DSMT4">
                  <p:embed/>
                </p:oleObj>
              </mc:Choice>
              <mc:Fallback>
                <p:oleObj name="Equation" r:id="rId11" imgW="8534400" imgH="4267200" progId="Equation.DSMT4">
                  <p:embed/>
                  <p:pic>
                    <p:nvPicPr>
                      <p:cNvPr id="0" name="图片 3606"/>
                      <p:cNvPicPr>
                        <a:picLocks noChangeAspect="1"/>
                      </p:cNvPicPr>
                      <p:nvPr/>
                    </p:nvPicPr>
                    <p:blipFill>
                      <a:blip r:embed="rId12"/>
                      <a:stretch>
                        <a:fillRect/>
                      </a:stretch>
                    </p:blipFill>
                    <p:spPr>
                      <a:xfrm>
                        <a:off x="8626598" y="3797766"/>
                        <a:ext cx="949325" cy="474663"/>
                      </a:xfrm>
                      <a:prstGeom prst="rect">
                        <a:avLst/>
                      </a:prstGeom>
                      <a:noFill/>
                      <a:ln w="9525">
                        <a:noFill/>
                      </a:ln>
                    </p:spPr>
                  </p:pic>
                </p:oleObj>
              </mc:Fallback>
            </mc:AlternateContent>
          </a:graphicData>
        </a:graphic>
      </p:graphicFrame>
      <p:sp>
        <p:nvSpPr>
          <p:cNvPr id="13" name="TextBox 12"/>
          <p:cNvSpPr txBox="1">
            <a:spLocks noChangeArrowheads="1"/>
          </p:cNvSpPr>
          <p:nvPr/>
        </p:nvSpPr>
        <p:spPr bwMode="auto">
          <a:xfrm>
            <a:off x="1732755" y="4494213"/>
            <a:ext cx="581529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2</a:t>
            </a:r>
            <a:r>
              <a:rPr lang="zh-CN" altLang="en-US" sz="2800" b="1" dirty="0">
                <a:latin typeface="黑体" panose="02010609060101010101" charset="-122"/>
                <a:ea typeface="黑体" panose="02010609060101010101" charset="-122"/>
              </a:rPr>
              <a:t>）</a:t>
            </a:r>
            <a:r>
              <a:rPr lang="zh-CN" altLang="en-US" sz="2800" b="1" dirty="0" smtClean="0">
                <a:latin typeface="黑体" panose="02010609060101010101" charset="-122"/>
                <a:ea typeface="黑体" panose="02010609060101010101" charset="-122"/>
              </a:rPr>
              <a:t>对称性：</a:t>
            </a:r>
            <a:r>
              <a:rPr lang="en-US" altLang="zh-CN" sz="2800" b="1" dirty="0" smtClean="0">
                <a:latin typeface="黑体" panose="02010609060101010101" charset="-122"/>
                <a:ea typeface="黑体" panose="02010609060101010101" charset="-122"/>
              </a:rPr>
              <a:t> </a:t>
            </a:r>
            <a:r>
              <a:rPr lang="zh-CN" altLang="en-US" sz="2800" b="1" dirty="0" smtClean="0">
                <a:latin typeface="黑体" panose="02010609060101010101" charset="-122"/>
                <a:ea typeface="黑体" panose="02010609060101010101" charset="-122"/>
              </a:rPr>
              <a:t>         ；</a:t>
            </a:r>
            <a:endParaRPr lang="zh-CN" altLang="en-US" sz="2800" b="1" dirty="0">
              <a:latin typeface="黑体" panose="02010609060101010101" charset="-122"/>
              <a:ea typeface="黑体" panose="02010609060101010101" charset="-122"/>
            </a:endParaRPr>
          </a:p>
        </p:txBody>
      </p:sp>
      <p:graphicFrame>
        <p:nvGraphicFramePr>
          <p:cNvPr id="14" name="对象 13"/>
          <p:cNvGraphicFramePr>
            <a:graphicFrameLocks noChangeAspect="1"/>
          </p:cNvGraphicFramePr>
          <p:nvPr/>
        </p:nvGraphicFramePr>
        <p:xfrm>
          <a:off x="4017327" y="4527868"/>
          <a:ext cx="1962871" cy="576000"/>
        </p:xfrm>
        <a:graphic>
          <a:graphicData uri="http://schemas.openxmlformats.org/presentationml/2006/ole">
            <mc:AlternateContent xmlns:mc="http://schemas.openxmlformats.org/markup-compatibility/2006">
              <mc:Choice xmlns:v="urn:schemas-microsoft-com:vml" Requires="v">
                <p:oleObj spid="_x0000_s3608" name="Equation" r:id="rId13" imgW="21031200" imgH="6096000" progId="Equation.DSMT4">
                  <p:embed/>
                </p:oleObj>
              </mc:Choice>
              <mc:Fallback>
                <p:oleObj name="Equation" r:id="rId13" imgW="21031200" imgH="6096000" progId="Equation.DSMT4">
                  <p:embed/>
                  <p:pic>
                    <p:nvPicPr>
                      <p:cNvPr id="0" name="图片 3607"/>
                      <p:cNvPicPr>
                        <a:picLocks noChangeAspect="1"/>
                      </p:cNvPicPr>
                      <p:nvPr/>
                    </p:nvPicPr>
                    <p:blipFill>
                      <a:blip r:embed="rId14"/>
                      <a:stretch>
                        <a:fillRect/>
                      </a:stretch>
                    </p:blipFill>
                    <p:spPr>
                      <a:xfrm>
                        <a:off x="4017327" y="4527868"/>
                        <a:ext cx="1962871" cy="576000"/>
                      </a:xfrm>
                      <a:prstGeom prst="rect">
                        <a:avLst/>
                      </a:prstGeom>
                      <a:noFill/>
                      <a:ln w="9525">
                        <a:noFill/>
                      </a:ln>
                    </p:spPr>
                  </p:pic>
                </p:oleObj>
              </mc:Fallback>
            </mc:AlternateContent>
          </a:graphicData>
        </a:graphic>
      </p:graphicFrame>
      <p:sp>
        <p:nvSpPr>
          <p:cNvPr id="15" name="TextBox 14"/>
          <p:cNvSpPr txBox="1">
            <a:spLocks noChangeArrowheads="1"/>
          </p:cNvSpPr>
          <p:nvPr/>
        </p:nvSpPr>
        <p:spPr bwMode="auto">
          <a:xfrm>
            <a:off x="1722438" y="5229200"/>
            <a:ext cx="689384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3</a:t>
            </a:r>
            <a:r>
              <a:rPr lang="zh-CN" altLang="zh-CN" sz="2800" b="1" dirty="0">
                <a:latin typeface="黑体" panose="02010609060101010101" charset="-122"/>
                <a:ea typeface="黑体" panose="02010609060101010101" charset="-122"/>
              </a:rPr>
              <a:t>）三角</a:t>
            </a:r>
            <a:r>
              <a:rPr lang="zh-CN" altLang="zh-CN" sz="2800" b="1" dirty="0" smtClean="0">
                <a:latin typeface="黑体" panose="02010609060101010101" charset="-122"/>
                <a:ea typeface="黑体" panose="02010609060101010101" charset="-122"/>
              </a:rPr>
              <a:t>不等</a:t>
            </a:r>
            <a:r>
              <a:rPr lang="zh-CN" altLang="en-US" sz="2800" b="1" dirty="0" smtClean="0">
                <a:latin typeface="黑体" panose="02010609060101010101" charset="-122"/>
                <a:ea typeface="黑体" panose="02010609060101010101" charset="-122"/>
              </a:rPr>
              <a:t>式</a:t>
            </a:r>
            <a:r>
              <a:rPr lang="en-US" altLang="zh-CN" sz="2800" b="1" dirty="0" smtClean="0">
                <a:latin typeface="黑体" panose="02010609060101010101" charset="-122"/>
                <a:ea typeface="黑体" panose="02010609060101010101" charset="-122"/>
              </a:rPr>
              <a:t> </a:t>
            </a:r>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 </a:t>
            </a:r>
            <a:r>
              <a:rPr lang="en-US" altLang="zh-CN" sz="2800" b="1" dirty="0" smtClean="0">
                <a:latin typeface="黑体" panose="02010609060101010101" charset="-122"/>
                <a:ea typeface="黑体" panose="02010609060101010101" charset="-122"/>
              </a:rPr>
              <a:t>                .</a:t>
            </a:r>
            <a:r>
              <a:rPr lang="en-US" altLang="zh-CN" sz="2800" b="1" dirty="0">
                <a:latin typeface="黑体" panose="02010609060101010101" charset="-122"/>
                <a:ea typeface="黑体" panose="02010609060101010101" charset="-122"/>
              </a:rPr>
              <a:t> </a:t>
            </a:r>
            <a:endParaRPr lang="zh-CN" altLang="zh-CN" sz="2800" b="1" dirty="0">
              <a:latin typeface="黑体" panose="02010609060101010101" charset="-122"/>
              <a:ea typeface="黑体" panose="02010609060101010101" charset="-122"/>
            </a:endParaRPr>
          </a:p>
        </p:txBody>
      </p:sp>
      <p:graphicFrame>
        <p:nvGraphicFramePr>
          <p:cNvPr id="16" name="对象 15"/>
          <p:cNvGraphicFramePr>
            <a:graphicFrameLocks noChangeAspect="1"/>
          </p:cNvGraphicFramePr>
          <p:nvPr/>
        </p:nvGraphicFramePr>
        <p:xfrm>
          <a:off x="4982187" y="5203145"/>
          <a:ext cx="3169665" cy="612000"/>
        </p:xfrm>
        <a:graphic>
          <a:graphicData uri="http://schemas.openxmlformats.org/presentationml/2006/ole">
            <mc:AlternateContent xmlns:mc="http://schemas.openxmlformats.org/markup-compatibility/2006">
              <mc:Choice xmlns:v="urn:schemas-microsoft-com:vml" Requires="v">
                <p:oleObj spid="_x0000_s3609" name="Equation" r:id="rId15" imgW="32004000" imgH="6096000" progId="Equation.DSMT4">
                  <p:embed/>
                </p:oleObj>
              </mc:Choice>
              <mc:Fallback>
                <p:oleObj name="Equation" r:id="rId15" imgW="32004000" imgH="6096000" progId="Equation.DSMT4">
                  <p:embed/>
                  <p:pic>
                    <p:nvPicPr>
                      <p:cNvPr id="0" name="图片 3608"/>
                      <p:cNvPicPr>
                        <a:picLocks noChangeAspect="1"/>
                      </p:cNvPicPr>
                      <p:nvPr/>
                    </p:nvPicPr>
                    <p:blipFill>
                      <a:blip r:embed="rId16"/>
                      <a:stretch>
                        <a:fillRect/>
                      </a:stretch>
                    </p:blipFill>
                    <p:spPr>
                      <a:xfrm>
                        <a:off x="4982187" y="5203145"/>
                        <a:ext cx="3169665" cy="612000"/>
                      </a:xfrm>
                      <a:prstGeom prst="rect">
                        <a:avLst/>
                      </a:prstGeom>
                      <a:noFill/>
                      <a:ln w="9525">
                        <a:noFill/>
                      </a:ln>
                    </p:spPr>
                  </p:pic>
                </p:oleObj>
              </mc:Fallback>
            </mc:AlternateContent>
          </a:graphicData>
        </a:graphic>
      </p:graphicFrame>
      <p:sp>
        <p:nvSpPr>
          <p:cNvPr id="17" name="TextBox 16"/>
          <p:cNvSpPr txBox="1"/>
          <p:nvPr/>
        </p:nvSpPr>
        <p:spPr>
          <a:xfrm>
            <a:off x="1239198" y="619760"/>
            <a:ext cx="3528392" cy="583565"/>
          </a:xfrm>
          <a:prstGeom prst="rect">
            <a:avLst/>
          </a:prstGeom>
          <a:noFill/>
        </p:spPr>
        <p:txBody>
          <a:bodyPr wrap="square" rtlCol="0">
            <a:spAutoFit/>
          </a:bodyPr>
          <a:lstStyle/>
          <a:p>
            <a:r>
              <a:rPr lang="zh-CN" altLang="en-US" sz="3200" b="1" dirty="0">
                <a:solidFill>
                  <a:srgbClr val="0000FF"/>
                </a:solidFill>
                <a:latin typeface="楷体" panose="02010609060101010101" charset="-122"/>
                <a:ea typeface="楷体" panose="02010609060101010101" charset="-122"/>
                <a:cs typeface="楷体" panose="02010609060101010101" charset="-122"/>
              </a:rPr>
              <a:t>2.绝对值</a:t>
            </a:r>
            <a:endParaRPr lang="zh-CN" altLang="en-US" sz="3200" b="1" dirty="0">
              <a:solidFill>
                <a:srgbClr val="0000FF"/>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16" dur="500"/>
                                        <p:tgtEl>
                                          <p:spTgt spid="3">
                                            <p:txEl>
                                              <p:pRg st="4294967295" end="429496729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wipe(left)">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par>
                                <p:cTn id="33" presetID="22" presetClass="entr" presetSubtype="8"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00" fill="hold"/>
                                        <p:tgtEl>
                                          <p:spTgt spid="11"/>
                                        </p:tgtEl>
                                        <p:attrNameLst>
                                          <p:attrName>ppt_x</p:attrName>
                                        </p:attrNameLst>
                                      </p:cBhvr>
                                      <p:tavLst>
                                        <p:tav tm="0">
                                          <p:val>
                                            <p:strVal val="#ppt_x"/>
                                          </p:val>
                                        </p:tav>
                                        <p:tav tm="100000">
                                          <p:val>
                                            <p:strVal val="#ppt_x"/>
                                          </p:val>
                                        </p:tav>
                                      </p:tavLst>
                                    </p:anim>
                                    <p:anim calcmode="lin" valueType="num">
                                      <p:cBhvr additive="base">
                                        <p:cTn id="4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par>
                                <p:cTn id="55" presetID="10"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ppt_x"/>
                                          </p:val>
                                        </p:tav>
                                        <p:tav tm="100000">
                                          <p:val>
                                            <p:strVal val="#ppt_x"/>
                                          </p:val>
                                        </p:tav>
                                      </p:tavLst>
                                    </p:anim>
                                    <p:anim calcmode="lin" valueType="num">
                                      <p:cBhvr additive="base">
                                        <p:cTn id="63" dur="500" fill="hold"/>
                                        <p:tgtEl>
                                          <p:spTgt spid="15"/>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P spid="7" grpId="0"/>
      <p:bldP spid="8" grpId="0"/>
      <p:bldP spid="10" grpId="0"/>
      <p:bldP spid="1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ChangeArrowheads="1"/>
          </p:cNvSpPr>
          <p:nvPr/>
        </p:nvSpPr>
        <p:spPr bwMode="auto">
          <a:xfrm>
            <a:off x="1539875" y="801370"/>
            <a:ext cx="4392613"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3200" b="1" dirty="0">
                <a:latin typeface="黑体" panose="02010609060101010101" charset="-122"/>
                <a:ea typeface="黑体" panose="02010609060101010101" charset="-122"/>
              </a:rPr>
              <a:t>绝对值的</a:t>
            </a:r>
            <a:r>
              <a:rPr lang="zh-CN" altLang="zh-CN" sz="3200" b="1" dirty="0">
                <a:solidFill>
                  <a:srgbClr val="FF0000"/>
                </a:solidFill>
                <a:latin typeface="黑体" panose="02010609060101010101" charset="-122"/>
                <a:ea typeface="黑体" panose="02010609060101010101" charset="-122"/>
              </a:rPr>
              <a:t>代数性质</a:t>
            </a:r>
            <a:r>
              <a:rPr lang="zh-CN" altLang="zh-CN" sz="3200" b="1" dirty="0">
                <a:latin typeface="黑体" panose="02010609060101010101" charset="-122"/>
                <a:ea typeface="黑体" panose="02010609060101010101" charset="-122"/>
              </a:rPr>
              <a:t>有：</a:t>
            </a:r>
            <a:endParaRPr lang="zh-CN" altLang="zh-CN" sz="3200" b="1" dirty="0">
              <a:latin typeface="黑体" panose="02010609060101010101" charset="-122"/>
              <a:ea typeface="黑体" panose="02010609060101010101" charset="-122"/>
            </a:endParaRPr>
          </a:p>
        </p:txBody>
      </p:sp>
      <p:graphicFrame>
        <p:nvGraphicFramePr>
          <p:cNvPr id="3" name="对象 2"/>
          <p:cNvGraphicFramePr>
            <a:graphicFrameLocks noChangeAspect="1"/>
          </p:cNvGraphicFramePr>
          <p:nvPr/>
        </p:nvGraphicFramePr>
        <p:xfrm>
          <a:off x="2860214" y="1513575"/>
          <a:ext cx="1193760" cy="482400"/>
        </p:xfrm>
        <a:graphic>
          <a:graphicData uri="http://schemas.openxmlformats.org/presentationml/2006/ole">
            <mc:AlternateContent xmlns:mc="http://schemas.openxmlformats.org/markup-compatibility/2006">
              <mc:Choice xmlns:v="urn:schemas-microsoft-com:vml" Requires="v">
                <p:oleObj spid="_x0000_s4097" name="Equation" r:id="rId1" imgW="28651200" imgH="11582400" progId="Equation.DSMT4">
                  <p:embed/>
                </p:oleObj>
              </mc:Choice>
              <mc:Fallback>
                <p:oleObj name="Equation" r:id="rId1" imgW="28651200" imgH="11582400" progId="Equation.DSMT4">
                  <p:embed/>
                  <p:pic>
                    <p:nvPicPr>
                      <p:cNvPr id="0" name="图片 4096"/>
                      <p:cNvPicPr>
                        <a:picLocks noChangeAspect="1"/>
                      </p:cNvPicPr>
                      <p:nvPr/>
                    </p:nvPicPr>
                    <p:blipFill>
                      <a:blip r:embed="rId2"/>
                      <a:stretch>
                        <a:fillRect/>
                      </a:stretch>
                    </p:blipFill>
                    <p:spPr>
                      <a:xfrm>
                        <a:off x="2860214" y="1513575"/>
                        <a:ext cx="1193760" cy="482400"/>
                      </a:xfrm>
                      <a:prstGeom prst="rect">
                        <a:avLst/>
                      </a:prstGeom>
                      <a:noFill/>
                      <a:ln w="9525">
                        <a:noFill/>
                      </a:ln>
                    </p:spPr>
                  </p:pic>
                </p:oleObj>
              </mc:Fallback>
            </mc:AlternateContent>
          </a:graphicData>
        </a:graphic>
      </p:graphicFrame>
      <p:sp>
        <p:nvSpPr>
          <p:cNvPr id="4" name="TextBox 3"/>
          <p:cNvSpPr txBox="1">
            <a:spLocks noChangeArrowheads="1"/>
          </p:cNvSpPr>
          <p:nvPr/>
        </p:nvSpPr>
        <p:spPr bwMode="auto">
          <a:xfrm>
            <a:off x="1814830" y="1497330"/>
            <a:ext cx="10080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黑体" panose="02010609060101010101" charset="-122"/>
                <a:ea typeface="黑体" panose="02010609060101010101" charset="-122"/>
              </a:rPr>
              <a:t>（</a:t>
            </a:r>
            <a:r>
              <a:rPr lang="en-US" altLang="zh-CN" sz="2800" b="1">
                <a:latin typeface="黑体" panose="02010609060101010101" charset="-122"/>
                <a:ea typeface="黑体" panose="02010609060101010101" charset="-122"/>
              </a:rPr>
              <a:t>1</a:t>
            </a:r>
            <a:r>
              <a:rPr lang="zh-CN" altLang="zh-CN" sz="2800" b="1">
                <a:latin typeface="黑体" panose="02010609060101010101" charset="-122"/>
                <a:ea typeface="黑体" panose="02010609060101010101" charset="-122"/>
              </a:rPr>
              <a:t>）</a:t>
            </a:r>
            <a:endParaRPr lang="zh-CN" altLang="en-US" sz="2800" b="1">
              <a:latin typeface="黑体" panose="02010609060101010101" charset="-122"/>
              <a:ea typeface="黑体" panose="02010609060101010101" charset="-122"/>
            </a:endParaRPr>
          </a:p>
        </p:txBody>
      </p:sp>
      <p:sp>
        <p:nvSpPr>
          <p:cNvPr id="5" name="TextBox 4"/>
          <p:cNvSpPr txBox="1">
            <a:spLocks noChangeArrowheads="1"/>
          </p:cNvSpPr>
          <p:nvPr/>
        </p:nvSpPr>
        <p:spPr bwMode="auto">
          <a:xfrm>
            <a:off x="1814830" y="2263458"/>
            <a:ext cx="10080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2</a:t>
            </a:r>
            <a:r>
              <a:rPr lang="zh-CN" altLang="zh-CN" sz="2800" b="1" dirty="0">
                <a:latin typeface="黑体" panose="02010609060101010101" charset="-122"/>
                <a:ea typeface="黑体" panose="02010609060101010101" charset="-122"/>
              </a:rPr>
              <a:t>）</a:t>
            </a:r>
            <a:endParaRPr lang="zh-CN" altLang="en-US" sz="2800" b="1" dirty="0">
              <a:latin typeface="黑体" panose="02010609060101010101" charset="-122"/>
              <a:ea typeface="黑体" panose="02010609060101010101" charset="-122"/>
            </a:endParaRPr>
          </a:p>
        </p:txBody>
      </p:sp>
      <p:graphicFrame>
        <p:nvGraphicFramePr>
          <p:cNvPr id="6" name="对象 5"/>
          <p:cNvGraphicFramePr>
            <a:graphicFrameLocks noChangeAspect="1"/>
          </p:cNvGraphicFramePr>
          <p:nvPr/>
        </p:nvGraphicFramePr>
        <p:xfrm>
          <a:off x="2860214" y="2280803"/>
          <a:ext cx="1752480" cy="482400"/>
        </p:xfrm>
        <a:graphic>
          <a:graphicData uri="http://schemas.openxmlformats.org/presentationml/2006/ole">
            <mc:AlternateContent xmlns:mc="http://schemas.openxmlformats.org/markup-compatibility/2006">
              <mc:Choice xmlns:v="urn:schemas-microsoft-com:vml" Requires="v">
                <p:oleObj spid="_x0000_s4957" name="Equation" r:id="rId3" imgW="42062400" imgH="11582400" progId="Equation.DSMT4">
                  <p:embed/>
                </p:oleObj>
              </mc:Choice>
              <mc:Fallback>
                <p:oleObj name="Equation" r:id="rId3" imgW="42062400" imgH="11582400" progId="Equation.DSMT4">
                  <p:embed/>
                  <p:pic>
                    <p:nvPicPr>
                      <p:cNvPr id="0" name="图片 4956"/>
                      <p:cNvPicPr>
                        <a:picLocks noChangeAspect="1"/>
                      </p:cNvPicPr>
                      <p:nvPr/>
                    </p:nvPicPr>
                    <p:blipFill>
                      <a:blip r:embed="rId4"/>
                      <a:stretch>
                        <a:fillRect/>
                      </a:stretch>
                    </p:blipFill>
                    <p:spPr>
                      <a:xfrm>
                        <a:off x="2860214" y="2280803"/>
                        <a:ext cx="1752480" cy="482400"/>
                      </a:xfrm>
                      <a:prstGeom prst="rect">
                        <a:avLst/>
                      </a:prstGeom>
                      <a:noFill/>
                      <a:ln w="9525">
                        <a:noFill/>
                      </a:ln>
                    </p:spPr>
                  </p:pic>
                </p:oleObj>
              </mc:Fallback>
            </mc:AlternateContent>
          </a:graphicData>
        </a:graphic>
      </p:graphicFrame>
      <p:sp>
        <p:nvSpPr>
          <p:cNvPr id="7" name="TextBox 6"/>
          <p:cNvSpPr txBox="1">
            <a:spLocks noChangeArrowheads="1"/>
          </p:cNvSpPr>
          <p:nvPr/>
        </p:nvSpPr>
        <p:spPr bwMode="auto">
          <a:xfrm>
            <a:off x="1814830" y="3064828"/>
            <a:ext cx="7921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黑体" panose="02010609060101010101" charset="-122"/>
                <a:ea typeface="黑体" panose="02010609060101010101" charset="-122"/>
              </a:rPr>
              <a:t>（</a:t>
            </a:r>
            <a:r>
              <a:rPr lang="en-US" altLang="zh-CN" sz="2800" b="1">
                <a:latin typeface="黑体" panose="02010609060101010101" charset="-122"/>
                <a:ea typeface="黑体" panose="02010609060101010101" charset="-122"/>
              </a:rPr>
              <a:t>3</a:t>
            </a:r>
            <a:r>
              <a:rPr lang="zh-CN" altLang="zh-CN" sz="2800" b="1">
                <a:latin typeface="黑体" panose="02010609060101010101" charset="-122"/>
                <a:ea typeface="黑体" panose="02010609060101010101" charset="-122"/>
              </a:rPr>
              <a:t>）</a:t>
            </a:r>
            <a:endParaRPr lang="zh-CN" altLang="en-US" sz="2800" b="1">
              <a:latin typeface="黑体" panose="02010609060101010101" charset="-122"/>
              <a:ea typeface="黑体" panose="02010609060101010101" charset="-122"/>
            </a:endParaRPr>
          </a:p>
        </p:txBody>
      </p:sp>
      <p:graphicFrame>
        <p:nvGraphicFramePr>
          <p:cNvPr id="8" name="对象 7"/>
          <p:cNvGraphicFramePr>
            <a:graphicFrameLocks noChangeAspect="1"/>
          </p:cNvGraphicFramePr>
          <p:nvPr/>
        </p:nvGraphicFramePr>
        <p:xfrm>
          <a:off x="2705909" y="3084061"/>
          <a:ext cx="2869920" cy="482400"/>
        </p:xfrm>
        <a:graphic>
          <a:graphicData uri="http://schemas.openxmlformats.org/presentationml/2006/ole">
            <mc:AlternateContent xmlns:mc="http://schemas.openxmlformats.org/markup-compatibility/2006">
              <mc:Choice xmlns:v="urn:schemas-microsoft-com:vml" Requires="v">
                <p:oleObj spid="_x0000_s4958" name="Equation" r:id="rId5" imgW="68884800" imgH="11582400" progId="Equation.DSMT4">
                  <p:embed/>
                </p:oleObj>
              </mc:Choice>
              <mc:Fallback>
                <p:oleObj name="Equation" r:id="rId5" imgW="68884800" imgH="11582400" progId="Equation.DSMT4">
                  <p:embed/>
                  <p:pic>
                    <p:nvPicPr>
                      <p:cNvPr id="0" name="图片 4957"/>
                      <p:cNvPicPr>
                        <a:picLocks noChangeAspect="1"/>
                      </p:cNvPicPr>
                      <p:nvPr/>
                    </p:nvPicPr>
                    <p:blipFill>
                      <a:blip r:embed="rId6"/>
                      <a:stretch>
                        <a:fillRect/>
                      </a:stretch>
                    </p:blipFill>
                    <p:spPr>
                      <a:xfrm>
                        <a:off x="2705909" y="3084061"/>
                        <a:ext cx="2869920" cy="482400"/>
                      </a:xfrm>
                      <a:prstGeom prst="rect">
                        <a:avLst/>
                      </a:prstGeom>
                      <a:noFill/>
                      <a:ln w="9525">
                        <a:noFill/>
                      </a:ln>
                    </p:spPr>
                  </p:pic>
                </p:oleObj>
              </mc:Fallback>
            </mc:AlternateContent>
          </a:graphicData>
        </a:graphic>
      </p:graphicFrame>
      <p:sp>
        <p:nvSpPr>
          <p:cNvPr id="9" name="TextBox 8"/>
          <p:cNvSpPr txBox="1">
            <a:spLocks noChangeArrowheads="1"/>
          </p:cNvSpPr>
          <p:nvPr/>
        </p:nvSpPr>
        <p:spPr bwMode="auto">
          <a:xfrm>
            <a:off x="6573935" y="1485022"/>
            <a:ext cx="12001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4</a:t>
            </a:r>
            <a:r>
              <a:rPr lang="zh-CN" altLang="zh-CN" sz="2800" b="1" dirty="0">
                <a:latin typeface="黑体" panose="02010609060101010101" charset="-122"/>
                <a:ea typeface="黑体" panose="02010609060101010101" charset="-122"/>
              </a:rPr>
              <a:t>）</a:t>
            </a:r>
            <a:endParaRPr lang="zh-CN" altLang="en-US" sz="2800" b="1" dirty="0">
              <a:latin typeface="黑体" panose="02010609060101010101" charset="-122"/>
              <a:ea typeface="黑体" panose="02010609060101010101" charset="-122"/>
            </a:endParaRPr>
          </a:p>
        </p:txBody>
      </p:sp>
      <p:graphicFrame>
        <p:nvGraphicFramePr>
          <p:cNvPr id="10" name="对象 9"/>
          <p:cNvGraphicFramePr>
            <a:graphicFrameLocks noChangeAspect="1"/>
          </p:cNvGraphicFramePr>
          <p:nvPr/>
        </p:nvGraphicFramePr>
        <p:xfrm>
          <a:off x="7462694" y="1462162"/>
          <a:ext cx="3429000" cy="533160"/>
        </p:xfrm>
        <a:graphic>
          <a:graphicData uri="http://schemas.openxmlformats.org/presentationml/2006/ole">
            <mc:AlternateContent xmlns:mc="http://schemas.openxmlformats.org/markup-compatibility/2006">
              <mc:Choice xmlns:v="urn:schemas-microsoft-com:vml" Requires="v">
                <p:oleObj spid="_x0000_s4959" name="Equation" r:id="rId7" imgW="82296000" imgH="12801600" progId="Equation.DSMT4">
                  <p:embed/>
                </p:oleObj>
              </mc:Choice>
              <mc:Fallback>
                <p:oleObj name="Equation" r:id="rId7" imgW="82296000" imgH="12801600" progId="Equation.DSMT4">
                  <p:embed/>
                  <p:pic>
                    <p:nvPicPr>
                      <p:cNvPr id="0" name="图片 4958"/>
                      <p:cNvPicPr>
                        <a:picLocks noChangeAspect="1"/>
                      </p:cNvPicPr>
                      <p:nvPr/>
                    </p:nvPicPr>
                    <p:blipFill>
                      <a:blip r:embed="rId8"/>
                      <a:stretch>
                        <a:fillRect/>
                      </a:stretch>
                    </p:blipFill>
                    <p:spPr>
                      <a:xfrm>
                        <a:off x="7462694" y="1462162"/>
                        <a:ext cx="3429000" cy="533160"/>
                      </a:xfrm>
                      <a:prstGeom prst="rect">
                        <a:avLst/>
                      </a:prstGeom>
                      <a:noFill/>
                      <a:ln w="9525">
                        <a:noFill/>
                      </a:ln>
                    </p:spPr>
                  </p:pic>
                </p:oleObj>
              </mc:Fallback>
            </mc:AlternateContent>
          </a:graphicData>
        </a:graphic>
      </p:graphicFrame>
      <p:graphicFrame>
        <p:nvGraphicFramePr>
          <p:cNvPr id="11" name="对象 10"/>
          <p:cNvGraphicFramePr>
            <a:graphicFrameLocks noChangeAspect="1"/>
          </p:cNvGraphicFramePr>
          <p:nvPr/>
        </p:nvGraphicFramePr>
        <p:xfrm>
          <a:off x="5575618" y="3148965"/>
          <a:ext cx="960437" cy="328613"/>
        </p:xfrm>
        <a:graphic>
          <a:graphicData uri="http://schemas.openxmlformats.org/presentationml/2006/ole">
            <mc:AlternateContent xmlns:mc="http://schemas.openxmlformats.org/markup-compatibility/2006">
              <mc:Choice xmlns:v="urn:schemas-microsoft-com:vml" Requires="v">
                <p:oleObj spid="_x0000_s4960" name="Equation" r:id="rId9" imgW="24688800" imgH="8229600" progId="Equation.DSMT4">
                  <p:embed/>
                </p:oleObj>
              </mc:Choice>
              <mc:Fallback>
                <p:oleObj name="Equation" r:id="rId9" imgW="24688800" imgH="8229600" progId="Equation.DSMT4">
                  <p:embed/>
                  <p:pic>
                    <p:nvPicPr>
                      <p:cNvPr id="0" name="图片 4959"/>
                      <p:cNvPicPr>
                        <a:picLocks noChangeAspect="1"/>
                      </p:cNvPicPr>
                      <p:nvPr/>
                    </p:nvPicPr>
                    <p:blipFill>
                      <a:blip r:embed="rId10"/>
                      <a:stretch>
                        <a:fillRect/>
                      </a:stretch>
                    </p:blipFill>
                    <p:spPr>
                      <a:xfrm>
                        <a:off x="5575618" y="3148965"/>
                        <a:ext cx="960437" cy="328613"/>
                      </a:xfrm>
                      <a:prstGeom prst="rect">
                        <a:avLst/>
                      </a:prstGeom>
                      <a:noFill/>
                      <a:ln w="9525">
                        <a:noFill/>
                      </a:ln>
                    </p:spPr>
                  </p:pic>
                </p:oleObj>
              </mc:Fallback>
            </mc:AlternateContent>
          </a:graphicData>
        </a:graphic>
      </p:graphicFrame>
      <p:sp>
        <p:nvSpPr>
          <p:cNvPr id="12" name="TextBox 11"/>
          <p:cNvSpPr txBox="1">
            <a:spLocks noChangeArrowheads="1"/>
          </p:cNvSpPr>
          <p:nvPr/>
        </p:nvSpPr>
        <p:spPr bwMode="auto">
          <a:xfrm>
            <a:off x="6574148" y="2269127"/>
            <a:ext cx="133191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5</a:t>
            </a:r>
            <a:r>
              <a:rPr lang="zh-CN" altLang="zh-CN" sz="2800" b="1" dirty="0">
                <a:latin typeface="黑体" panose="02010609060101010101" charset="-122"/>
                <a:ea typeface="黑体" panose="02010609060101010101" charset="-122"/>
              </a:rPr>
              <a:t>）</a:t>
            </a:r>
            <a:endParaRPr lang="zh-CN" altLang="en-US" sz="2800" b="1" dirty="0">
              <a:latin typeface="黑体" panose="02010609060101010101" charset="-122"/>
              <a:ea typeface="黑体" panose="02010609060101010101" charset="-122"/>
            </a:endParaRPr>
          </a:p>
        </p:txBody>
      </p:sp>
      <p:graphicFrame>
        <p:nvGraphicFramePr>
          <p:cNvPr id="13" name="对象 12"/>
          <p:cNvGraphicFramePr>
            <a:graphicFrameLocks noChangeAspect="1"/>
          </p:cNvGraphicFramePr>
          <p:nvPr/>
        </p:nvGraphicFramePr>
        <p:xfrm>
          <a:off x="7528099" y="2263612"/>
          <a:ext cx="1612800" cy="482400"/>
        </p:xfrm>
        <a:graphic>
          <a:graphicData uri="http://schemas.openxmlformats.org/presentationml/2006/ole">
            <mc:AlternateContent xmlns:mc="http://schemas.openxmlformats.org/markup-compatibility/2006">
              <mc:Choice xmlns:v="urn:schemas-microsoft-com:vml" Requires="v">
                <p:oleObj spid="_x0000_s4961" name="Equation" r:id="rId11" imgW="38709600" imgH="11582400" progId="Equation.DSMT4">
                  <p:embed/>
                </p:oleObj>
              </mc:Choice>
              <mc:Fallback>
                <p:oleObj name="Equation" r:id="rId11" imgW="38709600" imgH="11582400" progId="Equation.DSMT4">
                  <p:embed/>
                  <p:pic>
                    <p:nvPicPr>
                      <p:cNvPr id="0" name="图片 4960"/>
                      <p:cNvPicPr>
                        <a:picLocks noChangeAspect="1"/>
                      </p:cNvPicPr>
                      <p:nvPr/>
                    </p:nvPicPr>
                    <p:blipFill>
                      <a:blip r:embed="rId12"/>
                      <a:stretch>
                        <a:fillRect/>
                      </a:stretch>
                    </p:blipFill>
                    <p:spPr>
                      <a:xfrm>
                        <a:off x="7528099" y="2263612"/>
                        <a:ext cx="1612800" cy="482400"/>
                      </a:xfrm>
                      <a:prstGeom prst="rect">
                        <a:avLst/>
                      </a:prstGeom>
                      <a:noFill/>
                      <a:ln w="9525">
                        <a:noFill/>
                      </a:ln>
                    </p:spPr>
                  </p:pic>
                </p:oleObj>
              </mc:Fallback>
            </mc:AlternateContent>
          </a:graphicData>
        </a:graphic>
      </p:graphicFrame>
      <p:sp>
        <p:nvSpPr>
          <p:cNvPr id="14" name="TextBox 13"/>
          <p:cNvSpPr txBox="1">
            <a:spLocks noChangeArrowheads="1"/>
          </p:cNvSpPr>
          <p:nvPr/>
        </p:nvSpPr>
        <p:spPr bwMode="auto">
          <a:xfrm>
            <a:off x="6634581" y="3064863"/>
            <a:ext cx="133191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6</a:t>
            </a:r>
            <a:r>
              <a:rPr lang="zh-CN" altLang="zh-CN" sz="2800" b="1" dirty="0">
                <a:latin typeface="黑体" panose="02010609060101010101" charset="-122"/>
                <a:ea typeface="黑体" panose="02010609060101010101" charset="-122"/>
              </a:rPr>
              <a:t>）</a:t>
            </a:r>
            <a:endParaRPr lang="zh-CN" altLang="en-US" sz="2800" b="1" dirty="0">
              <a:latin typeface="黑体" panose="02010609060101010101" charset="-122"/>
              <a:ea typeface="黑体" panose="02010609060101010101" charset="-122"/>
            </a:endParaRPr>
          </a:p>
        </p:txBody>
      </p:sp>
      <p:graphicFrame>
        <p:nvGraphicFramePr>
          <p:cNvPr id="15" name="对象 14"/>
          <p:cNvGraphicFramePr>
            <a:graphicFrameLocks noChangeAspect="1"/>
          </p:cNvGraphicFramePr>
          <p:nvPr/>
        </p:nvGraphicFramePr>
        <p:xfrm>
          <a:off x="7645657" y="2819917"/>
          <a:ext cx="1091880" cy="1015920"/>
        </p:xfrm>
        <a:graphic>
          <a:graphicData uri="http://schemas.openxmlformats.org/presentationml/2006/ole">
            <mc:AlternateContent xmlns:mc="http://schemas.openxmlformats.org/markup-compatibility/2006">
              <mc:Choice xmlns:v="urn:schemas-microsoft-com:vml" Requires="v">
                <p:oleObj spid="_x0000_s4962" name="Equation" r:id="rId13" imgW="26212800" imgH="24384000" progId="Equation.DSMT4">
                  <p:embed/>
                </p:oleObj>
              </mc:Choice>
              <mc:Fallback>
                <p:oleObj name="Equation" r:id="rId13" imgW="26212800" imgH="24384000" progId="Equation.DSMT4">
                  <p:embed/>
                  <p:pic>
                    <p:nvPicPr>
                      <p:cNvPr id="0" name="图片 4961"/>
                      <p:cNvPicPr>
                        <a:picLocks noChangeAspect="1"/>
                      </p:cNvPicPr>
                      <p:nvPr/>
                    </p:nvPicPr>
                    <p:blipFill>
                      <a:blip r:embed="rId14"/>
                      <a:stretch>
                        <a:fillRect/>
                      </a:stretch>
                    </p:blipFill>
                    <p:spPr>
                      <a:xfrm>
                        <a:off x="7645657" y="2819917"/>
                        <a:ext cx="1091880" cy="1015920"/>
                      </a:xfrm>
                      <a:prstGeom prst="rect">
                        <a:avLst/>
                      </a:prstGeom>
                      <a:noFill/>
                      <a:ln w="9525">
                        <a:noFill/>
                      </a:ln>
                    </p:spPr>
                  </p:pic>
                </p:oleObj>
              </mc:Fallback>
            </mc:AlternateContent>
          </a:graphicData>
        </a:graphic>
      </p:graphicFrame>
      <p:graphicFrame>
        <p:nvGraphicFramePr>
          <p:cNvPr id="16" name="对象 15"/>
          <p:cNvGraphicFramePr>
            <a:graphicFrameLocks noChangeAspect="1"/>
          </p:cNvGraphicFramePr>
          <p:nvPr/>
        </p:nvGraphicFramePr>
        <p:xfrm>
          <a:off x="8962345" y="3156765"/>
          <a:ext cx="1041120" cy="342720"/>
        </p:xfrm>
        <a:graphic>
          <a:graphicData uri="http://schemas.openxmlformats.org/presentationml/2006/ole">
            <mc:AlternateContent xmlns:mc="http://schemas.openxmlformats.org/markup-compatibility/2006">
              <mc:Choice xmlns:v="urn:schemas-microsoft-com:vml" Requires="v">
                <p:oleObj spid="_x0000_s4963" name="Equation" r:id="rId15" imgW="24993600" imgH="8229600" progId="Equation.DSMT4">
                  <p:embed/>
                </p:oleObj>
              </mc:Choice>
              <mc:Fallback>
                <p:oleObj name="Equation" r:id="rId15" imgW="24993600" imgH="8229600" progId="Equation.DSMT4">
                  <p:embed/>
                  <p:pic>
                    <p:nvPicPr>
                      <p:cNvPr id="0" name="图片 4962"/>
                      <p:cNvPicPr>
                        <a:picLocks noChangeAspect="1"/>
                      </p:cNvPicPr>
                      <p:nvPr/>
                    </p:nvPicPr>
                    <p:blipFill>
                      <a:blip r:embed="rId16"/>
                      <a:stretch>
                        <a:fillRect/>
                      </a:stretch>
                    </p:blipFill>
                    <p:spPr>
                      <a:xfrm>
                        <a:off x="8962345" y="3156765"/>
                        <a:ext cx="1041120" cy="342720"/>
                      </a:xfrm>
                      <a:prstGeom prst="rect">
                        <a:avLst/>
                      </a:prstGeom>
                      <a:noFill/>
                      <a:ln w="9525">
                        <a:noFill/>
                      </a:ln>
                    </p:spPr>
                  </p:pic>
                </p:oleObj>
              </mc:Fallback>
            </mc:AlternateContent>
          </a:graphicData>
        </a:graphic>
      </p:graphicFrame>
      <p:sp>
        <p:nvSpPr>
          <p:cNvPr id="17" name="TextBox 16"/>
          <p:cNvSpPr txBox="1">
            <a:spLocks noChangeArrowheads="1"/>
          </p:cNvSpPr>
          <p:nvPr/>
        </p:nvSpPr>
        <p:spPr bwMode="auto">
          <a:xfrm>
            <a:off x="1539875" y="3864610"/>
            <a:ext cx="681291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7030A0"/>
                </a:solidFill>
                <a:latin typeface="黑体" panose="02010609060101010101" charset="-122"/>
                <a:ea typeface="黑体" panose="02010609060101010101" charset="-122"/>
              </a:rPr>
              <a:t>命题</a:t>
            </a:r>
            <a:r>
              <a:rPr lang="en-US" altLang="zh-CN" sz="3200" b="1" dirty="0">
                <a:solidFill>
                  <a:srgbClr val="7030A0"/>
                </a:solidFill>
                <a:latin typeface="黑体" panose="02010609060101010101" charset="-122"/>
                <a:ea typeface="黑体" panose="02010609060101010101" charset="-122"/>
              </a:rPr>
              <a:t>1.1.2 </a:t>
            </a:r>
            <a:r>
              <a:rPr lang="zh-CN" altLang="en-US" sz="3200" b="1" dirty="0" smtClean="0">
                <a:latin typeface="黑体" panose="02010609060101010101" charset="-122"/>
                <a:ea typeface="黑体" panose="02010609060101010101" charset="-122"/>
              </a:rPr>
              <a:t>设   </a:t>
            </a:r>
            <a:r>
              <a:rPr lang="en-US" altLang="zh-CN" sz="3200" b="1" dirty="0" smtClean="0">
                <a:latin typeface="黑体" panose="02010609060101010101" charset="-122"/>
                <a:ea typeface="黑体" panose="02010609060101010101" charset="-122"/>
              </a:rPr>
              <a:t> </a:t>
            </a:r>
            <a:r>
              <a:rPr lang="zh-CN" altLang="en-US" sz="3200" b="1" dirty="0" smtClean="0">
                <a:latin typeface="黑体" panose="02010609060101010101" charset="-122"/>
                <a:ea typeface="黑体" panose="02010609060101010101" charset="-122"/>
              </a:rPr>
              <a:t>，    </a:t>
            </a:r>
            <a:r>
              <a:rPr lang="zh-CN" altLang="en-US" sz="3200" b="1" dirty="0">
                <a:latin typeface="黑体" panose="02010609060101010101" charset="-122"/>
                <a:ea typeface="黑体" panose="02010609060101010101" charset="-122"/>
              </a:rPr>
              <a:t>，则</a:t>
            </a:r>
            <a:endParaRPr lang="zh-CN" altLang="en-US" sz="3200" b="1" dirty="0">
              <a:latin typeface="黑体" panose="02010609060101010101" charset="-122"/>
              <a:ea typeface="黑体" panose="02010609060101010101" charset="-122"/>
            </a:endParaRPr>
          </a:p>
        </p:txBody>
      </p:sp>
      <p:graphicFrame>
        <p:nvGraphicFramePr>
          <p:cNvPr id="18" name="对象 17"/>
          <p:cNvGraphicFramePr>
            <a:graphicFrameLocks noChangeAspect="1"/>
          </p:cNvGraphicFramePr>
          <p:nvPr/>
        </p:nvGraphicFramePr>
        <p:xfrm>
          <a:off x="4130065" y="3968941"/>
          <a:ext cx="828675" cy="425450"/>
        </p:xfrm>
        <a:graphic>
          <a:graphicData uri="http://schemas.openxmlformats.org/presentationml/2006/ole">
            <mc:AlternateContent xmlns:mc="http://schemas.openxmlformats.org/markup-compatibility/2006">
              <mc:Choice xmlns:v="urn:schemas-microsoft-com:vml" Requires="v">
                <p:oleObj spid="_x0000_s4964" name="Equation" r:id="rId17" imgW="8534400" imgH="4267200" progId="Equation.DSMT4">
                  <p:embed/>
                </p:oleObj>
              </mc:Choice>
              <mc:Fallback>
                <p:oleObj name="Equation" r:id="rId17" imgW="8534400" imgH="4267200" progId="Equation.DSMT4">
                  <p:embed/>
                  <p:pic>
                    <p:nvPicPr>
                      <p:cNvPr id="0" name="图片 4963"/>
                      <p:cNvPicPr>
                        <a:picLocks noChangeAspect="1"/>
                      </p:cNvPicPr>
                      <p:nvPr/>
                    </p:nvPicPr>
                    <p:blipFill>
                      <a:blip r:embed="rId18"/>
                      <a:stretch>
                        <a:fillRect/>
                      </a:stretch>
                    </p:blipFill>
                    <p:spPr>
                      <a:xfrm>
                        <a:off x="4130065" y="3968941"/>
                        <a:ext cx="828675" cy="425450"/>
                      </a:xfrm>
                      <a:prstGeom prst="rect">
                        <a:avLst/>
                      </a:prstGeom>
                      <a:noFill/>
                      <a:ln w="9525">
                        <a:noFill/>
                      </a:ln>
                    </p:spPr>
                  </p:pic>
                </p:oleObj>
              </mc:Fallback>
            </mc:AlternateContent>
          </a:graphicData>
        </a:graphic>
      </p:graphicFrame>
      <p:graphicFrame>
        <p:nvGraphicFramePr>
          <p:cNvPr id="19" name="对象 18"/>
          <p:cNvGraphicFramePr>
            <a:graphicFrameLocks noChangeAspect="1"/>
          </p:cNvGraphicFramePr>
          <p:nvPr/>
        </p:nvGraphicFramePr>
        <p:xfrm>
          <a:off x="5092639" y="3957978"/>
          <a:ext cx="1001713" cy="441325"/>
        </p:xfrm>
        <a:graphic>
          <a:graphicData uri="http://schemas.openxmlformats.org/presentationml/2006/ole">
            <mc:AlternateContent xmlns:mc="http://schemas.openxmlformats.org/markup-compatibility/2006">
              <mc:Choice xmlns:v="urn:schemas-microsoft-com:vml" Requires="v">
                <p:oleObj spid="_x0000_s4965" name="Equation" r:id="rId19" imgW="9753600" imgH="4267200" progId="Equation.DSMT4">
                  <p:embed/>
                </p:oleObj>
              </mc:Choice>
              <mc:Fallback>
                <p:oleObj name="Equation" r:id="rId19" imgW="9753600" imgH="4267200" progId="Equation.DSMT4">
                  <p:embed/>
                  <p:pic>
                    <p:nvPicPr>
                      <p:cNvPr id="0" name="图片 4964"/>
                      <p:cNvPicPr>
                        <a:picLocks noChangeAspect="1"/>
                      </p:cNvPicPr>
                      <p:nvPr/>
                    </p:nvPicPr>
                    <p:blipFill>
                      <a:blip r:embed="rId20"/>
                      <a:stretch>
                        <a:fillRect/>
                      </a:stretch>
                    </p:blipFill>
                    <p:spPr>
                      <a:xfrm>
                        <a:off x="5092639" y="3957978"/>
                        <a:ext cx="1001713" cy="441325"/>
                      </a:xfrm>
                      <a:prstGeom prst="rect">
                        <a:avLst/>
                      </a:prstGeom>
                      <a:noFill/>
                      <a:ln w="9525">
                        <a:noFill/>
                      </a:ln>
                    </p:spPr>
                  </p:pic>
                </p:oleObj>
              </mc:Fallback>
            </mc:AlternateContent>
          </a:graphicData>
        </a:graphic>
      </p:graphicFrame>
      <p:sp>
        <p:nvSpPr>
          <p:cNvPr id="20" name="TextBox 19"/>
          <p:cNvSpPr txBox="1">
            <a:spLocks noChangeArrowheads="1"/>
          </p:cNvSpPr>
          <p:nvPr/>
        </p:nvSpPr>
        <p:spPr bwMode="auto">
          <a:xfrm>
            <a:off x="1851599" y="4572023"/>
            <a:ext cx="10080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黑体" panose="02010609060101010101" charset="-122"/>
                <a:ea typeface="黑体" panose="02010609060101010101" charset="-122"/>
              </a:rPr>
              <a:t>（</a:t>
            </a:r>
            <a:r>
              <a:rPr lang="en-US" altLang="zh-CN" sz="2800" b="1">
                <a:latin typeface="黑体" panose="02010609060101010101" charset="-122"/>
                <a:ea typeface="黑体" panose="02010609060101010101" charset="-122"/>
              </a:rPr>
              <a:t>1</a:t>
            </a:r>
            <a:r>
              <a:rPr lang="zh-CN" altLang="zh-CN" sz="2800" b="1">
                <a:latin typeface="黑体" panose="02010609060101010101" charset="-122"/>
                <a:ea typeface="黑体" panose="02010609060101010101" charset="-122"/>
              </a:rPr>
              <a:t>）</a:t>
            </a:r>
            <a:endParaRPr lang="zh-CN" altLang="en-US" sz="2800" b="1">
              <a:latin typeface="黑体" panose="02010609060101010101" charset="-122"/>
              <a:ea typeface="黑体" panose="02010609060101010101" charset="-122"/>
            </a:endParaRPr>
          </a:p>
        </p:txBody>
      </p:sp>
      <p:sp>
        <p:nvSpPr>
          <p:cNvPr id="21" name="TextBox 20"/>
          <p:cNvSpPr txBox="1">
            <a:spLocks noChangeArrowheads="1"/>
          </p:cNvSpPr>
          <p:nvPr/>
        </p:nvSpPr>
        <p:spPr bwMode="auto">
          <a:xfrm>
            <a:off x="1847399" y="5266395"/>
            <a:ext cx="10080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a:t>
            </a:r>
            <a:r>
              <a:rPr lang="en-US" altLang="zh-CN" sz="2800" b="1" dirty="0">
                <a:latin typeface="黑体" panose="02010609060101010101" charset="-122"/>
                <a:ea typeface="黑体" panose="02010609060101010101" charset="-122"/>
              </a:rPr>
              <a:t>2</a:t>
            </a:r>
            <a:r>
              <a:rPr lang="zh-CN" altLang="zh-CN" sz="2800" b="1" dirty="0">
                <a:latin typeface="黑体" panose="02010609060101010101" charset="-122"/>
                <a:ea typeface="黑体" panose="02010609060101010101" charset="-122"/>
              </a:rPr>
              <a:t>）</a:t>
            </a:r>
            <a:endParaRPr lang="zh-CN" altLang="en-US" sz="2800" b="1" dirty="0">
              <a:latin typeface="黑体" panose="02010609060101010101" charset="-122"/>
              <a:ea typeface="黑体" panose="02010609060101010101" charset="-122"/>
            </a:endParaRPr>
          </a:p>
        </p:txBody>
      </p:sp>
      <p:graphicFrame>
        <p:nvGraphicFramePr>
          <p:cNvPr id="22" name="对象 21"/>
          <p:cNvGraphicFramePr>
            <a:graphicFrameLocks noChangeAspect="1"/>
          </p:cNvGraphicFramePr>
          <p:nvPr/>
        </p:nvGraphicFramePr>
        <p:xfrm>
          <a:off x="2860297" y="4529160"/>
          <a:ext cx="4331866" cy="612000"/>
        </p:xfrm>
        <a:graphic>
          <a:graphicData uri="http://schemas.openxmlformats.org/presentationml/2006/ole">
            <mc:AlternateContent xmlns:mc="http://schemas.openxmlformats.org/markup-compatibility/2006">
              <mc:Choice xmlns:v="urn:schemas-microsoft-com:vml" Requires="v">
                <p:oleObj spid="_x0000_s4966" name="Equation" r:id="rId21" imgW="43891200" imgH="6096000" progId="Equation.DSMT4">
                  <p:embed/>
                </p:oleObj>
              </mc:Choice>
              <mc:Fallback>
                <p:oleObj name="Equation" r:id="rId21" imgW="43891200" imgH="6096000" progId="Equation.DSMT4">
                  <p:embed/>
                  <p:pic>
                    <p:nvPicPr>
                      <p:cNvPr id="0" name="图片 4965"/>
                      <p:cNvPicPr>
                        <a:picLocks noChangeAspect="1"/>
                      </p:cNvPicPr>
                      <p:nvPr/>
                    </p:nvPicPr>
                    <p:blipFill>
                      <a:blip r:embed="rId22"/>
                      <a:stretch>
                        <a:fillRect/>
                      </a:stretch>
                    </p:blipFill>
                    <p:spPr>
                      <a:xfrm>
                        <a:off x="2860297" y="4529160"/>
                        <a:ext cx="4331866" cy="612000"/>
                      </a:xfrm>
                      <a:prstGeom prst="rect">
                        <a:avLst/>
                      </a:prstGeom>
                      <a:noFill/>
                      <a:ln w="9525">
                        <a:noFill/>
                      </a:ln>
                    </p:spPr>
                  </p:pic>
                </p:oleObj>
              </mc:Fallback>
            </mc:AlternateContent>
          </a:graphicData>
        </a:graphic>
      </p:graphicFrame>
      <p:graphicFrame>
        <p:nvGraphicFramePr>
          <p:cNvPr id="23" name="对象 22"/>
          <p:cNvGraphicFramePr>
            <a:graphicFrameLocks noChangeAspect="1"/>
          </p:cNvGraphicFramePr>
          <p:nvPr/>
        </p:nvGraphicFramePr>
        <p:xfrm>
          <a:off x="2855852" y="5209245"/>
          <a:ext cx="2552700" cy="622300"/>
        </p:xfrm>
        <a:graphic>
          <a:graphicData uri="http://schemas.openxmlformats.org/presentationml/2006/ole">
            <mc:AlternateContent xmlns:mc="http://schemas.openxmlformats.org/markup-compatibility/2006">
              <mc:Choice xmlns:v="urn:schemas-microsoft-com:vml" Requires="v">
                <p:oleObj spid="_x0000_s4967" name="Equation" r:id="rId23" imgW="25298400" imgH="6096000" progId="Equation.DSMT4">
                  <p:embed/>
                </p:oleObj>
              </mc:Choice>
              <mc:Fallback>
                <p:oleObj name="Equation" r:id="rId23" imgW="25298400" imgH="6096000" progId="Equation.DSMT4">
                  <p:embed/>
                  <p:pic>
                    <p:nvPicPr>
                      <p:cNvPr id="0" name="图片 4966"/>
                      <p:cNvPicPr>
                        <a:picLocks noChangeAspect="1"/>
                      </p:cNvPicPr>
                      <p:nvPr/>
                    </p:nvPicPr>
                    <p:blipFill>
                      <a:blip r:embed="rId24"/>
                      <a:stretch>
                        <a:fillRect/>
                      </a:stretch>
                    </p:blipFill>
                    <p:spPr>
                      <a:xfrm>
                        <a:off x="2855852" y="5209245"/>
                        <a:ext cx="2552700" cy="622300"/>
                      </a:xfrm>
                      <a:prstGeom prst="rect">
                        <a:avLst/>
                      </a:prstGeom>
                      <a:noFill/>
                      <a:ln w="9525">
                        <a:noFill/>
                      </a:ln>
                    </p:spPr>
                  </p:pic>
                </p:oleObj>
              </mc:Fallback>
            </mc:AlternateContent>
          </a:graphicData>
        </a:graphic>
      </p:graphicFrame>
      <p:sp>
        <p:nvSpPr>
          <p:cNvPr id="24" name="TextBox 23"/>
          <p:cNvSpPr txBox="1">
            <a:spLocks noChangeArrowheads="1"/>
          </p:cNvSpPr>
          <p:nvPr/>
        </p:nvSpPr>
        <p:spPr bwMode="auto">
          <a:xfrm>
            <a:off x="5302507" y="5242265"/>
            <a:ext cx="7921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或            </a:t>
            </a:r>
            <a:endParaRPr lang="zh-CN" altLang="en-US" sz="2800" b="1" dirty="0">
              <a:latin typeface="黑体" panose="02010609060101010101" charset="-122"/>
              <a:ea typeface="黑体" panose="02010609060101010101" charset="-122"/>
            </a:endParaRPr>
          </a:p>
        </p:txBody>
      </p:sp>
      <p:graphicFrame>
        <p:nvGraphicFramePr>
          <p:cNvPr id="25" name="对象 24"/>
          <p:cNvGraphicFramePr>
            <a:graphicFrameLocks noChangeAspect="1"/>
          </p:cNvGraphicFramePr>
          <p:nvPr/>
        </p:nvGraphicFramePr>
        <p:xfrm>
          <a:off x="5801617" y="5270840"/>
          <a:ext cx="1182687" cy="431800"/>
        </p:xfrm>
        <a:graphic>
          <a:graphicData uri="http://schemas.openxmlformats.org/presentationml/2006/ole">
            <mc:AlternateContent xmlns:mc="http://schemas.openxmlformats.org/markup-compatibility/2006">
              <mc:Choice xmlns:v="urn:schemas-microsoft-com:vml" Requires="v">
                <p:oleObj spid="_x0000_s4968" name="Equation" r:id="rId25" imgW="11887200" imgH="4267200" progId="Equation.DSMT4">
                  <p:embed/>
                </p:oleObj>
              </mc:Choice>
              <mc:Fallback>
                <p:oleObj name="Equation" r:id="rId25" imgW="11887200" imgH="4267200" progId="Equation.DSMT4">
                  <p:embed/>
                  <p:pic>
                    <p:nvPicPr>
                      <p:cNvPr id="0" name="图片 4967"/>
                      <p:cNvPicPr>
                        <a:picLocks noChangeAspect="1"/>
                      </p:cNvPicPr>
                      <p:nvPr/>
                    </p:nvPicPr>
                    <p:blipFill>
                      <a:blip r:embed="rId26"/>
                      <a:stretch>
                        <a:fillRect/>
                      </a:stretch>
                    </p:blipFill>
                    <p:spPr>
                      <a:xfrm>
                        <a:off x="5801617" y="5270840"/>
                        <a:ext cx="1182687" cy="431800"/>
                      </a:xfrm>
                      <a:prstGeom prst="rect">
                        <a:avLst/>
                      </a:prstGeom>
                      <a:noFill/>
                      <a:ln w="9525">
                        <a:noFill/>
                      </a:ln>
                    </p:spPr>
                  </p:pic>
                </p:oleObj>
              </mc:Fallback>
            </mc:AlternateContent>
          </a:graphicData>
        </a:graphic>
      </p:graphicFrame>
      <p:sp>
        <p:nvSpPr>
          <p:cNvPr id="26" name="TextBox 41"/>
          <p:cNvSpPr txBox="1">
            <a:spLocks noChangeArrowheads="1"/>
          </p:cNvSpPr>
          <p:nvPr/>
        </p:nvSpPr>
        <p:spPr bwMode="auto">
          <a:xfrm>
            <a:off x="6886323" y="5222082"/>
            <a:ext cx="5762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黑体" panose="02010609060101010101" charset="-122"/>
                <a:ea typeface="黑体" panose="02010609060101010101" charset="-122"/>
              </a:rPr>
              <a:t>.</a:t>
            </a:r>
            <a:endParaRPr lang="zh-CN" altLang="en-US" sz="2800" b="1" dirty="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barn(inVertical)">
                                      <p:cBhvr>
                                        <p:cTn id="55" dur="500"/>
                                        <p:tgtEl>
                                          <p:spTgt spid="12"/>
                                        </p:tgtEl>
                                      </p:cBhvr>
                                    </p:animEffect>
                                  </p:childTnLst>
                                </p:cTn>
                              </p:par>
                              <p:par>
                                <p:cTn id="56" presetID="16" presetClass="entr" presetSubtype="21"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barn(inVertical)">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1000"/>
                                        <p:tgtEl>
                                          <p:spTgt spid="14"/>
                                        </p:tgtEl>
                                      </p:cBhvr>
                                    </p:animEffect>
                                    <p:anim calcmode="lin" valueType="num">
                                      <p:cBhvr>
                                        <p:cTn id="69" dur="1000" fill="hold"/>
                                        <p:tgtEl>
                                          <p:spTgt spid="14"/>
                                        </p:tgtEl>
                                        <p:attrNameLst>
                                          <p:attrName>ppt_x</p:attrName>
                                        </p:attrNameLst>
                                      </p:cBhvr>
                                      <p:tavLst>
                                        <p:tav tm="0">
                                          <p:val>
                                            <p:strVal val="#ppt_x"/>
                                          </p:val>
                                        </p:tav>
                                        <p:tav tm="100000">
                                          <p:val>
                                            <p:strVal val="#ppt_x"/>
                                          </p:val>
                                        </p:tav>
                                      </p:tavLst>
                                    </p:anim>
                                    <p:anim calcmode="lin" valueType="num">
                                      <p:cBhvr>
                                        <p:cTn id="70" dur="1000" fill="hold"/>
                                        <p:tgtEl>
                                          <p:spTgt spid="14"/>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000"/>
                                        <p:tgtEl>
                                          <p:spTgt spid="16"/>
                                        </p:tgtEl>
                                      </p:cBhvr>
                                    </p:animEffect>
                                    <p:anim calcmode="lin" valueType="num">
                                      <p:cBhvr>
                                        <p:cTn id="74" dur="1000" fill="hold"/>
                                        <p:tgtEl>
                                          <p:spTgt spid="16"/>
                                        </p:tgtEl>
                                        <p:attrNameLst>
                                          <p:attrName>ppt_x</p:attrName>
                                        </p:attrNameLst>
                                      </p:cBhvr>
                                      <p:tavLst>
                                        <p:tav tm="0">
                                          <p:val>
                                            <p:strVal val="#ppt_x"/>
                                          </p:val>
                                        </p:tav>
                                        <p:tav tm="100000">
                                          <p:val>
                                            <p:strVal val="#ppt_x"/>
                                          </p:val>
                                        </p:tav>
                                      </p:tavLst>
                                    </p:anim>
                                    <p:anim calcmode="lin" valueType="num">
                                      <p:cBhvr>
                                        <p:cTn id="7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down)">
                                      <p:cBhvr>
                                        <p:cTn id="80" dur="500"/>
                                        <p:tgtEl>
                                          <p:spTgt spid="17"/>
                                        </p:tgtEl>
                                      </p:cBhvr>
                                    </p:animEffect>
                                  </p:childTnLst>
                                </p:cTn>
                              </p:par>
                              <p:par>
                                <p:cTn id="81" presetID="22" presetClass="entr" presetSubtype="4" fill="hold"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down)">
                                      <p:cBhvr>
                                        <p:cTn id="83" dur="500"/>
                                        <p:tgtEl>
                                          <p:spTgt spid="19"/>
                                        </p:tgtEl>
                                      </p:cBhvr>
                                    </p:animEffect>
                                  </p:childTnLst>
                                </p:cTn>
                              </p:par>
                              <p:par>
                                <p:cTn id="84" presetID="22" presetClass="entr" presetSubtype="4" fill="hold"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down)">
                                      <p:cBhvr>
                                        <p:cTn id="86" dur="500"/>
                                        <p:tgtEl>
                                          <p:spTgt spid="18"/>
                                        </p:tgtEl>
                                      </p:cBhvr>
                                    </p:animEffec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1000"/>
                                        <p:tgtEl>
                                          <p:spTgt spid="20"/>
                                        </p:tgtEl>
                                      </p:cBhvr>
                                    </p:animEffect>
                                    <p:anim calcmode="lin" valueType="num">
                                      <p:cBhvr>
                                        <p:cTn id="92" dur="1000" fill="hold"/>
                                        <p:tgtEl>
                                          <p:spTgt spid="20"/>
                                        </p:tgtEl>
                                        <p:attrNameLst>
                                          <p:attrName>ppt_x</p:attrName>
                                        </p:attrNameLst>
                                      </p:cBhvr>
                                      <p:tavLst>
                                        <p:tav tm="0">
                                          <p:val>
                                            <p:strVal val="#ppt_x"/>
                                          </p:val>
                                        </p:tav>
                                        <p:tav tm="100000">
                                          <p:val>
                                            <p:strVal val="#ppt_x"/>
                                          </p:val>
                                        </p:tav>
                                      </p:tavLst>
                                    </p:anim>
                                    <p:anim calcmode="lin" valueType="num">
                                      <p:cBhvr>
                                        <p:cTn id="93" dur="1000" fill="hold"/>
                                        <p:tgtEl>
                                          <p:spTgt spid="20"/>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1000"/>
                                        <p:tgtEl>
                                          <p:spTgt spid="22"/>
                                        </p:tgtEl>
                                      </p:cBhvr>
                                    </p:animEffect>
                                    <p:anim calcmode="lin" valueType="num">
                                      <p:cBhvr>
                                        <p:cTn id="97" dur="1000" fill="hold"/>
                                        <p:tgtEl>
                                          <p:spTgt spid="22"/>
                                        </p:tgtEl>
                                        <p:attrNameLst>
                                          <p:attrName>ppt_x</p:attrName>
                                        </p:attrNameLst>
                                      </p:cBhvr>
                                      <p:tavLst>
                                        <p:tav tm="0">
                                          <p:val>
                                            <p:strVal val="#ppt_x"/>
                                          </p:val>
                                        </p:tav>
                                        <p:tav tm="100000">
                                          <p:val>
                                            <p:strVal val="#ppt_x"/>
                                          </p:val>
                                        </p:tav>
                                      </p:tavLst>
                                    </p:anim>
                                    <p:anim calcmode="lin" valueType="num">
                                      <p:cBhvr>
                                        <p:cTn id="9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grpId="0" nodeType="click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barn(inVertical)">
                                      <p:cBhvr>
                                        <p:cTn id="103" dur="500"/>
                                        <p:tgtEl>
                                          <p:spTgt spid="21"/>
                                        </p:tgtEl>
                                      </p:cBhvr>
                                    </p:animEffect>
                                  </p:childTnLst>
                                </p:cTn>
                              </p:par>
                              <p:par>
                                <p:cTn id="104" presetID="16" presetClass="entr" presetSubtype="21" fill="hold" nodeType="with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barn(inVertical)">
                                      <p:cBhvr>
                                        <p:cTn id="106" dur="500"/>
                                        <p:tgtEl>
                                          <p:spTgt spid="23"/>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barn(inVertical)">
                                      <p:cBhvr>
                                        <p:cTn id="109" dur="500"/>
                                        <p:tgtEl>
                                          <p:spTgt spid="24"/>
                                        </p:tgtEl>
                                      </p:cBhvr>
                                    </p:animEffect>
                                  </p:childTnLst>
                                </p:cTn>
                              </p:par>
                              <p:par>
                                <p:cTn id="110" presetID="16" presetClass="entr" presetSubtype="21"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barn(inVertical)">
                                      <p:cBhvr>
                                        <p:cTn id="112" dur="500"/>
                                        <p:tgtEl>
                                          <p:spTgt spid="25"/>
                                        </p:tgtEl>
                                      </p:cBhvr>
                                    </p:animEffect>
                                  </p:childTnLst>
                                </p:cTn>
                              </p:par>
                            </p:childTnLst>
                          </p:cTn>
                        </p:par>
                        <p:par>
                          <p:cTn id="113" fill="hold">
                            <p:stCondLst>
                              <p:cond delay="500"/>
                            </p:stCondLst>
                            <p:childTnLst>
                              <p:par>
                                <p:cTn id="114" presetID="1" presetClass="entr" presetSubtype="0" fill="hold" grpId="0" nodeType="afterEffect">
                                  <p:stCondLst>
                                    <p:cond delay="0"/>
                                  </p:stCondLst>
                                  <p:childTnLst>
                                    <p:set>
                                      <p:cBhvr>
                                        <p:cTn id="115"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2" grpId="0"/>
      <p:bldP spid="14" grpId="0"/>
      <p:bldP spid="17" grpId="0"/>
      <p:bldP spid="20" grpId="0"/>
      <p:bldP spid="21" grpId="0"/>
      <p:bldP spid="24"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ChangeArrowheads="1"/>
          </p:cNvSpPr>
          <p:nvPr/>
        </p:nvSpPr>
        <p:spPr bwMode="auto">
          <a:xfrm>
            <a:off x="1264603" y="542290"/>
            <a:ext cx="3240087"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区间和邻域</a:t>
            </a:r>
            <a:endParaRPr lang="zh-CN" altLang="zh-CN" sz="3200" b="1" dirty="0">
              <a:gradFill>
                <a:gsLst>
                  <a:gs pos="0">
                    <a:srgbClr val="007BD3"/>
                  </a:gs>
                  <a:gs pos="100000">
                    <a:srgbClr val="034373"/>
                  </a:gs>
                </a:gsLst>
                <a:lin scaled="0"/>
              </a:gradFill>
              <a:latin typeface="黑体" panose="02010609060101010101" charset="-122"/>
              <a:ea typeface="黑体" panose="02010609060101010101" charset="-122"/>
            </a:endParaRPr>
          </a:p>
        </p:txBody>
      </p:sp>
      <p:sp>
        <p:nvSpPr>
          <p:cNvPr id="3" name="TextBox 3"/>
          <p:cNvSpPr txBox="1">
            <a:spLocks noChangeArrowheads="1"/>
          </p:cNvSpPr>
          <p:nvPr/>
        </p:nvSpPr>
        <p:spPr bwMode="auto">
          <a:xfrm>
            <a:off x="1932305" y="1265555"/>
            <a:ext cx="257175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7030A0"/>
                </a:solidFill>
                <a:latin typeface="黑体" panose="02010609060101010101" charset="-122"/>
                <a:ea typeface="黑体" panose="02010609060101010101" charset="-122"/>
              </a:rPr>
              <a:t>定义1.1.1</a:t>
            </a:r>
            <a:endParaRPr lang="zh-CN" altLang="en-US" sz="3200" b="1" dirty="0">
              <a:solidFill>
                <a:srgbClr val="7030A0"/>
              </a:solidFill>
              <a:latin typeface="黑体" panose="02010609060101010101" charset="-122"/>
              <a:ea typeface="黑体" panose="02010609060101010101" charset="-122"/>
            </a:endParaRPr>
          </a:p>
        </p:txBody>
      </p:sp>
      <p:sp>
        <p:nvSpPr>
          <p:cNvPr id="4" name="TextBox 3"/>
          <p:cNvSpPr txBox="1">
            <a:spLocks noChangeArrowheads="1"/>
          </p:cNvSpPr>
          <p:nvPr/>
        </p:nvSpPr>
        <p:spPr bwMode="auto">
          <a:xfrm>
            <a:off x="3856038" y="1265238"/>
            <a:ext cx="6477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黑体" panose="02010609060101010101" charset="-122"/>
                <a:ea typeface="黑体" panose="02010609060101010101" charset="-122"/>
              </a:rPr>
              <a:t>设</a:t>
            </a:r>
            <a:endParaRPr lang="zh-CN" altLang="en-US" sz="3200" b="1" dirty="0">
              <a:latin typeface="黑体" panose="02010609060101010101" charset="-122"/>
              <a:ea typeface="黑体" panose="02010609060101010101" charset="-122"/>
            </a:endParaRPr>
          </a:p>
        </p:txBody>
      </p:sp>
      <p:graphicFrame>
        <p:nvGraphicFramePr>
          <p:cNvPr id="5" name="对象 4"/>
          <p:cNvGraphicFramePr>
            <a:graphicFrameLocks noChangeAspect="1"/>
          </p:cNvGraphicFramePr>
          <p:nvPr/>
        </p:nvGraphicFramePr>
        <p:xfrm>
          <a:off x="4407218" y="1373188"/>
          <a:ext cx="1688760" cy="368280"/>
        </p:xfrm>
        <a:graphic>
          <a:graphicData uri="http://schemas.openxmlformats.org/presentationml/2006/ole">
            <mc:AlternateContent xmlns:mc="http://schemas.openxmlformats.org/markup-compatibility/2006">
              <mc:Choice xmlns:v="urn:schemas-microsoft-com:vml" Requires="v">
                <p:oleObj spid="_x0000_s5121" name="Equation" r:id="rId1" imgW="40538400" imgH="8839200" progId="Equation.DSMT4">
                  <p:embed/>
                </p:oleObj>
              </mc:Choice>
              <mc:Fallback>
                <p:oleObj name="Equation" r:id="rId1" imgW="40538400" imgH="8839200" progId="Equation.DSMT4">
                  <p:embed/>
                  <p:pic>
                    <p:nvPicPr>
                      <p:cNvPr id="0" name="图片 5120"/>
                      <p:cNvPicPr>
                        <a:picLocks noChangeAspect="1"/>
                      </p:cNvPicPr>
                      <p:nvPr/>
                    </p:nvPicPr>
                    <p:blipFill>
                      <a:blip r:embed="rId2"/>
                      <a:stretch>
                        <a:fillRect/>
                      </a:stretch>
                    </p:blipFill>
                    <p:spPr>
                      <a:xfrm>
                        <a:off x="4407218" y="1373188"/>
                        <a:ext cx="1688760" cy="368280"/>
                      </a:xfrm>
                      <a:prstGeom prst="rect">
                        <a:avLst/>
                      </a:prstGeom>
                      <a:noFill/>
                      <a:ln w="9525">
                        <a:noFill/>
                      </a:ln>
                    </p:spPr>
                  </p:pic>
                </p:oleObj>
              </mc:Fallback>
            </mc:AlternateContent>
          </a:graphicData>
        </a:graphic>
      </p:graphicFrame>
      <p:sp>
        <p:nvSpPr>
          <p:cNvPr id="6" name="TextBox 5"/>
          <p:cNvSpPr txBox="1">
            <a:spLocks noChangeArrowheads="1"/>
          </p:cNvSpPr>
          <p:nvPr/>
        </p:nvSpPr>
        <p:spPr bwMode="auto">
          <a:xfrm>
            <a:off x="6096000" y="1259523"/>
            <a:ext cx="1223963"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a:latin typeface="黑体" panose="02010609060101010101" charset="-122"/>
                <a:ea typeface="黑体" panose="02010609060101010101" charset="-122"/>
              </a:rPr>
              <a:t>数集</a:t>
            </a:r>
            <a:endParaRPr lang="zh-CN" altLang="zh-CN" sz="3200" b="1">
              <a:latin typeface="黑体" panose="02010609060101010101" charset="-122"/>
              <a:ea typeface="黑体" panose="02010609060101010101" charset="-122"/>
            </a:endParaRPr>
          </a:p>
        </p:txBody>
      </p:sp>
      <p:graphicFrame>
        <p:nvGraphicFramePr>
          <p:cNvPr id="7" name="对象 6"/>
          <p:cNvGraphicFramePr>
            <a:graphicFrameLocks noChangeAspect="1"/>
          </p:cNvGraphicFramePr>
          <p:nvPr/>
        </p:nvGraphicFramePr>
        <p:xfrm>
          <a:off x="7042150" y="1297623"/>
          <a:ext cx="2075422" cy="540000"/>
        </p:xfrm>
        <a:graphic>
          <a:graphicData uri="http://schemas.openxmlformats.org/presentationml/2006/ole">
            <mc:AlternateContent xmlns:mc="http://schemas.openxmlformats.org/markup-compatibility/2006">
              <mc:Choice xmlns:v="urn:schemas-microsoft-com:vml" Requires="v">
                <p:oleObj spid="_x0000_s5846" name="Equation" r:id="rId3" imgW="48463200" imgH="12801600" progId="Equation.DSMT4">
                  <p:embed/>
                </p:oleObj>
              </mc:Choice>
              <mc:Fallback>
                <p:oleObj name="Equation" r:id="rId3" imgW="48463200" imgH="12801600" progId="Equation.DSMT4">
                  <p:embed/>
                  <p:pic>
                    <p:nvPicPr>
                      <p:cNvPr id="0" name="图片 5845"/>
                      <p:cNvPicPr>
                        <a:picLocks noChangeAspect="1"/>
                      </p:cNvPicPr>
                      <p:nvPr/>
                    </p:nvPicPr>
                    <p:blipFill>
                      <a:blip r:embed="rId4"/>
                      <a:stretch>
                        <a:fillRect/>
                      </a:stretch>
                    </p:blipFill>
                    <p:spPr>
                      <a:xfrm>
                        <a:off x="7042150" y="1297623"/>
                        <a:ext cx="2075422" cy="540000"/>
                      </a:xfrm>
                      <a:prstGeom prst="rect">
                        <a:avLst/>
                      </a:prstGeom>
                      <a:noFill/>
                      <a:ln w="9525">
                        <a:noFill/>
                      </a:ln>
                    </p:spPr>
                  </p:pic>
                </p:oleObj>
              </mc:Fallback>
            </mc:AlternateContent>
          </a:graphicData>
        </a:graphic>
      </p:graphicFrame>
      <p:sp>
        <p:nvSpPr>
          <p:cNvPr id="8" name="TextBox 7"/>
          <p:cNvSpPr txBox="1">
            <a:spLocks noChangeArrowheads="1"/>
          </p:cNvSpPr>
          <p:nvPr/>
        </p:nvSpPr>
        <p:spPr bwMode="auto">
          <a:xfrm>
            <a:off x="9067800" y="1300798"/>
            <a:ext cx="147637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latin typeface="黑体" panose="02010609060101010101" charset="-122"/>
                <a:ea typeface="黑体" panose="02010609060101010101" charset="-122"/>
              </a:rPr>
              <a:t>称为点</a:t>
            </a:r>
            <a:endParaRPr lang="zh-CN" altLang="en-US" sz="3200" b="1">
              <a:latin typeface="黑体" panose="02010609060101010101" charset="-122"/>
              <a:ea typeface="黑体" panose="02010609060101010101" charset="-122"/>
            </a:endParaRPr>
          </a:p>
        </p:txBody>
      </p:sp>
      <p:graphicFrame>
        <p:nvGraphicFramePr>
          <p:cNvPr id="9" name="对象 8"/>
          <p:cNvGraphicFramePr>
            <a:graphicFrameLocks noChangeAspect="1"/>
          </p:cNvGraphicFramePr>
          <p:nvPr/>
        </p:nvGraphicFramePr>
        <p:xfrm>
          <a:off x="2884487" y="2045304"/>
          <a:ext cx="239713" cy="322263"/>
        </p:xfrm>
        <a:graphic>
          <a:graphicData uri="http://schemas.openxmlformats.org/presentationml/2006/ole">
            <mc:AlternateContent xmlns:mc="http://schemas.openxmlformats.org/markup-compatibility/2006">
              <mc:Choice xmlns:v="urn:schemas-microsoft-com:vml" Requires="v">
                <p:oleObj spid="_x0000_s5847" name="Equation" r:id="rId5" imgW="5791200" imgH="7620000" progId="Equation.DSMT4">
                  <p:embed/>
                </p:oleObj>
              </mc:Choice>
              <mc:Fallback>
                <p:oleObj name="Equation" r:id="rId5" imgW="5791200" imgH="7620000" progId="Equation.DSMT4">
                  <p:embed/>
                  <p:pic>
                    <p:nvPicPr>
                      <p:cNvPr id="0" name="图片 5846"/>
                      <p:cNvPicPr>
                        <a:picLocks noChangeAspect="1"/>
                      </p:cNvPicPr>
                      <p:nvPr/>
                    </p:nvPicPr>
                    <p:blipFill>
                      <a:blip r:embed="rId6"/>
                      <a:stretch>
                        <a:fillRect/>
                      </a:stretch>
                    </p:blipFill>
                    <p:spPr>
                      <a:xfrm>
                        <a:off x="2884487" y="2045304"/>
                        <a:ext cx="239713" cy="322263"/>
                      </a:xfrm>
                      <a:prstGeom prst="rect">
                        <a:avLst/>
                      </a:prstGeom>
                      <a:noFill/>
                      <a:ln w="9525">
                        <a:noFill/>
                      </a:ln>
                    </p:spPr>
                  </p:pic>
                </p:oleObj>
              </mc:Fallback>
            </mc:AlternateContent>
          </a:graphicData>
        </a:graphic>
      </p:graphicFrame>
      <p:sp>
        <p:nvSpPr>
          <p:cNvPr id="10" name="TextBox 9"/>
          <p:cNvSpPr txBox="1">
            <a:spLocks noChangeArrowheads="1"/>
          </p:cNvSpPr>
          <p:nvPr/>
        </p:nvSpPr>
        <p:spPr bwMode="auto">
          <a:xfrm>
            <a:off x="2911792" y="1913573"/>
            <a:ext cx="4681141"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 </a:t>
            </a:r>
            <a:r>
              <a:rPr lang="zh-CN" altLang="en-US" sz="3200" b="1" dirty="0">
                <a:solidFill>
                  <a:srgbClr val="FF0000"/>
                </a:solidFill>
                <a:latin typeface="黑体" panose="02010609060101010101" charset="-122"/>
                <a:ea typeface="黑体" panose="02010609060101010101" charset="-122"/>
              </a:rPr>
              <a:t>邻域</a:t>
            </a:r>
            <a:r>
              <a:rPr lang="zh-CN" altLang="en-US" sz="3200" b="1" dirty="0">
                <a:latin typeface="黑体" panose="02010609060101010101" charset="-122"/>
                <a:ea typeface="黑体" panose="02010609060101010101" charset="-122"/>
              </a:rPr>
              <a:t>，记作      </a:t>
            </a:r>
            <a:r>
              <a:rPr lang="en-US" altLang="zh-CN" sz="3200" b="1" dirty="0">
                <a:latin typeface="黑体" panose="02010609060101010101" charset="-122"/>
                <a:ea typeface="黑体" panose="02010609060101010101" charset="-122"/>
              </a:rPr>
              <a:t>.</a:t>
            </a:r>
            <a:endParaRPr lang="zh-CN" altLang="en-US" sz="3200" b="1" dirty="0">
              <a:latin typeface="黑体" panose="02010609060101010101" charset="-122"/>
              <a:ea typeface="黑体" panose="02010609060101010101" charset="-122"/>
            </a:endParaRPr>
          </a:p>
        </p:txBody>
      </p:sp>
      <p:graphicFrame>
        <p:nvGraphicFramePr>
          <p:cNvPr id="11" name="对象 10"/>
          <p:cNvGraphicFramePr>
            <a:graphicFrameLocks noChangeAspect="1"/>
          </p:cNvGraphicFramePr>
          <p:nvPr/>
        </p:nvGraphicFramePr>
        <p:xfrm>
          <a:off x="5292110" y="2051154"/>
          <a:ext cx="1103607" cy="396000"/>
        </p:xfrm>
        <a:graphic>
          <a:graphicData uri="http://schemas.openxmlformats.org/presentationml/2006/ole">
            <mc:AlternateContent xmlns:mc="http://schemas.openxmlformats.org/markup-compatibility/2006">
              <mc:Choice xmlns:v="urn:schemas-microsoft-com:vml" Requires="v">
                <p:oleObj spid="_x0000_s5848" name="Equation" r:id="rId7" imgW="25908000" imgH="9448800" progId="Equation.DSMT4">
                  <p:embed/>
                </p:oleObj>
              </mc:Choice>
              <mc:Fallback>
                <p:oleObj name="Equation" r:id="rId7" imgW="25908000" imgH="9448800" progId="Equation.DSMT4">
                  <p:embed/>
                  <p:pic>
                    <p:nvPicPr>
                      <p:cNvPr id="0" name="图片 5847"/>
                      <p:cNvPicPr>
                        <a:picLocks noChangeAspect="1"/>
                      </p:cNvPicPr>
                      <p:nvPr/>
                    </p:nvPicPr>
                    <p:blipFill>
                      <a:blip r:embed="rId8"/>
                      <a:stretch>
                        <a:fillRect/>
                      </a:stretch>
                    </p:blipFill>
                    <p:spPr>
                      <a:xfrm>
                        <a:off x="5292110" y="2051154"/>
                        <a:ext cx="1103607" cy="396000"/>
                      </a:xfrm>
                      <a:prstGeom prst="rect">
                        <a:avLst/>
                      </a:prstGeom>
                      <a:noFill/>
                      <a:ln w="9525">
                        <a:noFill/>
                      </a:ln>
                    </p:spPr>
                  </p:pic>
                </p:oleObj>
              </mc:Fallback>
            </mc:AlternateContent>
          </a:graphicData>
        </a:graphic>
      </p:graphicFrame>
      <p:sp>
        <p:nvSpPr>
          <p:cNvPr id="12" name="TextBox 11"/>
          <p:cNvSpPr txBox="1">
            <a:spLocks noChangeArrowheads="1"/>
          </p:cNvSpPr>
          <p:nvPr/>
        </p:nvSpPr>
        <p:spPr bwMode="auto">
          <a:xfrm>
            <a:off x="1932305" y="2819400"/>
            <a:ext cx="52705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smtClean="0">
                <a:latin typeface="黑体" panose="02010609060101010101" charset="-122"/>
                <a:ea typeface="黑体" panose="02010609060101010101" charset="-122"/>
              </a:rPr>
              <a:t>点  叫做</a:t>
            </a:r>
            <a:r>
              <a:rPr lang="zh-CN" altLang="en-US" sz="3200" b="1" dirty="0">
                <a:latin typeface="黑体" panose="02010609060101010101" charset="-122"/>
                <a:ea typeface="黑体" panose="02010609060101010101" charset="-122"/>
              </a:rPr>
              <a:t>这个邻域的</a:t>
            </a:r>
            <a:r>
              <a:rPr lang="zh-CN" altLang="en-US" sz="3200" b="1" dirty="0">
                <a:solidFill>
                  <a:srgbClr val="FF0000"/>
                </a:solidFill>
                <a:latin typeface="黑体" panose="02010609060101010101" charset="-122"/>
                <a:ea typeface="黑体" panose="02010609060101010101" charset="-122"/>
              </a:rPr>
              <a:t>中心</a:t>
            </a:r>
            <a:r>
              <a:rPr lang="zh-CN" altLang="en-US" sz="3200" b="1" dirty="0">
                <a:latin typeface="黑体" panose="02010609060101010101" charset="-122"/>
                <a:ea typeface="黑体" panose="02010609060101010101" charset="-122"/>
              </a:rPr>
              <a:t>，</a:t>
            </a:r>
            <a:endParaRPr lang="zh-CN" altLang="en-US" sz="3200" b="1" dirty="0">
              <a:latin typeface="黑体" panose="02010609060101010101" charset="-122"/>
              <a:ea typeface="黑体" panose="02010609060101010101" charset="-122"/>
            </a:endParaRPr>
          </a:p>
        </p:txBody>
      </p:sp>
      <p:graphicFrame>
        <p:nvGraphicFramePr>
          <p:cNvPr id="13" name="对象 12"/>
          <p:cNvGraphicFramePr>
            <a:graphicFrameLocks noChangeAspect="1"/>
          </p:cNvGraphicFramePr>
          <p:nvPr/>
        </p:nvGraphicFramePr>
        <p:xfrm>
          <a:off x="6802438" y="2949415"/>
          <a:ext cx="239712" cy="322263"/>
        </p:xfrm>
        <a:graphic>
          <a:graphicData uri="http://schemas.openxmlformats.org/presentationml/2006/ole">
            <mc:AlternateContent xmlns:mc="http://schemas.openxmlformats.org/markup-compatibility/2006">
              <mc:Choice xmlns:v="urn:schemas-microsoft-com:vml" Requires="v">
                <p:oleObj spid="_x0000_s5849" name="Equation" r:id="rId9" imgW="5791200" imgH="7620000" progId="Equation.DSMT4">
                  <p:embed/>
                </p:oleObj>
              </mc:Choice>
              <mc:Fallback>
                <p:oleObj name="Equation" r:id="rId9" imgW="5791200" imgH="7620000" progId="Equation.DSMT4">
                  <p:embed/>
                  <p:pic>
                    <p:nvPicPr>
                      <p:cNvPr id="0" name="图片 5848"/>
                      <p:cNvPicPr>
                        <a:picLocks noChangeAspect="1"/>
                      </p:cNvPicPr>
                      <p:nvPr/>
                    </p:nvPicPr>
                    <p:blipFill>
                      <a:blip r:embed="rId10"/>
                      <a:stretch>
                        <a:fillRect/>
                      </a:stretch>
                    </p:blipFill>
                    <p:spPr>
                      <a:xfrm>
                        <a:off x="6802438" y="2949415"/>
                        <a:ext cx="239712" cy="322263"/>
                      </a:xfrm>
                      <a:prstGeom prst="rect">
                        <a:avLst/>
                      </a:prstGeom>
                      <a:noFill/>
                      <a:ln w="9525">
                        <a:noFill/>
                      </a:ln>
                    </p:spPr>
                  </p:pic>
                </p:oleObj>
              </mc:Fallback>
            </mc:AlternateContent>
          </a:graphicData>
        </a:graphic>
      </p:graphicFrame>
      <p:sp>
        <p:nvSpPr>
          <p:cNvPr id="14" name="TextBox 13"/>
          <p:cNvSpPr txBox="1">
            <a:spLocks noChangeArrowheads="1"/>
          </p:cNvSpPr>
          <p:nvPr/>
        </p:nvSpPr>
        <p:spPr bwMode="auto">
          <a:xfrm>
            <a:off x="7042150" y="2819400"/>
            <a:ext cx="435038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latin typeface="黑体" panose="02010609060101010101" charset="-122"/>
                <a:ea typeface="黑体" panose="02010609060101010101" charset="-122"/>
              </a:rPr>
              <a:t>叫做这邻域的</a:t>
            </a:r>
            <a:r>
              <a:rPr lang="zh-CN" altLang="zh-CN" sz="3200" b="1" dirty="0">
                <a:solidFill>
                  <a:srgbClr val="FF0000"/>
                </a:solidFill>
                <a:latin typeface="黑体" panose="02010609060101010101" charset="-122"/>
                <a:ea typeface="黑体" panose="02010609060101010101" charset="-122"/>
              </a:rPr>
              <a:t>半径</a:t>
            </a:r>
            <a:r>
              <a:rPr lang="zh-CN" altLang="zh-CN" sz="3200" b="1" dirty="0">
                <a:latin typeface="黑体" panose="02010609060101010101" charset="-122"/>
                <a:ea typeface="黑体" panose="02010609060101010101" charset="-122"/>
              </a:rPr>
              <a:t>．</a:t>
            </a:r>
            <a:endParaRPr lang="zh-CN" altLang="en-US" sz="3200" b="1" dirty="0">
              <a:latin typeface="黑体" panose="02010609060101010101" charset="-122"/>
              <a:ea typeface="黑体" panose="02010609060101010101" charset="-122"/>
            </a:endParaRPr>
          </a:p>
        </p:txBody>
      </p:sp>
      <p:sp>
        <p:nvSpPr>
          <p:cNvPr id="15" name="TextBox 14"/>
          <p:cNvSpPr txBox="1">
            <a:spLocks noChangeArrowheads="1"/>
          </p:cNvSpPr>
          <p:nvPr/>
        </p:nvSpPr>
        <p:spPr bwMode="auto">
          <a:xfrm>
            <a:off x="1932305" y="3855085"/>
            <a:ext cx="143446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latin typeface="黑体" panose="02010609060101010101" charset="-122"/>
                <a:ea typeface="黑体" panose="02010609060101010101" charset="-122"/>
              </a:rPr>
              <a:t>集合</a:t>
            </a:r>
            <a:endParaRPr lang="zh-CN" altLang="en-US" sz="3200" b="1" dirty="0">
              <a:latin typeface="黑体" panose="02010609060101010101" charset="-122"/>
              <a:ea typeface="黑体" panose="02010609060101010101" charset="-122"/>
            </a:endParaRPr>
          </a:p>
        </p:txBody>
      </p:sp>
      <p:graphicFrame>
        <p:nvGraphicFramePr>
          <p:cNvPr id="16" name="对象 15"/>
          <p:cNvGraphicFramePr>
            <a:graphicFrameLocks noChangeAspect="1"/>
          </p:cNvGraphicFramePr>
          <p:nvPr/>
        </p:nvGraphicFramePr>
        <p:xfrm>
          <a:off x="2911158" y="3806825"/>
          <a:ext cx="1365250" cy="622300"/>
        </p:xfrm>
        <a:graphic>
          <a:graphicData uri="http://schemas.openxmlformats.org/presentationml/2006/ole">
            <mc:AlternateContent xmlns:mc="http://schemas.openxmlformats.org/markup-compatibility/2006">
              <mc:Choice xmlns:v="urn:schemas-microsoft-com:vml" Requires="v">
                <p:oleObj spid="_x0000_s5850" name="Equation" r:id="rId11" imgW="32613600" imgH="14935200" progId="Equation.DSMT4">
                  <p:embed/>
                </p:oleObj>
              </mc:Choice>
              <mc:Fallback>
                <p:oleObj name="Equation" r:id="rId11" imgW="32613600" imgH="14935200" progId="Equation.DSMT4">
                  <p:embed/>
                  <p:pic>
                    <p:nvPicPr>
                      <p:cNvPr id="0" name="图片 5849"/>
                      <p:cNvPicPr>
                        <a:picLocks noChangeAspect="1"/>
                      </p:cNvPicPr>
                      <p:nvPr/>
                    </p:nvPicPr>
                    <p:blipFill>
                      <a:blip r:embed="rId12"/>
                      <a:stretch>
                        <a:fillRect/>
                      </a:stretch>
                    </p:blipFill>
                    <p:spPr>
                      <a:xfrm>
                        <a:off x="2911158" y="3806825"/>
                        <a:ext cx="1365250" cy="622300"/>
                      </a:xfrm>
                      <a:prstGeom prst="rect">
                        <a:avLst/>
                      </a:prstGeom>
                      <a:noFill/>
                      <a:ln w="9525">
                        <a:noFill/>
                      </a:ln>
                    </p:spPr>
                  </p:pic>
                </p:oleObj>
              </mc:Fallback>
            </mc:AlternateContent>
          </a:graphicData>
        </a:graphic>
      </p:graphicFrame>
      <p:graphicFrame>
        <p:nvGraphicFramePr>
          <p:cNvPr id="17" name="对象 16"/>
          <p:cNvGraphicFramePr>
            <a:graphicFrameLocks noChangeAspect="1"/>
          </p:cNvGraphicFramePr>
          <p:nvPr/>
        </p:nvGraphicFramePr>
        <p:xfrm>
          <a:off x="4334510" y="3949700"/>
          <a:ext cx="2608916" cy="540000"/>
        </p:xfrm>
        <a:graphic>
          <a:graphicData uri="http://schemas.openxmlformats.org/presentationml/2006/ole">
            <mc:AlternateContent xmlns:mc="http://schemas.openxmlformats.org/markup-compatibility/2006">
              <mc:Choice xmlns:v="urn:schemas-microsoft-com:vml" Requires="v">
                <p:oleObj spid="_x0000_s5851" name="Equation" r:id="rId13" imgW="60960000" imgH="12801600" progId="Equation.DSMT4">
                  <p:embed/>
                </p:oleObj>
              </mc:Choice>
              <mc:Fallback>
                <p:oleObj name="Equation" r:id="rId13" imgW="60960000" imgH="12801600" progId="Equation.DSMT4">
                  <p:embed/>
                  <p:pic>
                    <p:nvPicPr>
                      <p:cNvPr id="0" name="图片 5850"/>
                      <p:cNvPicPr>
                        <a:picLocks noChangeAspect="1"/>
                      </p:cNvPicPr>
                      <p:nvPr/>
                    </p:nvPicPr>
                    <p:blipFill>
                      <a:blip r:embed="rId14"/>
                      <a:stretch>
                        <a:fillRect/>
                      </a:stretch>
                    </p:blipFill>
                    <p:spPr>
                      <a:xfrm>
                        <a:off x="4334510" y="3949700"/>
                        <a:ext cx="2608916" cy="540000"/>
                      </a:xfrm>
                      <a:prstGeom prst="rect">
                        <a:avLst/>
                      </a:prstGeom>
                      <a:noFill/>
                      <a:ln w="9525">
                        <a:noFill/>
                      </a:ln>
                    </p:spPr>
                  </p:pic>
                </p:oleObj>
              </mc:Fallback>
            </mc:AlternateContent>
          </a:graphicData>
        </a:graphic>
      </p:graphicFrame>
      <p:sp>
        <p:nvSpPr>
          <p:cNvPr id="18" name="TextBox 17"/>
          <p:cNvSpPr txBox="1">
            <a:spLocks noChangeArrowheads="1"/>
          </p:cNvSpPr>
          <p:nvPr/>
        </p:nvSpPr>
        <p:spPr bwMode="auto">
          <a:xfrm>
            <a:off x="6943725" y="3927475"/>
            <a:ext cx="435292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latin typeface="黑体" panose="02010609060101010101" charset="-122"/>
                <a:ea typeface="黑体" panose="02010609060101010101" charset="-122"/>
              </a:rPr>
              <a:t>称为</a:t>
            </a:r>
            <a:r>
              <a:rPr lang="zh-CN" altLang="en-US" sz="3200" b="1" dirty="0" smtClean="0">
                <a:latin typeface="黑体" panose="02010609060101010101" charset="-122"/>
                <a:ea typeface="黑体" panose="02010609060101010101" charset="-122"/>
              </a:rPr>
              <a:t>点  </a:t>
            </a:r>
            <a:r>
              <a:rPr lang="zh-CN" altLang="en-US" sz="3200" b="1" dirty="0">
                <a:latin typeface="黑体" panose="02010609060101010101" charset="-122"/>
                <a:ea typeface="黑体" panose="02010609060101010101" charset="-122"/>
              </a:rPr>
              <a:t>的  </a:t>
            </a:r>
            <a:r>
              <a:rPr lang="zh-CN" altLang="en-US" sz="3200" b="1" dirty="0" smtClean="0">
                <a:solidFill>
                  <a:srgbClr val="FF0000"/>
                </a:solidFill>
                <a:latin typeface="黑体" panose="02010609060101010101" charset="-122"/>
                <a:ea typeface="黑体" panose="02010609060101010101" charset="-122"/>
              </a:rPr>
              <a:t>去</a:t>
            </a:r>
            <a:r>
              <a:rPr lang="zh-CN" altLang="en-US" sz="3200" b="1" dirty="0">
                <a:solidFill>
                  <a:srgbClr val="FF0000"/>
                </a:solidFill>
                <a:latin typeface="黑体" panose="02010609060101010101" charset="-122"/>
                <a:ea typeface="黑体" panose="02010609060101010101" charset="-122"/>
              </a:rPr>
              <a:t>心</a:t>
            </a:r>
            <a:endParaRPr lang="zh-CN" altLang="en-US" sz="3200" b="1" dirty="0">
              <a:solidFill>
                <a:srgbClr val="FF0000"/>
              </a:solidFill>
              <a:latin typeface="黑体" panose="02010609060101010101" charset="-122"/>
              <a:ea typeface="黑体" panose="02010609060101010101" charset="-122"/>
            </a:endParaRPr>
          </a:p>
        </p:txBody>
      </p:sp>
      <p:sp>
        <p:nvSpPr>
          <p:cNvPr id="20" name="TextBox 19"/>
          <p:cNvSpPr txBox="1">
            <a:spLocks noChangeArrowheads="1"/>
          </p:cNvSpPr>
          <p:nvPr/>
        </p:nvSpPr>
        <p:spPr bwMode="auto">
          <a:xfrm>
            <a:off x="10177145" y="3928110"/>
            <a:ext cx="219583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FF0000"/>
                </a:solidFill>
                <a:latin typeface="黑体" panose="02010609060101010101" charset="-122"/>
                <a:ea typeface="黑体" panose="02010609060101010101" charset="-122"/>
              </a:rPr>
              <a:t>邻域</a:t>
            </a:r>
            <a:r>
              <a:rPr lang="zh-CN" altLang="en-US" sz="3200" b="1" dirty="0">
                <a:latin typeface="黑体" panose="02010609060101010101" charset="-122"/>
                <a:ea typeface="黑体" panose="02010609060101010101" charset="-122"/>
              </a:rPr>
              <a:t>．</a:t>
            </a:r>
            <a:endParaRPr lang="zh-CN" altLang="en-US" sz="3200" b="1" dirty="0">
              <a:latin typeface="黑体" panose="02010609060101010101" charset="-122"/>
              <a:ea typeface="黑体" panose="02010609060101010101" charset="-122"/>
            </a:endParaRPr>
          </a:p>
        </p:txBody>
      </p:sp>
      <p:graphicFrame>
        <p:nvGraphicFramePr>
          <p:cNvPr id="21" name="对象 20"/>
          <p:cNvGraphicFramePr>
            <a:graphicFrameLocks noChangeAspect="1"/>
          </p:cNvGraphicFramePr>
          <p:nvPr/>
        </p:nvGraphicFramePr>
        <p:xfrm>
          <a:off x="2135188" y="2115175"/>
          <a:ext cx="248548" cy="252000"/>
        </p:xfrm>
        <a:graphic>
          <a:graphicData uri="http://schemas.openxmlformats.org/presentationml/2006/ole">
            <mc:AlternateContent xmlns:mc="http://schemas.openxmlformats.org/markup-compatibility/2006">
              <mc:Choice xmlns:v="urn:schemas-microsoft-com:vml" Requires="v">
                <p:oleObj spid="_x0000_s5852" name="Equation" r:id="rId15" imgW="5486400" imgH="5486400" progId="Equation.DSMT4">
                  <p:embed/>
                </p:oleObj>
              </mc:Choice>
              <mc:Fallback>
                <p:oleObj name="Equation" r:id="rId15" imgW="5486400" imgH="5486400" progId="Equation.DSMT4">
                  <p:embed/>
                  <p:pic>
                    <p:nvPicPr>
                      <p:cNvPr id="0" name="图片 5851"/>
                      <p:cNvPicPr>
                        <a:picLocks noChangeAspect="1"/>
                      </p:cNvPicPr>
                      <p:nvPr/>
                    </p:nvPicPr>
                    <p:blipFill>
                      <a:blip r:embed="rId16"/>
                      <a:stretch>
                        <a:fillRect/>
                      </a:stretch>
                    </p:blipFill>
                    <p:spPr>
                      <a:xfrm>
                        <a:off x="2135188" y="2115175"/>
                        <a:ext cx="248548" cy="252000"/>
                      </a:xfrm>
                      <a:prstGeom prst="rect">
                        <a:avLst/>
                      </a:prstGeom>
                      <a:noFill/>
                      <a:ln w="9525">
                        <a:noFill/>
                      </a:ln>
                    </p:spPr>
                  </p:pic>
                </p:oleObj>
              </mc:Fallback>
            </mc:AlternateContent>
          </a:graphicData>
        </a:graphic>
      </p:graphicFrame>
      <p:sp>
        <p:nvSpPr>
          <p:cNvPr id="22" name="TextBox 21"/>
          <p:cNvSpPr txBox="1"/>
          <p:nvPr/>
        </p:nvSpPr>
        <p:spPr>
          <a:xfrm>
            <a:off x="2383612" y="1909569"/>
            <a:ext cx="382513" cy="583565"/>
          </a:xfrm>
          <a:prstGeom prst="rect">
            <a:avLst/>
          </a:prstGeom>
          <a:noFill/>
        </p:spPr>
        <p:txBody>
          <a:bodyPr wrap="square" rtlCol="0">
            <a:spAutoFit/>
          </a:bodyPr>
          <a:lstStyle/>
          <a:p>
            <a:pPr>
              <a:spcBef>
                <a:spcPct val="50000"/>
              </a:spcBef>
            </a:pPr>
            <a:r>
              <a:rPr lang="zh-CN" altLang="en-US" sz="3200" b="1" dirty="0">
                <a:latin typeface="黑体" panose="02010609060101010101" charset="-122"/>
                <a:ea typeface="黑体" panose="02010609060101010101" charset="-122"/>
              </a:rPr>
              <a:t>的</a:t>
            </a:r>
            <a:endParaRPr lang="zh-CN" altLang="en-US" sz="3200" b="1" dirty="0">
              <a:latin typeface="黑体" panose="02010609060101010101" charset="-122"/>
              <a:ea typeface="黑体" panose="02010609060101010101" charset="-122"/>
            </a:endParaRPr>
          </a:p>
        </p:txBody>
      </p:sp>
      <p:graphicFrame>
        <p:nvGraphicFramePr>
          <p:cNvPr id="23" name="对象 22"/>
          <p:cNvGraphicFramePr>
            <a:graphicFrameLocks noChangeAspect="1"/>
          </p:cNvGraphicFramePr>
          <p:nvPr/>
        </p:nvGraphicFramePr>
        <p:xfrm>
          <a:off x="2531745" y="2985134"/>
          <a:ext cx="248548" cy="252000"/>
        </p:xfrm>
        <a:graphic>
          <a:graphicData uri="http://schemas.openxmlformats.org/presentationml/2006/ole">
            <mc:AlternateContent xmlns:mc="http://schemas.openxmlformats.org/markup-compatibility/2006">
              <mc:Choice xmlns:v="urn:schemas-microsoft-com:vml" Requires="v">
                <p:oleObj spid="_x0000_s5853" name="Equation" r:id="rId17" imgW="5486400" imgH="5486400" progId="Equation.DSMT4">
                  <p:embed/>
                </p:oleObj>
              </mc:Choice>
              <mc:Fallback>
                <p:oleObj name="Equation" r:id="rId17" imgW="5486400" imgH="5486400" progId="Equation.DSMT4">
                  <p:embed/>
                  <p:pic>
                    <p:nvPicPr>
                      <p:cNvPr id="0" name="图片 5852"/>
                      <p:cNvPicPr>
                        <a:picLocks noChangeAspect="1"/>
                      </p:cNvPicPr>
                      <p:nvPr/>
                    </p:nvPicPr>
                    <p:blipFill>
                      <a:blip r:embed="rId16"/>
                      <a:stretch>
                        <a:fillRect/>
                      </a:stretch>
                    </p:blipFill>
                    <p:spPr>
                      <a:xfrm>
                        <a:off x="2531745" y="2985134"/>
                        <a:ext cx="248548" cy="252000"/>
                      </a:xfrm>
                      <a:prstGeom prst="rect">
                        <a:avLst/>
                      </a:prstGeom>
                      <a:noFill/>
                      <a:ln w="9525">
                        <a:noFill/>
                      </a:ln>
                    </p:spPr>
                  </p:pic>
                </p:oleObj>
              </mc:Fallback>
            </mc:AlternateContent>
          </a:graphicData>
        </a:graphic>
      </p:graphicFrame>
      <p:graphicFrame>
        <p:nvGraphicFramePr>
          <p:cNvPr id="24" name="对象 23"/>
          <p:cNvGraphicFramePr>
            <a:graphicFrameLocks noChangeAspect="1"/>
          </p:cNvGraphicFramePr>
          <p:nvPr/>
        </p:nvGraphicFramePr>
        <p:xfrm>
          <a:off x="8341285" y="4103783"/>
          <a:ext cx="248548" cy="252000"/>
        </p:xfrm>
        <a:graphic>
          <a:graphicData uri="http://schemas.openxmlformats.org/presentationml/2006/ole">
            <mc:AlternateContent xmlns:mc="http://schemas.openxmlformats.org/markup-compatibility/2006">
              <mc:Choice xmlns:v="urn:schemas-microsoft-com:vml" Requires="v">
                <p:oleObj spid="_x0000_s5854" name="Equation" r:id="rId18" imgW="5486400" imgH="5486400" progId="Equation.DSMT4">
                  <p:embed/>
                </p:oleObj>
              </mc:Choice>
              <mc:Fallback>
                <p:oleObj name="Equation" r:id="rId18" imgW="5486400" imgH="5486400" progId="Equation.DSMT4">
                  <p:embed/>
                  <p:pic>
                    <p:nvPicPr>
                      <p:cNvPr id="0" name="图片 5853"/>
                      <p:cNvPicPr>
                        <a:picLocks noChangeAspect="1"/>
                      </p:cNvPicPr>
                      <p:nvPr/>
                    </p:nvPicPr>
                    <p:blipFill>
                      <a:blip r:embed="rId16"/>
                      <a:stretch>
                        <a:fillRect/>
                      </a:stretch>
                    </p:blipFill>
                    <p:spPr>
                      <a:xfrm>
                        <a:off x="8341285" y="4103783"/>
                        <a:ext cx="248548" cy="252000"/>
                      </a:xfrm>
                      <a:prstGeom prst="rect">
                        <a:avLst/>
                      </a:prstGeom>
                      <a:noFill/>
                      <a:ln w="9525">
                        <a:noFill/>
                      </a:ln>
                    </p:spPr>
                  </p:pic>
                </p:oleObj>
              </mc:Fallback>
            </mc:AlternateContent>
          </a:graphicData>
        </a:graphic>
      </p:graphicFrame>
      <p:graphicFrame>
        <p:nvGraphicFramePr>
          <p:cNvPr id="25" name="对象 24"/>
          <p:cNvGraphicFramePr>
            <a:graphicFrameLocks noChangeAspect="1"/>
          </p:cNvGraphicFramePr>
          <p:nvPr/>
        </p:nvGraphicFramePr>
        <p:xfrm>
          <a:off x="9182590" y="4068763"/>
          <a:ext cx="239712" cy="322262"/>
        </p:xfrm>
        <a:graphic>
          <a:graphicData uri="http://schemas.openxmlformats.org/presentationml/2006/ole">
            <mc:AlternateContent xmlns:mc="http://schemas.openxmlformats.org/markup-compatibility/2006">
              <mc:Choice xmlns:v="urn:schemas-microsoft-com:vml" Requires="v">
                <p:oleObj spid="_x0000_s5855" name="Equation" r:id="rId19" imgW="5791200" imgH="7620000" progId="Equation.DSMT4">
                  <p:embed/>
                </p:oleObj>
              </mc:Choice>
              <mc:Fallback>
                <p:oleObj name="Equation" r:id="rId19" imgW="5791200" imgH="7620000" progId="Equation.DSMT4">
                  <p:embed/>
                  <p:pic>
                    <p:nvPicPr>
                      <p:cNvPr id="0" name="图片 5854"/>
                      <p:cNvPicPr>
                        <a:picLocks noChangeAspect="1"/>
                      </p:cNvPicPr>
                      <p:nvPr/>
                    </p:nvPicPr>
                    <p:blipFill>
                      <a:blip r:embed="rId10"/>
                      <a:stretch>
                        <a:fillRect/>
                      </a:stretch>
                    </p:blipFill>
                    <p:spPr>
                      <a:xfrm>
                        <a:off x="9182590" y="4068763"/>
                        <a:ext cx="239712" cy="32226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42"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anim calcmode="lin" valueType="num">
                                      <p:cBhvr>
                                        <p:cTn id="54" dur="1000" fill="hold"/>
                                        <p:tgtEl>
                                          <p:spTgt spid="11"/>
                                        </p:tgtEl>
                                        <p:attrNameLst>
                                          <p:attrName>ppt_x</p:attrName>
                                        </p:attrNameLst>
                                      </p:cBhvr>
                                      <p:tavLst>
                                        <p:tav tm="0">
                                          <p:val>
                                            <p:strVal val="#ppt_x"/>
                                          </p:val>
                                        </p:tav>
                                        <p:tav tm="100000">
                                          <p:val>
                                            <p:strVal val="#ppt_x"/>
                                          </p:val>
                                        </p:tav>
                                      </p:tavLst>
                                    </p:anim>
                                    <p:anim calcmode="lin" valueType="num">
                                      <p:cBhvr>
                                        <p:cTn id="5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1000"/>
                                        <p:tgtEl>
                                          <p:spTgt spid="12"/>
                                        </p:tgtEl>
                                      </p:cBhvr>
                                    </p:animEffect>
                                    <p:anim calcmode="lin" valueType="num">
                                      <p:cBhvr>
                                        <p:cTn id="61" dur="1000" fill="hold"/>
                                        <p:tgtEl>
                                          <p:spTgt spid="12"/>
                                        </p:tgtEl>
                                        <p:attrNameLst>
                                          <p:attrName>ppt_x</p:attrName>
                                        </p:attrNameLst>
                                      </p:cBhvr>
                                      <p:tavLst>
                                        <p:tav tm="0">
                                          <p:val>
                                            <p:strVal val="#ppt_x"/>
                                          </p:val>
                                        </p:tav>
                                        <p:tav tm="100000">
                                          <p:val>
                                            <p:strVal val="#ppt_x"/>
                                          </p:val>
                                        </p:tav>
                                      </p:tavLst>
                                    </p:anim>
                                    <p:anim calcmode="lin" valueType="num">
                                      <p:cBhvr>
                                        <p:cTn id="62" dur="1000" fill="hold"/>
                                        <p:tgtEl>
                                          <p:spTgt spid="1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1000"/>
                                        <p:tgtEl>
                                          <p:spTgt spid="23"/>
                                        </p:tgtEl>
                                      </p:cBhvr>
                                    </p:animEffect>
                                    <p:anim calcmode="lin" valueType="num">
                                      <p:cBhvr>
                                        <p:cTn id="66" dur="1000" fill="hold"/>
                                        <p:tgtEl>
                                          <p:spTgt spid="23"/>
                                        </p:tgtEl>
                                        <p:attrNameLst>
                                          <p:attrName>ppt_x</p:attrName>
                                        </p:attrNameLst>
                                      </p:cBhvr>
                                      <p:tavLst>
                                        <p:tav tm="0">
                                          <p:val>
                                            <p:strVal val="#ppt_x"/>
                                          </p:val>
                                        </p:tav>
                                        <p:tav tm="100000">
                                          <p:val>
                                            <p:strVal val="#ppt_x"/>
                                          </p:val>
                                        </p:tav>
                                      </p:tavLst>
                                    </p:anim>
                                    <p:anim calcmode="lin" valueType="num">
                                      <p:cBhvr>
                                        <p:cTn id="6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barn(inVertical)">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ipe(down)">
                                      <p:cBhvr>
                                        <p:cTn id="77" dur="5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barn(inVertical)">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21" fill="hold" nodeType="click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barn(inVertical)">
                                      <p:cBhvr>
                                        <p:cTn id="87" dur="500"/>
                                        <p:tgtEl>
                                          <p:spTgt spid="16"/>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barn(inVertical)">
                                      <p:cBhvr>
                                        <p:cTn id="92" dur="500"/>
                                        <p:tgtEl>
                                          <p:spTgt spid="17"/>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4"/>
                                        </p:tgtEl>
                                        <p:attrNameLst>
                                          <p:attrName>style.visibility</p:attrName>
                                        </p:attrNameLst>
                                      </p:cBhvr>
                                      <p:to>
                                        <p:strVal val="visible"/>
                                      </p:to>
                                    </p:set>
                                  </p:childTnLst>
                                </p:cTn>
                              </p:par>
                              <p:par>
                                <p:cTn id="99" presetID="42" presetClass="entr" presetSubtype="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1000"/>
                                        <p:tgtEl>
                                          <p:spTgt spid="20"/>
                                        </p:tgtEl>
                                      </p:cBhvr>
                                    </p:animEffect>
                                    <p:anim calcmode="lin" valueType="num">
                                      <p:cBhvr>
                                        <p:cTn id="102" dur="1000" fill="hold"/>
                                        <p:tgtEl>
                                          <p:spTgt spid="20"/>
                                        </p:tgtEl>
                                        <p:attrNameLst>
                                          <p:attrName>ppt_x</p:attrName>
                                        </p:attrNameLst>
                                      </p:cBhvr>
                                      <p:tavLst>
                                        <p:tav tm="0">
                                          <p:val>
                                            <p:strVal val="#ppt_x"/>
                                          </p:val>
                                        </p:tav>
                                        <p:tav tm="100000">
                                          <p:val>
                                            <p:strVal val="#ppt_x"/>
                                          </p:val>
                                        </p:tav>
                                      </p:tavLst>
                                    </p:anim>
                                    <p:anim calcmode="lin" valueType="num">
                                      <p:cBhvr>
                                        <p:cTn id="103" dur="1000" fill="hold"/>
                                        <p:tgtEl>
                                          <p:spTgt spid="20"/>
                                        </p:tgtEl>
                                        <p:attrNameLst>
                                          <p:attrName>ppt_y</p:attrName>
                                        </p:attrNameLst>
                                      </p:cBhvr>
                                      <p:tavLst>
                                        <p:tav tm="0">
                                          <p:val>
                                            <p:strVal val="#ppt_y+.1"/>
                                          </p:val>
                                        </p:tav>
                                        <p:tav tm="100000">
                                          <p:val>
                                            <p:strVal val="#ppt_y"/>
                                          </p:val>
                                        </p:tav>
                                      </p:tavLst>
                                    </p:anim>
                                  </p:childTnLst>
                                </p:cTn>
                              </p:par>
                              <p:par>
                                <p:cTn id="104" presetID="1" presetClass="entr" presetSubtype="0" fill="hold" nodeType="withEffect">
                                  <p:stCondLst>
                                    <p:cond delay="0"/>
                                  </p:stCondLst>
                                  <p:childTnLst>
                                    <p:set>
                                      <p:cBhvr>
                                        <p:cTn id="105"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2" grpId="0"/>
      <p:bldP spid="14" grpId="0"/>
      <p:bldP spid="15" grpId="0"/>
      <p:bldP spid="18" grpId="0"/>
      <p:bldP spid="20"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8081645" y="775335"/>
          <a:ext cx="1800225" cy="640080"/>
        </p:xfrm>
        <a:graphic>
          <a:graphicData uri="http://schemas.openxmlformats.org/presentationml/2006/ole">
            <mc:AlternateContent xmlns:mc="http://schemas.openxmlformats.org/markup-compatibility/2006">
              <mc:Choice xmlns:v="urn:schemas-microsoft-com:vml" Requires="v">
                <p:oleObj spid="_x0000_s6145" name="Equation" r:id="rId1" imgW="17983200" imgH="4876800" progId="Equation.DSMT4">
                  <p:embed/>
                </p:oleObj>
              </mc:Choice>
              <mc:Fallback>
                <p:oleObj name="Equation" r:id="rId1" imgW="17983200" imgH="4876800" progId="Equation.DSMT4">
                  <p:embed/>
                  <p:pic>
                    <p:nvPicPr>
                      <p:cNvPr id="0" name="图片 6144"/>
                      <p:cNvPicPr>
                        <a:picLocks noChangeAspect="1"/>
                      </p:cNvPicPr>
                      <p:nvPr/>
                    </p:nvPicPr>
                    <p:blipFill>
                      <a:blip r:embed="rId2"/>
                      <a:stretch>
                        <a:fillRect/>
                      </a:stretch>
                    </p:blipFill>
                    <p:spPr>
                      <a:xfrm>
                        <a:off x="8081645" y="775335"/>
                        <a:ext cx="1800225" cy="640080"/>
                      </a:xfrm>
                      <a:prstGeom prst="rect">
                        <a:avLst/>
                      </a:prstGeom>
                      <a:noFill/>
                      <a:ln w="9525">
                        <a:noFill/>
                      </a:ln>
                    </p:spPr>
                  </p:pic>
                </p:oleObj>
              </mc:Fallback>
            </mc:AlternateContent>
          </a:graphicData>
        </a:graphic>
      </p:graphicFrame>
      <p:graphicFrame>
        <p:nvGraphicFramePr>
          <p:cNvPr id="4" name="Object 4"/>
          <p:cNvGraphicFramePr>
            <a:graphicFrameLocks noChangeAspect="1"/>
          </p:cNvGraphicFramePr>
          <p:nvPr/>
        </p:nvGraphicFramePr>
        <p:xfrm>
          <a:off x="9484995" y="1377315"/>
          <a:ext cx="762000" cy="317500"/>
        </p:xfrm>
        <a:graphic>
          <a:graphicData uri="http://schemas.openxmlformats.org/presentationml/2006/ole">
            <mc:AlternateContent xmlns:mc="http://schemas.openxmlformats.org/markup-compatibility/2006">
              <mc:Choice xmlns:v="urn:schemas-microsoft-com:vml" Requires="v">
                <p:oleObj spid="_x0000_s7146" name="Equation" r:id="rId3" imgW="18288000" imgH="7620000" progId="Equation.DSMT4">
                  <p:embed/>
                </p:oleObj>
              </mc:Choice>
              <mc:Fallback>
                <p:oleObj name="Equation" r:id="rId3" imgW="18288000" imgH="7620000" progId="Equation.DSMT4">
                  <p:embed/>
                  <p:pic>
                    <p:nvPicPr>
                      <p:cNvPr id="0" name="图片 7145"/>
                      <p:cNvPicPr>
                        <a:picLocks noChangeAspect="1"/>
                      </p:cNvPicPr>
                      <p:nvPr/>
                    </p:nvPicPr>
                    <p:blipFill>
                      <a:blip r:embed="rId4"/>
                      <a:stretch>
                        <a:fillRect/>
                      </a:stretch>
                    </p:blipFill>
                    <p:spPr>
                      <a:xfrm>
                        <a:off x="9484995" y="1377315"/>
                        <a:ext cx="762000" cy="317500"/>
                      </a:xfrm>
                      <a:prstGeom prst="rect">
                        <a:avLst/>
                      </a:prstGeom>
                      <a:noFill/>
                      <a:ln w="9525">
                        <a:noFill/>
                      </a:ln>
                    </p:spPr>
                  </p:pic>
                </p:oleObj>
              </mc:Fallback>
            </mc:AlternateContent>
          </a:graphicData>
        </a:graphic>
      </p:graphicFrame>
      <p:graphicFrame>
        <p:nvGraphicFramePr>
          <p:cNvPr id="5" name="Object 5"/>
          <p:cNvGraphicFramePr>
            <a:graphicFrameLocks noChangeAspect="1"/>
          </p:cNvGraphicFramePr>
          <p:nvPr/>
        </p:nvGraphicFramePr>
        <p:xfrm>
          <a:off x="7728585" y="1377315"/>
          <a:ext cx="749300" cy="317500"/>
        </p:xfrm>
        <a:graphic>
          <a:graphicData uri="http://schemas.openxmlformats.org/presentationml/2006/ole">
            <mc:AlternateContent xmlns:mc="http://schemas.openxmlformats.org/markup-compatibility/2006">
              <mc:Choice xmlns:v="urn:schemas-microsoft-com:vml" Requires="v">
                <p:oleObj spid="_x0000_s7147" name="Equation" r:id="rId5" imgW="17983200" imgH="7620000" progId="Equation.DSMT4">
                  <p:embed/>
                </p:oleObj>
              </mc:Choice>
              <mc:Fallback>
                <p:oleObj name="Equation" r:id="rId5" imgW="17983200" imgH="7620000" progId="Equation.DSMT4">
                  <p:embed/>
                  <p:pic>
                    <p:nvPicPr>
                      <p:cNvPr id="0" name="图片 7146"/>
                      <p:cNvPicPr>
                        <a:picLocks noChangeAspect="1"/>
                      </p:cNvPicPr>
                      <p:nvPr/>
                    </p:nvPicPr>
                    <p:blipFill>
                      <a:blip r:embed="rId6"/>
                      <a:stretch>
                        <a:fillRect/>
                      </a:stretch>
                    </p:blipFill>
                    <p:spPr>
                      <a:xfrm>
                        <a:off x="7728585" y="1377315"/>
                        <a:ext cx="749300" cy="317500"/>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3827919" y="4492312"/>
          <a:ext cx="4649788" cy="722312"/>
        </p:xfrm>
        <a:graphic>
          <a:graphicData uri="http://schemas.openxmlformats.org/presentationml/2006/ole">
            <mc:AlternateContent xmlns:mc="http://schemas.openxmlformats.org/markup-compatibility/2006">
              <mc:Choice xmlns:v="urn:schemas-microsoft-com:vml" Requires="v">
                <p:oleObj spid="_x0000_s7148" name="Equation" r:id="rId7" imgW="110642400" imgH="16459200" progId="Equation.DSMT4">
                  <p:embed/>
                </p:oleObj>
              </mc:Choice>
              <mc:Fallback>
                <p:oleObj name="Equation" r:id="rId7" imgW="110642400" imgH="16459200" progId="Equation.DSMT4">
                  <p:embed/>
                  <p:pic>
                    <p:nvPicPr>
                      <p:cNvPr id="0" name="图片 7147"/>
                      <p:cNvPicPr>
                        <a:picLocks noChangeAspect="1"/>
                      </p:cNvPicPr>
                      <p:nvPr/>
                    </p:nvPicPr>
                    <p:blipFill>
                      <a:blip r:embed="rId8">
                        <a:biLevel thresh="50000"/>
                        <a:grayscl/>
                      </a:blip>
                      <a:stretch>
                        <a:fillRect/>
                      </a:stretch>
                    </p:blipFill>
                    <p:spPr>
                      <a:xfrm>
                        <a:off x="3827919" y="4492312"/>
                        <a:ext cx="4649788" cy="722312"/>
                      </a:xfrm>
                      <a:prstGeom prst="rect">
                        <a:avLst/>
                      </a:prstGeom>
                      <a:noFill/>
                      <a:ln w="9525">
                        <a:noFill/>
                      </a:ln>
                    </p:spPr>
                  </p:pic>
                </p:oleObj>
              </mc:Fallback>
            </mc:AlternateContent>
          </a:graphicData>
        </a:graphic>
      </p:graphicFrame>
      <p:sp>
        <p:nvSpPr>
          <p:cNvPr id="7" name="Line 7"/>
          <p:cNvSpPr>
            <a:spLocks noChangeShapeType="1"/>
          </p:cNvSpPr>
          <p:nvPr/>
        </p:nvSpPr>
        <p:spPr bwMode="auto">
          <a:xfrm>
            <a:off x="7253130" y="1095267"/>
            <a:ext cx="3276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8" name="Object 8"/>
          <p:cNvGraphicFramePr>
            <a:graphicFrameLocks noChangeAspect="1"/>
          </p:cNvGraphicFramePr>
          <p:nvPr/>
        </p:nvGraphicFramePr>
        <p:xfrm>
          <a:off x="3510950" y="2023393"/>
          <a:ext cx="3427413" cy="596900"/>
        </p:xfrm>
        <a:graphic>
          <a:graphicData uri="http://schemas.openxmlformats.org/presentationml/2006/ole">
            <mc:AlternateContent xmlns:mc="http://schemas.openxmlformats.org/markup-compatibility/2006">
              <mc:Choice xmlns:v="urn:schemas-microsoft-com:vml" Requires="v">
                <p:oleObj spid="_x0000_s7149" name="Equation" r:id="rId9" imgW="81076800" imgH="12801600" progId="Equation.DSMT4">
                  <p:embed/>
                </p:oleObj>
              </mc:Choice>
              <mc:Fallback>
                <p:oleObj name="Equation" r:id="rId9" imgW="81076800" imgH="12801600" progId="Equation.DSMT4">
                  <p:embed/>
                  <p:pic>
                    <p:nvPicPr>
                      <p:cNvPr id="0" name="图片 7148"/>
                      <p:cNvPicPr>
                        <a:picLocks noChangeAspect="1"/>
                      </p:cNvPicPr>
                      <p:nvPr/>
                    </p:nvPicPr>
                    <p:blipFill>
                      <a:blip r:embed="rId10">
                        <a:biLevel thresh="50000"/>
                        <a:grayscl/>
                      </a:blip>
                      <a:stretch>
                        <a:fillRect/>
                      </a:stretch>
                    </p:blipFill>
                    <p:spPr>
                      <a:xfrm>
                        <a:off x="3510950" y="2023393"/>
                        <a:ext cx="3427413" cy="596900"/>
                      </a:xfrm>
                      <a:prstGeom prst="rect">
                        <a:avLst/>
                      </a:prstGeom>
                      <a:noFill/>
                      <a:ln w="9525">
                        <a:noFill/>
                      </a:ln>
                    </p:spPr>
                  </p:pic>
                </p:oleObj>
              </mc:Fallback>
            </mc:AlternateContent>
          </a:graphicData>
        </a:graphic>
      </p:graphicFrame>
      <p:graphicFrame>
        <p:nvGraphicFramePr>
          <p:cNvPr id="10" name="Object 10"/>
          <p:cNvGraphicFramePr>
            <a:graphicFrameLocks noChangeAspect="1"/>
          </p:cNvGraphicFramePr>
          <p:nvPr/>
        </p:nvGraphicFramePr>
        <p:xfrm>
          <a:off x="7232178" y="2020320"/>
          <a:ext cx="3317875" cy="598487"/>
        </p:xfrm>
        <a:graphic>
          <a:graphicData uri="http://schemas.openxmlformats.org/presentationml/2006/ole">
            <mc:AlternateContent xmlns:mc="http://schemas.openxmlformats.org/markup-compatibility/2006">
              <mc:Choice xmlns:v="urn:schemas-microsoft-com:vml" Requires="v">
                <p:oleObj spid="_x0000_s7150" name="Equation" r:id="rId11" imgW="78638400" imgH="12801600" progId="Equation.DSMT4">
                  <p:embed/>
                </p:oleObj>
              </mc:Choice>
              <mc:Fallback>
                <p:oleObj name="Equation" r:id="rId11" imgW="78638400" imgH="12801600" progId="Equation.DSMT4">
                  <p:embed/>
                  <p:pic>
                    <p:nvPicPr>
                      <p:cNvPr id="0" name="图片 7149"/>
                      <p:cNvPicPr>
                        <a:picLocks noChangeAspect="1"/>
                      </p:cNvPicPr>
                      <p:nvPr/>
                    </p:nvPicPr>
                    <p:blipFill>
                      <a:blip r:embed="rId12">
                        <a:biLevel thresh="50000"/>
                        <a:grayscl/>
                      </a:blip>
                      <a:stretch>
                        <a:fillRect/>
                      </a:stretch>
                    </p:blipFill>
                    <p:spPr>
                      <a:xfrm>
                        <a:off x="7232178" y="2020320"/>
                        <a:ext cx="3317875" cy="598487"/>
                      </a:xfrm>
                      <a:prstGeom prst="rect">
                        <a:avLst/>
                      </a:prstGeom>
                      <a:noFill/>
                      <a:ln w="9525">
                        <a:noFill/>
                      </a:ln>
                    </p:spPr>
                  </p:pic>
                </p:oleObj>
              </mc:Fallback>
            </mc:AlternateContent>
          </a:graphicData>
        </a:graphic>
      </p:graphicFrame>
      <p:sp>
        <p:nvSpPr>
          <p:cNvPr id="12" name="Text Box 12"/>
          <p:cNvSpPr txBox="1">
            <a:spLocks noChangeArrowheads="1"/>
          </p:cNvSpPr>
          <p:nvPr/>
        </p:nvSpPr>
        <p:spPr bwMode="auto">
          <a:xfrm>
            <a:off x="1723708" y="2717800"/>
            <a:ext cx="1620366"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微软雅黑" panose="020B0503020204020204" charset="-122"/>
                <a:ea typeface="微软雅黑" panose="020B0503020204020204" charset="-122"/>
                <a:cs typeface="微软雅黑" panose="020B0503020204020204" charset="-122"/>
              </a:rPr>
              <a:t>无限区间</a:t>
            </a:r>
            <a:r>
              <a:rPr kumimoji="1" lang="zh-CN" altLang="en-US" sz="2800" b="1" dirty="0">
                <a:latin typeface="黑体" panose="02010609060101010101" charset="-122"/>
                <a:ea typeface="黑体" panose="02010609060101010101" charset="-122"/>
              </a:rPr>
              <a:t>                                     </a:t>
            </a:r>
            <a:endParaRPr kumimoji="1" lang="zh-CN" altLang="en-US" sz="2800" b="1" dirty="0">
              <a:latin typeface="黑体" panose="02010609060101010101" charset="-122"/>
              <a:ea typeface="黑体" panose="02010609060101010101" charset="-122"/>
            </a:endParaRPr>
          </a:p>
        </p:txBody>
      </p:sp>
      <p:graphicFrame>
        <p:nvGraphicFramePr>
          <p:cNvPr id="13" name="Object 13"/>
          <p:cNvGraphicFramePr>
            <a:graphicFrameLocks noChangeAspect="1"/>
          </p:cNvGraphicFramePr>
          <p:nvPr/>
        </p:nvGraphicFramePr>
        <p:xfrm>
          <a:off x="3510915" y="2679383"/>
          <a:ext cx="3125788" cy="598487"/>
        </p:xfrm>
        <a:graphic>
          <a:graphicData uri="http://schemas.openxmlformats.org/presentationml/2006/ole">
            <mc:AlternateContent xmlns:mc="http://schemas.openxmlformats.org/markup-compatibility/2006">
              <mc:Choice xmlns:v="urn:schemas-microsoft-com:vml" Requires="v">
                <p:oleObj spid="_x0000_s7151" name="Equation" r:id="rId13" imgW="74066400" imgH="12801600" progId="Equation.DSMT4">
                  <p:embed/>
                </p:oleObj>
              </mc:Choice>
              <mc:Fallback>
                <p:oleObj name="Equation" r:id="rId13" imgW="74066400" imgH="12801600" progId="Equation.DSMT4">
                  <p:embed/>
                  <p:pic>
                    <p:nvPicPr>
                      <p:cNvPr id="0" name="图片 7150"/>
                      <p:cNvPicPr>
                        <a:picLocks noChangeAspect="1"/>
                      </p:cNvPicPr>
                      <p:nvPr/>
                    </p:nvPicPr>
                    <p:blipFill>
                      <a:blip r:embed="rId14">
                        <a:biLevel thresh="50000"/>
                        <a:grayscl/>
                      </a:blip>
                      <a:stretch>
                        <a:fillRect/>
                      </a:stretch>
                    </p:blipFill>
                    <p:spPr>
                      <a:xfrm>
                        <a:off x="3510915" y="2679383"/>
                        <a:ext cx="3125788" cy="598487"/>
                      </a:xfrm>
                      <a:prstGeom prst="rect">
                        <a:avLst/>
                      </a:prstGeom>
                      <a:noFill/>
                      <a:ln w="9525">
                        <a:noFill/>
                      </a:ln>
                    </p:spPr>
                  </p:pic>
                </p:oleObj>
              </mc:Fallback>
            </mc:AlternateContent>
          </a:graphicData>
        </a:graphic>
      </p:graphicFrame>
      <p:graphicFrame>
        <p:nvGraphicFramePr>
          <p:cNvPr id="15" name="Object 15"/>
          <p:cNvGraphicFramePr>
            <a:graphicFrameLocks noChangeAspect="1"/>
          </p:cNvGraphicFramePr>
          <p:nvPr/>
        </p:nvGraphicFramePr>
        <p:xfrm>
          <a:off x="7232178" y="2731044"/>
          <a:ext cx="2963862" cy="596900"/>
        </p:xfrm>
        <a:graphic>
          <a:graphicData uri="http://schemas.openxmlformats.org/presentationml/2006/ole">
            <mc:AlternateContent xmlns:mc="http://schemas.openxmlformats.org/markup-compatibility/2006">
              <mc:Choice xmlns:v="urn:schemas-microsoft-com:vml" Requires="v">
                <p:oleObj spid="_x0000_s7152" name="Equation" r:id="rId15" imgW="70104000" imgH="12801600" progId="Equation.DSMT4">
                  <p:embed/>
                </p:oleObj>
              </mc:Choice>
              <mc:Fallback>
                <p:oleObj name="Equation" r:id="rId15" imgW="70104000" imgH="12801600" progId="Equation.DSMT4">
                  <p:embed/>
                  <p:pic>
                    <p:nvPicPr>
                      <p:cNvPr id="0" name="图片 7151"/>
                      <p:cNvPicPr>
                        <a:picLocks noChangeAspect="1"/>
                      </p:cNvPicPr>
                      <p:nvPr/>
                    </p:nvPicPr>
                    <p:blipFill>
                      <a:blip r:embed="rId16">
                        <a:biLevel thresh="50000"/>
                        <a:grayscl/>
                      </a:blip>
                      <a:stretch>
                        <a:fillRect/>
                      </a:stretch>
                    </p:blipFill>
                    <p:spPr>
                      <a:xfrm>
                        <a:off x="7232178" y="2731044"/>
                        <a:ext cx="2963862" cy="596900"/>
                      </a:xfrm>
                      <a:prstGeom prst="rect">
                        <a:avLst/>
                      </a:prstGeom>
                      <a:noFill/>
                      <a:ln w="9525">
                        <a:noFill/>
                      </a:ln>
                    </p:spPr>
                  </p:pic>
                </p:oleObj>
              </mc:Fallback>
            </mc:AlternateContent>
          </a:graphicData>
        </a:graphic>
      </p:graphicFrame>
      <p:graphicFrame>
        <p:nvGraphicFramePr>
          <p:cNvPr id="17" name="Object 17"/>
          <p:cNvGraphicFramePr>
            <a:graphicFrameLocks noChangeAspect="1"/>
          </p:cNvGraphicFramePr>
          <p:nvPr/>
        </p:nvGraphicFramePr>
        <p:xfrm>
          <a:off x="3510915" y="3355975"/>
          <a:ext cx="3425825" cy="598488"/>
        </p:xfrm>
        <a:graphic>
          <a:graphicData uri="http://schemas.openxmlformats.org/presentationml/2006/ole">
            <mc:AlternateContent xmlns:mc="http://schemas.openxmlformats.org/markup-compatibility/2006">
              <mc:Choice xmlns:v="urn:schemas-microsoft-com:vml" Requires="v">
                <p:oleObj spid="_x0000_s7153" name="Equation" r:id="rId17" imgW="81076800" imgH="12801600" progId="Equation.DSMT4">
                  <p:embed/>
                </p:oleObj>
              </mc:Choice>
              <mc:Fallback>
                <p:oleObj name="Equation" r:id="rId17" imgW="81076800" imgH="12801600" progId="Equation.DSMT4">
                  <p:embed/>
                  <p:pic>
                    <p:nvPicPr>
                      <p:cNvPr id="0" name="图片 7152"/>
                      <p:cNvPicPr>
                        <a:picLocks noChangeAspect="1"/>
                      </p:cNvPicPr>
                      <p:nvPr/>
                    </p:nvPicPr>
                    <p:blipFill>
                      <a:blip r:embed="rId18">
                        <a:biLevel thresh="50000"/>
                        <a:grayscl/>
                      </a:blip>
                      <a:stretch>
                        <a:fillRect/>
                      </a:stretch>
                    </p:blipFill>
                    <p:spPr>
                      <a:xfrm>
                        <a:off x="3510915" y="3355975"/>
                        <a:ext cx="3425825" cy="598488"/>
                      </a:xfrm>
                      <a:prstGeom prst="rect">
                        <a:avLst/>
                      </a:prstGeom>
                      <a:noFill/>
                      <a:ln w="9525">
                        <a:noFill/>
                      </a:ln>
                    </p:spPr>
                  </p:pic>
                </p:oleObj>
              </mc:Fallback>
            </mc:AlternateContent>
          </a:graphicData>
        </a:graphic>
      </p:graphicFrame>
      <p:sp>
        <p:nvSpPr>
          <p:cNvPr id="19" name="Text Box 19"/>
          <p:cNvSpPr txBox="1">
            <a:spLocks noChangeArrowheads="1"/>
          </p:cNvSpPr>
          <p:nvPr/>
        </p:nvSpPr>
        <p:spPr bwMode="auto">
          <a:xfrm>
            <a:off x="1708468" y="4011295"/>
            <a:ext cx="2412454"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微软雅黑" panose="020B0503020204020204" charset="-122"/>
                <a:ea typeface="微软雅黑" panose="020B0503020204020204" charset="-122"/>
                <a:cs typeface="微软雅黑" panose="020B0503020204020204" charset="-122"/>
              </a:rPr>
              <a:t>点的</a:t>
            </a:r>
            <a:r>
              <a:rPr kumimoji="1" lang="zh-CN" altLang="en-US" sz="2800" b="1" i="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rPr>
              <a:t>邻域：</a:t>
            </a:r>
            <a:endPar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0" name="Line 20"/>
          <p:cNvSpPr>
            <a:spLocks noChangeShapeType="1"/>
          </p:cNvSpPr>
          <p:nvPr/>
        </p:nvSpPr>
        <p:spPr bwMode="auto">
          <a:xfrm>
            <a:off x="8143717" y="1095585"/>
            <a:ext cx="1676400" cy="0"/>
          </a:xfrm>
          <a:prstGeom prst="line">
            <a:avLst/>
          </a:prstGeom>
          <a:noFill/>
          <a:ln w="28575">
            <a:solidFill>
              <a:srgbClr val="00B0F0"/>
            </a:solidFill>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22" name="Object 22"/>
          <p:cNvGraphicFramePr>
            <a:graphicFrameLocks noChangeAspect="1"/>
          </p:cNvGraphicFramePr>
          <p:nvPr/>
        </p:nvGraphicFramePr>
        <p:xfrm>
          <a:off x="8867140" y="1186815"/>
          <a:ext cx="228600" cy="228600"/>
        </p:xfrm>
        <a:graphic>
          <a:graphicData uri="http://schemas.openxmlformats.org/presentationml/2006/ole">
            <mc:AlternateContent xmlns:mc="http://schemas.openxmlformats.org/markup-compatibility/2006">
              <mc:Choice xmlns:v="urn:schemas-microsoft-com:vml" Requires="v">
                <p:oleObj spid="_x0000_s7154" name="Equation" r:id="rId19" imgW="5486400" imgH="5486400" progId="Equation.DSMT4">
                  <p:embed/>
                </p:oleObj>
              </mc:Choice>
              <mc:Fallback>
                <p:oleObj name="Equation" r:id="rId19" imgW="5486400" imgH="5486400" progId="Equation.DSMT4">
                  <p:embed/>
                  <p:pic>
                    <p:nvPicPr>
                      <p:cNvPr id="0" name="图片 7153"/>
                      <p:cNvPicPr>
                        <a:picLocks noChangeAspect="1"/>
                      </p:cNvPicPr>
                      <p:nvPr/>
                    </p:nvPicPr>
                    <p:blipFill>
                      <a:blip r:embed="rId20"/>
                      <a:stretch>
                        <a:fillRect/>
                      </a:stretch>
                    </p:blipFill>
                    <p:spPr>
                      <a:xfrm>
                        <a:off x="8867140" y="1186815"/>
                        <a:ext cx="228600" cy="228600"/>
                      </a:xfrm>
                      <a:prstGeom prst="rect">
                        <a:avLst/>
                      </a:prstGeom>
                      <a:noFill/>
                      <a:ln w="9525">
                        <a:noFill/>
                      </a:ln>
                    </p:spPr>
                  </p:pic>
                </p:oleObj>
              </mc:Fallback>
            </mc:AlternateContent>
          </a:graphicData>
        </a:graphic>
      </p:graphicFrame>
      <p:sp>
        <p:nvSpPr>
          <p:cNvPr id="23" name="Oval 23"/>
          <p:cNvSpPr>
            <a:spLocks noChangeArrowheads="1"/>
          </p:cNvSpPr>
          <p:nvPr/>
        </p:nvSpPr>
        <p:spPr bwMode="auto">
          <a:xfrm>
            <a:off x="8936355" y="1050290"/>
            <a:ext cx="90805" cy="90805"/>
          </a:xfrm>
          <a:prstGeom prst="ellipse">
            <a:avLst/>
          </a:prstGeom>
          <a:solidFill>
            <a:srgbClr val="FF0000"/>
          </a:solidFill>
          <a:ln w="9525">
            <a:solidFill>
              <a:srgbClr val="00FF00"/>
            </a:solidFill>
            <a:round/>
          </a:ln>
        </p:spPr>
        <p:txBody>
          <a:bodyPr wrap="none" anchor="ctr"/>
          <a:lstStyle/>
          <a:p>
            <a:endParaRPr lang="zh-CN" altLang="en-US" b="1">
              <a:latin typeface="黑体" panose="02010609060101010101" charset="-122"/>
              <a:ea typeface="黑体" panose="02010609060101010101" charset="-122"/>
            </a:endParaRPr>
          </a:p>
        </p:txBody>
      </p:sp>
      <p:graphicFrame>
        <p:nvGraphicFramePr>
          <p:cNvPr id="24" name="Object 24"/>
          <p:cNvGraphicFramePr>
            <a:graphicFrameLocks noChangeAspect="1"/>
          </p:cNvGraphicFramePr>
          <p:nvPr/>
        </p:nvGraphicFramePr>
        <p:xfrm>
          <a:off x="3827572" y="4032865"/>
          <a:ext cx="7202488" cy="581025"/>
        </p:xfrm>
        <a:graphic>
          <a:graphicData uri="http://schemas.openxmlformats.org/presentationml/2006/ole">
            <mc:AlternateContent xmlns:mc="http://schemas.openxmlformats.org/markup-compatibility/2006">
              <mc:Choice xmlns:v="urn:schemas-microsoft-com:vml" Requires="v">
                <p:oleObj spid="_x0000_s7155" name="Equation" r:id="rId21" imgW="171297600" imgH="12801600" progId="Equation.DSMT4">
                  <p:embed/>
                </p:oleObj>
              </mc:Choice>
              <mc:Fallback>
                <p:oleObj name="Equation" r:id="rId21" imgW="171297600" imgH="12801600" progId="Equation.DSMT4">
                  <p:embed/>
                  <p:pic>
                    <p:nvPicPr>
                      <p:cNvPr id="0" name="图片 7154"/>
                      <p:cNvPicPr>
                        <a:picLocks noChangeAspect="1"/>
                      </p:cNvPicPr>
                      <p:nvPr/>
                    </p:nvPicPr>
                    <p:blipFill>
                      <a:blip r:embed="rId22">
                        <a:biLevel thresh="50000"/>
                        <a:grayscl/>
                      </a:blip>
                      <a:stretch>
                        <a:fillRect/>
                      </a:stretch>
                    </p:blipFill>
                    <p:spPr>
                      <a:xfrm>
                        <a:off x="3827572" y="4032865"/>
                        <a:ext cx="7202488" cy="581025"/>
                      </a:xfrm>
                      <a:prstGeom prst="rect">
                        <a:avLst/>
                      </a:prstGeom>
                      <a:noFill/>
                      <a:ln w="9525">
                        <a:noFill/>
                      </a:ln>
                    </p:spPr>
                  </p:pic>
                </p:oleObj>
              </mc:Fallback>
            </mc:AlternateContent>
          </a:graphicData>
        </a:graphic>
      </p:graphicFrame>
      <p:sp>
        <p:nvSpPr>
          <p:cNvPr id="26" name="Rectangle 30"/>
          <p:cNvSpPr txBox="1">
            <a:spLocks noChangeArrowheads="1"/>
          </p:cNvSpPr>
          <p:nvPr/>
        </p:nvSpPr>
        <p:spPr>
          <a:xfrm>
            <a:off x="1723708" y="2022793"/>
            <a:ext cx="1787052"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a:latin typeface="微软雅黑" panose="020B0503020204020204" charset="-122"/>
                <a:ea typeface="微软雅黑" panose="020B0503020204020204" charset="-122"/>
                <a:cs typeface="微软雅黑" panose="020B0503020204020204" charset="-122"/>
              </a:rPr>
              <a:t>半开区间</a:t>
            </a:r>
            <a:r>
              <a:rPr lang="zh-CN" altLang="en-US" sz="2800" b="1" dirty="0" smtClean="0">
                <a:latin typeface="黑体" panose="02010609060101010101" charset="-122"/>
                <a:ea typeface="黑体" panose="02010609060101010101" charset="-122"/>
              </a:rPr>
              <a:t>                                    </a:t>
            </a:r>
            <a:endParaRPr lang="zh-CN" altLang="en-US" sz="2800" b="1" dirty="0" smtClean="0">
              <a:latin typeface="黑体" panose="02010609060101010101" charset="-122"/>
              <a:ea typeface="黑体" panose="02010609060101010101" charset="-122"/>
            </a:endParaRPr>
          </a:p>
        </p:txBody>
      </p:sp>
      <p:sp>
        <p:nvSpPr>
          <p:cNvPr id="27" name="Text Box 31"/>
          <p:cNvSpPr txBox="1">
            <a:spLocks noChangeArrowheads="1"/>
          </p:cNvSpPr>
          <p:nvPr/>
        </p:nvSpPr>
        <p:spPr bwMode="auto">
          <a:xfrm>
            <a:off x="1708962" y="4611698"/>
            <a:ext cx="198945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rPr>
              <a:t>去心</a:t>
            </a:r>
            <a:r>
              <a:rPr kumimoji="1" lang="zh-CN" altLang="en-US" sz="2800" b="1" i="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kumimoji="1" lang="zh-CN" altLang="en-US" sz="2800" b="1" dirty="0" smtClean="0">
                <a:solidFill>
                  <a:srgbClr val="FF0000"/>
                </a:solidFill>
                <a:latin typeface="微软雅黑" panose="020B0503020204020204" charset="-122"/>
                <a:ea typeface="微软雅黑" panose="020B0503020204020204" charset="-122"/>
                <a:cs typeface="微软雅黑" panose="020B0503020204020204" charset="-122"/>
              </a:rPr>
              <a:t>邻域</a:t>
            </a:r>
            <a:r>
              <a:rPr kumimoji="1" lang="en-US" altLang="zh-CN" sz="2800" b="1" dirty="0" smtClean="0">
                <a:solidFill>
                  <a:srgbClr val="FF0000"/>
                </a:solidFill>
                <a:latin typeface="微软雅黑" panose="020B0503020204020204" charset="-122"/>
                <a:ea typeface="微软雅黑" panose="020B0503020204020204" charset="-122"/>
                <a:cs typeface="微软雅黑" panose="020B0503020204020204" charset="-122"/>
              </a:rPr>
              <a:t>:</a:t>
            </a:r>
            <a:endParaRPr kumimoji="1" lang="en-US" altLang="zh-CN" sz="2800" b="1" dirty="0" smtClean="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8" name="Text Box 32"/>
          <p:cNvSpPr txBox="1">
            <a:spLocks noChangeArrowheads="1"/>
          </p:cNvSpPr>
          <p:nvPr/>
        </p:nvSpPr>
        <p:spPr bwMode="auto">
          <a:xfrm>
            <a:off x="1747697" y="5266412"/>
            <a:ext cx="1739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rPr>
              <a:t>左</a:t>
            </a:r>
            <a:r>
              <a:rPr kumimoji="1" lang="zh-CN" altLang="en-US" sz="2800" b="1" i="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rPr>
              <a:t> 邻域 </a:t>
            </a:r>
            <a:r>
              <a:rPr kumimoji="1" lang="en-US" altLang="zh-CN" sz="2800" b="1" dirty="0">
                <a:solidFill>
                  <a:srgbClr val="FF0000"/>
                </a:solidFill>
                <a:latin typeface="微软雅黑" panose="020B0503020204020204" charset="-122"/>
                <a:ea typeface="微软雅黑" panose="020B0503020204020204" charset="-122"/>
                <a:cs typeface="微软雅黑" panose="020B0503020204020204" charset="-122"/>
              </a:rPr>
              <a:t>:</a:t>
            </a:r>
            <a:endParaRPr kumimoji="1" lang="en-US" altLang="zh-CN" sz="2800" b="1" dirty="0">
              <a:solidFill>
                <a:srgbClr val="FF0000"/>
              </a:solidFill>
              <a:latin typeface="微软雅黑" panose="020B0503020204020204" charset="-122"/>
              <a:ea typeface="微软雅黑" panose="020B0503020204020204" charset="-122"/>
              <a:cs typeface="微软雅黑" panose="020B0503020204020204" charset="-122"/>
            </a:endParaRPr>
          </a:p>
        </p:txBody>
      </p:sp>
      <p:graphicFrame>
        <p:nvGraphicFramePr>
          <p:cNvPr id="29" name="Object 33"/>
          <p:cNvGraphicFramePr>
            <a:graphicFrameLocks noChangeAspect="1"/>
          </p:cNvGraphicFramePr>
          <p:nvPr/>
        </p:nvGraphicFramePr>
        <p:xfrm>
          <a:off x="4796294" y="5348320"/>
          <a:ext cx="1589088" cy="442913"/>
        </p:xfrm>
        <a:graphic>
          <a:graphicData uri="http://schemas.openxmlformats.org/presentationml/2006/ole">
            <mc:AlternateContent xmlns:mc="http://schemas.openxmlformats.org/markup-compatibility/2006">
              <mc:Choice xmlns:v="urn:schemas-microsoft-com:vml" Requires="v">
                <p:oleObj spid="_x0000_s7156" name="Equation" r:id="rId23" imgW="36880800" imgH="9448800" progId="Equation.DSMT4">
                  <p:embed/>
                </p:oleObj>
              </mc:Choice>
              <mc:Fallback>
                <p:oleObj name="Equation" r:id="rId23" imgW="36880800" imgH="9448800" progId="Equation.DSMT4">
                  <p:embed/>
                  <p:pic>
                    <p:nvPicPr>
                      <p:cNvPr id="0" name="图片 7155"/>
                      <p:cNvPicPr>
                        <a:picLocks noChangeAspect="1"/>
                      </p:cNvPicPr>
                      <p:nvPr/>
                    </p:nvPicPr>
                    <p:blipFill>
                      <a:blip r:embed="rId24">
                        <a:biLevel thresh="50000"/>
                        <a:grayscl/>
                      </a:blip>
                      <a:stretch>
                        <a:fillRect/>
                      </a:stretch>
                    </p:blipFill>
                    <p:spPr>
                      <a:xfrm>
                        <a:off x="4796294" y="5348320"/>
                        <a:ext cx="1589088" cy="442913"/>
                      </a:xfrm>
                      <a:prstGeom prst="rect">
                        <a:avLst/>
                      </a:prstGeom>
                      <a:noFill/>
                      <a:ln w="9525">
                        <a:noFill/>
                      </a:ln>
                    </p:spPr>
                  </p:pic>
                </p:oleObj>
              </mc:Fallback>
            </mc:AlternateContent>
          </a:graphicData>
        </a:graphic>
      </p:graphicFrame>
      <p:sp>
        <p:nvSpPr>
          <p:cNvPr id="30" name="Text Box 34"/>
          <p:cNvSpPr txBox="1">
            <a:spLocks noChangeArrowheads="1"/>
          </p:cNvSpPr>
          <p:nvPr/>
        </p:nvSpPr>
        <p:spPr bwMode="auto">
          <a:xfrm>
            <a:off x="1747697" y="5791200"/>
            <a:ext cx="1739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rPr>
              <a:t>右</a:t>
            </a:r>
            <a:r>
              <a:rPr kumimoji="1" lang="zh-CN" altLang="en-US" sz="2800" b="1" i="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kumimoji="1" lang="zh-CN" altLang="en-US" sz="2800" b="1" dirty="0">
                <a:solidFill>
                  <a:srgbClr val="FF0000"/>
                </a:solidFill>
                <a:latin typeface="微软雅黑" panose="020B0503020204020204" charset="-122"/>
                <a:ea typeface="微软雅黑" panose="020B0503020204020204" charset="-122"/>
                <a:cs typeface="微软雅黑" panose="020B0503020204020204" charset="-122"/>
              </a:rPr>
              <a:t> 邻域 </a:t>
            </a:r>
            <a:r>
              <a:rPr kumimoji="1" lang="en-US" altLang="zh-CN" sz="2800" b="1" dirty="0">
                <a:solidFill>
                  <a:srgbClr val="FF0000"/>
                </a:solidFill>
                <a:latin typeface="微软雅黑" panose="020B0503020204020204" charset="-122"/>
                <a:ea typeface="微软雅黑" panose="020B0503020204020204" charset="-122"/>
                <a:cs typeface="微软雅黑" panose="020B0503020204020204" charset="-122"/>
              </a:rPr>
              <a:t>:</a:t>
            </a:r>
            <a:endParaRPr kumimoji="1" lang="en-US" altLang="zh-CN" sz="2800" b="1" dirty="0">
              <a:solidFill>
                <a:srgbClr val="FF0000"/>
              </a:solidFill>
              <a:latin typeface="微软雅黑" panose="020B0503020204020204" charset="-122"/>
              <a:ea typeface="微软雅黑" panose="020B0503020204020204" charset="-122"/>
              <a:cs typeface="微软雅黑" panose="020B0503020204020204" charset="-122"/>
            </a:endParaRPr>
          </a:p>
        </p:txBody>
      </p:sp>
      <p:graphicFrame>
        <p:nvGraphicFramePr>
          <p:cNvPr id="31" name="Object 35"/>
          <p:cNvGraphicFramePr>
            <a:graphicFrameLocks noChangeAspect="1"/>
          </p:cNvGraphicFramePr>
          <p:nvPr/>
        </p:nvGraphicFramePr>
        <p:xfrm>
          <a:off x="4826774" y="5870501"/>
          <a:ext cx="1558925" cy="442912"/>
        </p:xfrm>
        <a:graphic>
          <a:graphicData uri="http://schemas.openxmlformats.org/presentationml/2006/ole">
            <mc:AlternateContent xmlns:mc="http://schemas.openxmlformats.org/markup-compatibility/2006">
              <mc:Choice xmlns:v="urn:schemas-microsoft-com:vml" Requires="v">
                <p:oleObj spid="_x0000_s7157" name="Equation" r:id="rId25" imgW="36271200" imgH="9448800" progId="Equation.DSMT4">
                  <p:embed/>
                </p:oleObj>
              </mc:Choice>
              <mc:Fallback>
                <p:oleObj name="Equation" r:id="rId25" imgW="36271200" imgH="9448800" progId="Equation.DSMT4">
                  <p:embed/>
                  <p:pic>
                    <p:nvPicPr>
                      <p:cNvPr id="0" name="图片 7156"/>
                      <p:cNvPicPr>
                        <a:picLocks noChangeAspect="1"/>
                      </p:cNvPicPr>
                      <p:nvPr/>
                    </p:nvPicPr>
                    <p:blipFill>
                      <a:blip r:embed="rId26">
                        <a:biLevel thresh="50000"/>
                        <a:grayscl/>
                      </a:blip>
                      <a:stretch>
                        <a:fillRect/>
                      </a:stretch>
                    </p:blipFill>
                    <p:spPr>
                      <a:xfrm>
                        <a:off x="4826774" y="5870501"/>
                        <a:ext cx="1558925" cy="442912"/>
                      </a:xfrm>
                      <a:prstGeom prst="rect">
                        <a:avLst/>
                      </a:prstGeom>
                      <a:noFill/>
                      <a:ln w="9525">
                        <a:noFill/>
                      </a:ln>
                    </p:spPr>
                  </p:pic>
                </p:oleObj>
              </mc:Fallback>
            </mc:AlternateContent>
          </a:graphicData>
        </a:graphic>
      </p:graphicFrame>
      <p:sp>
        <p:nvSpPr>
          <p:cNvPr id="32" name="Rectangle 30"/>
          <p:cNvSpPr txBox="1">
            <a:spLocks noChangeArrowheads="1"/>
          </p:cNvSpPr>
          <p:nvPr/>
        </p:nvSpPr>
        <p:spPr bwMode="auto">
          <a:xfrm>
            <a:off x="1723708" y="773430"/>
            <a:ext cx="129614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smtClean="0">
                <a:latin typeface="微软雅黑" panose="020B0503020204020204" charset="-122"/>
                <a:ea typeface="微软雅黑" panose="020B0503020204020204" charset="-122"/>
              </a:rPr>
              <a:t>开区间</a:t>
            </a:r>
            <a:endParaRPr lang="zh-CN" altLang="en-US" sz="2800" b="1" dirty="0" smtClean="0">
              <a:latin typeface="微软雅黑" panose="020B0503020204020204" charset="-122"/>
              <a:ea typeface="微软雅黑" panose="020B0503020204020204" charset="-122"/>
            </a:endParaRPr>
          </a:p>
        </p:txBody>
      </p:sp>
      <p:sp>
        <p:nvSpPr>
          <p:cNvPr id="33" name="Rectangle 30"/>
          <p:cNvSpPr txBox="1">
            <a:spLocks noChangeArrowheads="1"/>
          </p:cNvSpPr>
          <p:nvPr/>
        </p:nvSpPr>
        <p:spPr bwMode="auto">
          <a:xfrm>
            <a:off x="1723708" y="1377315"/>
            <a:ext cx="154463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微软雅黑" panose="020B0503020204020204" charset="-122"/>
                <a:ea typeface="微软雅黑" panose="020B0503020204020204" charset="-122"/>
                <a:cs typeface="微软雅黑" panose="020B0503020204020204" charset="-122"/>
              </a:rPr>
              <a:t>闭区间  </a:t>
            </a:r>
            <a:r>
              <a:rPr lang="zh-CN" altLang="en-US" sz="2800" b="1">
                <a:latin typeface="黑体" panose="02010609060101010101" charset="-122"/>
                <a:ea typeface="黑体" panose="02010609060101010101" charset="-122"/>
              </a:rPr>
              <a:t>                                                                    </a:t>
            </a:r>
            <a:endParaRPr lang="zh-CN" altLang="en-US" sz="2800" b="1">
              <a:latin typeface="黑体" panose="02010609060101010101" charset="-122"/>
              <a:ea typeface="黑体" panose="02010609060101010101" charset="-122"/>
            </a:endParaRPr>
          </a:p>
        </p:txBody>
      </p:sp>
      <p:graphicFrame>
        <p:nvGraphicFramePr>
          <p:cNvPr id="34" name="对象 33"/>
          <p:cNvGraphicFramePr>
            <a:graphicFrameLocks noChangeAspect="1"/>
          </p:cNvGraphicFramePr>
          <p:nvPr/>
        </p:nvGraphicFramePr>
        <p:xfrm>
          <a:off x="3132786" y="776605"/>
          <a:ext cx="3389312" cy="606425"/>
        </p:xfrm>
        <a:graphic>
          <a:graphicData uri="http://schemas.openxmlformats.org/presentationml/2006/ole">
            <mc:AlternateContent xmlns:mc="http://schemas.openxmlformats.org/markup-compatibility/2006">
              <mc:Choice xmlns:v="urn:schemas-microsoft-com:vml" Requires="v">
                <p:oleObj spid="_x0000_s7158" name="Equation" r:id="rId27" imgW="80162400" imgH="12801600" progId="Equation.DSMT4">
                  <p:embed/>
                </p:oleObj>
              </mc:Choice>
              <mc:Fallback>
                <p:oleObj name="Equation" r:id="rId27" imgW="80162400" imgH="12801600" progId="Equation.DSMT4">
                  <p:embed/>
                  <p:pic>
                    <p:nvPicPr>
                      <p:cNvPr id="0" name="图片 7157"/>
                      <p:cNvPicPr>
                        <a:picLocks noChangeAspect="1"/>
                      </p:cNvPicPr>
                      <p:nvPr/>
                    </p:nvPicPr>
                    <p:blipFill>
                      <a:blip r:embed="rId28">
                        <a:biLevel thresh="50000"/>
                        <a:grayscl/>
                      </a:blip>
                      <a:stretch>
                        <a:fillRect/>
                      </a:stretch>
                    </p:blipFill>
                    <p:spPr>
                      <a:xfrm>
                        <a:off x="3132786" y="776605"/>
                        <a:ext cx="3389312" cy="606425"/>
                      </a:xfrm>
                      <a:prstGeom prst="rect">
                        <a:avLst/>
                      </a:prstGeom>
                      <a:noFill/>
                      <a:ln w="9525">
                        <a:noFill/>
                      </a:ln>
                    </p:spPr>
                  </p:pic>
                </p:oleObj>
              </mc:Fallback>
            </mc:AlternateContent>
          </a:graphicData>
        </a:graphic>
      </p:graphicFrame>
      <p:graphicFrame>
        <p:nvGraphicFramePr>
          <p:cNvPr id="35" name="对象 34"/>
          <p:cNvGraphicFramePr>
            <a:graphicFrameLocks noChangeAspect="1"/>
          </p:cNvGraphicFramePr>
          <p:nvPr/>
        </p:nvGraphicFramePr>
        <p:xfrm>
          <a:off x="3182675" y="1400775"/>
          <a:ext cx="3290887" cy="604838"/>
        </p:xfrm>
        <a:graphic>
          <a:graphicData uri="http://schemas.openxmlformats.org/presentationml/2006/ole">
            <mc:AlternateContent xmlns:mc="http://schemas.openxmlformats.org/markup-compatibility/2006">
              <mc:Choice xmlns:v="urn:schemas-microsoft-com:vml" Requires="v">
                <p:oleObj spid="_x0000_s7159" name="Equation" r:id="rId29" imgW="77724000" imgH="12801600" progId="Equation.DSMT4">
                  <p:embed/>
                </p:oleObj>
              </mc:Choice>
              <mc:Fallback>
                <p:oleObj name="Equation" r:id="rId29" imgW="77724000" imgH="12801600" progId="Equation.DSMT4">
                  <p:embed/>
                  <p:pic>
                    <p:nvPicPr>
                      <p:cNvPr id="0" name="图片 7158"/>
                      <p:cNvPicPr>
                        <a:picLocks noChangeAspect="1"/>
                      </p:cNvPicPr>
                      <p:nvPr/>
                    </p:nvPicPr>
                    <p:blipFill>
                      <a:blip r:embed="rId30">
                        <a:biLevel thresh="50000"/>
                        <a:grayscl/>
                      </a:blip>
                      <a:stretch>
                        <a:fillRect/>
                      </a:stretch>
                    </p:blipFill>
                    <p:spPr>
                      <a:xfrm>
                        <a:off x="3182675" y="1400775"/>
                        <a:ext cx="3290887" cy="604838"/>
                      </a:xfrm>
                      <a:prstGeom prst="rect">
                        <a:avLst/>
                      </a:prstGeom>
                      <a:noFill/>
                      <a:ln w="9525">
                        <a:noFill/>
                      </a:ln>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514798" y="5318863"/>
          <a:ext cx="1252855" cy="431800"/>
        </p:xfrm>
        <a:graphic>
          <a:graphicData uri="http://schemas.openxmlformats.org/presentationml/2006/ole">
            <mc:AlternateContent xmlns:mc="http://schemas.openxmlformats.org/markup-compatibility/2006">
              <mc:Choice xmlns:v="urn:schemas-microsoft-com:vml" Requires="v">
                <p:oleObj spid="_x0000_s1025" name="" r:id="rId31" imgW="736600" imgH="254000" progId="Equation.KSEE3">
                  <p:embed/>
                </p:oleObj>
              </mc:Choice>
              <mc:Fallback>
                <p:oleObj name="" r:id="rId31" imgW="736600" imgH="254000" progId="Equation.KSEE3">
                  <p:embed/>
                  <p:pic>
                    <p:nvPicPr>
                      <p:cNvPr id="0" name="图片 1024"/>
                      <p:cNvPicPr/>
                      <p:nvPr/>
                    </p:nvPicPr>
                    <p:blipFill>
                      <a:blip r:embed="rId32"/>
                      <a:stretch>
                        <a:fillRect/>
                      </a:stretch>
                    </p:blipFill>
                    <p:spPr>
                      <a:xfrm>
                        <a:off x="3514798" y="5318863"/>
                        <a:ext cx="1252855" cy="43180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6" name="" r:id="rId33" imgW="914400" imgH="215900" progId="Equation.KSEE3">
                  <p:embed/>
                </p:oleObj>
              </mc:Choice>
              <mc:Fallback>
                <p:oleObj name="" r:id="rId33" imgW="914400" imgH="215900" progId="Equation.KSEE3">
                  <p:embed/>
                  <p:pic>
                    <p:nvPicPr>
                      <p:cNvPr id="0" name="图片 1025"/>
                      <p:cNvPicPr/>
                      <p:nvPr/>
                    </p:nvPicPr>
                    <p:blipFill>
                      <a:blip r:embed="rId34"/>
                      <a:stretch>
                        <a:fillRect/>
                      </a:stretch>
                    </p:blipFill>
                    <p:spPr>
                      <a:xfrm>
                        <a:off x="5638800" y="3321050"/>
                        <a:ext cx="914400" cy="215900"/>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3487493" y="5885918"/>
          <a:ext cx="1252855" cy="431800"/>
        </p:xfrm>
        <a:graphic>
          <a:graphicData uri="http://schemas.openxmlformats.org/presentationml/2006/ole">
            <mc:AlternateContent xmlns:mc="http://schemas.openxmlformats.org/markup-compatibility/2006">
              <mc:Choice xmlns:v="urn:schemas-microsoft-com:vml" Requires="v">
                <p:oleObj spid="_x0000_s2" name="" r:id="rId35" imgW="736600" imgH="254000" progId="Equation.KSEE3">
                  <p:embed/>
                </p:oleObj>
              </mc:Choice>
              <mc:Fallback>
                <p:oleObj name="" r:id="rId35" imgW="736600" imgH="254000" progId="Equation.KSEE3">
                  <p:embed/>
                  <p:pic>
                    <p:nvPicPr>
                      <p:cNvPr id="0" name="图片 1024"/>
                      <p:cNvPicPr/>
                      <p:nvPr/>
                    </p:nvPicPr>
                    <p:blipFill>
                      <a:blip r:embed="rId36"/>
                      <a:stretch>
                        <a:fillRect/>
                      </a:stretch>
                    </p:blipFill>
                    <p:spPr>
                      <a:xfrm>
                        <a:off x="3487493" y="5885918"/>
                        <a:ext cx="1252855" cy="4318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anim calcmode="lin" valueType="num">
                                      <p:cBhvr additive="base">
                                        <p:cTn id="16" dur="500" fill="hold"/>
                                        <p:tgtEl>
                                          <p:spTgt spid="33"/>
                                        </p:tgtEl>
                                        <p:attrNameLst>
                                          <p:attrName>ppt_x</p:attrName>
                                        </p:attrNameLst>
                                      </p:cBhvr>
                                      <p:tavLst>
                                        <p:tav tm="0">
                                          <p:val>
                                            <p:strVal val="#ppt_x"/>
                                          </p:val>
                                        </p:tav>
                                        <p:tav tm="100000">
                                          <p:val>
                                            <p:strVal val="#ppt_x"/>
                                          </p:val>
                                        </p:tav>
                                      </p:tavLst>
                                    </p:anim>
                                    <p:anim calcmode="lin" valueType="num">
                                      <p:cBhvr additive="base">
                                        <p:cTn id="17"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left)">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wipe(left)">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nodeType="afterEffect">
                                  <p:stCondLst>
                                    <p:cond delay="0"/>
                                  </p:stCondLst>
                                  <p:childTnLst>
                                    <p:set>
                                      <p:cBhvr>
                                        <p:cTn id="79" dur="1" fill="hold">
                                          <p:stCondLst>
                                            <p:cond delay="0"/>
                                          </p:stCondLst>
                                        </p:cTn>
                                        <p:tgtEl>
                                          <p:spTgt spid="5"/>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nodeType="afterEffect">
                                  <p:stCondLst>
                                    <p:cond delay="0"/>
                                  </p:stCondLst>
                                  <p:childTnLst>
                                    <p:set>
                                      <p:cBhvr>
                                        <p:cTn id="82" dur="1" fill="hold">
                                          <p:stCondLst>
                                            <p:cond delay="0"/>
                                          </p:stCondLst>
                                        </p:cTn>
                                        <p:tgtEl>
                                          <p:spTgt spid="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left)">
                                      <p:cBhvr>
                                        <p:cTn id="92"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97" dur="500"/>
                                        <p:tgtEl>
                                          <p:spTgt spid="27">
                                            <p:txEl>
                                              <p:pRg st="4294967295" end="4294967295"/>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102" dur="500"/>
                                        <p:tgtEl>
                                          <p:spTgt spid="27">
                                            <p:txEl>
                                              <p:pRg st="4294967295" end="4294967295"/>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7">
                                            <p:txEl>
                                              <p:pRg st="0" end="0"/>
                                            </p:txEl>
                                          </p:spTgt>
                                        </p:tgtEl>
                                        <p:attrNameLst>
                                          <p:attrName>style.visibility</p:attrName>
                                        </p:attrNameLst>
                                      </p:cBhvr>
                                      <p:to>
                                        <p:strVal val="visible"/>
                                      </p:to>
                                    </p:set>
                                    <p:animEffect transition="in" filter="wipe(left)">
                                      <p:cBhvr>
                                        <p:cTn id="107" dur="500"/>
                                        <p:tgtEl>
                                          <p:spTgt spid="27">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wipe(left)">
                                      <p:cBhvr>
                                        <p:cTn id="112" dur="500"/>
                                        <p:tgtEl>
                                          <p:spTgt spid="6"/>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117" dur="500"/>
                                        <p:tgtEl>
                                          <p:spTgt spid="28">
                                            <p:txEl>
                                              <p:pRg st="4294967295" end="4294967295"/>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122" dur="500"/>
                                        <p:tgtEl>
                                          <p:spTgt spid="28">
                                            <p:txEl>
                                              <p:pRg st="4294967295" end="4294967295"/>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8">
                                            <p:txEl>
                                              <p:pRg st="0" end="0"/>
                                            </p:txEl>
                                          </p:spTgt>
                                        </p:tgtEl>
                                        <p:attrNameLst>
                                          <p:attrName>style.visibility</p:attrName>
                                        </p:attrNameLst>
                                      </p:cBhvr>
                                      <p:to>
                                        <p:strVal val="visible"/>
                                      </p:to>
                                    </p:set>
                                    <p:animEffect transition="in" filter="wipe(left)">
                                      <p:cBhvr>
                                        <p:cTn id="127" dur="500"/>
                                        <p:tgtEl>
                                          <p:spTgt spid="28">
                                            <p:txEl>
                                              <p:pRg st="0" end="0"/>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11"/>
                                        </p:tgtEl>
                                        <p:attrNameLst>
                                          <p:attrName>style.visibility</p:attrName>
                                        </p:attrNameLst>
                                      </p:cBhvr>
                                      <p:to>
                                        <p:strVal val="visible"/>
                                      </p:to>
                                    </p:set>
                                    <p:animEffect transition="in" filter="wipe(left)">
                                      <p:cBhvr>
                                        <p:cTn id="132" dur="500"/>
                                        <p:tgtEl>
                                          <p:spTgt spid="11"/>
                                        </p:tgtEl>
                                      </p:cBhvr>
                                    </p:animEffect>
                                  </p:childTnLst>
                                </p:cTn>
                              </p:par>
                            </p:childTnLst>
                          </p:cTn>
                        </p:par>
                        <p:par>
                          <p:cTn id="133" fill="hold">
                            <p:stCondLst>
                              <p:cond delay="500"/>
                            </p:stCondLst>
                            <p:childTnLst>
                              <p:par>
                                <p:cTn id="134" presetID="22" presetClass="entr" presetSubtype="8" fill="hold" nodeType="afterEffect">
                                  <p:stCondLst>
                                    <p:cond delay="0"/>
                                  </p:stCondLst>
                                  <p:childTnLst>
                                    <p:set>
                                      <p:cBhvr>
                                        <p:cTn id="135" dur="1" fill="hold">
                                          <p:stCondLst>
                                            <p:cond delay="0"/>
                                          </p:stCondLst>
                                        </p:cTn>
                                        <p:tgtEl>
                                          <p:spTgt spid="29"/>
                                        </p:tgtEl>
                                        <p:attrNameLst>
                                          <p:attrName>style.visibility</p:attrName>
                                        </p:attrNameLst>
                                      </p:cBhvr>
                                      <p:to>
                                        <p:strVal val="visible"/>
                                      </p:to>
                                    </p:set>
                                    <p:animEffect transition="in" filter="wipe(left)">
                                      <p:cBhvr>
                                        <p:cTn id="136" dur="500"/>
                                        <p:tgtEl>
                                          <p:spTgt spid="29"/>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141" dur="500"/>
                                        <p:tgtEl>
                                          <p:spTgt spid="30">
                                            <p:txEl>
                                              <p:pRg st="4294967295" end="4294967295"/>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146" dur="500"/>
                                        <p:tgtEl>
                                          <p:spTgt spid="30">
                                            <p:txEl>
                                              <p:pRg st="4294967295" end="4294967295"/>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30">
                                            <p:txEl>
                                              <p:pRg st="0" end="0"/>
                                            </p:txEl>
                                          </p:spTgt>
                                        </p:tgtEl>
                                        <p:attrNameLst>
                                          <p:attrName>style.visibility</p:attrName>
                                        </p:attrNameLst>
                                      </p:cBhvr>
                                      <p:to>
                                        <p:strVal val="visible"/>
                                      </p:to>
                                    </p:set>
                                    <p:animEffect transition="in" filter="wipe(left)">
                                      <p:cBhvr>
                                        <p:cTn id="151" dur="500"/>
                                        <p:tgtEl>
                                          <p:spTgt spid="30">
                                            <p:txEl>
                                              <p:pRg st="0" end="0"/>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nodeType="clickEffect">
                                  <p:stCondLst>
                                    <p:cond delay="0"/>
                                  </p:stCondLst>
                                  <p:childTnLst>
                                    <p:set>
                                      <p:cBhvr>
                                        <p:cTn id="155" dur="1" fill="hold">
                                          <p:stCondLst>
                                            <p:cond delay="0"/>
                                          </p:stCondLst>
                                        </p:cTn>
                                        <p:tgtEl>
                                          <p:spTgt spid="16"/>
                                        </p:tgtEl>
                                        <p:attrNameLst>
                                          <p:attrName>style.visibility</p:attrName>
                                        </p:attrNameLst>
                                      </p:cBhvr>
                                      <p:to>
                                        <p:strVal val="visible"/>
                                      </p:to>
                                    </p:set>
                                    <p:animEffect transition="in" filter="wipe(left)">
                                      <p:cBhvr>
                                        <p:cTn id="156" dur="500"/>
                                        <p:tgtEl>
                                          <p:spTgt spid="16"/>
                                        </p:tgtEl>
                                      </p:cBhvr>
                                    </p:animEffect>
                                  </p:childTnLst>
                                </p:cTn>
                              </p:par>
                            </p:childTnLst>
                          </p:cTn>
                        </p:par>
                        <p:par>
                          <p:cTn id="157" fill="hold">
                            <p:stCondLst>
                              <p:cond delay="500"/>
                            </p:stCondLst>
                            <p:childTnLst>
                              <p:par>
                                <p:cTn id="158" presetID="22" presetClass="entr" presetSubtype="8" fill="hold" nodeType="afterEffect">
                                  <p:stCondLst>
                                    <p:cond delay="0"/>
                                  </p:stCondLst>
                                  <p:childTnLst>
                                    <p:set>
                                      <p:cBhvr>
                                        <p:cTn id="159" dur="1" fill="hold">
                                          <p:stCondLst>
                                            <p:cond delay="0"/>
                                          </p:stCondLst>
                                        </p:cTn>
                                        <p:tgtEl>
                                          <p:spTgt spid="31"/>
                                        </p:tgtEl>
                                        <p:attrNameLst>
                                          <p:attrName>style.visibility</p:attrName>
                                        </p:attrNameLst>
                                      </p:cBhvr>
                                      <p:to>
                                        <p:strVal val="visible"/>
                                      </p:to>
                                    </p:set>
                                    <p:animEffect transition="in" filter="wipe(left)">
                                      <p:cBhvr>
                                        <p:cTn id="16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2" grpId="0" autoUpdateAnimBg="0"/>
      <p:bldP spid="19" grpId="0" autoUpdateAnimBg="0"/>
      <p:bldP spid="20" grpId="0" bldLvl="0" animBg="1"/>
      <p:bldP spid="26" grpId="0"/>
      <p:bldP spid="27" grpId="0" autoUpdateAnimBg="0" build="p"/>
      <p:bldP spid="28" grpId="0" autoUpdateAnimBg="0" build="p"/>
      <p:bldP spid="30" grpId="0" autoUpdateAnimBg="0" build="p"/>
      <p:bldP spid="32" grpId="0" bldLvl="0" animBg="1"/>
      <p:bldP spid="33" grpId="0" bldLvl="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584325" y="1080000"/>
            <a:ext cx="8712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    </a:t>
            </a:r>
            <a:r>
              <a:rPr lang="zh-CN" altLang="en-US" sz="2800" b="1" dirty="0" smtClean="0">
                <a:solidFill>
                  <a:srgbClr val="FF0000"/>
                </a:solidFill>
                <a:latin typeface="微软雅黑" panose="020B0503020204020204" charset="-122"/>
                <a:ea typeface="微软雅黑" panose="020B0503020204020204" charset="-122"/>
                <a:cs typeface="微软雅黑" panose="020B0503020204020204" charset="-122"/>
              </a:rPr>
              <a:t>无穷大</a:t>
            </a:r>
            <a:r>
              <a:rPr lang="zh-CN" altLang="en-US" sz="2800" b="1" dirty="0" smtClean="0">
                <a:latin typeface="微软雅黑" panose="020B0503020204020204" charset="-122"/>
                <a:ea typeface="微软雅黑" panose="020B0503020204020204" charset="-122"/>
                <a:cs typeface="微软雅黑" panose="020B0503020204020204" charset="-122"/>
              </a:rPr>
              <a:t>    </a:t>
            </a:r>
            <a:r>
              <a:rPr lang="en-US" altLang="zh-CN" sz="2800" b="1" dirty="0" smtClean="0">
                <a:latin typeface="微软雅黑" panose="020B0503020204020204" charset="-122"/>
                <a:ea typeface="微软雅黑" panose="020B0503020204020204" charset="-122"/>
                <a:cs typeface="微软雅黑" panose="020B0503020204020204" charset="-122"/>
              </a:rPr>
              <a:t> </a:t>
            </a:r>
            <a:r>
              <a:rPr lang="zh-CN" altLang="en-US" sz="2800" b="1" dirty="0">
                <a:latin typeface="微软雅黑" panose="020B0503020204020204" charset="-122"/>
                <a:ea typeface="微软雅黑" panose="020B0503020204020204" charset="-122"/>
                <a:cs typeface="微软雅黑" panose="020B0503020204020204" charset="-122"/>
              </a:rPr>
              <a:t>不是数轴上的一个点，但可以想象</a:t>
            </a:r>
            <a:r>
              <a:rPr lang="zh-CN" altLang="en-US" sz="2800" b="1" dirty="0" smtClean="0">
                <a:latin typeface="微软雅黑" panose="020B0503020204020204" charset="-122"/>
                <a:ea typeface="微软雅黑" panose="020B0503020204020204" charset="-122"/>
                <a:cs typeface="微软雅黑" panose="020B0503020204020204" charset="-122"/>
              </a:rPr>
              <a:t>为</a:t>
            </a:r>
            <a:endParaRPr lang="en-US" altLang="zh-CN" sz="2800" b="1" dirty="0">
              <a:latin typeface="微软雅黑" panose="020B0503020204020204" charset="-122"/>
              <a:ea typeface="微软雅黑" panose="020B0503020204020204" charset="-122"/>
              <a:cs typeface="微软雅黑" panose="020B0503020204020204" charset="-122"/>
            </a:endParaRPr>
          </a:p>
        </p:txBody>
      </p:sp>
      <p:sp>
        <p:nvSpPr>
          <p:cNvPr id="3" name="Rectangle 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黑体" panose="02010609060101010101" charset="-122"/>
              <a:ea typeface="黑体" panose="02010609060101010101" charset="-122"/>
            </a:endParaRPr>
          </a:p>
        </p:txBody>
      </p:sp>
      <p:sp>
        <p:nvSpPr>
          <p:cNvPr id="4" name="TextBox 3"/>
          <p:cNvSpPr txBox="1">
            <a:spLocks noChangeArrowheads="1"/>
          </p:cNvSpPr>
          <p:nvPr/>
        </p:nvSpPr>
        <p:spPr bwMode="auto">
          <a:xfrm>
            <a:off x="1584325" y="2497138"/>
            <a:ext cx="8712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    </a:t>
            </a:r>
            <a:r>
              <a:rPr lang="zh-CN" altLang="en-US" sz="2800" b="1" dirty="0" smtClean="0">
                <a:latin typeface="微软雅黑" panose="020B0503020204020204" charset="-122"/>
                <a:ea typeface="微软雅黑" panose="020B0503020204020204" charset="-122"/>
                <a:cs typeface="微软雅黑" panose="020B0503020204020204" charset="-122"/>
              </a:rPr>
              <a:t>对于</a:t>
            </a:r>
            <a:r>
              <a:rPr lang="zh-CN" altLang="en-US" sz="2800" b="1" dirty="0">
                <a:latin typeface="微软雅黑" panose="020B0503020204020204" charset="-122"/>
                <a:ea typeface="微软雅黑" panose="020B0503020204020204" charset="-122"/>
                <a:cs typeface="微软雅黑" panose="020B0503020204020204" charset="-122"/>
              </a:rPr>
              <a:t>一个充分大的正数</a:t>
            </a:r>
            <a:r>
              <a:rPr lang="en-US" altLang="zh-CN" sz="2800" b="1" dirty="0">
                <a:latin typeface="微软雅黑" panose="020B0503020204020204" charset="-122"/>
                <a:ea typeface="微软雅黑" panose="020B0503020204020204" charset="-122"/>
                <a:cs typeface="微软雅黑" panose="020B0503020204020204" charset="-122"/>
              </a:rPr>
              <a:t> </a:t>
            </a:r>
            <a:r>
              <a:rPr lang="zh-CN" altLang="en-US" sz="2800" b="1" dirty="0">
                <a:latin typeface="微软雅黑" panose="020B0503020204020204" charset="-122"/>
                <a:ea typeface="微软雅黑" panose="020B0503020204020204" charset="-122"/>
                <a:cs typeface="微软雅黑" panose="020B0503020204020204" charset="-122"/>
              </a:rPr>
              <a:t>  </a:t>
            </a:r>
            <a:r>
              <a:rPr lang="zh-CN" altLang="en-US" sz="2800" b="1" dirty="0" smtClean="0">
                <a:latin typeface="微软雅黑" panose="020B0503020204020204" charset="-122"/>
                <a:ea typeface="微软雅黑" panose="020B0503020204020204" charset="-122"/>
                <a:cs typeface="微软雅黑" panose="020B0503020204020204" charset="-122"/>
              </a:rPr>
              <a:t>，</a:t>
            </a:r>
            <a:r>
              <a:rPr lang="zh-CN" altLang="en-US" sz="2800" b="1" dirty="0">
                <a:latin typeface="微软雅黑" panose="020B0503020204020204" charset="-122"/>
                <a:ea typeface="微软雅黑" panose="020B0503020204020204" charset="-122"/>
                <a:cs typeface="微软雅黑" panose="020B0503020204020204" charset="-122"/>
              </a:rPr>
              <a:t>数集</a:t>
            </a:r>
            <a:endParaRPr lang="zh-CN" altLang="en-US" sz="2800" b="1" dirty="0">
              <a:latin typeface="微软雅黑" panose="020B0503020204020204" charset="-122"/>
              <a:ea typeface="微软雅黑" panose="020B0503020204020204" charset="-122"/>
              <a:cs typeface="微软雅黑" panose="020B0503020204020204" charset="-122"/>
            </a:endParaRPr>
          </a:p>
        </p:txBody>
      </p:sp>
      <p:sp>
        <p:nvSpPr>
          <p:cNvPr id="5" name="Rectangle 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黑体" panose="02010609060101010101" charset="-122"/>
              <a:ea typeface="黑体" panose="02010609060101010101" charset="-122"/>
            </a:endParaRPr>
          </a:p>
        </p:txBody>
      </p:sp>
      <p:graphicFrame>
        <p:nvGraphicFramePr>
          <p:cNvPr id="6" name="对象 5"/>
          <p:cNvGraphicFramePr>
            <a:graphicFrameLocks noChangeAspect="1"/>
          </p:cNvGraphicFramePr>
          <p:nvPr/>
        </p:nvGraphicFramePr>
        <p:xfrm>
          <a:off x="5989638" y="2615412"/>
          <a:ext cx="349250" cy="285750"/>
        </p:xfrm>
        <a:graphic>
          <a:graphicData uri="http://schemas.openxmlformats.org/presentationml/2006/ole">
            <mc:AlternateContent xmlns:mc="http://schemas.openxmlformats.org/markup-compatibility/2006">
              <mc:Choice xmlns:v="urn:schemas-microsoft-com:vml" Requires="v">
                <p:oleObj spid="_x0000_s7169" name="Equation" r:id="rId1" imgW="8229600" imgH="7010400" progId="Equation.DSMT4">
                  <p:embed/>
                </p:oleObj>
              </mc:Choice>
              <mc:Fallback>
                <p:oleObj name="Equation" r:id="rId1" imgW="8229600" imgH="7010400" progId="Equation.DSMT4">
                  <p:embed/>
                  <p:pic>
                    <p:nvPicPr>
                      <p:cNvPr id="0" name="图片 7168"/>
                      <p:cNvPicPr>
                        <a:picLocks noChangeAspect="1"/>
                      </p:cNvPicPr>
                      <p:nvPr/>
                    </p:nvPicPr>
                    <p:blipFill>
                      <a:blip r:embed="rId2"/>
                      <a:stretch>
                        <a:fillRect/>
                      </a:stretch>
                    </p:blipFill>
                    <p:spPr>
                      <a:xfrm>
                        <a:off x="5989638" y="2615412"/>
                        <a:ext cx="349250" cy="285750"/>
                      </a:xfrm>
                      <a:prstGeom prst="rect">
                        <a:avLst/>
                      </a:prstGeom>
                      <a:noFill/>
                      <a:ln w="9525">
                        <a:noFill/>
                      </a:ln>
                    </p:spPr>
                  </p:pic>
                </p:oleObj>
              </mc:Fallback>
            </mc:AlternateContent>
          </a:graphicData>
        </a:graphic>
      </p:graphicFrame>
      <p:sp>
        <p:nvSpPr>
          <p:cNvPr id="7" name="Rectangle 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黑体" panose="02010609060101010101" charset="-122"/>
              <a:ea typeface="黑体" panose="02010609060101010101" charset="-122"/>
            </a:endParaRPr>
          </a:p>
        </p:txBody>
      </p:sp>
      <p:graphicFrame>
        <p:nvGraphicFramePr>
          <p:cNvPr id="8" name="对象 7"/>
          <p:cNvGraphicFramePr>
            <a:graphicFrameLocks noChangeAspect="1"/>
          </p:cNvGraphicFramePr>
          <p:nvPr/>
        </p:nvGraphicFramePr>
        <p:xfrm>
          <a:off x="7367702" y="2497138"/>
          <a:ext cx="2832100" cy="609600"/>
        </p:xfrm>
        <a:graphic>
          <a:graphicData uri="http://schemas.openxmlformats.org/presentationml/2006/ole">
            <mc:AlternateContent xmlns:mc="http://schemas.openxmlformats.org/markup-compatibility/2006">
              <mc:Choice xmlns:v="urn:schemas-microsoft-com:vml" Requires="v">
                <p:oleObj spid="_x0000_s7757" name="Equation" r:id="rId3" imgW="67970400" imgH="14630400" progId="Equation.DSMT4">
                  <p:embed/>
                </p:oleObj>
              </mc:Choice>
              <mc:Fallback>
                <p:oleObj name="Equation" r:id="rId3" imgW="67970400" imgH="14630400" progId="Equation.DSMT4">
                  <p:embed/>
                  <p:pic>
                    <p:nvPicPr>
                      <p:cNvPr id="0" name="图片 7756"/>
                      <p:cNvPicPr>
                        <a:picLocks noChangeAspect="1"/>
                      </p:cNvPicPr>
                      <p:nvPr/>
                    </p:nvPicPr>
                    <p:blipFill>
                      <a:blip r:embed="rId4"/>
                      <a:stretch>
                        <a:fillRect/>
                      </a:stretch>
                    </p:blipFill>
                    <p:spPr>
                      <a:xfrm>
                        <a:off x="7367702" y="2497138"/>
                        <a:ext cx="2832100" cy="609600"/>
                      </a:xfrm>
                      <a:prstGeom prst="rect">
                        <a:avLst/>
                      </a:prstGeom>
                      <a:noFill/>
                      <a:ln w="9525">
                        <a:noFill/>
                      </a:ln>
                    </p:spPr>
                  </p:pic>
                </p:oleObj>
              </mc:Fallback>
            </mc:AlternateContent>
          </a:graphicData>
        </a:graphic>
      </p:graphicFrame>
      <p:sp>
        <p:nvSpPr>
          <p:cNvPr id="9" name="TextBox 8"/>
          <p:cNvSpPr txBox="1">
            <a:spLocks noChangeArrowheads="1"/>
          </p:cNvSpPr>
          <p:nvPr/>
        </p:nvSpPr>
        <p:spPr bwMode="auto">
          <a:xfrm>
            <a:off x="1645920" y="3154045"/>
            <a:ext cx="680424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微软雅黑" panose="020B0503020204020204" charset="-122"/>
                <a:ea typeface="微软雅黑" panose="020B0503020204020204" charset="-122"/>
                <a:cs typeface="微软雅黑" panose="020B0503020204020204" charset="-122"/>
              </a:rPr>
              <a:t>是</a:t>
            </a:r>
            <a:r>
              <a:rPr lang="en-US" altLang="zh-CN" sz="2800" b="1" dirty="0">
                <a:latin typeface="微软雅黑" panose="020B0503020204020204" charset="-122"/>
                <a:ea typeface="微软雅黑" panose="020B0503020204020204" charset="-122"/>
                <a:cs typeface="微软雅黑" panose="020B0503020204020204" charset="-122"/>
              </a:rPr>
              <a:t>  </a:t>
            </a:r>
            <a:r>
              <a:rPr lang="zh-CN" altLang="en-US" sz="2800" b="1" dirty="0">
                <a:latin typeface="微软雅黑" panose="020B0503020204020204" charset="-122"/>
                <a:ea typeface="微软雅黑" panose="020B0503020204020204" charset="-122"/>
                <a:cs typeface="微软雅黑" panose="020B0503020204020204" charset="-122"/>
              </a:rPr>
              <a:t>  </a:t>
            </a:r>
            <a:r>
              <a:rPr lang="zh-CN" altLang="en-US" sz="2800" b="1" dirty="0" smtClean="0">
                <a:latin typeface="微软雅黑" panose="020B0503020204020204" charset="-122"/>
                <a:ea typeface="微软雅黑" panose="020B0503020204020204" charset="-122"/>
                <a:cs typeface="微软雅黑" panose="020B0503020204020204" charset="-122"/>
              </a:rPr>
              <a:t>的</a:t>
            </a:r>
            <a:r>
              <a:rPr lang="zh-CN" altLang="en-US" sz="2800" b="1" dirty="0">
                <a:latin typeface="微软雅黑" panose="020B0503020204020204" charset="-122"/>
                <a:ea typeface="微软雅黑" panose="020B0503020204020204" charset="-122"/>
                <a:cs typeface="微软雅黑" panose="020B0503020204020204" charset="-122"/>
              </a:rPr>
              <a:t>一个</a:t>
            </a:r>
            <a:r>
              <a:rPr lang="zh-CN" altLang="en-US" sz="2800" b="1" dirty="0">
                <a:solidFill>
                  <a:srgbClr val="FF0000"/>
                </a:solidFill>
                <a:latin typeface="微软雅黑" panose="020B0503020204020204" charset="-122"/>
                <a:ea typeface="微软雅黑" panose="020B0503020204020204" charset="-122"/>
                <a:cs typeface="微软雅黑" panose="020B0503020204020204" charset="-122"/>
              </a:rPr>
              <a:t>邻域</a:t>
            </a:r>
            <a:r>
              <a:rPr lang="zh-CN" altLang="en-US" sz="2800" b="1" dirty="0" smtClean="0">
                <a:latin typeface="微软雅黑" panose="020B0503020204020204" charset="-122"/>
                <a:ea typeface="微软雅黑" panose="020B0503020204020204" charset="-122"/>
                <a:cs typeface="微软雅黑" panose="020B0503020204020204" charset="-122"/>
              </a:rPr>
              <a:t>，</a:t>
            </a:r>
            <a:r>
              <a:rPr lang="en-US" altLang="zh-CN" sz="2800" b="1" i="1" dirty="0" smtClean="0">
                <a:latin typeface="Times New Roman" panose="02020603050405020304" pitchFamily="18" charset="0"/>
                <a:ea typeface="微软雅黑" panose="020B0503020204020204" charset="-122"/>
                <a:cs typeface="Times New Roman" panose="02020603050405020304" pitchFamily="18" charset="0"/>
              </a:rPr>
              <a:t>X </a:t>
            </a:r>
            <a:r>
              <a:rPr lang="zh-CN" altLang="en-US" sz="2800" b="1" dirty="0" smtClean="0">
                <a:latin typeface="微软雅黑" panose="020B0503020204020204" charset="-122"/>
                <a:ea typeface="微软雅黑" panose="020B0503020204020204" charset="-122"/>
                <a:cs typeface="微软雅黑" panose="020B0503020204020204" charset="-122"/>
              </a:rPr>
              <a:t>越</a:t>
            </a:r>
            <a:r>
              <a:rPr lang="zh-CN" altLang="en-US" sz="2800" b="1" dirty="0">
                <a:latin typeface="微软雅黑" panose="020B0503020204020204" charset="-122"/>
                <a:ea typeface="微软雅黑" panose="020B0503020204020204" charset="-122"/>
                <a:cs typeface="微软雅黑" panose="020B0503020204020204" charset="-122"/>
              </a:rPr>
              <a:t>大，邻域中的点与</a:t>
            </a:r>
            <a:r>
              <a:rPr lang="zh-CN" altLang="en-US" sz="2800" b="1" dirty="0">
                <a:latin typeface="黑体" panose="02010609060101010101" charset="-122"/>
                <a:ea typeface="黑体" panose="02010609060101010101" charset="-122"/>
              </a:rPr>
              <a:t>     </a:t>
            </a:r>
            <a:endParaRPr lang="en-US" altLang="zh-CN" sz="2800" b="1" dirty="0">
              <a:latin typeface="黑体" panose="02010609060101010101" charset="-122"/>
              <a:ea typeface="黑体" panose="02010609060101010101" charset="-122"/>
            </a:endParaRPr>
          </a:p>
        </p:txBody>
      </p:sp>
      <p:sp>
        <p:nvSpPr>
          <p:cNvPr id="12" name="TextBox 11"/>
          <p:cNvSpPr txBox="1">
            <a:spLocks noChangeArrowheads="1"/>
          </p:cNvSpPr>
          <p:nvPr/>
        </p:nvSpPr>
        <p:spPr bwMode="auto">
          <a:xfrm>
            <a:off x="1373505" y="3963988"/>
            <a:ext cx="86756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黑体" panose="02010609060101010101" charset="-122"/>
                <a:ea typeface="黑体" panose="02010609060101010101" charset="-122"/>
              </a:rPr>
              <a:t>     </a:t>
            </a:r>
            <a:r>
              <a:rPr lang="zh-CN" altLang="en-US" sz="2800" b="1" dirty="0" smtClean="0">
                <a:latin typeface="微软雅黑" panose="020B0503020204020204" charset="-122"/>
                <a:ea typeface="微软雅黑" panose="020B0503020204020204" charset="-122"/>
              </a:rPr>
              <a:t>同样</a:t>
            </a:r>
            <a:r>
              <a:rPr lang="zh-CN" altLang="en-US" sz="2800" b="1" dirty="0">
                <a:latin typeface="微软雅黑" panose="020B0503020204020204" charset="-122"/>
                <a:ea typeface="微软雅黑" panose="020B0503020204020204" charset="-122"/>
              </a:rPr>
              <a:t>地，</a:t>
            </a:r>
            <a:r>
              <a:rPr lang="zh-CN" altLang="en-US" sz="2800" b="1" dirty="0">
                <a:latin typeface="黑体" panose="02010609060101010101" charset="-122"/>
                <a:ea typeface="黑体" panose="02010609060101010101" charset="-122"/>
              </a:rPr>
              <a:t>   </a:t>
            </a:r>
            <a:r>
              <a:rPr lang="zh-CN" altLang="en-US" sz="2800" b="1" dirty="0" smtClean="0">
                <a:latin typeface="微软雅黑" panose="020B0503020204020204" charset="-122"/>
                <a:ea typeface="微软雅黑" panose="020B0503020204020204" charset="-122"/>
                <a:cs typeface="微软雅黑" panose="020B0503020204020204" charset="-122"/>
              </a:rPr>
              <a:t>邻域</a:t>
            </a:r>
            <a:r>
              <a:rPr lang="zh-CN" altLang="en-US" sz="2800" b="1" dirty="0">
                <a:latin typeface="微软雅黑" panose="020B0503020204020204" charset="-122"/>
                <a:ea typeface="微软雅黑" panose="020B0503020204020204" charset="-122"/>
                <a:cs typeface="微软雅黑" panose="020B0503020204020204" charset="-122"/>
              </a:rPr>
              <a:t>为集合</a:t>
            </a:r>
            <a:r>
              <a:rPr lang="en-US" altLang="zh-CN" sz="2800" b="1" dirty="0">
                <a:latin typeface="微软雅黑" panose="020B0503020204020204" charset="-122"/>
                <a:ea typeface="微软雅黑" panose="020B0503020204020204" charset="-122"/>
                <a:cs typeface="微软雅黑" panose="020B0503020204020204" charset="-122"/>
              </a:rPr>
              <a:t>:</a:t>
            </a:r>
            <a:r>
              <a:rPr lang="zh-CN" altLang="en-US" sz="2800" b="1" dirty="0">
                <a:latin typeface="微软雅黑" panose="020B0503020204020204" charset="-122"/>
                <a:ea typeface="微软雅黑" panose="020B0503020204020204" charset="-122"/>
                <a:cs typeface="微软雅黑" panose="020B0503020204020204" charset="-122"/>
              </a:rPr>
              <a:t>   </a:t>
            </a:r>
            <a:r>
              <a:rPr lang="zh-CN" altLang="en-US" sz="2800" b="1" dirty="0">
                <a:latin typeface="黑体" panose="02010609060101010101" charset="-122"/>
                <a:ea typeface="黑体" panose="02010609060101010101" charset="-122"/>
              </a:rPr>
              <a:t>                                </a:t>
            </a:r>
            <a:r>
              <a:rPr lang="zh-CN" altLang="en-US" sz="2800" b="1" dirty="0" smtClean="0">
                <a:latin typeface="黑体" panose="02010609060101010101" charset="-122"/>
                <a:ea typeface="黑体" panose="02010609060101010101" charset="-122"/>
              </a:rPr>
              <a:t> </a:t>
            </a:r>
            <a:endParaRPr lang="en-US" altLang="zh-CN" sz="2800" b="1" dirty="0">
              <a:latin typeface="黑体" panose="02010609060101010101" charset="-122"/>
              <a:ea typeface="黑体" panose="02010609060101010101" charset="-122"/>
            </a:endParaRPr>
          </a:p>
        </p:txBody>
      </p:sp>
      <p:graphicFrame>
        <p:nvGraphicFramePr>
          <p:cNvPr id="13" name="对象 12"/>
          <p:cNvGraphicFramePr>
            <a:graphicFrameLocks noChangeAspect="1"/>
          </p:cNvGraphicFramePr>
          <p:nvPr/>
        </p:nvGraphicFramePr>
        <p:xfrm>
          <a:off x="3757707" y="4098951"/>
          <a:ext cx="531243" cy="252000"/>
        </p:xfrm>
        <a:graphic>
          <a:graphicData uri="http://schemas.openxmlformats.org/presentationml/2006/ole">
            <mc:AlternateContent xmlns:mc="http://schemas.openxmlformats.org/markup-compatibility/2006">
              <mc:Choice xmlns:v="urn:schemas-microsoft-com:vml" Requires="v">
                <p:oleObj spid="_x0000_s7758" name="Equation" r:id="rId5" imgW="11887200" imgH="5791200" progId="Equation.DSMT4">
                  <p:embed/>
                </p:oleObj>
              </mc:Choice>
              <mc:Fallback>
                <p:oleObj name="Equation" r:id="rId5" imgW="11887200" imgH="5791200" progId="Equation.DSMT4">
                  <p:embed/>
                  <p:pic>
                    <p:nvPicPr>
                      <p:cNvPr id="0" name="图片 7757"/>
                      <p:cNvPicPr>
                        <a:picLocks noChangeAspect="1"/>
                      </p:cNvPicPr>
                      <p:nvPr/>
                    </p:nvPicPr>
                    <p:blipFill>
                      <a:blip r:embed="rId6"/>
                      <a:stretch>
                        <a:fillRect/>
                      </a:stretch>
                    </p:blipFill>
                    <p:spPr>
                      <a:xfrm>
                        <a:off x="3757707" y="4098951"/>
                        <a:ext cx="531243" cy="252000"/>
                      </a:xfrm>
                      <a:prstGeom prst="rect">
                        <a:avLst/>
                      </a:prstGeom>
                      <a:noFill/>
                      <a:ln w="9525">
                        <a:noFill/>
                      </a:ln>
                    </p:spPr>
                  </p:pic>
                </p:oleObj>
              </mc:Fallback>
            </mc:AlternateContent>
          </a:graphicData>
        </a:graphic>
      </p:graphicFrame>
      <p:graphicFrame>
        <p:nvGraphicFramePr>
          <p:cNvPr id="14" name="对象 13"/>
          <p:cNvGraphicFramePr>
            <a:graphicFrameLocks noChangeAspect="1"/>
          </p:cNvGraphicFramePr>
          <p:nvPr/>
        </p:nvGraphicFramePr>
        <p:xfrm>
          <a:off x="6413423" y="4036378"/>
          <a:ext cx="2933700" cy="533400"/>
        </p:xfrm>
        <a:graphic>
          <a:graphicData uri="http://schemas.openxmlformats.org/presentationml/2006/ole">
            <mc:AlternateContent xmlns:mc="http://schemas.openxmlformats.org/markup-compatibility/2006">
              <mc:Choice xmlns:v="urn:schemas-microsoft-com:vml" Requires="v">
                <p:oleObj spid="_x0000_s7759" name="Equation" r:id="rId7" imgW="70408800" imgH="12801600" progId="Equation.DSMT4">
                  <p:embed/>
                </p:oleObj>
              </mc:Choice>
              <mc:Fallback>
                <p:oleObj name="Equation" r:id="rId7" imgW="70408800" imgH="12801600" progId="Equation.DSMT4">
                  <p:embed/>
                  <p:pic>
                    <p:nvPicPr>
                      <p:cNvPr id="0" name="图片 7758"/>
                      <p:cNvPicPr>
                        <a:picLocks noChangeAspect="1"/>
                      </p:cNvPicPr>
                      <p:nvPr/>
                    </p:nvPicPr>
                    <p:blipFill>
                      <a:blip r:embed="rId8"/>
                      <a:stretch>
                        <a:fillRect/>
                      </a:stretch>
                    </p:blipFill>
                    <p:spPr>
                      <a:xfrm>
                        <a:off x="6413423" y="4036378"/>
                        <a:ext cx="2933700" cy="533400"/>
                      </a:xfrm>
                      <a:prstGeom prst="rect">
                        <a:avLst/>
                      </a:prstGeom>
                      <a:noFill/>
                      <a:ln w="9525">
                        <a:noFill/>
                      </a:ln>
                    </p:spPr>
                  </p:pic>
                </p:oleObj>
              </mc:Fallback>
            </mc:AlternateContent>
          </a:graphicData>
        </a:graphic>
      </p:graphicFrame>
      <p:graphicFrame>
        <p:nvGraphicFramePr>
          <p:cNvPr id="15" name="对象 14"/>
          <p:cNvGraphicFramePr>
            <a:graphicFrameLocks noChangeAspect="1"/>
          </p:cNvGraphicFramePr>
          <p:nvPr/>
        </p:nvGraphicFramePr>
        <p:xfrm>
          <a:off x="3727227" y="4843145"/>
          <a:ext cx="561600" cy="252000"/>
        </p:xfrm>
        <a:graphic>
          <a:graphicData uri="http://schemas.openxmlformats.org/presentationml/2006/ole">
            <mc:AlternateContent xmlns:mc="http://schemas.openxmlformats.org/markup-compatibility/2006">
              <mc:Choice xmlns:v="urn:schemas-microsoft-com:vml" Requires="v">
                <p:oleObj spid="_x0000_s7760" name="Equation" r:id="rId9" imgW="11887200" imgH="5486400" progId="Equation.DSMT4">
                  <p:embed/>
                </p:oleObj>
              </mc:Choice>
              <mc:Fallback>
                <p:oleObj name="Equation" r:id="rId9" imgW="11887200" imgH="5486400" progId="Equation.DSMT4">
                  <p:embed/>
                  <p:pic>
                    <p:nvPicPr>
                      <p:cNvPr id="0" name="图片 7759"/>
                      <p:cNvPicPr>
                        <a:picLocks noChangeAspect="1"/>
                      </p:cNvPicPr>
                      <p:nvPr/>
                    </p:nvPicPr>
                    <p:blipFill>
                      <a:blip r:embed="rId10"/>
                      <a:stretch>
                        <a:fillRect/>
                      </a:stretch>
                    </p:blipFill>
                    <p:spPr>
                      <a:xfrm>
                        <a:off x="3727227" y="4843145"/>
                        <a:ext cx="561600" cy="252000"/>
                      </a:xfrm>
                      <a:prstGeom prst="rect">
                        <a:avLst/>
                      </a:prstGeom>
                      <a:noFill/>
                      <a:ln w="9525">
                        <a:noFill/>
                      </a:ln>
                    </p:spPr>
                  </p:pic>
                </p:oleObj>
              </mc:Fallback>
            </mc:AlternateContent>
          </a:graphicData>
        </a:graphic>
      </p:graphicFrame>
      <p:graphicFrame>
        <p:nvGraphicFramePr>
          <p:cNvPr id="16" name="对象 15"/>
          <p:cNvGraphicFramePr>
            <a:graphicFrameLocks noChangeAspect="1"/>
          </p:cNvGraphicFramePr>
          <p:nvPr/>
        </p:nvGraphicFramePr>
        <p:xfrm>
          <a:off x="6413757" y="4774421"/>
          <a:ext cx="3124200" cy="533400"/>
        </p:xfrm>
        <a:graphic>
          <a:graphicData uri="http://schemas.openxmlformats.org/presentationml/2006/ole">
            <mc:AlternateContent xmlns:mc="http://schemas.openxmlformats.org/markup-compatibility/2006">
              <mc:Choice xmlns:v="urn:schemas-microsoft-com:vml" Requires="v">
                <p:oleObj spid="_x0000_s7761" name="Equation" r:id="rId11" imgW="74980800" imgH="12801600" progId="Equation.DSMT4">
                  <p:embed/>
                </p:oleObj>
              </mc:Choice>
              <mc:Fallback>
                <p:oleObj name="Equation" r:id="rId11" imgW="74980800" imgH="12801600" progId="Equation.DSMT4">
                  <p:embed/>
                  <p:pic>
                    <p:nvPicPr>
                      <p:cNvPr id="0" name="图片 7760"/>
                      <p:cNvPicPr>
                        <a:picLocks noChangeAspect="1"/>
                      </p:cNvPicPr>
                      <p:nvPr/>
                    </p:nvPicPr>
                    <p:blipFill>
                      <a:blip r:embed="rId12"/>
                      <a:stretch>
                        <a:fillRect/>
                      </a:stretch>
                    </p:blipFill>
                    <p:spPr>
                      <a:xfrm>
                        <a:off x="6413757" y="4774421"/>
                        <a:ext cx="3124200" cy="533400"/>
                      </a:xfrm>
                      <a:prstGeom prst="rect">
                        <a:avLst/>
                      </a:prstGeom>
                      <a:noFill/>
                      <a:ln w="9525">
                        <a:noFill/>
                      </a:ln>
                    </p:spPr>
                  </p:pic>
                </p:oleObj>
              </mc:Fallback>
            </mc:AlternateContent>
          </a:graphicData>
        </a:graphic>
      </p:graphicFrame>
      <p:sp>
        <p:nvSpPr>
          <p:cNvPr id="17" name="TextBox 16"/>
          <p:cNvSpPr txBox="1">
            <a:spLocks noChangeArrowheads="1"/>
          </p:cNvSpPr>
          <p:nvPr/>
        </p:nvSpPr>
        <p:spPr bwMode="auto">
          <a:xfrm>
            <a:off x="4037648" y="4698048"/>
            <a:ext cx="22320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黑体" panose="02010609060101010101" charset="-122"/>
                <a:ea typeface="黑体" panose="02010609060101010101" charset="-122"/>
              </a:rPr>
              <a:t> </a:t>
            </a:r>
            <a:r>
              <a:rPr lang="zh-CN" altLang="en-US" sz="2800" b="1">
                <a:latin typeface="微软雅黑" panose="020B0503020204020204" charset="-122"/>
                <a:ea typeface="微软雅黑" panose="020B0503020204020204" charset="-122"/>
                <a:cs typeface="微软雅黑" panose="020B0503020204020204" charset="-122"/>
              </a:rPr>
              <a:t>邻域为集合</a:t>
            </a:r>
            <a:r>
              <a:rPr lang="en-US" altLang="zh-CN" sz="2800" b="1">
                <a:latin typeface="微软雅黑" panose="020B0503020204020204" charset="-122"/>
                <a:ea typeface="微软雅黑" panose="020B0503020204020204" charset="-122"/>
                <a:cs typeface="微软雅黑" panose="020B0503020204020204" charset="-122"/>
              </a:rPr>
              <a:t>:</a:t>
            </a:r>
            <a:endParaRPr lang="zh-CN" altLang="en-US" sz="2800" b="1">
              <a:latin typeface="微软雅黑" panose="020B0503020204020204" charset="-122"/>
              <a:ea typeface="微软雅黑" panose="020B0503020204020204" charset="-122"/>
              <a:cs typeface="微软雅黑" panose="020B0503020204020204" charset="-122"/>
            </a:endParaRPr>
          </a:p>
        </p:txBody>
      </p:sp>
      <p:sp>
        <p:nvSpPr>
          <p:cNvPr id="18" name="TextBox 17"/>
          <p:cNvSpPr txBox="1">
            <a:spLocks noChangeArrowheads="1"/>
          </p:cNvSpPr>
          <p:nvPr/>
        </p:nvSpPr>
        <p:spPr bwMode="auto">
          <a:xfrm>
            <a:off x="8394035" y="3165475"/>
            <a:ext cx="25922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t>“</a:t>
            </a:r>
            <a:r>
              <a:rPr lang="zh-CN" altLang="en-US" sz="2800" b="1" dirty="0">
                <a:latin typeface="微软雅黑" panose="020B0503020204020204" charset="-122"/>
                <a:ea typeface="微软雅黑" panose="020B0503020204020204" charset="-122"/>
              </a:rPr>
              <a:t>越靠近</a:t>
            </a:r>
            <a:r>
              <a:rPr lang="zh-CN" altLang="en-US" sz="2800" dirty="0"/>
              <a:t>”．</a:t>
            </a:r>
            <a:endParaRPr lang="en-US" altLang="zh-CN" sz="2800" dirty="0"/>
          </a:p>
        </p:txBody>
      </p:sp>
      <p:graphicFrame>
        <p:nvGraphicFramePr>
          <p:cNvPr id="19" name="对象 18"/>
          <p:cNvGraphicFramePr>
            <a:graphicFrameLocks noChangeAspect="1"/>
          </p:cNvGraphicFramePr>
          <p:nvPr/>
        </p:nvGraphicFramePr>
        <p:xfrm>
          <a:off x="2148840" y="3314700"/>
          <a:ext cx="331200" cy="252000"/>
        </p:xfrm>
        <a:graphic>
          <a:graphicData uri="http://schemas.openxmlformats.org/presentationml/2006/ole">
            <mc:AlternateContent xmlns:mc="http://schemas.openxmlformats.org/markup-compatibility/2006">
              <mc:Choice xmlns:v="urn:schemas-microsoft-com:vml" Requires="v">
                <p:oleObj spid="_x0000_s7762" name="Equation" r:id="rId13" imgW="7010400" imgH="5486400" progId="Equation.DSMT4">
                  <p:embed/>
                </p:oleObj>
              </mc:Choice>
              <mc:Fallback>
                <p:oleObj name="Equation" r:id="rId13" imgW="7010400" imgH="5486400" progId="Equation.DSMT4">
                  <p:embed/>
                  <p:pic>
                    <p:nvPicPr>
                      <p:cNvPr id="0" name="图片 7761"/>
                      <p:cNvPicPr>
                        <a:picLocks noChangeAspect="1"/>
                      </p:cNvPicPr>
                      <p:nvPr/>
                    </p:nvPicPr>
                    <p:blipFill>
                      <a:blip r:embed="rId14"/>
                      <a:stretch>
                        <a:fillRect/>
                      </a:stretch>
                    </p:blipFill>
                    <p:spPr>
                      <a:xfrm>
                        <a:off x="2148840" y="3314700"/>
                        <a:ext cx="331200" cy="252000"/>
                      </a:xfrm>
                      <a:prstGeom prst="rect">
                        <a:avLst/>
                      </a:prstGeom>
                      <a:noFill/>
                      <a:ln w="9525">
                        <a:noFill/>
                      </a:ln>
                    </p:spPr>
                  </p:pic>
                </p:oleObj>
              </mc:Fallback>
            </mc:AlternateContent>
          </a:graphicData>
        </a:graphic>
      </p:graphicFrame>
      <p:graphicFrame>
        <p:nvGraphicFramePr>
          <p:cNvPr id="20" name="对象 19"/>
          <p:cNvGraphicFramePr>
            <a:graphicFrameLocks noChangeAspect="1"/>
          </p:cNvGraphicFramePr>
          <p:nvPr/>
        </p:nvGraphicFramePr>
        <p:xfrm>
          <a:off x="3520492" y="1173778"/>
          <a:ext cx="458696" cy="349008"/>
        </p:xfrm>
        <a:graphic>
          <a:graphicData uri="http://schemas.openxmlformats.org/presentationml/2006/ole">
            <mc:AlternateContent xmlns:mc="http://schemas.openxmlformats.org/markup-compatibility/2006">
              <mc:Choice xmlns:v="urn:schemas-microsoft-com:vml" Requires="v">
                <p:oleObj spid="_x0000_s7763" name="Equation" r:id="rId15" imgW="7010400" imgH="5486400" progId="Equation.DSMT4">
                  <p:embed/>
                </p:oleObj>
              </mc:Choice>
              <mc:Fallback>
                <p:oleObj name="Equation" r:id="rId15" imgW="7010400" imgH="5486400" progId="Equation.DSMT4">
                  <p:embed/>
                  <p:pic>
                    <p:nvPicPr>
                      <p:cNvPr id="0" name="图片 7762"/>
                      <p:cNvPicPr>
                        <a:picLocks noChangeAspect="1"/>
                      </p:cNvPicPr>
                      <p:nvPr/>
                    </p:nvPicPr>
                    <p:blipFill>
                      <a:blip r:embed="rId16"/>
                      <a:stretch>
                        <a:fillRect/>
                      </a:stretch>
                    </p:blipFill>
                    <p:spPr>
                      <a:xfrm>
                        <a:off x="3520492" y="1173778"/>
                        <a:ext cx="458696" cy="349008"/>
                      </a:xfrm>
                      <a:prstGeom prst="rect">
                        <a:avLst/>
                      </a:prstGeom>
                      <a:noFill/>
                      <a:ln w="9525">
                        <a:noFill/>
                      </a:ln>
                    </p:spPr>
                  </p:pic>
                </p:oleObj>
              </mc:Fallback>
            </mc:AlternateContent>
          </a:graphicData>
        </a:graphic>
      </p:graphicFrame>
      <p:sp>
        <p:nvSpPr>
          <p:cNvPr id="21" name="TextBox 20"/>
          <p:cNvSpPr txBox="1">
            <a:spLocks noChangeArrowheads="1"/>
          </p:cNvSpPr>
          <p:nvPr/>
        </p:nvSpPr>
        <p:spPr bwMode="auto">
          <a:xfrm>
            <a:off x="9347148" y="4792028"/>
            <a:ext cx="7905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黑体" panose="02010609060101010101" charset="-122"/>
                <a:ea typeface="黑体" panose="02010609060101010101" charset="-122"/>
              </a:rPr>
              <a:t>.</a:t>
            </a:r>
            <a:endParaRPr lang="zh-CN" altLang="en-US" sz="2800" b="1">
              <a:latin typeface="黑体" panose="02010609060101010101" charset="-122"/>
              <a:ea typeface="黑体" panose="02010609060101010101" charset="-122"/>
            </a:endParaRPr>
          </a:p>
        </p:txBody>
      </p:sp>
      <p:sp>
        <p:nvSpPr>
          <p:cNvPr id="22" name="TextBox 21"/>
          <p:cNvSpPr txBox="1"/>
          <p:nvPr/>
        </p:nvSpPr>
        <p:spPr>
          <a:xfrm>
            <a:off x="1584615" y="1680055"/>
            <a:ext cx="6927560" cy="521970"/>
          </a:xfrm>
          <a:prstGeom prst="rect">
            <a:avLst/>
          </a:prstGeom>
          <a:noFill/>
        </p:spPr>
        <p:txBody>
          <a:bodyPr wrap="square" rtlCol="0">
            <a:spAutoFit/>
          </a:bodyPr>
          <a:lstStyle/>
          <a:p>
            <a:pPr>
              <a:spcBef>
                <a:spcPct val="50000"/>
              </a:spcBef>
            </a:pPr>
            <a:r>
              <a:rPr lang="zh-CN" altLang="en-US" sz="2800" b="1" dirty="0">
                <a:latin typeface="微软雅黑" panose="020B0503020204020204" charset="-122"/>
                <a:ea typeface="微软雅黑" panose="020B0503020204020204" charset="-122"/>
              </a:rPr>
              <a:t>数轴上遥远处一个虚拟的点</a:t>
            </a:r>
            <a:r>
              <a:rPr lang="zh-CN" altLang="en-US" b="1" dirty="0">
                <a:latin typeface="微软雅黑" panose="020B0503020204020204" charset="-122"/>
                <a:ea typeface="微软雅黑" panose="020B0503020204020204" charset="-122"/>
              </a:rPr>
              <a:t>．</a:t>
            </a:r>
            <a:endParaRPr lang="en-US" altLang="zh-CN" b="1" dirty="0">
              <a:latin typeface="微软雅黑" panose="020B0503020204020204" charset="-122"/>
              <a:ea typeface="微软雅黑" panose="020B0503020204020204" charset="-122"/>
            </a:endParaRPr>
          </a:p>
        </p:txBody>
      </p:sp>
      <p:graphicFrame>
        <p:nvGraphicFramePr>
          <p:cNvPr id="24" name="对象 23"/>
          <p:cNvGraphicFramePr>
            <a:graphicFrameLocks noChangeAspect="1"/>
          </p:cNvGraphicFramePr>
          <p:nvPr/>
        </p:nvGraphicFramePr>
        <p:xfrm>
          <a:off x="8250555" y="3314700"/>
          <a:ext cx="331470" cy="252095"/>
        </p:xfrm>
        <a:graphic>
          <a:graphicData uri="http://schemas.openxmlformats.org/presentationml/2006/ole">
            <mc:AlternateContent xmlns:mc="http://schemas.openxmlformats.org/markup-compatibility/2006">
              <mc:Choice xmlns:v="urn:schemas-microsoft-com:vml" Requires="v">
                <p:oleObj spid="_x0000_s7764" name="Equation" r:id="rId17" imgW="7010400" imgH="5486400" progId="Equation.DSMT4">
                  <p:embed/>
                </p:oleObj>
              </mc:Choice>
              <mc:Fallback>
                <p:oleObj name="Equation" r:id="rId17" imgW="7010400" imgH="5486400" progId="Equation.DSMT4">
                  <p:embed/>
                  <p:pic>
                    <p:nvPicPr>
                      <p:cNvPr id="0" name="图片 7763"/>
                      <p:cNvPicPr>
                        <a:picLocks noChangeAspect="1"/>
                      </p:cNvPicPr>
                      <p:nvPr/>
                    </p:nvPicPr>
                    <p:blipFill>
                      <a:blip r:embed="rId18"/>
                      <a:stretch>
                        <a:fillRect/>
                      </a:stretch>
                    </p:blipFill>
                    <p:spPr>
                      <a:xfrm>
                        <a:off x="8250555" y="3314700"/>
                        <a:ext cx="331470" cy="252095"/>
                      </a:xfrm>
                      <a:prstGeom prst="rect">
                        <a:avLst/>
                      </a:prstGeom>
                      <a:noFill/>
                      <a:ln w="9525">
                        <a:noFill/>
                      </a:ln>
                    </p:spPr>
                  </p:pic>
                </p:oleObj>
              </mc:Fallback>
            </mc:AlternateContent>
          </a:graphicData>
        </a:graphic>
      </p:graphicFrame>
      <p:sp>
        <p:nvSpPr>
          <p:cNvPr id="142338" name="矩形 142337"/>
          <p:cNvSpPr/>
          <p:nvPr/>
        </p:nvSpPr>
        <p:spPr>
          <a:xfrm>
            <a:off x="1584008" y="589915"/>
            <a:ext cx="999490" cy="583565"/>
          </a:xfrm>
          <a:prstGeom prst="rect">
            <a:avLst/>
          </a:prstGeom>
          <a:noFill/>
          <a:ln w="9525">
            <a:noFill/>
          </a:ln>
        </p:spPr>
        <p:txBody>
          <a:bodyPr wrap="none" anchor="t" anchorCtr="0">
            <a:spAutoFit/>
          </a:bodyPr>
          <a:p>
            <a:r>
              <a:rPr lang="zh-CN" altLang="en-US" sz="3200" b="1" dirty="0">
                <a:solidFill>
                  <a:srgbClr val="7030A0"/>
                </a:solidFill>
                <a:latin typeface="黑体" panose="02010609060101010101" charset="-122"/>
                <a:ea typeface="黑体" panose="02010609060101010101" charset="-122"/>
              </a:rPr>
              <a:t>注：</a:t>
            </a:r>
            <a:endParaRPr lang="zh-CN" altLang="en-US" sz="2800" b="1">
              <a:solidFill>
                <a:srgbClr val="0000FF"/>
              </a:solidFill>
              <a:effectLst>
                <a:outerShdw blurRad="38100" dist="38100" dir="2700000">
                  <a:srgbClr val="000000"/>
                </a:outerShdw>
              </a:effectLst>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arn(inVertical)">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ppt_x"/>
                                          </p:val>
                                        </p:tav>
                                        <p:tav tm="100000">
                                          <p:val>
                                            <p:strVal val="#ppt_x"/>
                                          </p:val>
                                        </p:tav>
                                      </p:tavLst>
                                    </p:anim>
                                    <p:anim calcmode="lin" valueType="num">
                                      <p:cBhvr additive="base">
                                        <p:cTn id="4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barn(inVertical)">
                                      <p:cBhvr>
                                        <p:cTn id="54" dur="500"/>
                                        <p:tgtEl>
                                          <p:spTgt spid="12"/>
                                        </p:tgtEl>
                                      </p:cBhvr>
                                    </p:animEffect>
                                  </p:childTnLst>
                                </p:cTn>
                              </p:par>
                              <p:par>
                                <p:cTn id="55" presetID="16" presetClass="entr" presetSubtype="21"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barn(inVertical)">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1000"/>
                                        <p:tgtEl>
                                          <p:spTgt spid="17"/>
                                        </p:tgtEl>
                                      </p:cBhvr>
                                    </p:animEffect>
                                    <p:anim calcmode="lin" valueType="num">
                                      <p:cBhvr>
                                        <p:cTn id="67" dur="1000" fill="hold"/>
                                        <p:tgtEl>
                                          <p:spTgt spid="17"/>
                                        </p:tgtEl>
                                        <p:attrNameLst>
                                          <p:attrName>ppt_x</p:attrName>
                                        </p:attrNameLst>
                                      </p:cBhvr>
                                      <p:tavLst>
                                        <p:tav tm="0">
                                          <p:val>
                                            <p:strVal val="#ppt_x"/>
                                          </p:val>
                                        </p:tav>
                                        <p:tav tm="100000">
                                          <p:val>
                                            <p:strVal val="#ppt_x"/>
                                          </p:val>
                                        </p:tav>
                                      </p:tavLst>
                                    </p:anim>
                                    <p:anim calcmode="lin" valueType="num">
                                      <p:cBhvr>
                                        <p:cTn id="68" dur="100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1000"/>
                                        <p:tgtEl>
                                          <p:spTgt spid="15"/>
                                        </p:tgtEl>
                                      </p:cBhvr>
                                    </p:animEffect>
                                    <p:anim calcmode="lin" valueType="num">
                                      <p:cBhvr>
                                        <p:cTn id="72" dur="1000" fill="hold"/>
                                        <p:tgtEl>
                                          <p:spTgt spid="15"/>
                                        </p:tgtEl>
                                        <p:attrNameLst>
                                          <p:attrName>ppt_x</p:attrName>
                                        </p:attrNameLst>
                                      </p:cBhvr>
                                      <p:tavLst>
                                        <p:tav tm="0">
                                          <p:val>
                                            <p:strVal val="#ppt_x"/>
                                          </p:val>
                                        </p:tav>
                                        <p:tav tm="100000">
                                          <p:val>
                                            <p:strVal val="#ppt_x"/>
                                          </p:val>
                                        </p:tav>
                                      </p:tavLst>
                                    </p:anim>
                                    <p:anim calcmode="lin" valueType="num">
                                      <p:cBhvr>
                                        <p:cTn id="73" dur="1000" fill="hold"/>
                                        <p:tgtEl>
                                          <p:spTgt spid="15"/>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1000"/>
                                        <p:tgtEl>
                                          <p:spTgt spid="16"/>
                                        </p:tgtEl>
                                      </p:cBhvr>
                                    </p:animEffect>
                                    <p:anim calcmode="lin" valueType="num">
                                      <p:cBhvr>
                                        <p:cTn id="77" dur="1000" fill="hold"/>
                                        <p:tgtEl>
                                          <p:spTgt spid="16"/>
                                        </p:tgtEl>
                                        <p:attrNameLst>
                                          <p:attrName>ppt_x</p:attrName>
                                        </p:attrNameLst>
                                      </p:cBhvr>
                                      <p:tavLst>
                                        <p:tav tm="0">
                                          <p:val>
                                            <p:strVal val="#ppt_x"/>
                                          </p:val>
                                        </p:tav>
                                        <p:tav tm="100000">
                                          <p:val>
                                            <p:strVal val="#ppt_x"/>
                                          </p:val>
                                        </p:tav>
                                      </p:tavLst>
                                    </p:anim>
                                    <p:anim calcmode="lin" valueType="num">
                                      <p:cBhvr>
                                        <p:cTn id="7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1000"/>
                                        <p:tgtEl>
                                          <p:spTgt spid="21"/>
                                        </p:tgtEl>
                                      </p:cBhvr>
                                    </p:animEffect>
                                    <p:anim calcmode="lin" valueType="num">
                                      <p:cBhvr>
                                        <p:cTn id="84" dur="1000" fill="hold"/>
                                        <p:tgtEl>
                                          <p:spTgt spid="21"/>
                                        </p:tgtEl>
                                        <p:attrNameLst>
                                          <p:attrName>ppt_x</p:attrName>
                                        </p:attrNameLst>
                                      </p:cBhvr>
                                      <p:tavLst>
                                        <p:tav tm="0">
                                          <p:val>
                                            <p:strVal val="#ppt_x"/>
                                          </p:val>
                                        </p:tav>
                                        <p:tav tm="100000">
                                          <p:val>
                                            <p:strVal val="#ppt_x"/>
                                          </p:val>
                                        </p:tav>
                                      </p:tavLst>
                                    </p:anim>
                                    <p:anim calcmode="lin" valueType="num">
                                      <p:cBhvr>
                                        <p:cTn id="8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p:bldP spid="12" grpId="0"/>
      <p:bldP spid="17" grpId="0"/>
      <p:bldP spid="18"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399540" y="65436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rPr>
              <a:t>练习</a:t>
            </a:r>
            <a:r>
              <a:rPr lang="en-US"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rPr>
              <a:t>1.1.1</a:t>
            </a:r>
            <a:endParaRPr lang="en-US"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endParaRPr>
          </a:p>
        </p:txBody>
      </p:sp>
      <p:sp>
        <p:nvSpPr>
          <p:cNvPr id="3" name="TextBox 2"/>
          <p:cNvSpPr txBox="1">
            <a:spLocks noChangeArrowheads="1"/>
          </p:cNvSpPr>
          <p:nvPr/>
        </p:nvSpPr>
        <p:spPr bwMode="auto">
          <a:xfrm>
            <a:off x="2009458" y="1605598"/>
            <a:ext cx="33829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黑体" panose="02010609060101010101" charset="-122"/>
                <a:ea typeface="黑体" panose="02010609060101010101" charset="-122"/>
              </a:rPr>
              <a:t>1.</a:t>
            </a:r>
            <a:r>
              <a:rPr lang="zh-CN" altLang="zh-CN" sz="2800" b="1" dirty="0">
                <a:latin typeface="黑体" panose="02010609060101010101" charset="-122"/>
                <a:ea typeface="黑体" panose="02010609060101010101" charset="-122"/>
              </a:rPr>
              <a:t>用区间表示邻域</a:t>
            </a:r>
            <a:endParaRPr lang="zh-CN" altLang="en-US" sz="2800" b="1" dirty="0">
              <a:latin typeface="黑体" panose="02010609060101010101" charset="-122"/>
              <a:ea typeface="黑体" panose="02010609060101010101" charset="-122"/>
            </a:endParaRPr>
          </a:p>
        </p:txBody>
      </p:sp>
      <p:graphicFrame>
        <p:nvGraphicFramePr>
          <p:cNvPr id="4" name="对象 4"/>
          <p:cNvGraphicFramePr>
            <a:graphicFrameLocks noChangeAspect="1"/>
          </p:cNvGraphicFramePr>
          <p:nvPr/>
        </p:nvGraphicFramePr>
        <p:xfrm>
          <a:off x="4960620" y="1708785"/>
          <a:ext cx="1503363" cy="393700"/>
        </p:xfrm>
        <a:graphic>
          <a:graphicData uri="http://schemas.openxmlformats.org/presentationml/2006/ole">
            <mc:AlternateContent xmlns:mc="http://schemas.openxmlformats.org/markup-compatibility/2006">
              <mc:Choice xmlns:v="urn:schemas-microsoft-com:vml" Requires="v">
                <p:oleObj spid="_x0000_s8193" name="Equation" r:id="rId1" imgW="36271200" imgH="9448800" progId="Equation.DSMT4">
                  <p:embed/>
                </p:oleObj>
              </mc:Choice>
              <mc:Fallback>
                <p:oleObj name="Equation" r:id="rId1" imgW="36271200" imgH="9448800" progId="Equation.DSMT4">
                  <p:embed/>
                  <p:pic>
                    <p:nvPicPr>
                      <p:cNvPr id="0" name="图片 8192"/>
                      <p:cNvPicPr>
                        <a:picLocks noChangeAspect="1"/>
                      </p:cNvPicPr>
                      <p:nvPr/>
                    </p:nvPicPr>
                    <p:blipFill>
                      <a:blip r:embed="rId2"/>
                      <a:stretch>
                        <a:fillRect/>
                      </a:stretch>
                    </p:blipFill>
                    <p:spPr>
                      <a:xfrm>
                        <a:off x="4960620" y="1708785"/>
                        <a:ext cx="1503363" cy="393700"/>
                      </a:xfrm>
                      <a:prstGeom prst="rect">
                        <a:avLst/>
                      </a:prstGeom>
                      <a:noFill/>
                      <a:ln w="9525">
                        <a:noFill/>
                      </a:ln>
                    </p:spPr>
                  </p:pic>
                </p:oleObj>
              </mc:Fallback>
            </mc:AlternateContent>
          </a:graphicData>
        </a:graphic>
      </p:graphicFrame>
      <p:sp>
        <p:nvSpPr>
          <p:cNvPr id="5" name="TextBox 5"/>
          <p:cNvSpPr txBox="1">
            <a:spLocks noChangeArrowheads="1"/>
          </p:cNvSpPr>
          <p:nvPr/>
        </p:nvSpPr>
        <p:spPr bwMode="auto">
          <a:xfrm>
            <a:off x="6544945" y="1605598"/>
            <a:ext cx="38893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及去心</a:t>
            </a:r>
            <a:r>
              <a:rPr lang="zh-CN" altLang="zh-CN" sz="2800" b="1" dirty="0" smtClean="0">
                <a:latin typeface="黑体" panose="02010609060101010101" charset="-122"/>
                <a:ea typeface="黑体" panose="02010609060101010101" charset="-122"/>
              </a:rPr>
              <a:t>邻域</a:t>
            </a:r>
            <a:r>
              <a:rPr lang="en-US" altLang="zh-CN" sz="2800" b="1" dirty="0" smtClean="0">
                <a:latin typeface="黑体" panose="02010609060101010101" charset="-122"/>
                <a:ea typeface="黑体" panose="02010609060101010101" charset="-122"/>
              </a:rPr>
              <a:t>                 </a:t>
            </a:r>
            <a:endParaRPr lang="zh-CN" altLang="en-US" sz="2800" b="1" dirty="0">
              <a:latin typeface="黑体" panose="02010609060101010101" charset="-122"/>
              <a:ea typeface="黑体" panose="02010609060101010101" charset="-122"/>
            </a:endParaRPr>
          </a:p>
        </p:txBody>
      </p:sp>
      <p:graphicFrame>
        <p:nvGraphicFramePr>
          <p:cNvPr id="6" name="对象 6"/>
          <p:cNvGraphicFramePr>
            <a:graphicFrameLocks noChangeAspect="1"/>
          </p:cNvGraphicFramePr>
          <p:nvPr/>
        </p:nvGraphicFramePr>
        <p:xfrm>
          <a:off x="8561417" y="1506518"/>
          <a:ext cx="1501775" cy="622300"/>
        </p:xfrm>
        <a:graphic>
          <a:graphicData uri="http://schemas.openxmlformats.org/presentationml/2006/ole">
            <mc:AlternateContent xmlns:mc="http://schemas.openxmlformats.org/markup-compatibility/2006">
              <mc:Choice xmlns:v="urn:schemas-microsoft-com:vml" Requires="v">
                <p:oleObj spid="_x0000_s8409" name="Equation" r:id="rId3" imgW="36271200" imgH="14935200" progId="Equation.DSMT4">
                  <p:embed/>
                </p:oleObj>
              </mc:Choice>
              <mc:Fallback>
                <p:oleObj name="Equation" r:id="rId3" imgW="36271200" imgH="14935200" progId="Equation.DSMT4">
                  <p:embed/>
                  <p:pic>
                    <p:nvPicPr>
                      <p:cNvPr id="0" name="图片 8408"/>
                      <p:cNvPicPr>
                        <a:picLocks noChangeAspect="1"/>
                      </p:cNvPicPr>
                      <p:nvPr/>
                    </p:nvPicPr>
                    <p:blipFill>
                      <a:blip r:embed="rId4"/>
                      <a:stretch>
                        <a:fillRect/>
                      </a:stretch>
                    </p:blipFill>
                    <p:spPr>
                      <a:xfrm>
                        <a:off x="8561417" y="1506518"/>
                        <a:ext cx="1501775" cy="622300"/>
                      </a:xfrm>
                      <a:prstGeom prst="rect">
                        <a:avLst/>
                      </a:prstGeom>
                      <a:noFill/>
                      <a:ln w="9525">
                        <a:noFill/>
                      </a:ln>
                    </p:spPr>
                  </p:pic>
                </p:oleObj>
              </mc:Fallback>
            </mc:AlternateContent>
          </a:graphicData>
        </a:graphic>
      </p:graphicFrame>
      <p:sp>
        <p:nvSpPr>
          <p:cNvPr id="7" name="TextBox 7"/>
          <p:cNvSpPr txBox="1">
            <a:spLocks noChangeArrowheads="1"/>
          </p:cNvSpPr>
          <p:nvPr/>
        </p:nvSpPr>
        <p:spPr bwMode="auto">
          <a:xfrm>
            <a:off x="2009572" y="4011353"/>
            <a:ext cx="37433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黑体" panose="02010609060101010101" charset="-122"/>
                <a:ea typeface="黑体" panose="02010609060101010101" charset="-122"/>
              </a:rPr>
              <a:t>2.</a:t>
            </a:r>
            <a:r>
              <a:rPr lang="zh-CN" altLang="zh-CN" sz="2800" b="1" dirty="0">
                <a:latin typeface="黑体" panose="02010609060101010101" charset="-122"/>
                <a:ea typeface="黑体" panose="02010609060101010101" charset="-122"/>
              </a:rPr>
              <a:t>为使</a:t>
            </a:r>
            <a:r>
              <a:rPr lang="en-US" altLang="zh-CN" sz="2800" b="1" dirty="0">
                <a:latin typeface="黑体" panose="02010609060101010101" charset="-122"/>
                <a:ea typeface="黑体" panose="02010609060101010101" charset="-122"/>
              </a:rPr>
              <a:t>                       </a:t>
            </a:r>
            <a:endParaRPr lang="zh-CN" altLang="en-US" sz="2800" b="1" dirty="0">
              <a:latin typeface="黑体" panose="02010609060101010101" charset="-122"/>
              <a:ea typeface="黑体" panose="02010609060101010101" charset="-122"/>
            </a:endParaRPr>
          </a:p>
        </p:txBody>
      </p:sp>
      <p:graphicFrame>
        <p:nvGraphicFramePr>
          <p:cNvPr id="8" name="对象 9"/>
          <p:cNvGraphicFramePr>
            <a:graphicFrameLocks noChangeAspect="1"/>
          </p:cNvGraphicFramePr>
          <p:nvPr/>
        </p:nvGraphicFramePr>
        <p:xfrm>
          <a:off x="3303042" y="3795790"/>
          <a:ext cx="1930400" cy="952500"/>
        </p:xfrm>
        <a:graphic>
          <a:graphicData uri="http://schemas.openxmlformats.org/presentationml/2006/ole">
            <mc:AlternateContent xmlns:mc="http://schemas.openxmlformats.org/markup-compatibility/2006">
              <mc:Choice xmlns:v="urn:schemas-microsoft-com:vml" Requires="v">
                <p:oleObj spid="_x0000_s8410" name="Equation" r:id="rId5" imgW="46329600" imgH="22860000" progId="Equation.DSMT4">
                  <p:embed/>
                </p:oleObj>
              </mc:Choice>
              <mc:Fallback>
                <p:oleObj name="Equation" r:id="rId5" imgW="46329600" imgH="22860000" progId="Equation.DSMT4">
                  <p:embed/>
                  <p:pic>
                    <p:nvPicPr>
                      <p:cNvPr id="0" name="图片 8409"/>
                      <p:cNvPicPr>
                        <a:picLocks noChangeAspect="1"/>
                      </p:cNvPicPr>
                      <p:nvPr/>
                    </p:nvPicPr>
                    <p:blipFill>
                      <a:blip r:embed="rId6"/>
                      <a:stretch>
                        <a:fillRect/>
                      </a:stretch>
                    </p:blipFill>
                    <p:spPr>
                      <a:xfrm>
                        <a:off x="3303042" y="3795790"/>
                        <a:ext cx="1930400" cy="952500"/>
                      </a:xfrm>
                      <a:prstGeom prst="rect">
                        <a:avLst/>
                      </a:prstGeom>
                      <a:noFill/>
                      <a:ln w="9525">
                        <a:noFill/>
                      </a:ln>
                    </p:spPr>
                  </p:pic>
                </p:oleObj>
              </mc:Fallback>
            </mc:AlternateContent>
          </a:graphicData>
        </a:graphic>
      </p:graphicFrame>
      <p:sp>
        <p:nvSpPr>
          <p:cNvPr id="9" name="TextBox 10"/>
          <p:cNvSpPr txBox="1">
            <a:spLocks noChangeArrowheads="1"/>
          </p:cNvSpPr>
          <p:nvPr/>
        </p:nvSpPr>
        <p:spPr bwMode="auto">
          <a:xfrm>
            <a:off x="5166995" y="4011266"/>
            <a:ext cx="3521001"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charset="-122"/>
                <a:cs typeface="Times New Roman" panose="02020603050405020304" pitchFamily="18" charset="0"/>
              </a:rPr>
              <a:t>x</a:t>
            </a:r>
            <a:r>
              <a:rPr lang="en-US" altLang="zh-CN" sz="2800" b="1" i="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 </a:t>
            </a:r>
            <a:r>
              <a:rPr lang="zh-CN" altLang="en-US" sz="2800" b="1" dirty="0" smtClean="0">
                <a:latin typeface="黑体" panose="02010609060101010101" charset="-122"/>
                <a:ea typeface="黑体" panose="02010609060101010101" charset="-122"/>
              </a:rPr>
              <a:t>应</a:t>
            </a:r>
            <a:r>
              <a:rPr lang="zh-CN" altLang="en-US" sz="2800" b="1" dirty="0">
                <a:latin typeface="黑体" panose="02010609060101010101" charset="-122"/>
                <a:ea typeface="黑体" panose="02010609060101010101" charset="-122"/>
              </a:rPr>
              <a:t>在什么范围内？</a:t>
            </a:r>
            <a:endParaRPr lang="zh-CN" altLang="en-US" sz="2800" b="1" dirty="0">
              <a:latin typeface="黑体" panose="02010609060101010101" charset="-122"/>
              <a:ea typeface="黑体" panose="02010609060101010101" charset="-122"/>
            </a:endParaRPr>
          </a:p>
        </p:txBody>
      </p:sp>
      <p:sp>
        <p:nvSpPr>
          <p:cNvPr id="11" name="TextBox 10"/>
          <p:cNvSpPr txBox="1"/>
          <p:nvPr/>
        </p:nvSpPr>
        <p:spPr bwMode="auto">
          <a:xfrm>
            <a:off x="2923046" y="2318094"/>
            <a:ext cx="1671576"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答案：</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12" name="Rectangle 17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3" name="对象 12"/>
          <p:cNvGraphicFramePr>
            <a:graphicFrameLocks noChangeAspect="1"/>
          </p:cNvGraphicFramePr>
          <p:nvPr/>
        </p:nvGraphicFramePr>
        <p:xfrm>
          <a:off x="4334626" y="2358738"/>
          <a:ext cx="5186363" cy="488950"/>
        </p:xfrm>
        <a:graphic>
          <a:graphicData uri="http://schemas.openxmlformats.org/presentationml/2006/ole">
            <mc:AlternateContent xmlns:mc="http://schemas.openxmlformats.org/markup-compatibility/2006">
              <mc:Choice xmlns:v="urn:schemas-microsoft-com:vml" Requires="v">
                <p:oleObj spid="_x0000_s8411" name="Equation" r:id="rId7" imgW="124358400" imgH="11582400" progId="Equation.DSMT4">
                  <p:embed/>
                </p:oleObj>
              </mc:Choice>
              <mc:Fallback>
                <p:oleObj name="Equation" r:id="rId7" imgW="124358400" imgH="11582400" progId="Equation.DSMT4">
                  <p:embed/>
                  <p:pic>
                    <p:nvPicPr>
                      <p:cNvPr id="0" name="图片 8410"/>
                      <p:cNvPicPr>
                        <a:picLocks noChangeAspect="1"/>
                      </p:cNvPicPr>
                      <p:nvPr/>
                    </p:nvPicPr>
                    <p:blipFill>
                      <a:blip r:embed="rId8"/>
                      <a:stretch>
                        <a:fillRect/>
                      </a:stretch>
                    </p:blipFill>
                    <p:spPr>
                      <a:xfrm>
                        <a:off x="4334626" y="2358738"/>
                        <a:ext cx="5186363" cy="488950"/>
                      </a:xfrm>
                      <a:prstGeom prst="rect">
                        <a:avLst/>
                      </a:prstGeom>
                      <a:noFill/>
                      <a:ln w="9525">
                        <a:noFill/>
                      </a:ln>
                    </p:spPr>
                  </p:pic>
                </p:oleObj>
              </mc:Fallback>
            </mc:AlternateContent>
          </a:graphicData>
        </a:graphic>
      </p:graphicFrame>
      <p:sp>
        <p:nvSpPr>
          <p:cNvPr id="14" name="Rectangle 17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对象 14"/>
          <p:cNvGraphicFramePr>
            <a:graphicFrameLocks noChangeAspect="1"/>
          </p:cNvGraphicFramePr>
          <p:nvPr/>
        </p:nvGraphicFramePr>
        <p:xfrm>
          <a:off x="4334801" y="3104509"/>
          <a:ext cx="4684713" cy="501651"/>
        </p:xfrm>
        <a:graphic>
          <a:graphicData uri="http://schemas.openxmlformats.org/presentationml/2006/ole">
            <mc:AlternateContent xmlns:mc="http://schemas.openxmlformats.org/markup-compatibility/2006">
              <mc:Choice xmlns:v="urn:schemas-microsoft-com:vml" Requires="v">
                <p:oleObj spid="_x0000_s8412" name="Equation" r:id="rId9" imgW="112166400" imgH="11887200" progId="Equation.DSMT4">
                  <p:embed/>
                </p:oleObj>
              </mc:Choice>
              <mc:Fallback>
                <p:oleObj name="Equation" r:id="rId9" imgW="112166400" imgH="11887200" progId="Equation.DSMT4">
                  <p:embed/>
                  <p:pic>
                    <p:nvPicPr>
                      <p:cNvPr id="0" name="图片 8411"/>
                      <p:cNvPicPr>
                        <a:picLocks noChangeAspect="1"/>
                      </p:cNvPicPr>
                      <p:nvPr/>
                    </p:nvPicPr>
                    <p:blipFill>
                      <a:blip r:embed="rId10"/>
                      <a:stretch>
                        <a:fillRect/>
                      </a:stretch>
                    </p:blipFill>
                    <p:spPr>
                      <a:xfrm>
                        <a:off x="4334801" y="3104509"/>
                        <a:ext cx="4684713" cy="501651"/>
                      </a:xfrm>
                      <a:prstGeom prst="rect">
                        <a:avLst/>
                      </a:prstGeom>
                      <a:noFill/>
                      <a:ln w="9525">
                        <a:noFill/>
                      </a:ln>
                    </p:spPr>
                  </p:pic>
                </p:oleObj>
              </mc:Fallback>
            </mc:AlternateContent>
          </a:graphicData>
        </a:graphic>
      </p:graphicFrame>
      <p:sp>
        <p:nvSpPr>
          <p:cNvPr id="16" name="TextBox 15"/>
          <p:cNvSpPr txBox="1"/>
          <p:nvPr/>
        </p:nvSpPr>
        <p:spPr bwMode="auto">
          <a:xfrm>
            <a:off x="2923095" y="5089500"/>
            <a:ext cx="169044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答案：</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17" name="Rectangle 179"/>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8" name="对象 17"/>
          <p:cNvGraphicFramePr>
            <a:graphicFrameLocks noChangeAspect="1"/>
          </p:cNvGraphicFramePr>
          <p:nvPr/>
        </p:nvGraphicFramePr>
        <p:xfrm>
          <a:off x="4334436" y="5120615"/>
          <a:ext cx="3679825" cy="490538"/>
        </p:xfrm>
        <a:graphic>
          <a:graphicData uri="http://schemas.openxmlformats.org/presentationml/2006/ole">
            <mc:AlternateContent xmlns:mc="http://schemas.openxmlformats.org/markup-compatibility/2006">
              <mc:Choice xmlns:v="urn:schemas-microsoft-com:vml" Requires="v">
                <p:oleObj spid="_x0000_s8413" name="Equation" r:id="rId11" imgW="88087200" imgH="11582400" progId="Equation.DSMT4">
                  <p:embed/>
                </p:oleObj>
              </mc:Choice>
              <mc:Fallback>
                <p:oleObj name="Equation" r:id="rId11" imgW="88087200" imgH="11582400" progId="Equation.DSMT4">
                  <p:embed/>
                  <p:pic>
                    <p:nvPicPr>
                      <p:cNvPr id="0" name="图片 8412"/>
                      <p:cNvPicPr>
                        <a:picLocks noChangeAspect="1"/>
                      </p:cNvPicPr>
                      <p:nvPr/>
                    </p:nvPicPr>
                    <p:blipFill>
                      <a:blip r:embed="rId12"/>
                      <a:stretch>
                        <a:fillRect/>
                      </a:stretch>
                    </p:blipFill>
                    <p:spPr>
                      <a:xfrm>
                        <a:off x="4334436" y="5120615"/>
                        <a:ext cx="3679825" cy="4905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22" presetClass="entr" presetSubtype="8"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981138" y="452289"/>
            <a:ext cx="8229600" cy="114300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rPr>
              <a:t>1.1.2</a:t>
            </a:r>
            <a:r>
              <a:rPr lang="en-US" altLang="zh-CN" b="1" dirty="0">
                <a:solidFill>
                  <a:srgbClr val="FF0000"/>
                </a:solidFill>
                <a:latin typeface="黑体" panose="02010609060101010101" charset="-122"/>
                <a:ea typeface="黑体" panose="02010609060101010101" charset="-122"/>
              </a:rPr>
              <a:t> </a:t>
            </a:r>
            <a:r>
              <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rPr>
              <a:t>函数及其特性</a:t>
            </a:r>
            <a:endParaRPr lang="zh-CN" altLang="en-US" b="1" dirty="0">
              <a:solidFill>
                <a:srgbClr val="FF0000"/>
              </a:solidFill>
              <a:latin typeface="黑体" panose="02010609060101010101" charset="-122"/>
              <a:ea typeface="黑体" panose="02010609060101010101" charset="-122"/>
            </a:endParaRPr>
          </a:p>
        </p:txBody>
      </p:sp>
      <p:sp>
        <p:nvSpPr>
          <p:cNvPr id="4" name="TextBox 23">
            <a:hlinkClick r:id="rId1" action="ppaction://hlinksldjump"/>
          </p:cNvPr>
          <p:cNvSpPr txBox="1">
            <a:spLocks noChangeArrowheads="1"/>
          </p:cNvSpPr>
          <p:nvPr/>
        </p:nvSpPr>
        <p:spPr bwMode="auto">
          <a:xfrm>
            <a:off x="2207568" y="2199531"/>
            <a:ext cx="7039124"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一．映射、函数、复合函数和反函数</a:t>
            </a:r>
            <a:endParaRPr lang="zh-CN" altLang="zh-CN" sz="3200" b="1" dirty="0">
              <a:solidFill>
                <a:schemeClr val="accent6">
                  <a:lumMod val="50000"/>
                </a:schemeClr>
              </a:solidFill>
              <a:latin typeface="黑体" panose="02010609060101010101" charset="-122"/>
              <a:ea typeface="黑体" panose="02010609060101010101" charset="-122"/>
            </a:endParaRPr>
          </a:p>
        </p:txBody>
      </p:sp>
      <p:sp>
        <p:nvSpPr>
          <p:cNvPr id="5" name="标题 1">
            <a:hlinkClick r:id="" action="ppaction://noaction"/>
          </p:cNvPr>
          <p:cNvSpPr txBox="1"/>
          <p:nvPr/>
        </p:nvSpPr>
        <p:spPr>
          <a:xfrm>
            <a:off x="2207568" y="2924944"/>
            <a:ext cx="8229600" cy="72008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cs typeface="+mn-cs"/>
              </a:rPr>
              <a:t>二．分段函数举例</a:t>
            </a:r>
            <a:endParaRPr lang="zh-CN" altLang="en-US" sz="3200" b="1" dirty="0">
              <a:solidFill>
                <a:schemeClr val="accent6">
                  <a:lumMod val="50000"/>
                </a:schemeClr>
              </a:solidFill>
              <a:latin typeface="黑体" panose="02010609060101010101" charset="-122"/>
              <a:ea typeface="黑体" panose="02010609060101010101" charset="-122"/>
              <a:cs typeface="+mn-cs"/>
            </a:endParaRPr>
          </a:p>
        </p:txBody>
      </p:sp>
      <p:sp>
        <p:nvSpPr>
          <p:cNvPr id="6" name="标题 1">
            <a:hlinkClick r:id="" action="ppaction://noaction"/>
          </p:cNvPr>
          <p:cNvSpPr txBox="1"/>
          <p:nvPr/>
        </p:nvSpPr>
        <p:spPr bwMode="auto">
          <a:xfrm>
            <a:off x="2221236" y="3717032"/>
            <a:ext cx="8085584"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三．函数的几种特性</a:t>
            </a:r>
            <a:endParaRPr lang="zh-CN" altLang="zh-CN" sz="3200" b="1" dirty="0">
              <a:gradFill>
                <a:gsLst>
                  <a:gs pos="0">
                    <a:srgbClr val="007BD3"/>
                  </a:gs>
                  <a:gs pos="100000">
                    <a:srgbClr val="034373"/>
                  </a:gs>
                </a:gsLst>
                <a:lin scaled="0"/>
              </a:gradFill>
              <a:latin typeface="黑体" panose="02010609060101010101" charset="-122"/>
              <a:ea typeface="黑体" panose="02010609060101010101" charset="-122"/>
            </a:endParaRPr>
          </a:p>
        </p:txBody>
      </p:sp>
      <p:sp>
        <p:nvSpPr>
          <p:cNvPr id="7" name="TextBox 6"/>
          <p:cNvSpPr txBox="1"/>
          <p:nvPr/>
        </p:nvSpPr>
        <p:spPr>
          <a:xfrm>
            <a:off x="1736090" y="1413094"/>
            <a:ext cx="3657228" cy="645160"/>
          </a:xfrm>
          <a:prstGeom prst="rect">
            <a:avLst/>
          </a:prstGeom>
          <a:noFill/>
        </p:spPr>
        <p:txBody>
          <a:bodyPr wrap="square" rtlCol="0">
            <a:spAutoFit/>
          </a:bodyPr>
          <a:p>
            <a:r>
              <a:rPr lang="zh-CN" altLang="en-US" sz="3600" b="1" dirty="0" smtClean="0">
                <a:latin typeface="+mn-ea"/>
              </a:rPr>
              <a:t>本小节内容提要：</a:t>
            </a:r>
            <a:endParaRPr lang="zh-CN" altLang="en-US" sz="3600" b="1" dirty="0" smtClean="0">
              <a:latin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387475" y="1295083"/>
            <a:ext cx="202501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b="1" dirty="0">
                <a:solidFill>
                  <a:srgbClr val="0000FF"/>
                </a:solidFill>
                <a:latin typeface="楷体" panose="02010609060101010101" charset="-122"/>
                <a:ea typeface="楷体" panose="02010609060101010101" charset="-122"/>
                <a:cs typeface="楷体" panose="02010609060101010101" charset="-122"/>
              </a:rPr>
              <a:t>1. 映射</a:t>
            </a:r>
            <a:r>
              <a:rPr lang="zh-CN" altLang="en-US" sz="3200" b="1" dirty="0">
                <a:solidFill>
                  <a:schemeClr val="accent3">
                    <a:lumMod val="50000"/>
                  </a:schemeClr>
                </a:solidFill>
                <a:latin typeface="楷体" panose="02010609060101010101" charset="-122"/>
                <a:ea typeface="楷体" panose="02010609060101010101" charset="-122"/>
              </a:rPr>
              <a:t>  </a:t>
            </a:r>
            <a:endParaRPr lang="zh-CN" altLang="en-US" sz="3200" b="1" dirty="0">
              <a:solidFill>
                <a:schemeClr val="accent3">
                  <a:lumMod val="50000"/>
                </a:schemeClr>
              </a:solidFill>
              <a:latin typeface="楷体" panose="02010609060101010101" charset="-122"/>
              <a:ea typeface="楷体" panose="02010609060101010101" charset="-122"/>
            </a:endParaRPr>
          </a:p>
        </p:txBody>
      </p:sp>
      <p:sp>
        <p:nvSpPr>
          <p:cNvPr id="3" name="Oval 4"/>
          <p:cNvSpPr>
            <a:spLocks noChangeArrowheads="1"/>
          </p:cNvSpPr>
          <p:nvPr/>
        </p:nvSpPr>
        <p:spPr bwMode="auto">
          <a:xfrm>
            <a:off x="2201545" y="2324100"/>
            <a:ext cx="2819400" cy="1676400"/>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4" name="Text Box 5"/>
          <p:cNvSpPr txBox="1">
            <a:spLocks noChangeArrowheads="1"/>
          </p:cNvSpPr>
          <p:nvPr/>
        </p:nvSpPr>
        <p:spPr bwMode="auto">
          <a:xfrm>
            <a:off x="2259965" y="2827655"/>
            <a:ext cx="26854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chemeClr val="accent5">
                    <a:lumMod val="60000"/>
                    <a:lumOff val="40000"/>
                  </a:schemeClr>
                </a:solidFill>
                <a:latin typeface="黑体" panose="02010609060101010101" charset="-122"/>
                <a:ea typeface="黑体" panose="02010609060101010101" charset="-122"/>
              </a:rPr>
              <a:t>某校学生的集合</a:t>
            </a:r>
            <a:endParaRPr kumimoji="1" lang="zh-CN" altLang="en-US" sz="2800" b="1">
              <a:solidFill>
                <a:schemeClr val="accent5">
                  <a:lumMod val="60000"/>
                  <a:lumOff val="40000"/>
                </a:schemeClr>
              </a:solidFill>
              <a:latin typeface="黑体" panose="02010609060101010101" charset="-122"/>
              <a:ea typeface="黑体" panose="02010609060101010101" charset="-122"/>
            </a:endParaRPr>
          </a:p>
        </p:txBody>
      </p:sp>
      <p:sp>
        <p:nvSpPr>
          <p:cNvPr id="5" name="Oval 6"/>
          <p:cNvSpPr>
            <a:spLocks noChangeArrowheads="1"/>
          </p:cNvSpPr>
          <p:nvPr/>
        </p:nvSpPr>
        <p:spPr bwMode="auto">
          <a:xfrm>
            <a:off x="7710170" y="2412365"/>
            <a:ext cx="2289175" cy="1499870"/>
          </a:xfrm>
          <a:prstGeom prst="ellipse">
            <a:avLst/>
          </a:prstGeom>
          <a:solidFill>
            <a:srgbClr val="0066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6" name="Text Box 7"/>
          <p:cNvSpPr txBox="1">
            <a:spLocks noChangeArrowheads="1"/>
          </p:cNvSpPr>
          <p:nvPr/>
        </p:nvSpPr>
        <p:spPr bwMode="auto">
          <a:xfrm>
            <a:off x="7853680" y="2901315"/>
            <a:ext cx="19704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chemeClr val="accent5">
                    <a:lumMod val="60000"/>
                    <a:lumOff val="40000"/>
                  </a:schemeClr>
                </a:solidFill>
                <a:latin typeface="黑体" panose="02010609060101010101" charset="-122"/>
                <a:ea typeface="黑体" panose="02010609060101010101" charset="-122"/>
              </a:rPr>
              <a:t>学号的集合</a:t>
            </a:r>
            <a:endParaRPr kumimoji="1" lang="zh-CN" altLang="en-US" sz="2800" b="1">
              <a:solidFill>
                <a:schemeClr val="accent5">
                  <a:lumMod val="60000"/>
                  <a:lumOff val="40000"/>
                </a:schemeClr>
              </a:solidFill>
              <a:latin typeface="黑体" panose="02010609060101010101" charset="-122"/>
              <a:ea typeface="黑体" panose="02010609060101010101" charset="-122"/>
            </a:endParaRPr>
          </a:p>
        </p:txBody>
      </p:sp>
      <p:sp>
        <p:nvSpPr>
          <p:cNvPr id="7" name="Oval 8"/>
          <p:cNvSpPr>
            <a:spLocks noChangeArrowheads="1"/>
          </p:cNvSpPr>
          <p:nvPr/>
        </p:nvSpPr>
        <p:spPr bwMode="auto">
          <a:xfrm>
            <a:off x="4170680" y="2819400"/>
            <a:ext cx="65088" cy="65088"/>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9" name="Oval 10"/>
          <p:cNvSpPr>
            <a:spLocks noChangeArrowheads="1"/>
          </p:cNvSpPr>
          <p:nvPr/>
        </p:nvSpPr>
        <p:spPr bwMode="auto">
          <a:xfrm>
            <a:off x="8176260" y="2827655"/>
            <a:ext cx="64770" cy="65405"/>
          </a:xfrm>
          <a:prstGeom prst="ellipse">
            <a:avLst/>
          </a:prstGeom>
          <a:solidFill>
            <a:srgbClr val="66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10" name="Freeform 11"/>
          <p:cNvSpPr/>
          <p:nvPr/>
        </p:nvSpPr>
        <p:spPr bwMode="auto">
          <a:xfrm>
            <a:off x="4224655" y="2438400"/>
            <a:ext cx="4004945" cy="381000"/>
          </a:xfrm>
          <a:custGeom>
            <a:avLst/>
            <a:gdLst>
              <a:gd name="T0" fmla="*/ 0 w 1920"/>
              <a:gd name="T1" fmla="*/ 586 h 192"/>
              <a:gd name="T2" fmla="*/ 3762 w 1920"/>
              <a:gd name="T3" fmla="*/ 0 h 192"/>
              <a:gd name="T4" fmla="*/ 7522 w 1920"/>
              <a:gd name="T5" fmla="*/ 586 h 192"/>
              <a:gd name="T6" fmla="*/ 0 60000 65536"/>
              <a:gd name="T7" fmla="*/ 0 60000 65536"/>
              <a:gd name="T8" fmla="*/ 0 60000 65536"/>
            </a:gdLst>
            <a:ahLst/>
            <a:cxnLst>
              <a:cxn ang="T6">
                <a:pos x="T0" y="T1"/>
              </a:cxn>
              <a:cxn ang="T7">
                <a:pos x="T2" y="T3"/>
              </a:cxn>
              <a:cxn ang="T8">
                <a:pos x="T4" y="T5"/>
              </a:cxn>
            </a:cxnLst>
            <a:rect l="0" t="0" r="r" b="b"/>
            <a:pathLst>
              <a:path w="1920" h="192">
                <a:moveTo>
                  <a:pt x="0" y="192"/>
                </a:moveTo>
                <a:cubicBezTo>
                  <a:pt x="320" y="96"/>
                  <a:pt x="640" y="0"/>
                  <a:pt x="960" y="0"/>
                </a:cubicBezTo>
                <a:cubicBezTo>
                  <a:pt x="1280" y="0"/>
                  <a:pt x="1600" y="96"/>
                  <a:pt x="1920" y="19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11" name="Text Box 12"/>
          <p:cNvSpPr txBox="1">
            <a:spLocks noChangeArrowheads="1"/>
          </p:cNvSpPr>
          <p:nvPr/>
        </p:nvSpPr>
        <p:spPr bwMode="auto">
          <a:xfrm>
            <a:off x="5024755" y="2590800"/>
            <a:ext cx="26854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按一定规则</a:t>
            </a:r>
            <a:r>
              <a:rPr kumimoji="1" lang="zh-CN" altLang="en-US" sz="2800" b="1">
                <a:latin typeface="黑体" panose="02010609060101010101" charset="-122"/>
                <a:ea typeface="黑体" panose="02010609060101010101" charset="-122"/>
              </a:rPr>
              <a:t>查号</a:t>
            </a:r>
            <a:endParaRPr kumimoji="1" lang="zh-CN" altLang="en-US" sz="2800" b="1">
              <a:latin typeface="黑体" panose="02010609060101010101" charset="-122"/>
              <a:ea typeface="黑体" panose="02010609060101010101" charset="-122"/>
            </a:endParaRPr>
          </a:p>
        </p:txBody>
      </p:sp>
      <p:sp>
        <p:nvSpPr>
          <p:cNvPr id="12" name="Oval 13"/>
          <p:cNvSpPr>
            <a:spLocks noChangeArrowheads="1"/>
          </p:cNvSpPr>
          <p:nvPr/>
        </p:nvSpPr>
        <p:spPr bwMode="auto">
          <a:xfrm>
            <a:off x="2051050" y="4253230"/>
            <a:ext cx="2819400" cy="1676400"/>
          </a:xfrm>
          <a:prstGeom prst="ellipse">
            <a:avLst/>
          </a:prstGeom>
          <a:solidFill>
            <a:srgbClr val="66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13" name="Text Box 14"/>
          <p:cNvSpPr txBox="1">
            <a:spLocks noChangeArrowheads="1"/>
          </p:cNvSpPr>
          <p:nvPr/>
        </p:nvSpPr>
        <p:spPr bwMode="auto">
          <a:xfrm>
            <a:off x="2201545" y="4800600"/>
            <a:ext cx="26854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gradFill>
                  <a:gsLst>
                    <a:gs pos="50000">
                      <a:srgbClr val="F8E786"/>
                    </a:gs>
                    <a:gs pos="0">
                      <a:srgbClr val="FAEFAE"/>
                    </a:gs>
                    <a:gs pos="100000">
                      <a:srgbClr val="F5DE5D"/>
                    </a:gs>
                  </a:gsLst>
                  <a:lin scaled="1"/>
                </a:gradFill>
                <a:latin typeface="黑体" panose="02010609060101010101" charset="-122"/>
                <a:ea typeface="黑体" panose="02010609060101010101" charset="-122"/>
              </a:rPr>
              <a:t>某班学生的集合</a:t>
            </a:r>
            <a:endParaRPr kumimoji="1" lang="zh-CN" altLang="en-US" sz="2800" b="1">
              <a:gradFill>
                <a:gsLst>
                  <a:gs pos="50000">
                    <a:srgbClr val="F8E786"/>
                  </a:gs>
                  <a:gs pos="0">
                    <a:srgbClr val="FAEFAE"/>
                  </a:gs>
                  <a:gs pos="100000">
                    <a:srgbClr val="F5DE5D"/>
                  </a:gs>
                </a:gsLst>
                <a:lin scaled="1"/>
              </a:gradFill>
              <a:latin typeface="黑体" panose="02010609060101010101" charset="-122"/>
              <a:ea typeface="黑体" panose="02010609060101010101" charset="-122"/>
            </a:endParaRPr>
          </a:p>
        </p:txBody>
      </p:sp>
      <p:sp>
        <p:nvSpPr>
          <p:cNvPr id="14" name="Oval 15"/>
          <p:cNvSpPr>
            <a:spLocks noChangeArrowheads="1"/>
          </p:cNvSpPr>
          <p:nvPr/>
        </p:nvSpPr>
        <p:spPr bwMode="auto">
          <a:xfrm>
            <a:off x="7772400" y="4223385"/>
            <a:ext cx="2301240" cy="1676400"/>
          </a:xfrm>
          <a:prstGeom prst="ellipse">
            <a:avLst/>
          </a:prstGeom>
          <a:solidFill>
            <a:srgbClr val="0066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15" name="Text Box 16"/>
          <p:cNvSpPr txBox="1">
            <a:spLocks noChangeArrowheads="1"/>
          </p:cNvSpPr>
          <p:nvPr/>
        </p:nvSpPr>
        <p:spPr bwMode="auto">
          <a:xfrm>
            <a:off x="8098790" y="4639310"/>
            <a:ext cx="190055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gradFill>
                  <a:gsLst>
                    <a:gs pos="50000">
                      <a:srgbClr val="F8E786"/>
                    </a:gs>
                    <a:gs pos="0">
                      <a:srgbClr val="FAEFAE"/>
                    </a:gs>
                    <a:gs pos="100000">
                      <a:srgbClr val="F5DE5D"/>
                    </a:gs>
                  </a:gsLst>
                  <a:lin scaled="1"/>
                </a:gradFill>
                <a:latin typeface="黑体" panose="02010609060101010101" charset="-122"/>
                <a:ea typeface="黑体" panose="02010609060101010101" charset="-122"/>
              </a:rPr>
              <a:t>某教室座位的集合</a:t>
            </a:r>
            <a:endParaRPr kumimoji="1" lang="zh-CN" altLang="en-US" sz="2800" b="1">
              <a:gradFill>
                <a:gsLst>
                  <a:gs pos="50000">
                    <a:srgbClr val="F8E786"/>
                  </a:gs>
                  <a:gs pos="0">
                    <a:srgbClr val="FAEFAE"/>
                  </a:gs>
                  <a:gs pos="100000">
                    <a:srgbClr val="F5DE5D"/>
                  </a:gs>
                </a:gsLst>
                <a:lin scaled="1"/>
              </a:gradFill>
              <a:latin typeface="黑体" panose="02010609060101010101" charset="-122"/>
              <a:ea typeface="黑体" panose="02010609060101010101" charset="-122"/>
            </a:endParaRPr>
          </a:p>
        </p:txBody>
      </p:sp>
      <p:sp>
        <p:nvSpPr>
          <p:cNvPr id="16" name="Oval 17"/>
          <p:cNvSpPr>
            <a:spLocks noChangeArrowheads="1"/>
          </p:cNvSpPr>
          <p:nvPr/>
        </p:nvSpPr>
        <p:spPr bwMode="auto">
          <a:xfrm>
            <a:off x="4105275" y="4713605"/>
            <a:ext cx="65088" cy="65088"/>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18" name="Oval 19"/>
          <p:cNvSpPr>
            <a:spLocks noChangeArrowheads="1"/>
          </p:cNvSpPr>
          <p:nvPr/>
        </p:nvSpPr>
        <p:spPr bwMode="auto">
          <a:xfrm>
            <a:off x="8164830" y="4648200"/>
            <a:ext cx="64770" cy="65405"/>
          </a:xfrm>
          <a:prstGeom prst="ellipse">
            <a:avLst/>
          </a:prstGeom>
          <a:solidFill>
            <a:srgbClr val="66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19" name="Freeform 20"/>
          <p:cNvSpPr/>
          <p:nvPr/>
        </p:nvSpPr>
        <p:spPr bwMode="auto">
          <a:xfrm>
            <a:off x="4170680" y="4310380"/>
            <a:ext cx="4004945" cy="381000"/>
          </a:xfrm>
          <a:custGeom>
            <a:avLst/>
            <a:gdLst>
              <a:gd name="T0" fmla="*/ 0 w 1920"/>
              <a:gd name="T1" fmla="*/ 586 h 192"/>
              <a:gd name="T2" fmla="*/ 3762 w 1920"/>
              <a:gd name="T3" fmla="*/ 0 h 192"/>
              <a:gd name="T4" fmla="*/ 7522 w 1920"/>
              <a:gd name="T5" fmla="*/ 586 h 192"/>
              <a:gd name="T6" fmla="*/ 0 60000 65536"/>
              <a:gd name="T7" fmla="*/ 0 60000 65536"/>
              <a:gd name="T8" fmla="*/ 0 60000 65536"/>
            </a:gdLst>
            <a:ahLst/>
            <a:cxnLst>
              <a:cxn ang="T6">
                <a:pos x="T0" y="T1"/>
              </a:cxn>
              <a:cxn ang="T7">
                <a:pos x="T2" y="T3"/>
              </a:cxn>
              <a:cxn ang="T8">
                <a:pos x="T4" y="T5"/>
              </a:cxn>
            </a:cxnLst>
            <a:rect l="0" t="0" r="r" b="b"/>
            <a:pathLst>
              <a:path w="1920" h="192">
                <a:moveTo>
                  <a:pt x="0" y="192"/>
                </a:moveTo>
                <a:cubicBezTo>
                  <a:pt x="320" y="96"/>
                  <a:pt x="640" y="0"/>
                  <a:pt x="960" y="0"/>
                </a:cubicBezTo>
                <a:cubicBezTo>
                  <a:pt x="1280" y="0"/>
                  <a:pt x="1600" y="96"/>
                  <a:pt x="1920" y="19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20" name="Text Box 21"/>
          <p:cNvSpPr txBox="1">
            <a:spLocks noChangeArrowheads="1"/>
          </p:cNvSpPr>
          <p:nvPr/>
        </p:nvSpPr>
        <p:spPr bwMode="auto">
          <a:xfrm>
            <a:off x="4962525" y="4691380"/>
            <a:ext cx="26854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按一定规则入座</a:t>
            </a:r>
            <a:endParaRPr kumimoji="1" lang="zh-CN" altLang="en-US" sz="2800" b="1">
              <a:latin typeface="黑体" panose="02010609060101010101" charset="-122"/>
              <a:ea typeface="黑体" panose="02010609060101010101" charset="-122"/>
            </a:endParaRPr>
          </a:p>
        </p:txBody>
      </p:sp>
      <p:sp>
        <p:nvSpPr>
          <p:cNvPr id="21" name="Text Box 22"/>
          <p:cNvSpPr txBox="1">
            <a:spLocks noChangeArrowheads="1"/>
          </p:cNvSpPr>
          <p:nvPr/>
        </p:nvSpPr>
        <p:spPr bwMode="auto">
          <a:xfrm>
            <a:off x="1387158" y="1982788"/>
            <a:ext cx="14370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chemeClr val="accent5">
                    <a:lumMod val="60000"/>
                    <a:lumOff val="40000"/>
                  </a:schemeClr>
                </a:solidFill>
                <a:latin typeface="黑体" panose="02010609060101010101" charset="-122"/>
                <a:ea typeface="黑体" panose="02010609060101010101" charset="-122"/>
              </a:rPr>
              <a:t>引例</a:t>
            </a:r>
            <a:r>
              <a:rPr kumimoji="1" lang="en-US" altLang="zh-CN" sz="2800" b="1" dirty="0">
                <a:solidFill>
                  <a:schemeClr val="accent5">
                    <a:lumMod val="60000"/>
                    <a:lumOff val="40000"/>
                  </a:schemeClr>
                </a:solidFill>
                <a:latin typeface="黑体" panose="02010609060101010101" charset="-122"/>
                <a:ea typeface="黑体" panose="02010609060101010101" charset="-122"/>
              </a:rPr>
              <a:t>1.</a:t>
            </a:r>
            <a:r>
              <a:rPr kumimoji="1" lang="en-US" altLang="zh-CN" sz="2800" b="1" dirty="0">
                <a:solidFill>
                  <a:schemeClr val="tx2"/>
                </a:solidFill>
                <a:latin typeface="黑体" panose="02010609060101010101" charset="-122"/>
                <a:ea typeface="黑体" panose="02010609060101010101" charset="-122"/>
              </a:rPr>
              <a:t> </a:t>
            </a:r>
            <a:endParaRPr kumimoji="1" lang="en-US" altLang="zh-CN" sz="2800" b="1" dirty="0">
              <a:latin typeface="黑体" panose="02010609060101010101" charset="-122"/>
              <a:ea typeface="黑体" panose="02010609060101010101" charset="-122"/>
            </a:endParaRPr>
          </a:p>
        </p:txBody>
      </p:sp>
      <p:sp>
        <p:nvSpPr>
          <p:cNvPr id="22" name="TextBox 23"/>
          <p:cNvSpPr txBox="1">
            <a:spLocks noChangeArrowheads="1"/>
          </p:cNvSpPr>
          <p:nvPr/>
        </p:nvSpPr>
        <p:spPr bwMode="auto">
          <a:xfrm>
            <a:off x="1266508" y="712122"/>
            <a:ext cx="7039124"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映射、函数、复合函数和反函数</a:t>
            </a:r>
            <a:endParaRPr lang="zh-CN" altLang="zh-CN" sz="3200" b="1" dirty="0">
              <a:gradFill>
                <a:gsLst>
                  <a:gs pos="0">
                    <a:srgbClr val="007BD3"/>
                  </a:gs>
                  <a:gs pos="100000">
                    <a:srgbClr val="034373"/>
                  </a:gs>
                </a:gsLst>
                <a:lin scaled="0"/>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4294967295" end="4294967295"/>
                                            </p:txEl>
                                          </p:spTgt>
                                        </p:tgtEl>
                                        <p:attrNameLst>
                                          <p:attrName>style.visibility</p:attrName>
                                        </p:attrNameLst>
                                      </p:cBhvr>
                                      <p:to>
                                        <p:strVal val="visible"/>
                                      </p:to>
                                    </p:set>
                                    <p:animEffect transition="in" filter="wipe(left)">
                                      <p:cBhvr>
                                        <p:cTn id="7" dur="500"/>
                                        <p:tgtEl>
                                          <p:spTgt spid="2">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4294967295" end="4294967295"/>
                                            </p:txEl>
                                          </p:spTgt>
                                        </p:tgtEl>
                                        <p:attrNameLst>
                                          <p:attrName>style.visibility</p:attrName>
                                        </p:attrNameLst>
                                      </p:cBhvr>
                                      <p:to>
                                        <p:strVal val="visible"/>
                                      </p:to>
                                    </p:set>
                                    <p:animEffect transition="in" filter="wipe(left)">
                                      <p:cBhvr>
                                        <p:cTn id="12" dur="500"/>
                                        <p:tgtEl>
                                          <p:spTgt spid="2">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left)">
                                      <p:cBhvr>
                                        <p:cTn id="17" dur="5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
                                            <p:txEl>
                                              <p:pRg st="4294967295" end="4294967295"/>
                                            </p:txEl>
                                          </p:spTgt>
                                        </p:tgtEl>
                                        <p:attrNameLst>
                                          <p:attrName>style.visibility</p:attrName>
                                        </p:attrNameLst>
                                      </p:cBhvr>
                                      <p:to>
                                        <p:strVal val="visible"/>
                                      </p:to>
                                    </p:set>
                                    <p:animEffect transition="in" filter="wipe(left)">
                                      <p:cBhvr>
                                        <p:cTn id="22" dur="500"/>
                                        <p:tgtEl>
                                          <p:spTgt spid="21">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xEl>
                                              <p:pRg st="4294967295" end="4294967295"/>
                                            </p:txEl>
                                          </p:spTgt>
                                        </p:tgtEl>
                                        <p:attrNameLst>
                                          <p:attrName>style.visibility</p:attrName>
                                        </p:attrNameLst>
                                      </p:cBhvr>
                                      <p:to>
                                        <p:strVal val="visible"/>
                                      </p:to>
                                    </p:set>
                                    <p:animEffect transition="in" filter="wipe(left)">
                                      <p:cBhvr>
                                        <p:cTn id="27" dur="500"/>
                                        <p:tgtEl>
                                          <p:spTgt spid="21">
                                            <p:txEl>
                                              <p:pRg st="4294967295" end="4294967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xEl>
                                              <p:pRg st="0" end="0"/>
                                            </p:txEl>
                                          </p:spTgt>
                                        </p:tgtEl>
                                        <p:attrNameLst>
                                          <p:attrName>style.visibility</p:attrName>
                                        </p:attrNameLst>
                                      </p:cBhvr>
                                      <p:to>
                                        <p:strVal val="visible"/>
                                      </p:to>
                                    </p:set>
                                    <p:animEffect transition="in" filter="wipe(left)">
                                      <p:cBhvr>
                                        <p:cTn id="32" dur="500"/>
                                        <p:tgtEl>
                                          <p:spTgt spid="2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41" dur="500"/>
                                        <p:tgtEl>
                                          <p:spTgt spid="4">
                                            <p:txEl>
                                              <p:pRg st="4294967295" end="4294967295"/>
                                            </p:txEl>
                                          </p:spTgt>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45" dur="500"/>
                                        <p:tgtEl>
                                          <p:spTgt spid="4">
                                            <p:txEl>
                                              <p:pRg st="4294967295" end="4294967295"/>
                                            </p:txEl>
                                          </p:spTgt>
                                        </p:tgtEl>
                                      </p:cBhvr>
                                    </p:animEffect>
                                  </p:childTnLst>
                                </p:cTn>
                              </p:par>
                            </p:childTnLst>
                          </p:cTn>
                        </p:par>
                        <p:par>
                          <p:cTn id="46" fill="hold">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Effect transition="in" filter="wipe(left)">
                                      <p:cBhvr>
                                        <p:cTn id="49" dur="500"/>
                                        <p:tgtEl>
                                          <p:spTgt spid="4">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left)">
                                      <p:cBhvr>
                                        <p:cTn id="54" dur="500"/>
                                        <p:tgtEl>
                                          <p:spTgt spid="5"/>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58" dur="500"/>
                                        <p:tgtEl>
                                          <p:spTgt spid="6">
                                            <p:txEl>
                                              <p:pRg st="4294967295" end="4294967295"/>
                                            </p:txEl>
                                          </p:spTgt>
                                        </p:tgtEl>
                                      </p:cBhvr>
                                    </p:animEffect>
                                  </p:childTnLst>
                                </p:cTn>
                              </p:par>
                            </p:childTnLst>
                          </p:cTn>
                        </p:par>
                        <p:par>
                          <p:cTn id="59" fill="hold">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62" dur="500"/>
                                        <p:tgtEl>
                                          <p:spTgt spid="6">
                                            <p:txEl>
                                              <p:pRg st="4294967295" end="4294967295"/>
                                            </p:txEl>
                                          </p:spTgt>
                                        </p:tgtEl>
                                      </p:cBhvr>
                                    </p:animEffect>
                                  </p:childTnLst>
                                </p:cTn>
                              </p:par>
                            </p:childTnLst>
                          </p:cTn>
                        </p:par>
                        <p:par>
                          <p:cTn id="63" fill="hold">
                            <p:stCondLst>
                              <p:cond delay="1500"/>
                            </p:stCondLst>
                            <p:childTnLst>
                              <p:par>
                                <p:cTn id="64" presetID="22" presetClass="entr" presetSubtype="8" fill="hold" grpId="0" nodeType="afterEffect">
                                  <p:stCondLst>
                                    <p:cond delay="0"/>
                                  </p:stCondLst>
                                  <p:childTnLst>
                                    <p:set>
                                      <p:cBhvr>
                                        <p:cTn id="65" dur="1" fill="hold">
                                          <p:stCondLst>
                                            <p:cond delay="0"/>
                                          </p:stCondLst>
                                        </p:cTn>
                                        <p:tgtEl>
                                          <p:spTgt spid="6">
                                            <p:txEl>
                                              <p:pRg st="0" end="0"/>
                                            </p:txEl>
                                          </p:spTgt>
                                        </p:tgtEl>
                                        <p:attrNameLst>
                                          <p:attrName>style.visibility</p:attrName>
                                        </p:attrNameLst>
                                      </p:cBhvr>
                                      <p:to>
                                        <p:strVal val="visible"/>
                                      </p:to>
                                    </p:set>
                                    <p:animEffect transition="in" filter="wipe(left)">
                                      <p:cBhvr>
                                        <p:cTn id="66" dur="500"/>
                                        <p:tgtEl>
                                          <p:spTgt spid="6">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wipe(left)">
                                      <p:cBhvr>
                                        <p:cTn id="71" dur="500"/>
                                        <p:tgtEl>
                                          <p:spTgt spid="7"/>
                                        </p:tgtEl>
                                      </p:cBhvr>
                                    </p:animEffect>
                                  </p:childTnLst>
                                </p:cTn>
                              </p:par>
                              <p:par>
                                <p:cTn id="72" presetID="1" presetClass="entr" presetSubtype="0" fill="hold" grpId="0" nodeType="withEffect">
                                  <p:stCondLst>
                                    <p:cond delay="0"/>
                                  </p:stCondLst>
                                  <p:childTnLst>
                                    <p:set>
                                      <p:cBhvr>
                                        <p:cTn id="73" dur="1" fill="hold">
                                          <p:stCondLst>
                                            <p:cond delay="0"/>
                                          </p:stCondLst>
                                        </p:cTn>
                                        <p:tgtEl>
                                          <p:spTgt spid="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wipe(left)">
                                      <p:cBhvr>
                                        <p:cTn id="78" dur="500"/>
                                        <p:tgtEl>
                                          <p:spTgt spid="11"/>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left)">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2"/>
                                        </p:tgtEl>
                                        <p:attrNameLst>
                                          <p:attrName>style.visibility</p:attrName>
                                        </p:attrNameLst>
                                      </p:cBhvr>
                                      <p:to>
                                        <p:strVal val="visible"/>
                                      </p:to>
                                    </p:set>
                                    <p:animEffect transition="in" filter="wipe(left)">
                                      <p:cBhvr>
                                        <p:cTn id="87" dur="500"/>
                                        <p:tgtEl>
                                          <p:spTgt spid="12"/>
                                        </p:tgtEl>
                                      </p:cBhvr>
                                    </p:animEffec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91" dur="500"/>
                                        <p:tgtEl>
                                          <p:spTgt spid="13">
                                            <p:txEl>
                                              <p:pRg st="4294967295" end="4294967295"/>
                                            </p:txEl>
                                          </p:spTgt>
                                        </p:tgtEl>
                                      </p:cBhvr>
                                    </p:animEffect>
                                  </p:childTnLst>
                                </p:cTn>
                              </p:par>
                            </p:childTnLst>
                          </p:cTn>
                        </p:par>
                        <p:par>
                          <p:cTn id="92" fill="hold">
                            <p:stCondLst>
                              <p:cond delay="1000"/>
                            </p:stCondLst>
                            <p:childTnLst>
                              <p:par>
                                <p:cTn id="93" presetID="22" presetClass="entr" presetSubtype="8" fill="hold" grpId="0" nodeType="afterEffect">
                                  <p:stCondLst>
                                    <p:cond delay="0"/>
                                  </p:stCondLst>
                                  <p:childTnLst>
                                    <p:set>
                                      <p:cBhvr>
                                        <p:cTn id="94"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95" dur="500"/>
                                        <p:tgtEl>
                                          <p:spTgt spid="13">
                                            <p:txEl>
                                              <p:pRg st="4294967295" end="4294967295"/>
                                            </p:txEl>
                                          </p:spTgt>
                                        </p:tgtEl>
                                      </p:cBhvr>
                                    </p:animEffect>
                                  </p:childTnLst>
                                </p:cTn>
                              </p:par>
                            </p:childTnLst>
                          </p:cTn>
                        </p:par>
                        <p:par>
                          <p:cTn id="96" fill="hold">
                            <p:stCondLst>
                              <p:cond delay="1500"/>
                            </p:stCondLst>
                            <p:childTnLst>
                              <p:par>
                                <p:cTn id="97" presetID="22" presetClass="entr" presetSubtype="8" fill="hold" grpId="0" nodeType="afterEffect">
                                  <p:stCondLst>
                                    <p:cond delay="0"/>
                                  </p:stCondLst>
                                  <p:childTnLst>
                                    <p:set>
                                      <p:cBhvr>
                                        <p:cTn id="98" dur="1" fill="hold">
                                          <p:stCondLst>
                                            <p:cond delay="0"/>
                                          </p:stCondLst>
                                        </p:cTn>
                                        <p:tgtEl>
                                          <p:spTgt spid="13">
                                            <p:txEl>
                                              <p:pRg st="0" end="0"/>
                                            </p:txEl>
                                          </p:spTgt>
                                        </p:tgtEl>
                                        <p:attrNameLst>
                                          <p:attrName>style.visibility</p:attrName>
                                        </p:attrNameLst>
                                      </p:cBhvr>
                                      <p:to>
                                        <p:strVal val="visible"/>
                                      </p:to>
                                    </p:set>
                                    <p:animEffect transition="in" filter="wipe(left)">
                                      <p:cBhvr>
                                        <p:cTn id="99" dur="500"/>
                                        <p:tgtEl>
                                          <p:spTgt spid="13">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4"/>
                                        </p:tgtEl>
                                        <p:attrNameLst>
                                          <p:attrName>style.visibility</p:attrName>
                                        </p:attrNameLst>
                                      </p:cBhvr>
                                      <p:to>
                                        <p:strVal val="visible"/>
                                      </p:to>
                                    </p:set>
                                    <p:animEffect transition="in" filter="wipe(left)">
                                      <p:cBhvr>
                                        <p:cTn id="104" dur="500"/>
                                        <p:tgtEl>
                                          <p:spTgt spid="14"/>
                                        </p:tgtEl>
                                      </p:cBhvr>
                                    </p:animEffect>
                                  </p:childTnLst>
                                </p:cTn>
                              </p:par>
                            </p:childTnLst>
                          </p:cTn>
                        </p:par>
                        <p:par>
                          <p:cTn id="105" fill="hold">
                            <p:stCondLst>
                              <p:cond delay="500"/>
                            </p:stCondLst>
                            <p:childTnLst>
                              <p:par>
                                <p:cTn id="106" presetID="22" presetClass="entr" presetSubtype="8" fill="hold" grpId="0" nodeType="afterEffect">
                                  <p:stCondLst>
                                    <p:cond delay="0"/>
                                  </p:stCondLst>
                                  <p:childTnLst>
                                    <p:set>
                                      <p:cBhvr>
                                        <p:cTn id="107"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08" dur="500"/>
                                        <p:tgtEl>
                                          <p:spTgt spid="15">
                                            <p:txEl>
                                              <p:pRg st="4294967295" end="4294967295"/>
                                            </p:txEl>
                                          </p:spTgt>
                                        </p:tgtEl>
                                      </p:cBhvr>
                                    </p:animEffect>
                                  </p:childTnLst>
                                </p:cTn>
                              </p:par>
                            </p:childTnLst>
                          </p:cTn>
                        </p:par>
                        <p:par>
                          <p:cTn id="109" fill="hold">
                            <p:stCondLst>
                              <p:cond delay="1000"/>
                            </p:stCondLst>
                            <p:childTnLst>
                              <p:par>
                                <p:cTn id="110" presetID="22" presetClass="entr" presetSubtype="8" fill="hold" grpId="0" nodeType="afterEffect">
                                  <p:stCondLst>
                                    <p:cond delay="0"/>
                                  </p:stCondLst>
                                  <p:childTnLst>
                                    <p:set>
                                      <p:cBhvr>
                                        <p:cTn id="111" dur="1" fill="hold">
                                          <p:stCondLst>
                                            <p:cond delay="0"/>
                                          </p:stCondLst>
                                        </p:cTn>
                                        <p:tgtEl>
                                          <p:spTgt spid="15">
                                            <p:txEl>
                                              <p:pRg st="0" end="0"/>
                                            </p:txEl>
                                          </p:spTgt>
                                        </p:tgtEl>
                                        <p:attrNameLst>
                                          <p:attrName>style.visibility</p:attrName>
                                        </p:attrNameLst>
                                      </p:cBhvr>
                                      <p:to>
                                        <p:strVal val="visible"/>
                                      </p:to>
                                    </p:set>
                                    <p:animEffect transition="in" filter="wipe(left)">
                                      <p:cBhvr>
                                        <p:cTn id="112" dur="500"/>
                                        <p:tgtEl>
                                          <p:spTgt spid="15">
                                            <p:txEl>
                                              <p:pRg st="0" end="0"/>
                                            </p:txEl>
                                          </p:spTgt>
                                        </p:tgtEl>
                                      </p:cBhvr>
                                    </p:animEffect>
                                  </p:childTnLst>
                                </p:cTn>
                              </p:par>
                            </p:childTnLst>
                          </p:cTn>
                        </p:par>
                        <p:par>
                          <p:cTn id="113" fill="hold">
                            <p:stCondLst>
                              <p:cond delay="1500"/>
                            </p:stCondLst>
                            <p:childTnLst>
                              <p:par>
                                <p:cTn id="114" presetID="22" presetClass="entr" presetSubtype="8" fill="hold" grpId="0" nodeType="afterEffect">
                                  <p:stCondLst>
                                    <p:cond delay="0"/>
                                  </p:stCondLst>
                                  <p:childTnLst>
                                    <p:set>
                                      <p:cBhvr>
                                        <p:cTn id="115" dur="1" fill="hold">
                                          <p:stCondLst>
                                            <p:cond delay="0"/>
                                          </p:stCondLst>
                                        </p:cTn>
                                        <p:tgtEl>
                                          <p:spTgt spid="15">
                                            <p:txEl>
                                              <p:pRg st="0" end="0"/>
                                            </p:txEl>
                                          </p:spTgt>
                                        </p:tgtEl>
                                        <p:attrNameLst>
                                          <p:attrName>style.visibility</p:attrName>
                                        </p:attrNameLst>
                                      </p:cBhvr>
                                      <p:to>
                                        <p:strVal val="visible"/>
                                      </p:to>
                                    </p:set>
                                    <p:animEffect transition="in" filter="wipe(left)">
                                      <p:cBhvr>
                                        <p:cTn id="116" dur="500"/>
                                        <p:tgtEl>
                                          <p:spTgt spid="15">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6"/>
                                        </p:tgtEl>
                                        <p:attrNameLst>
                                          <p:attrName>style.visibility</p:attrName>
                                        </p:attrNameLst>
                                      </p:cBhvr>
                                      <p:to>
                                        <p:strVal val="visible"/>
                                      </p:to>
                                    </p:set>
                                    <p:animEffect transition="in" filter="wipe(left)">
                                      <p:cBhvr>
                                        <p:cTn id="121" dur="500"/>
                                        <p:tgtEl>
                                          <p:spTgt spid="16"/>
                                        </p:tgtEl>
                                      </p:cBhvr>
                                    </p:animEffect>
                                  </p:childTnLst>
                                </p:cTn>
                              </p:par>
                              <p:par>
                                <p:cTn id="122" presetID="1" presetClass="entr" presetSubtype="0" fill="hold" grpId="0" nodeType="withEffect">
                                  <p:stCondLst>
                                    <p:cond delay="0"/>
                                  </p:stCondLst>
                                  <p:childTnLst>
                                    <p:set>
                                      <p:cBhvr>
                                        <p:cTn id="123" dur="1" fill="hold">
                                          <p:stCondLst>
                                            <p:cond delay="0"/>
                                          </p:stCondLst>
                                        </p:cTn>
                                        <p:tgtEl>
                                          <p:spTgt spid="18"/>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0"/>
                                        </p:tgtEl>
                                        <p:attrNameLst>
                                          <p:attrName>style.visibility</p:attrName>
                                        </p:attrNameLst>
                                      </p:cBhvr>
                                      <p:to>
                                        <p:strVal val="visible"/>
                                      </p:to>
                                    </p:set>
                                    <p:animEffect transition="in" filter="wipe(left)">
                                      <p:cBhvr>
                                        <p:cTn id="128" dur="500"/>
                                        <p:tgtEl>
                                          <p:spTgt spid="20"/>
                                        </p:tgtEl>
                                      </p:cBhvr>
                                    </p:animEffect>
                                  </p:childTnLst>
                                </p:cTn>
                              </p:par>
                            </p:childTnLst>
                          </p:cTn>
                        </p:par>
                        <p:par>
                          <p:cTn id="129" fill="hold">
                            <p:stCondLst>
                              <p:cond delay="500"/>
                            </p:stCondLst>
                            <p:childTnLst>
                              <p:par>
                                <p:cTn id="130" presetID="22" presetClass="entr" presetSubtype="8" fill="hold" grpId="0" nodeType="after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wipe(left)">
                                      <p:cBhvr>
                                        <p:cTn id="1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3" grpId="0" bldLvl="0" animBg="1"/>
      <p:bldP spid="4" grpId="0" advAuto="0" autoUpdateAnimBg="0" uiExpand="1" build="p"/>
      <p:bldP spid="5" grpId="0" bldLvl="0" animBg="1"/>
      <p:bldP spid="6" grpId="0" advAuto="0" autoUpdateAnimBg="0" uiExpand="1" build="p"/>
      <p:bldP spid="7" grpId="0" bldLvl="0" animBg="1"/>
      <p:bldP spid="12" grpId="0" bldLvl="0" animBg="1"/>
      <p:bldP spid="13" grpId="0" advAuto="0" autoUpdateAnimBg="0" uiExpand="1" build="p"/>
      <p:bldP spid="14" grpId="0" bldLvl="0" animBg="1"/>
      <p:bldP spid="15" grpId="0" advAuto="0" autoUpdateAnimBg="0" uiExpand="1" build="p"/>
      <p:bldP spid="16" grpId="0" bldLvl="0" animBg="1"/>
      <p:bldP spid="21" grpId="0" autoUpdateAnimBg="0" uiExpand="1" build="p"/>
      <p:bldP spid="10" grpId="0" animBg="1"/>
      <p:bldP spid="11" grpId="0" bldLvl="0" animBg="1"/>
      <p:bldP spid="9" grpId="0" animBg="1"/>
      <p:bldP spid="18" grpId="0" animBg="1"/>
      <p:bldP spid="20"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624455" y="5539105"/>
            <a:ext cx="6264000" cy="720000"/>
          </a:xfrm>
          <a:prstGeom prst="rect">
            <a:avLst/>
          </a:prstGeom>
          <a:solidFill>
            <a:schemeClr val="accent5">
              <a:lumMod val="20000"/>
              <a:lumOff val="80000"/>
            </a:schemeClr>
          </a:solidFill>
          <a:ln w="6350">
            <a:solidFill>
              <a:schemeClr val="tx1"/>
            </a:solidFill>
          </a:ln>
        </p:spPr>
        <p:txBody>
          <a:bodyPr wrap="square" rtlCol="0">
            <a:spAutoFit/>
          </a:bodyPr>
          <a:p>
            <a:endParaRPr lang="zh-CN" altLang="en-US"/>
          </a:p>
        </p:txBody>
      </p:sp>
      <p:sp>
        <p:nvSpPr>
          <p:cNvPr id="8" name="文本框 7"/>
          <p:cNvSpPr txBox="1"/>
          <p:nvPr/>
        </p:nvSpPr>
        <p:spPr>
          <a:xfrm>
            <a:off x="2957195" y="362585"/>
            <a:ext cx="5303520" cy="684000"/>
          </a:xfrm>
          <a:prstGeom prst="rect">
            <a:avLst/>
          </a:prstGeom>
          <a:solidFill>
            <a:schemeClr val="accent5">
              <a:lumMod val="20000"/>
              <a:lumOff val="80000"/>
            </a:schemeClr>
          </a:solidFill>
          <a:ln w="6350">
            <a:solidFill>
              <a:schemeClr val="tx1"/>
            </a:solidFill>
          </a:ln>
        </p:spPr>
        <p:txBody>
          <a:bodyPr wrap="square" rtlCol="0">
            <a:spAutoFit/>
          </a:bodyPr>
          <a:p>
            <a:endParaRPr lang="zh-CN" altLang="en-US"/>
          </a:p>
        </p:txBody>
      </p:sp>
      <p:sp>
        <p:nvSpPr>
          <p:cNvPr id="2" name="Rectangle 2"/>
          <p:cNvSpPr txBox="1">
            <a:spLocks noChangeArrowheads="1"/>
          </p:cNvSpPr>
          <p:nvPr/>
        </p:nvSpPr>
        <p:spPr>
          <a:xfrm>
            <a:off x="1765300" y="471170"/>
            <a:ext cx="12954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17600" indent="-1117600" algn="l"/>
            <a:r>
              <a:rPr kumimoji="1" lang="zh-CN" altLang="en-US" sz="2800" b="1" dirty="0">
                <a:solidFill>
                  <a:schemeClr val="accent5">
                    <a:lumMod val="60000"/>
                    <a:lumOff val="40000"/>
                  </a:schemeClr>
                </a:solidFill>
                <a:latin typeface="黑体" panose="02010609060101010101" charset="-122"/>
                <a:ea typeface="黑体" panose="02010609060101010101" charset="-122"/>
                <a:cs typeface="+mn-cs"/>
              </a:rPr>
              <a:t>引例2.</a:t>
            </a:r>
            <a:endParaRPr kumimoji="1" lang="en-US" altLang="zh-CN" sz="2800" b="1" dirty="0">
              <a:solidFill>
                <a:schemeClr val="tx2"/>
              </a:solidFill>
              <a:latin typeface="黑体" panose="02010609060101010101" charset="-122"/>
              <a:ea typeface="黑体" panose="02010609060101010101" charset="-122"/>
              <a:cs typeface="+mn-cs"/>
            </a:endParaRPr>
          </a:p>
        </p:txBody>
      </p:sp>
      <p:graphicFrame>
        <p:nvGraphicFramePr>
          <p:cNvPr id="3" name="Object 3"/>
          <p:cNvGraphicFramePr>
            <a:graphicFrameLocks noChangeAspect="1"/>
          </p:cNvGraphicFramePr>
          <p:nvPr/>
        </p:nvGraphicFramePr>
        <p:xfrm>
          <a:off x="4602480" y="427038"/>
          <a:ext cx="1782763" cy="439737"/>
        </p:xfrm>
        <a:graphic>
          <a:graphicData uri="http://schemas.openxmlformats.org/presentationml/2006/ole">
            <mc:AlternateContent xmlns:mc="http://schemas.openxmlformats.org/markup-compatibility/2006">
              <mc:Choice xmlns:v="urn:schemas-microsoft-com:vml" Requires="v">
                <p:oleObj spid="_x0000_s9217" name="Equation" r:id="rId1" imgW="41757600" imgH="9448800" progId="Equation.DSMT4">
                  <p:embed/>
                </p:oleObj>
              </mc:Choice>
              <mc:Fallback>
                <p:oleObj name="Equation" r:id="rId1" imgW="41757600" imgH="9448800" progId="Equation.DSMT4">
                  <p:embed/>
                  <p:pic>
                    <p:nvPicPr>
                      <p:cNvPr id="0" name="图片 9216"/>
                      <p:cNvPicPr>
                        <a:picLocks noChangeAspect="1"/>
                      </p:cNvPicPr>
                      <p:nvPr/>
                    </p:nvPicPr>
                    <p:blipFill>
                      <a:blip r:embed="rId2">
                        <a:biLevel thresh="50000"/>
                        <a:grayscl/>
                      </a:blip>
                      <a:stretch>
                        <a:fillRect/>
                      </a:stretch>
                    </p:blipFill>
                    <p:spPr>
                      <a:xfrm>
                        <a:off x="4602480" y="427038"/>
                        <a:ext cx="1782763" cy="439737"/>
                      </a:xfrm>
                      <a:prstGeom prst="rect">
                        <a:avLst/>
                      </a:prstGeom>
                      <a:noFill/>
                      <a:ln w="9525">
                        <a:noFill/>
                      </a:ln>
                    </p:spPr>
                  </p:pic>
                </p:oleObj>
              </mc:Fallback>
            </mc:AlternateContent>
          </a:graphicData>
        </a:graphic>
      </p:graphicFrame>
      <p:graphicFrame>
        <p:nvGraphicFramePr>
          <p:cNvPr id="4" name="Object 4"/>
          <p:cNvGraphicFramePr>
            <a:graphicFrameLocks noChangeAspect="1"/>
          </p:cNvGraphicFramePr>
          <p:nvPr/>
        </p:nvGraphicFramePr>
        <p:xfrm>
          <a:off x="3083243" y="649923"/>
          <a:ext cx="1176001" cy="468000"/>
        </p:xfrm>
        <a:graphic>
          <a:graphicData uri="http://schemas.openxmlformats.org/presentationml/2006/ole">
            <mc:AlternateContent xmlns:mc="http://schemas.openxmlformats.org/markup-compatibility/2006">
              <mc:Choice xmlns:v="urn:schemas-microsoft-com:vml" Requires="v">
                <p:oleObj spid="_x0000_s9281" name="Equation" r:id="rId3" imgW="24993600" imgH="9144000" progId="Equation.DSMT4">
                  <p:embed/>
                </p:oleObj>
              </mc:Choice>
              <mc:Fallback>
                <p:oleObj name="Equation" r:id="rId3" imgW="24993600" imgH="9144000" progId="Equation.DSMT4">
                  <p:embed/>
                  <p:pic>
                    <p:nvPicPr>
                      <p:cNvPr id="0" name="图片 9280"/>
                      <p:cNvPicPr>
                        <a:picLocks noChangeAspect="1"/>
                      </p:cNvPicPr>
                      <p:nvPr/>
                    </p:nvPicPr>
                    <p:blipFill>
                      <a:blip r:embed="rId4">
                        <a:biLevel thresh="50000"/>
                        <a:grayscl/>
                      </a:blip>
                      <a:stretch>
                        <a:fillRect/>
                      </a:stretch>
                    </p:blipFill>
                    <p:spPr>
                      <a:xfrm>
                        <a:off x="3083243" y="649923"/>
                        <a:ext cx="1176001" cy="468000"/>
                      </a:xfrm>
                      <a:prstGeom prst="rect">
                        <a:avLst/>
                      </a:prstGeom>
                      <a:noFill/>
                      <a:ln w="9525">
                        <a:noFill/>
                      </a:ln>
                    </p:spPr>
                  </p:pic>
                </p:oleObj>
              </mc:Fallback>
            </mc:AlternateContent>
          </a:graphicData>
        </a:graphic>
      </p:graphicFrame>
      <p:graphicFrame>
        <p:nvGraphicFramePr>
          <p:cNvPr id="5" name="Object 5"/>
          <p:cNvGraphicFramePr>
            <a:graphicFrameLocks noChangeAspect="1"/>
          </p:cNvGraphicFramePr>
          <p:nvPr/>
        </p:nvGraphicFramePr>
        <p:xfrm>
          <a:off x="6795453" y="611505"/>
          <a:ext cx="953080" cy="468000"/>
        </p:xfrm>
        <a:graphic>
          <a:graphicData uri="http://schemas.openxmlformats.org/presentationml/2006/ole">
            <mc:AlternateContent xmlns:mc="http://schemas.openxmlformats.org/markup-compatibility/2006">
              <mc:Choice xmlns:v="urn:schemas-microsoft-com:vml" Requires="v">
                <p:oleObj spid="_x0000_s9282" name="Equation" r:id="rId5" imgW="20116800" imgH="9144000" progId="Equation.DSMT4">
                  <p:embed/>
                </p:oleObj>
              </mc:Choice>
              <mc:Fallback>
                <p:oleObj name="Equation" r:id="rId5" imgW="20116800" imgH="9144000" progId="Equation.DSMT4">
                  <p:embed/>
                  <p:pic>
                    <p:nvPicPr>
                      <p:cNvPr id="0" name="图片 9281"/>
                      <p:cNvPicPr>
                        <a:picLocks noChangeAspect="1"/>
                      </p:cNvPicPr>
                      <p:nvPr/>
                    </p:nvPicPr>
                    <p:blipFill>
                      <a:blip r:embed="rId6">
                        <a:biLevel thresh="50000"/>
                        <a:grayscl/>
                      </a:blip>
                      <a:stretch>
                        <a:fillRect/>
                      </a:stretch>
                    </p:blipFill>
                    <p:spPr>
                      <a:xfrm>
                        <a:off x="6795453" y="611505"/>
                        <a:ext cx="953080" cy="468000"/>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1764983" y="4165918"/>
            <a:ext cx="13255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chemeClr val="accent5">
                    <a:lumMod val="60000"/>
                    <a:lumOff val="40000"/>
                  </a:schemeClr>
                </a:solidFill>
                <a:latin typeface="黑体" panose="02010609060101010101" charset="-122"/>
                <a:ea typeface="黑体" panose="02010609060101010101" charset="-122"/>
              </a:rPr>
              <a:t>引例3.</a:t>
            </a:r>
            <a:endParaRPr kumimoji="1" lang="en-US" altLang="zh-CN" sz="2800" b="1" dirty="0">
              <a:solidFill>
                <a:schemeClr val="tx2"/>
              </a:solidFill>
              <a:latin typeface="黑体" panose="02010609060101010101" charset="-122"/>
              <a:ea typeface="黑体" panose="02010609060101010101" charset="-122"/>
            </a:endParaRPr>
          </a:p>
        </p:txBody>
      </p:sp>
      <p:sp>
        <p:nvSpPr>
          <p:cNvPr id="7" name="Line 7"/>
          <p:cNvSpPr>
            <a:spLocks noChangeShapeType="1"/>
          </p:cNvSpPr>
          <p:nvPr/>
        </p:nvSpPr>
        <p:spPr bwMode="auto">
          <a:xfrm>
            <a:off x="4419600" y="866775"/>
            <a:ext cx="2159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9" name="Oval 9"/>
          <p:cNvSpPr>
            <a:spLocks noChangeArrowheads="1"/>
          </p:cNvSpPr>
          <p:nvPr/>
        </p:nvSpPr>
        <p:spPr bwMode="auto">
          <a:xfrm>
            <a:off x="8806815" y="4578350"/>
            <a:ext cx="1225550" cy="1225550"/>
          </a:xfrm>
          <a:prstGeom prst="ellipse">
            <a:avLst/>
          </a:prstGeom>
          <a:noFill/>
          <a:ln w="22225">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p:cNvSpPr>
            <a:spLocks noChangeShapeType="1"/>
          </p:cNvSpPr>
          <p:nvPr/>
        </p:nvSpPr>
        <p:spPr bwMode="auto">
          <a:xfrm>
            <a:off x="8601075" y="5196205"/>
            <a:ext cx="192214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1"/>
          <p:cNvSpPr>
            <a:spLocks noChangeShapeType="1"/>
          </p:cNvSpPr>
          <p:nvPr/>
        </p:nvSpPr>
        <p:spPr bwMode="auto">
          <a:xfrm flipH="1" flipV="1">
            <a:off x="9424670" y="4166235"/>
            <a:ext cx="0" cy="185356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 name="Object 12"/>
          <p:cNvGraphicFramePr>
            <a:graphicFrameLocks noChangeAspect="1"/>
          </p:cNvGraphicFramePr>
          <p:nvPr/>
        </p:nvGraphicFramePr>
        <p:xfrm>
          <a:off x="9247505" y="5219065"/>
          <a:ext cx="215900" cy="228600"/>
        </p:xfrm>
        <a:graphic>
          <a:graphicData uri="http://schemas.openxmlformats.org/presentationml/2006/ole">
            <mc:AlternateContent xmlns:mc="http://schemas.openxmlformats.org/markup-compatibility/2006">
              <mc:Choice xmlns:v="urn:schemas-microsoft-com:vml" Requires="v">
                <p:oleObj spid="_x0000_s9283" name="Equation" r:id="rId7" imgW="5181600" imgH="5486400" progId="Equation.DSMT4">
                  <p:embed/>
                </p:oleObj>
              </mc:Choice>
              <mc:Fallback>
                <p:oleObj name="Equation" r:id="rId7" imgW="5181600" imgH="5486400" progId="Equation.DSMT4">
                  <p:embed/>
                  <p:pic>
                    <p:nvPicPr>
                      <p:cNvPr id="0" name="图片 9282"/>
                      <p:cNvPicPr>
                        <a:picLocks noChangeAspect="1"/>
                      </p:cNvPicPr>
                      <p:nvPr/>
                    </p:nvPicPr>
                    <p:blipFill>
                      <a:blip r:embed="rId8">
                        <a:biLevel thresh="50000"/>
                        <a:grayscl/>
                      </a:blip>
                      <a:stretch>
                        <a:fillRect/>
                      </a:stretch>
                    </p:blipFill>
                    <p:spPr>
                      <a:xfrm>
                        <a:off x="9247505" y="5219065"/>
                        <a:ext cx="215900" cy="228600"/>
                      </a:xfrm>
                      <a:prstGeom prst="rect">
                        <a:avLst/>
                      </a:prstGeom>
                      <a:noFill/>
                      <a:ln w="9525">
                        <a:noFill/>
                      </a:ln>
                    </p:spPr>
                  </p:pic>
                </p:oleObj>
              </mc:Fallback>
            </mc:AlternateContent>
          </a:graphicData>
        </a:graphic>
      </p:graphicFrame>
      <p:graphicFrame>
        <p:nvGraphicFramePr>
          <p:cNvPr id="13" name="Object 13"/>
          <p:cNvGraphicFramePr>
            <a:graphicFrameLocks noChangeAspect="1"/>
          </p:cNvGraphicFramePr>
          <p:nvPr/>
        </p:nvGraphicFramePr>
        <p:xfrm>
          <a:off x="10307320" y="5190490"/>
          <a:ext cx="215900" cy="228600"/>
        </p:xfrm>
        <a:graphic>
          <a:graphicData uri="http://schemas.openxmlformats.org/presentationml/2006/ole">
            <mc:AlternateContent xmlns:mc="http://schemas.openxmlformats.org/markup-compatibility/2006">
              <mc:Choice xmlns:v="urn:schemas-microsoft-com:vml" Requires="v">
                <p:oleObj spid="_x0000_s9284" name="Equation" r:id="rId9" imgW="5181600" imgH="5486400" progId="Equation.DSMT4">
                  <p:embed/>
                </p:oleObj>
              </mc:Choice>
              <mc:Fallback>
                <p:oleObj name="Equation" r:id="rId9" imgW="5181600" imgH="5486400" progId="Equation.DSMT4">
                  <p:embed/>
                  <p:pic>
                    <p:nvPicPr>
                      <p:cNvPr id="0" name="图片 9283"/>
                      <p:cNvPicPr>
                        <a:picLocks noChangeAspect="1"/>
                      </p:cNvPicPr>
                      <p:nvPr/>
                    </p:nvPicPr>
                    <p:blipFill>
                      <a:blip r:embed="rId10">
                        <a:biLevel thresh="50000"/>
                        <a:grayscl/>
                      </a:blip>
                      <a:stretch>
                        <a:fillRect/>
                      </a:stretch>
                    </p:blipFill>
                    <p:spPr>
                      <a:xfrm>
                        <a:off x="10307320" y="5190490"/>
                        <a:ext cx="215900" cy="228600"/>
                      </a:xfrm>
                      <a:prstGeom prst="rect">
                        <a:avLst/>
                      </a:prstGeom>
                      <a:noFill/>
                      <a:ln w="9525">
                        <a:noFill/>
                      </a:ln>
                    </p:spPr>
                  </p:pic>
                </p:oleObj>
              </mc:Fallback>
            </mc:AlternateContent>
          </a:graphicData>
        </a:graphic>
      </p:graphicFrame>
      <p:graphicFrame>
        <p:nvGraphicFramePr>
          <p:cNvPr id="14" name="Object 14"/>
          <p:cNvGraphicFramePr>
            <a:graphicFrameLocks noChangeAspect="1"/>
          </p:cNvGraphicFramePr>
          <p:nvPr/>
        </p:nvGraphicFramePr>
        <p:xfrm>
          <a:off x="9163050" y="4064635"/>
          <a:ext cx="241935" cy="304800"/>
        </p:xfrm>
        <a:graphic>
          <a:graphicData uri="http://schemas.openxmlformats.org/presentationml/2006/ole">
            <mc:AlternateContent xmlns:mc="http://schemas.openxmlformats.org/markup-compatibility/2006">
              <mc:Choice xmlns:v="urn:schemas-microsoft-com:vml" Requires="v">
                <p:oleObj spid="_x0000_s9285" name="Equation" r:id="rId11" imgW="5791200" imgH="7315200" progId="Equation.DSMT4">
                  <p:embed/>
                </p:oleObj>
              </mc:Choice>
              <mc:Fallback>
                <p:oleObj name="Equation" r:id="rId11" imgW="5791200" imgH="7315200" progId="Equation.DSMT4">
                  <p:embed/>
                  <p:pic>
                    <p:nvPicPr>
                      <p:cNvPr id="0" name="图片 9284"/>
                      <p:cNvPicPr>
                        <a:picLocks noChangeAspect="1"/>
                      </p:cNvPicPr>
                      <p:nvPr/>
                    </p:nvPicPr>
                    <p:blipFill>
                      <a:blip r:embed="rId12">
                        <a:biLevel thresh="50000"/>
                        <a:grayscl/>
                      </a:blip>
                      <a:stretch>
                        <a:fillRect/>
                      </a:stretch>
                    </p:blipFill>
                    <p:spPr>
                      <a:xfrm>
                        <a:off x="9163050" y="4064635"/>
                        <a:ext cx="241935" cy="304800"/>
                      </a:xfrm>
                      <a:prstGeom prst="rect">
                        <a:avLst/>
                      </a:prstGeom>
                      <a:noFill/>
                      <a:ln w="9525">
                        <a:noFill/>
                      </a:ln>
                    </p:spPr>
                  </p:pic>
                </p:oleObj>
              </mc:Fallback>
            </mc:AlternateContent>
          </a:graphicData>
        </a:graphic>
      </p:graphicFrame>
      <p:graphicFrame>
        <p:nvGraphicFramePr>
          <p:cNvPr id="15" name="Object 15"/>
          <p:cNvGraphicFramePr>
            <a:graphicFrameLocks noChangeAspect="1"/>
          </p:cNvGraphicFramePr>
          <p:nvPr/>
        </p:nvGraphicFramePr>
        <p:xfrm>
          <a:off x="10043795" y="5234305"/>
          <a:ext cx="140335" cy="304800"/>
        </p:xfrm>
        <a:graphic>
          <a:graphicData uri="http://schemas.openxmlformats.org/presentationml/2006/ole">
            <mc:AlternateContent xmlns:mc="http://schemas.openxmlformats.org/markup-compatibility/2006">
              <mc:Choice xmlns:v="urn:schemas-microsoft-com:vml" Requires="v">
                <p:oleObj spid="_x0000_s9286" name="Equation" r:id="rId13" imgW="3352800" imgH="7315200" progId="Equation.DSMT4">
                  <p:embed/>
                </p:oleObj>
              </mc:Choice>
              <mc:Fallback>
                <p:oleObj name="Equation" r:id="rId13" imgW="3352800" imgH="7315200" progId="Equation.DSMT4">
                  <p:embed/>
                  <p:pic>
                    <p:nvPicPr>
                      <p:cNvPr id="0" name="图片 9285"/>
                      <p:cNvPicPr>
                        <a:picLocks noChangeAspect="1"/>
                      </p:cNvPicPr>
                      <p:nvPr/>
                    </p:nvPicPr>
                    <p:blipFill>
                      <a:blip r:embed="rId14">
                        <a:biLevel thresh="50000"/>
                        <a:grayscl/>
                      </a:blip>
                      <a:stretch>
                        <a:fillRect/>
                      </a:stretch>
                    </p:blipFill>
                    <p:spPr>
                      <a:xfrm>
                        <a:off x="10043795" y="5234305"/>
                        <a:ext cx="140335" cy="304800"/>
                      </a:xfrm>
                      <a:prstGeom prst="rect">
                        <a:avLst/>
                      </a:prstGeom>
                      <a:noFill/>
                      <a:ln w="9525">
                        <a:noFill/>
                      </a:ln>
                    </p:spPr>
                  </p:pic>
                </p:oleObj>
              </mc:Fallback>
            </mc:AlternateContent>
          </a:graphicData>
        </a:graphic>
      </p:graphicFrame>
      <p:graphicFrame>
        <p:nvGraphicFramePr>
          <p:cNvPr id="17" name="Object 17"/>
          <p:cNvGraphicFramePr>
            <a:graphicFrameLocks noChangeAspect="1"/>
          </p:cNvGraphicFramePr>
          <p:nvPr/>
        </p:nvGraphicFramePr>
        <p:xfrm>
          <a:off x="9112885" y="4575175"/>
          <a:ext cx="292100" cy="394335"/>
        </p:xfrm>
        <a:graphic>
          <a:graphicData uri="http://schemas.openxmlformats.org/presentationml/2006/ole">
            <mc:AlternateContent xmlns:mc="http://schemas.openxmlformats.org/markup-compatibility/2006">
              <mc:Choice xmlns:v="urn:schemas-microsoft-com:vml" Requires="v">
                <p:oleObj spid="_x0000_s9287" name="Equation" r:id="rId15" imgW="7010400" imgH="9448800" progId="Equation.DSMT4">
                  <p:embed/>
                </p:oleObj>
              </mc:Choice>
              <mc:Fallback>
                <p:oleObj name="Equation" r:id="rId15" imgW="7010400" imgH="9448800" progId="Equation.DSMT4">
                  <p:embed/>
                  <p:pic>
                    <p:nvPicPr>
                      <p:cNvPr id="0" name="图片 9286"/>
                      <p:cNvPicPr>
                        <a:picLocks noChangeAspect="1"/>
                      </p:cNvPicPr>
                      <p:nvPr/>
                    </p:nvPicPr>
                    <p:blipFill>
                      <a:blip r:embed="rId16">
                        <a:biLevel thresh="50000"/>
                        <a:grayscl/>
                      </a:blip>
                      <a:stretch>
                        <a:fillRect/>
                      </a:stretch>
                    </p:blipFill>
                    <p:spPr>
                      <a:xfrm>
                        <a:off x="9112885" y="4575175"/>
                        <a:ext cx="292100" cy="394335"/>
                      </a:xfrm>
                      <a:prstGeom prst="rect">
                        <a:avLst/>
                      </a:prstGeom>
                      <a:noFill/>
                      <a:ln w="9525">
                        <a:noFill/>
                      </a:ln>
                    </p:spPr>
                  </p:pic>
                </p:oleObj>
              </mc:Fallback>
            </mc:AlternateContent>
          </a:graphicData>
        </a:graphic>
      </p:graphicFrame>
      <p:sp>
        <p:nvSpPr>
          <p:cNvPr id="19" name="Line 19"/>
          <p:cNvSpPr>
            <a:spLocks noChangeShapeType="1"/>
          </p:cNvSpPr>
          <p:nvPr/>
        </p:nvSpPr>
        <p:spPr bwMode="auto">
          <a:xfrm flipH="1">
            <a:off x="9425305" y="4784090"/>
            <a:ext cx="48069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20" name="Oval 20"/>
          <p:cNvSpPr>
            <a:spLocks noChangeArrowheads="1"/>
          </p:cNvSpPr>
          <p:nvPr/>
        </p:nvSpPr>
        <p:spPr bwMode="auto">
          <a:xfrm>
            <a:off x="9404985" y="4744085"/>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22" name="Object 22"/>
          <p:cNvGraphicFramePr>
            <a:graphicFrameLocks noChangeAspect="1"/>
          </p:cNvGraphicFramePr>
          <p:nvPr/>
        </p:nvGraphicFramePr>
        <p:xfrm>
          <a:off x="9906000" y="4571365"/>
          <a:ext cx="278765" cy="292735"/>
        </p:xfrm>
        <a:graphic>
          <a:graphicData uri="http://schemas.openxmlformats.org/presentationml/2006/ole">
            <mc:AlternateContent xmlns:mc="http://schemas.openxmlformats.org/markup-compatibility/2006">
              <mc:Choice xmlns:v="urn:schemas-microsoft-com:vml" Requires="v">
                <p:oleObj spid="_x0000_s9288" name="Equation" r:id="rId17" imgW="6705600" imgH="7010400" progId="Equation.DSMT4">
                  <p:embed/>
                </p:oleObj>
              </mc:Choice>
              <mc:Fallback>
                <p:oleObj name="Equation" r:id="rId17" imgW="6705600" imgH="7010400" progId="Equation.DSMT4">
                  <p:embed/>
                  <p:pic>
                    <p:nvPicPr>
                      <p:cNvPr id="0" name="图片 9287"/>
                      <p:cNvPicPr>
                        <a:picLocks noChangeAspect="1"/>
                      </p:cNvPicPr>
                      <p:nvPr/>
                    </p:nvPicPr>
                    <p:blipFill>
                      <a:blip r:embed="rId18">
                        <a:biLevel thresh="50000"/>
                        <a:grayscl/>
                      </a:blip>
                      <a:stretch>
                        <a:fillRect/>
                      </a:stretch>
                    </p:blipFill>
                    <p:spPr>
                      <a:xfrm>
                        <a:off x="9906000" y="4571365"/>
                        <a:ext cx="278765" cy="292735"/>
                      </a:xfrm>
                      <a:prstGeom prst="rect">
                        <a:avLst/>
                      </a:prstGeom>
                      <a:noFill/>
                      <a:ln w="9525">
                        <a:noFill/>
                      </a:ln>
                    </p:spPr>
                  </p:pic>
                </p:oleObj>
              </mc:Fallback>
            </mc:AlternateContent>
          </a:graphicData>
        </a:graphic>
      </p:graphicFrame>
      <p:sp>
        <p:nvSpPr>
          <p:cNvPr id="23" name="Oval 23"/>
          <p:cNvSpPr>
            <a:spLocks noChangeArrowheads="1"/>
          </p:cNvSpPr>
          <p:nvPr/>
        </p:nvSpPr>
        <p:spPr bwMode="auto">
          <a:xfrm>
            <a:off x="9846945" y="4744085"/>
            <a:ext cx="58420" cy="584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 name="Object 24"/>
          <p:cNvGraphicFramePr>
            <a:graphicFrameLocks noChangeAspect="1"/>
          </p:cNvGraphicFramePr>
          <p:nvPr/>
        </p:nvGraphicFramePr>
        <p:xfrm>
          <a:off x="3083243" y="4164013"/>
          <a:ext cx="3581400" cy="544512"/>
        </p:xfrm>
        <a:graphic>
          <a:graphicData uri="http://schemas.openxmlformats.org/presentationml/2006/ole">
            <mc:AlternateContent xmlns:mc="http://schemas.openxmlformats.org/markup-compatibility/2006">
              <mc:Choice xmlns:v="urn:schemas-microsoft-com:vml" Requires="v">
                <p:oleObj spid="_x0000_s9289" name="Equation" r:id="rId19" imgW="84734400" imgH="11887200" progId="Equation.DSMT4">
                  <p:embed/>
                </p:oleObj>
              </mc:Choice>
              <mc:Fallback>
                <p:oleObj name="Equation" r:id="rId19" imgW="84734400" imgH="11887200" progId="Equation.DSMT4">
                  <p:embed/>
                  <p:pic>
                    <p:nvPicPr>
                      <p:cNvPr id="0" name="图片 9288"/>
                      <p:cNvPicPr>
                        <a:picLocks noChangeAspect="1"/>
                      </p:cNvPicPr>
                      <p:nvPr/>
                    </p:nvPicPr>
                    <p:blipFill>
                      <a:blip r:embed="rId20">
                        <a:biLevel thresh="50000"/>
                        <a:grayscl/>
                      </a:blip>
                      <a:stretch>
                        <a:fillRect/>
                      </a:stretch>
                    </p:blipFill>
                    <p:spPr>
                      <a:xfrm>
                        <a:off x="3083243" y="4164013"/>
                        <a:ext cx="3581400" cy="544512"/>
                      </a:xfrm>
                      <a:prstGeom prst="rect">
                        <a:avLst/>
                      </a:prstGeom>
                      <a:noFill/>
                      <a:ln w="9525">
                        <a:noFill/>
                      </a:ln>
                    </p:spPr>
                  </p:pic>
                </p:oleObj>
              </mc:Fallback>
            </mc:AlternateContent>
          </a:graphicData>
        </a:graphic>
      </p:graphicFrame>
      <p:graphicFrame>
        <p:nvGraphicFramePr>
          <p:cNvPr id="25" name="Object 25"/>
          <p:cNvGraphicFramePr>
            <a:graphicFrameLocks noChangeAspect="1"/>
          </p:cNvGraphicFramePr>
          <p:nvPr/>
        </p:nvGraphicFramePr>
        <p:xfrm>
          <a:off x="3074988" y="4926330"/>
          <a:ext cx="3503612" cy="539750"/>
        </p:xfrm>
        <a:graphic>
          <a:graphicData uri="http://schemas.openxmlformats.org/presentationml/2006/ole">
            <mc:AlternateContent xmlns:mc="http://schemas.openxmlformats.org/markup-compatibility/2006">
              <mc:Choice xmlns:v="urn:schemas-microsoft-com:vml" Requires="v">
                <p:oleObj spid="_x0000_s9290" name="Equation" r:id="rId21" imgW="82905600" imgH="11582400" progId="Equation.DSMT4">
                  <p:embed/>
                </p:oleObj>
              </mc:Choice>
              <mc:Fallback>
                <p:oleObj name="Equation" r:id="rId21" imgW="82905600" imgH="11582400" progId="Equation.DSMT4">
                  <p:embed/>
                  <p:pic>
                    <p:nvPicPr>
                      <p:cNvPr id="0" name="图片 9289"/>
                      <p:cNvPicPr>
                        <a:picLocks noChangeAspect="1"/>
                      </p:cNvPicPr>
                      <p:nvPr/>
                    </p:nvPicPr>
                    <p:blipFill>
                      <a:blip r:embed="rId22">
                        <a:biLevel thresh="50000"/>
                        <a:grayscl/>
                      </a:blip>
                      <a:stretch>
                        <a:fillRect/>
                      </a:stretch>
                    </p:blipFill>
                    <p:spPr>
                      <a:xfrm>
                        <a:off x="3074988" y="4926330"/>
                        <a:ext cx="3503612" cy="539750"/>
                      </a:xfrm>
                      <a:prstGeom prst="rect">
                        <a:avLst/>
                      </a:prstGeom>
                      <a:noFill/>
                      <a:ln w="9525">
                        <a:noFill/>
                      </a:ln>
                    </p:spPr>
                  </p:pic>
                </p:oleObj>
              </mc:Fallback>
            </mc:AlternateContent>
          </a:graphicData>
        </a:graphic>
      </p:graphicFrame>
      <p:sp>
        <p:nvSpPr>
          <p:cNvPr id="26" name="Text Box 26"/>
          <p:cNvSpPr txBox="1">
            <a:spLocks noChangeArrowheads="1"/>
          </p:cNvSpPr>
          <p:nvPr/>
        </p:nvSpPr>
        <p:spPr bwMode="auto">
          <a:xfrm>
            <a:off x="7003415" y="4186238"/>
            <a:ext cx="12573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a:latin typeface="黑体" panose="02010609060101010101" charset="-122"/>
                <a:ea typeface="黑体" panose="02010609060101010101" charset="-122"/>
              </a:rPr>
              <a:t>(</a:t>
            </a:r>
            <a:r>
              <a:rPr kumimoji="1" lang="zh-CN" altLang="en-US" sz="2800" b="1">
                <a:latin typeface="黑体" panose="02010609060101010101" charset="-122"/>
                <a:ea typeface="黑体" panose="02010609060101010101" charset="-122"/>
              </a:rPr>
              <a:t>点集</a:t>
            </a:r>
            <a:r>
              <a:rPr kumimoji="1" lang="en-US" altLang="zh-CN" sz="2800" b="1">
                <a:latin typeface="黑体" panose="02010609060101010101" charset="-122"/>
                <a:ea typeface="黑体" panose="02010609060101010101" charset="-122"/>
              </a:rPr>
              <a:t>)</a:t>
            </a:r>
            <a:endParaRPr kumimoji="1" lang="en-US" altLang="zh-CN" sz="2800" b="1">
              <a:latin typeface="黑体" panose="02010609060101010101" charset="-122"/>
              <a:ea typeface="黑体" panose="02010609060101010101" charset="-122"/>
            </a:endParaRPr>
          </a:p>
        </p:txBody>
      </p:sp>
      <p:sp>
        <p:nvSpPr>
          <p:cNvPr id="27" name="Text Box 27"/>
          <p:cNvSpPr txBox="1">
            <a:spLocks noChangeArrowheads="1"/>
          </p:cNvSpPr>
          <p:nvPr/>
        </p:nvSpPr>
        <p:spPr bwMode="auto">
          <a:xfrm>
            <a:off x="7003415" y="4925695"/>
            <a:ext cx="12573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a:latin typeface="黑体" panose="02010609060101010101" charset="-122"/>
                <a:ea typeface="黑体" panose="02010609060101010101" charset="-122"/>
              </a:rPr>
              <a:t>(</a:t>
            </a:r>
            <a:r>
              <a:rPr kumimoji="1" lang="zh-CN" altLang="en-US" sz="2800" b="1">
                <a:latin typeface="黑体" panose="02010609060101010101" charset="-122"/>
                <a:ea typeface="黑体" panose="02010609060101010101" charset="-122"/>
              </a:rPr>
              <a:t>点集</a:t>
            </a:r>
            <a:r>
              <a:rPr kumimoji="1" lang="en-US" altLang="zh-CN" sz="2800" b="1">
                <a:latin typeface="黑体" panose="02010609060101010101" charset="-122"/>
                <a:ea typeface="黑体" panose="02010609060101010101" charset="-122"/>
              </a:rPr>
              <a:t>)</a:t>
            </a:r>
            <a:endParaRPr kumimoji="1" lang="en-US" altLang="zh-CN" sz="2800" b="1">
              <a:latin typeface="黑体" panose="02010609060101010101" charset="-122"/>
              <a:ea typeface="黑体" panose="02010609060101010101" charset="-122"/>
            </a:endParaRPr>
          </a:p>
        </p:txBody>
      </p:sp>
      <p:graphicFrame>
        <p:nvGraphicFramePr>
          <p:cNvPr id="28" name="Object 28"/>
          <p:cNvGraphicFramePr>
            <a:graphicFrameLocks noChangeAspect="1"/>
          </p:cNvGraphicFramePr>
          <p:nvPr/>
        </p:nvGraphicFramePr>
        <p:xfrm>
          <a:off x="2734748" y="5588080"/>
          <a:ext cx="1652247" cy="468000"/>
        </p:xfrm>
        <a:graphic>
          <a:graphicData uri="http://schemas.openxmlformats.org/presentationml/2006/ole">
            <mc:AlternateContent xmlns:mc="http://schemas.openxmlformats.org/markup-compatibility/2006">
              <mc:Choice xmlns:v="urn:schemas-microsoft-com:vml" Requires="v">
                <p:oleObj spid="_x0000_s9291" name="Equation" r:id="rId23" imgW="36576000" imgH="10363200" progId="Equation.DSMT4">
                  <p:embed/>
                </p:oleObj>
              </mc:Choice>
              <mc:Fallback>
                <p:oleObj name="Equation" r:id="rId23" imgW="36576000" imgH="10363200" progId="Equation.DSMT4">
                  <p:embed/>
                  <p:pic>
                    <p:nvPicPr>
                      <p:cNvPr id="0" name="图片 9290"/>
                      <p:cNvPicPr>
                        <a:picLocks noChangeAspect="1"/>
                      </p:cNvPicPr>
                      <p:nvPr/>
                    </p:nvPicPr>
                    <p:blipFill>
                      <a:blip r:embed="rId24">
                        <a:biLevel thresh="50000"/>
                        <a:grayscl/>
                      </a:blip>
                      <a:stretch>
                        <a:fillRect/>
                      </a:stretch>
                    </p:blipFill>
                    <p:spPr>
                      <a:xfrm>
                        <a:off x="2734748" y="5588080"/>
                        <a:ext cx="1652247" cy="468000"/>
                      </a:xfrm>
                      <a:prstGeom prst="rect">
                        <a:avLst/>
                      </a:prstGeom>
                      <a:noFill/>
                      <a:ln w="9525">
                        <a:noFill/>
                      </a:ln>
                    </p:spPr>
                  </p:pic>
                </p:oleObj>
              </mc:Fallback>
            </mc:AlternateContent>
          </a:graphicData>
        </a:graphic>
      </p:graphicFrame>
      <p:sp>
        <p:nvSpPr>
          <p:cNvPr id="29" name="Line 29"/>
          <p:cNvSpPr>
            <a:spLocks noChangeShapeType="1"/>
          </p:cNvSpPr>
          <p:nvPr/>
        </p:nvSpPr>
        <p:spPr bwMode="auto">
          <a:xfrm>
            <a:off x="4389438" y="5756275"/>
            <a:ext cx="2133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30" name="Text Box 30"/>
          <p:cNvSpPr txBox="1">
            <a:spLocks noChangeArrowheads="1"/>
          </p:cNvSpPr>
          <p:nvPr/>
        </p:nvSpPr>
        <p:spPr bwMode="auto">
          <a:xfrm>
            <a:off x="4566285" y="5756275"/>
            <a:ext cx="17710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gradFill>
                  <a:gsLst>
                    <a:gs pos="0">
                      <a:srgbClr val="14CD68"/>
                    </a:gs>
                    <a:gs pos="100000">
                      <a:srgbClr val="035C7D"/>
                    </a:gs>
                  </a:gsLst>
                  <a:lin scaled="0"/>
                </a:gradFill>
                <a:latin typeface="黑体" panose="02010609060101010101" charset="-122"/>
                <a:ea typeface="黑体" panose="02010609060101010101" charset="-122"/>
              </a:rPr>
              <a:t>向</a:t>
            </a:r>
            <a:r>
              <a:rPr kumimoji="1" lang="en-US" altLang="zh-CN" sz="2800" b="1" i="1" dirty="0">
                <a:gradFill>
                  <a:gsLst>
                    <a:gs pos="0">
                      <a:srgbClr val="14CD68"/>
                    </a:gs>
                    <a:gs pos="100000">
                      <a:srgbClr val="035C7D"/>
                    </a:gs>
                  </a:gsLst>
                  <a:lin scaled="0"/>
                </a:gradFill>
                <a:latin typeface="Times New Roman" panose="02020603050405020304" pitchFamily="18" charset="0"/>
                <a:ea typeface="黑体" panose="02010609060101010101" charset="-122"/>
                <a:cs typeface="Times New Roman" panose="02020603050405020304" pitchFamily="18" charset="0"/>
              </a:rPr>
              <a:t>y</a:t>
            </a:r>
            <a:r>
              <a:rPr kumimoji="1" lang="zh-CN" altLang="en-US" sz="2800" b="1" dirty="0">
                <a:gradFill>
                  <a:gsLst>
                    <a:gs pos="0">
                      <a:srgbClr val="14CD68"/>
                    </a:gs>
                    <a:gs pos="100000">
                      <a:srgbClr val="035C7D"/>
                    </a:gs>
                  </a:gsLst>
                  <a:lin scaled="0"/>
                </a:gradFill>
                <a:latin typeface="黑体" panose="02010609060101010101" charset="-122"/>
                <a:ea typeface="黑体" panose="02010609060101010101" charset="-122"/>
              </a:rPr>
              <a:t>轴投影</a:t>
            </a:r>
            <a:endParaRPr kumimoji="1" lang="zh-CN" altLang="en-US" sz="2800" b="1" dirty="0">
              <a:gradFill>
                <a:gsLst>
                  <a:gs pos="0">
                    <a:srgbClr val="14CD68"/>
                  </a:gs>
                  <a:gs pos="100000">
                    <a:srgbClr val="035C7D"/>
                  </a:gs>
                </a:gsLst>
                <a:lin scaled="0"/>
              </a:gradFill>
              <a:latin typeface="黑体" panose="02010609060101010101" charset="-122"/>
              <a:ea typeface="黑体" panose="02010609060101010101" charset="-122"/>
            </a:endParaRPr>
          </a:p>
        </p:txBody>
      </p:sp>
      <p:graphicFrame>
        <p:nvGraphicFramePr>
          <p:cNvPr id="31" name="Object 31"/>
          <p:cNvGraphicFramePr>
            <a:graphicFrameLocks noChangeAspect="1"/>
          </p:cNvGraphicFramePr>
          <p:nvPr/>
        </p:nvGraphicFramePr>
        <p:xfrm>
          <a:off x="6632808" y="5588004"/>
          <a:ext cx="2147960" cy="468000"/>
        </p:xfrm>
        <a:graphic>
          <a:graphicData uri="http://schemas.openxmlformats.org/presentationml/2006/ole">
            <mc:AlternateContent xmlns:mc="http://schemas.openxmlformats.org/markup-compatibility/2006">
              <mc:Choice xmlns:v="urn:schemas-microsoft-com:vml" Requires="v">
                <p:oleObj spid="_x0000_s9292" name="Equation" r:id="rId25" imgW="47548800" imgH="10363200" progId="Equation.DSMT4">
                  <p:embed/>
                </p:oleObj>
              </mc:Choice>
              <mc:Fallback>
                <p:oleObj name="Equation" r:id="rId25" imgW="47548800" imgH="10363200" progId="Equation.DSMT4">
                  <p:embed/>
                  <p:pic>
                    <p:nvPicPr>
                      <p:cNvPr id="0" name="图片 9291"/>
                      <p:cNvPicPr>
                        <a:picLocks noChangeAspect="1"/>
                      </p:cNvPicPr>
                      <p:nvPr/>
                    </p:nvPicPr>
                    <p:blipFill>
                      <a:blip r:embed="rId26">
                        <a:biLevel thresh="50000"/>
                        <a:grayscl/>
                      </a:blip>
                      <a:stretch>
                        <a:fillRect/>
                      </a:stretch>
                    </p:blipFill>
                    <p:spPr>
                      <a:xfrm>
                        <a:off x="6632808" y="5588004"/>
                        <a:ext cx="2147960" cy="468000"/>
                      </a:xfrm>
                      <a:prstGeom prst="rect">
                        <a:avLst/>
                      </a:prstGeom>
                      <a:noFill/>
                      <a:ln w="9525">
                        <a:noFill/>
                      </a:ln>
                    </p:spPr>
                  </p:pic>
                </p:oleObj>
              </mc:Fallback>
            </mc:AlternateContent>
          </a:graphicData>
        </a:graphic>
      </p:graphicFrame>
      <p:graphicFrame>
        <p:nvGraphicFramePr>
          <p:cNvPr id="32" name="Object 32"/>
          <p:cNvGraphicFramePr>
            <a:graphicFrameLocks noChangeAspect="1"/>
          </p:cNvGraphicFramePr>
          <p:nvPr/>
        </p:nvGraphicFramePr>
        <p:xfrm>
          <a:off x="3741738" y="1905000"/>
          <a:ext cx="1149350" cy="396875"/>
        </p:xfrm>
        <a:graphic>
          <a:graphicData uri="http://schemas.openxmlformats.org/presentationml/2006/ole">
            <mc:AlternateContent xmlns:mc="http://schemas.openxmlformats.org/markup-compatibility/2006">
              <mc:Choice xmlns:v="urn:schemas-microsoft-com:vml" Requires="v">
                <p:oleObj spid="_x0000_s9293" name="Equation" r:id="rId27" imgW="29565600" imgH="9448800" progId="Equation.DSMT4">
                  <p:embed/>
                </p:oleObj>
              </mc:Choice>
              <mc:Fallback>
                <p:oleObj name="Equation" r:id="rId27" imgW="29565600" imgH="9448800" progId="Equation.DSMT4">
                  <p:embed/>
                  <p:pic>
                    <p:nvPicPr>
                      <p:cNvPr id="0" name="图片 9292"/>
                      <p:cNvPicPr>
                        <a:picLocks noChangeAspect="1"/>
                      </p:cNvPicPr>
                      <p:nvPr/>
                    </p:nvPicPr>
                    <p:blipFill>
                      <a:blip r:embed="rId28">
                        <a:biLevel thresh="50000"/>
                        <a:grayscl/>
                      </a:blip>
                      <a:stretch>
                        <a:fillRect/>
                      </a:stretch>
                    </p:blipFill>
                    <p:spPr>
                      <a:xfrm>
                        <a:off x="3741738" y="1905000"/>
                        <a:ext cx="1149350" cy="396875"/>
                      </a:xfrm>
                      <a:prstGeom prst="rect">
                        <a:avLst/>
                      </a:prstGeom>
                      <a:noFill/>
                      <a:ln w="9525">
                        <a:noFill/>
                      </a:ln>
                    </p:spPr>
                  </p:pic>
                </p:oleObj>
              </mc:Fallback>
            </mc:AlternateContent>
          </a:graphicData>
        </a:graphic>
      </p:graphicFrame>
      <p:graphicFrame>
        <p:nvGraphicFramePr>
          <p:cNvPr id="33" name="Object 33"/>
          <p:cNvGraphicFramePr>
            <a:graphicFrameLocks noChangeAspect="1"/>
          </p:cNvGraphicFramePr>
          <p:nvPr/>
        </p:nvGraphicFramePr>
        <p:xfrm>
          <a:off x="7691438" y="1046163"/>
          <a:ext cx="742950" cy="325437"/>
        </p:xfrm>
        <a:graphic>
          <a:graphicData uri="http://schemas.openxmlformats.org/presentationml/2006/ole">
            <mc:AlternateContent xmlns:mc="http://schemas.openxmlformats.org/markup-compatibility/2006">
              <mc:Choice xmlns:v="urn:schemas-microsoft-com:vml" Requires="v">
                <p:oleObj spid="_x0000_s9294" name="Equation" r:id="rId29" imgW="18592800" imgH="7315200" progId="Equation.DSMT4">
                  <p:embed/>
                </p:oleObj>
              </mc:Choice>
              <mc:Fallback>
                <p:oleObj name="Equation" r:id="rId29" imgW="18592800" imgH="7315200" progId="Equation.DSMT4">
                  <p:embed/>
                  <p:pic>
                    <p:nvPicPr>
                      <p:cNvPr id="0" name="图片 9293"/>
                      <p:cNvPicPr>
                        <a:picLocks noChangeAspect="1"/>
                      </p:cNvPicPr>
                      <p:nvPr/>
                    </p:nvPicPr>
                    <p:blipFill>
                      <a:blip r:embed="rId30">
                        <a:biLevel thresh="50000"/>
                        <a:grayscl/>
                      </a:blip>
                      <a:stretch>
                        <a:fillRect/>
                      </a:stretch>
                    </p:blipFill>
                    <p:spPr>
                      <a:xfrm>
                        <a:off x="7691438" y="1046163"/>
                        <a:ext cx="742950" cy="325437"/>
                      </a:xfrm>
                      <a:prstGeom prst="rect">
                        <a:avLst/>
                      </a:prstGeom>
                      <a:noFill/>
                      <a:ln w="9525">
                        <a:noFill/>
                      </a:ln>
                    </p:spPr>
                  </p:pic>
                </p:oleObj>
              </mc:Fallback>
            </mc:AlternateContent>
          </a:graphicData>
        </a:graphic>
      </p:graphicFrame>
      <p:graphicFrame>
        <p:nvGraphicFramePr>
          <p:cNvPr id="35" name="Object 35"/>
          <p:cNvGraphicFramePr>
            <a:graphicFrameLocks noChangeAspect="1"/>
          </p:cNvGraphicFramePr>
          <p:nvPr/>
        </p:nvGraphicFramePr>
        <p:xfrm>
          <a:off x="5764530" y="2551430"/>
          <a:ext cx="246380" cy="260350"/>
        </p:xfrm>
        <a:graphic>
          <a:graphicData uri="http://schemas.openxmlformats.org/presentationml/2006/ole">
            <mc:AlternateContent xmlns:mc="http://schemas.openxmlformats.org/markup-compatibility/2006">
              <mc:Choice xmlns:v="urn:schemas-microsoft-com:vml" Requires="v">
                <p:oleObj spid="_x0000_s9295" name="Equation" r:id="rId31" imgW="5181600" imgH="5486400" progId="Equation.DSMT4">
                  <p:embed/>
                </p:oleObj>
              </mc:Choice>
              <mc:Fallback>
                <p:oleObj name="Equation" r:id="rId31" imgW="5181600" imgH="5486400" progId="Equation.DSMT4">
                  <p:embed/>
                  <p:pic>
                    <p:nvPicPr>
                      <p:cNvPr id="0" name="图片 9294"/>
                      <p:cNvPicPr>
                        <a:picLocks noChangeAspect="1"/>
                      </p:cNvPicPr>
                      <p:nvPr/>
                    </p:nvPicPr>
                    <p:blipFill>
                      <a:blip r:embed="rId32">
                        <a:biLevel thresh="50000"/>
                        <a:grayscl/>
                      </a:blip>
                      <a:stretch>
                        <a:fillRect/>
                      </a:stretch>
                    </p:blipFill>
                    <p:spPr>
                      <a:xfrm>
                        <a:off x="5764530" y="2551430"/>
                        <a:ext cx="246380" cy="260350"/>
                      </a:xfrm>
                      <a:prstGeom prst="rect">
                        <a:avLst/>
                      </a:prstGeom>
                      <a:noFill/>
                      <a:ln w="9525">
                        <a:noFill/>
                      </a:ln>
                    </p:spPr>
                  </p:pic>
                </p:oleObj>
              </mc:Fallback>
            </mc:AlternateContent>
          </a:graphicData>
        </a:graphic>
      </p:graphicFrame>
      <p:graphicFrame>
        <p:nvGraphicFramePr>
          <p:cNvPr id="36" name="Object 36"/>
          <p:cNvGraphicFramePr>
            <a:graphicFrameLocks noChangeAspect="1"/>
          </p:cNvGraphicFramePr>
          <p:nvPr/>
        </p:nvGraphicFramePr>
        <p:xfrm>
          <a:off x="7927975" y="2454275"/>
          <a:ext cx="246380" cy="260350"/>
        </p:xfrm>
        <a:graphic>
          <a:graphicData uri="http://schemas.openxmlformats.org/presentationml/2006/ole">
            <mc:AlternateContent xmlns:mc="http://schemas.openxmlformats.org/markup-compatibility/2006">
              <mc:Choice xmlns:v="urn:schemas-microsoft-com:vml" Requires="v">
                <p:oleObj spid="_x0000_s9296" name="Equation" r:id="rId33" imgW="5181600" imgH="5486400" progId="Equation.DSMT4">
                  <p:embed/>
                </p:oleObj>
              </mc:Choice>
              <mc:Fallback>
                <p:oleObj name="Equation" r:id="rId33" imgW="5181600" imgH="5486400" progId="Equation.DSMT4">
                  <p:embed/>
                  <p:pic>
                    <p:nvPicPr>
                      <p:cNvPr id="0" name="图片 9295"/>
                      <p:cNvPicPr>
                        <a:picLocks noChangeAspect="1"/>
                      </p:cNvPicPr>
                      <p:nvPr/>
                    </p:nvPicPr>
                    <p:blipFill>
                      <a:blip r:embed="rId34">
                        <a:biLevel thresh="50000"/>
                        <a:grayscl/>
                      </a:blip>
                      <a:stretch>
                        <a:fillRect/>
                      </a:stretch>
                    </p:blipFill>
                    <p:spPr>
                      <a:xfrm>
                        <a:off x="7927975" y="2454275"/>
                        <a:ext cx="246380" cy="260350"/>
                      </a:xfrm>
                      <a:prstGeom prst="rect">
                        <a:avLst/>
                      </a:prstGeom>
                      <a:noFill/>
                      <a:ln w="9525">
                        <a:noFill/>
                      </a:ln>
                    </p:spPr>
                  </p:pic>
                </p:oleObj>
              </mc:Fallback>
            </mc:AlternateContent>
          </a:graphicData>
        </a:graphic>
      </p:graphicFrame>
      <p:graphicFrame>
        <p:nvGraphicFramePr>
          <p:cNvPr id="37" name="Object 37"/>
          <p:cNvGraphicFramePr>
            <a:graphicFrameLocks noChangeAspect="1"/>
          </p:cNvGraphicFramePr>
          <p:nvPr/>
        </p:nvGraphicFramePr>
        <p:xfrm>
          <a:off x="5457825" y="1146175"/>
          <a:ext cx="274955" cy="322580"/>
        </p:xfrm>
        <a:graphic>
          <a:graphicData uri="http://schemas.openxmlformats.org/presentationml/2006/ole">
            <mc:AlternateContent xmlns:mc="http://schemas.openxmlformats.org/markup-compatibility/2006">
              <mc:Choice xmlns:v="urn:schemas-microsoft-com:vml" Requires="v">
                <p:oleObj spid="_x0000_s9297" name="Equation" r:id="rId35" imgW="5791200" imgH="7315200" progId="Equation.DSMT4">
                  <p:embed/>
                </p:oleObj>
              </mc:Choice>
              <mc:Fallback>
                <p:oleObj name="Equation" r:id="rId35" imgW="5791200" imgH="7315200" progId="Equation.DSMT4">
                  <p:embed/>
                  <p:pic>
                    <p:nvPicPr>
                      <p:cNvPr id="0" name="图片 9296"/>
                      <p:cNvPicPr>
                        <a:picLocks noChangeAspect="1"/>
                      </p:cNvPicPr>
                      <p:nvPr/>
                    </p:nvPicPr>
                    <p:blipFill>
                      <a:blip r:embed="rId36">
                        <a:biLevel thresh="50000"/>
                        <a:grayscl/>
                      </a:blip>
                      <a:stretch>
                        <a:fillRect/>
                      </a:stretch>
                    </p:blipFill>
                    <p:spPr>
                      <a:xfrm>
                        <a:off x="5457825" y="1146175"/>
                        <a:ext cx="274955" cy="322580"/>
                      </a:xfrm>
                      <a:prstGeom prst="rect">
                        <a:avLst/>
                      </a:prstGeom>
                      <a:noFill/>
                      <a:ln w="9525">
                        <a:noFill/>
                      </a:ln>
                    </p:spPr>
                  </p:pic>
                </p:oleObj>
              </mc:Fallback>
            </mc:AlternateContent>
          </a:graphicData>
        </a:graphic>
      </p:graphicFrame>
      <p:sp>
        <p:nvSpPr>
          <p:cNvPr id="38" name="Line 38"/>
          <p:cNvSpPr>
            <a:spLocks noChangeShapeType="1"/>
          </p:cNvSpPr>
          <p:nvPr/>
        </p:nvSpPr>
        <p:spPr bwMode="auto">
          <a:xfrm>
            <a:off x="3933825" y="2570480"/>
            <a:ext cx="3959225" cy="1905"/>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黑体" panose="02010609060101010101" charset="-122"/>
              <a:ea typeface="黑体" panose="02010609060101010101" charset="-122"/>
            </a:endParaRPr>
          </a:p>
        </p:txBody>
      </p:sp>
      <p:sp>
        <p:nvSpPr>
          <p:cNvPr id="39" name="Line 39"/>
          <p:cNvSpPr>
            <a:spLocks noChangeShapeType="1"/>
          </p:cNvSpPr>
          <p:nvPr/>
        </p:nvSpPr>
        <p:spPr bwMode="auto">
          <a:xfrm>
            <a:off x="5772150" y="1143000"/>
            <a:ext cx="1905" cy="2879725"/>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b="1">
              <a:latin typeface="黑体" panose="02010609060101010101" charset="-122"/>
              <a:ea typeface="黑体" panose="02010609060101010101" charset="-122"/>
            </a:endParaRPr>
          </a:p>
        </p:txBody>
      </p:sp>
      <p:sp>
        <p:nvSpPr>
          <p:cNvPr id="40" name="Freeform 40"/>
          <p:cNvSpPr/>
          <p:nvPr/>
        </p:nvSpPr>
        <p:spPr bwMode="auto">
          <a:xfrm>
            <a:off x="3933825" y="2293938"/>
            <a:ext cx="942975" cy="447675"/>
          </a:xfrm>
          <a:custGeom>
            <a:avLst/>
            <a:gdLst>
              <a:gd name="T0" fmla="*/ 2147483647 w 594"/>
              <a:gd name="T1" fmla="*/ 2147483647 h 282"/>
              <a:gd name="T2" fmla="*/ 2147483647 w 594"/>
              <a:gd name="T3" fmla="*/ 2147483647 h 282"/>
              <a:gd name="T4" fmla="*/ 2147483647 w 594"/>
              <a:gd name="T5" fmla="*/ 2147483647 h 282"/>
              <a:gd name="T6" fmla="*/ 2147483647 w 594"/>
              <a:gd name="T7" fmla="*/ 0 h 282"/>
              <a:gd name="T8" fmla="*/ 2147483647 w 594"/>
              <a:gd name="T9" fmla="*/ 0 h 282"/>
              <a:gd name="T10" fmla="*/ 2147483647 w 594"/>
              <a:gd name="T11" fmla="*/ 0 h 282"/>
              <a:gd name="T12" fmla="*/ 2147483647 w 594"/>
              <a:gd name="T13" fmla="*/ 0 h 282"/>
              <a:gd name="T14" fmla="*/ 2147483647 w 594"/>
              <a:gd name="T15" fmla="*/ 0 h 282"/>
              <a:gd name="T16" fmla="*/ 2147483647 w 594"/>
              <a:gd name="T17" fmla="*/ 2147483647 h 282"/>
              <a:gd name="T18" fmla="*/ 2147483647 w 594"/>
              <a:gd name="T19" fmla="*/ 2147483647 h 282"/>
              <a:gd name="T20" fmla="*/ 2147483647 w 594"/>
              <a:gd name="T21" fmla="*/ 2147483647 h 282"/>
              <a:gd name="T22" fmla="*/ 2147483647 w 594"/>
              <a:gd name="T23" fmla="*/ 2147483647 h 282"/>
              <a:gd name="T24" fmla="*/ 2147483647 w 594"/>
              <a:gd name="T25" fmla="*/ 2147483647 h 282"/>
              <a:gd name="T26" fmla="*/ 2147483647 w 594"/>
              <a:gd name="T27" fmla="*/ 2147483647 h 282"/>
              <a:gd name="T28" fmla="*/ 2147483647 w 594"/>
              <a:gd name="T29" fmla="*/ 2147483647 h 282"/>
              <a:gd name="T30" fmla="*/ 2147483647 w 594"/>
              <a:gd name="T31" fmla="*/ 2147483647 h 282"/>
              <a:gd name="T32" fmla="*/ 2147483647 w 594"/>
              <a:gd name="T33" fmla="*/ 2147483647 h 282"/>
              <a:gd name="T34" fmla="*/ 2147483647 w 594"/>
              <a:gd name="T35" fmla="*/ 2147483647 h 282"/>
              <a:gd name="T36" fmla="*/ 2147483647 w 594"/>
              <a:gd name="T37" fmla="*/ 2147483647 h 282"/>
              <a:gd name="T38" fmla="*/ 2147483647 w 594"/>
              <a:gd name="T39" fmla="*/ 2147483647 h 282"/>
              <a:gd name="T40" fmla="*/ 2147483647 w 594"/>
              <a:gd name="T41" fmla="*/ 2147483647 h 282"/>
              <a:gd name="T42" fmla="*/ 2147483647 w 594"/>
              <a:gd name="T43" fmla="*/ 2147483647 h 282"/>
              <a:gd name="T44" fmla="*/ 2147483647 w 594"/>
              <a:gd name="T45" fmla="*/ 2147483647 h 282"/>
              <a:gd name="T46" fmla="*/ 2147483647 w 594"/>
              <a:gd name="T47" fmla="*/ 2147483647 h 282"/>
              <a:gd name="T48" fmla="*/ 2147483647 w 594"/>
              <a:gd name="T49" fmla="*/ 2147483647 h 282"/>
              <a:gd name="T50" fmla="*/ 2147483647 w 594"/>
              <a:gd name="T51" fmla="*/ 2147483647 h 282"/>
              <a:gd name="T52" fmla="*/ 2147483647 w 594"/>
              <a:gd name="T53" fmla="*/ 2147483647 h 282"/>
              <a:gd name="T54" fmla="*/ 2147483647 w 594"/>
              <a:gd name="T55" fmla="*/ 2147483647 h 282"/>
              <a:gd name="T56" fmla="*/ 2147483647 w 594"/>
              <a:gd name="T57" fmla="*/ 2147483647 h 282"/>
              <a:gd name="T58" fmla="*/ 2147483647 w 594"/>
              <a:gd name="T59" fmla="*/ 2147483647 h 282"/>
              <a:gd name="T60" fmla="*/ 2147483647 w 594"/>
              <a:gd name="T61" fmla="*/ 2147483647 h 282"/>
              <a:gd name="T62" fmla="*/ 2147483647 w 594"/>
              <a:gd name="T63" fmla="*/ 2147483647 h 282"/>
              <a:gd name="T64" fmla="*/ 2147483647 w 594"/>
              <a:gd name="T65" fmla="*/ 2147483647 h 282"/>
              <a:gd name="T66" fmla="*/ 2147483647 w 594"/>
              <a:gd name="T67" fmla="*/ 2147483647 h 282"/>
              <a:gd name="T68" fmla="*/ 2147483647 w 594"/>
              <a:gd name="T69" fmla="*/ 2147483647 h 282"/>
              <a:gd name="T70" fmla="*/ 2147483647 w 594"/>
              <a:gd name="T71" fmla="*/ 2147483647 h 282"/>
              <a:gd name="T72" fmla="*/ 2147483647 w 594"/>
              <a:gd name="T73" fmla="*/ 2147483647 h 282"/>
              <a:gd name="T74" fmla="*/ 2147483647 w 594"/>
              <a:gd name="T75" fmla="*/ 2147483647 h 282"/>
              <a:gd name="T76" fmla="*/ 2147483647 w 594"/>
              <a:gd name="T77" fmla="*/ 2147483647 h 282"/>
              <a:gd name="T78" fmla="*/ 2147483647 w 594"/>
              <a:gd name="T79" fmla="*/ 2147483647 h 282"/>
              <a:gd name="T80" fmla="*/ 2147483647 w 594"/>
              <a:gd name="T81" fmla="*/ 2147483647 h 282"/>
              <a:gd name="T82" fmla="*/ 2147483647 w 594"/>
              <a:gd name="T83" fmla="*/ 2147483647 h 282"/>
              <a:gd name="T84" fmla="*/ 2147483647 w 594"/>
              <a:gd name="T85" fmla="*/ 2147483647 h 282"/>
              <a:gd name="T86" fmla="*/ 2147483647 w 594"/>
              <a:gd name="T87" fmla="*/ 2147483647 h 282"/>
              <a:gd name="T88" fmla="*/ 2147483647 w 594"/>
              <a:gd name="T89" fmla="*/ 2147483647 h 282"/>
              <a:gd name="T90" fmla="*/ 2147483647 w 594"/>
              <a:gd name="T91" fmla="*/ 2147483647 h 282"/>
              <a:gd name="T92" fmla="*/ 2147483647 w 594"/>
              <a:gd name="T93" fmla="*/ 2147483647 h 282"/>
              <a:gd name="T94" fmla="*/ 2147483647 w 594"/>
              <a:gd name="T95" fmla="*/ 2147483647 h 282"/>
              <a:gd name="T96" fmla="*/ 2147483647 w 594"/>
              <a:gd name="T97" fmla="*/ 2147483647 h 282"/>
              <a:gd name="T98" fmla="*/ 2147483647 w 594"/>
              <a:gd name="T99" fmla="*/ 2147483647 h 282"/>
              <a:gd name="T100" fmla="*/ 2147483647 w 594"/>
              <a:gd name="T101" fmla="*/ 2147483647 h 28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282">
                <a:moveTo>
                  <a:pt x="0" y="12"/>
                </a:moveTo>
                <a:lnTo>
                  <a:pt x="0" y="6"/>
                </a:lnTo>
                <a:lnTo>
                  <a:pt x="6" y="6"/>
                </a:lnTo>
                <a:lnTo>
                  <a:pt x="12" y="6"/>
                </a:lnTo>
                <a:lnTo>
                  <a:pt x="18" y="6"/>
                </a:lnTo>
                <a:lnTo>
                  <a:pt x="24" y="6"/>
                </a:lnTo>
                <a:lnTo>
                  <a:pt x="30" y="6"/>
                </a:lnTo>
                <a:lnTo>
                  <a:pt x="36" y="6"/>
                </a:lnTo>
                <a:lnTo>
                  <a:pt x="42" y="6"/>
                </a:lnTo>
                <a:lnTo>
                  <a:pt x="42" y="0"/>
                </a:lnTo>
                <a:lnTo>
                  <a:pt x="48" y="0"/>
                </a:lnTo>
                <a:lnTo>
                  <a:pt x="54" y="0"/>
                </a:lnTo>
                <a:lnTo>
                  <a:pt x="60" y="0"/>
                </a:lnTo>
                <a:lnTo>
                  <a:pt x="66" y="0"/>
                </a:lnTo>
                <a:lnTo>
                  <a:pt x="72" y="0"/>
                </a:lnTo>
                <a:lnTo>
                  <a:pt x="78" y="0"/>
                </a:lnTo>
                <a:lnTo>
                  <a:pt x="84" y="0"/>
                </a:lnTo>
                <a:lnTo>
                  <a:pt x="90" y="0"/>
                </a:lnTo>
                <a:lnTo>
                  <a:pt x="90" y="6"/>
                </a:lnTo>
                <a:lnTo>
                  <a:pt x="96" y="6"/>
                </a:lnTo>
                <a:lnTo>
                  <a:pt x="102" y="6"/>
                </a:lnTo>
                <a:lnTo>
                  <a:pt x="108" y="6"/>
                </a:lnTo>
                <a:lnTo>
                  <a:pt x="114" y="6"/>
                </a:lnTo>
                <a:lnTo>
                  <a:pt x="120" y="6"/>
                </a:lnTo>
                <a:lnTo>
                  <a:pt x="126" y="6"/>
                </a:lnTo>
                <a:lnTo>
                  <a:pt x="132" y="6"/>
                </a:lnTo>
                <a:lnTo>
                  <a:pt x="132" y="12"/>
                </a:lnTo>
                <a:lnTo>
                  <a:pt x="138" y="12"/>
                </a:lnTo>
                <a:lnTo>
                  <a:pt x="144" y="12"/>
                </a:lnTo>
                <a:lnTo>
                  <a:pt x="150" y="12"/>
                </a:lnTo>
                <a:lnTo>
                  <a:pt x="156" y="12"/>
                </a:lnTo>
                <a:lnTo>
                  <a:pt x="156" y="18"/>
                </a:lnTo>
                <a:lnTo>
                  <a:pt x="162" y="18"/>
                </a:lnTo>
                <a:lnTo>
                  <a:pt x="168" y="18"/>
                </a:lnTo>
                <a:lnTo>
                  <a:pt x="174" y="18"/>
                </a:lnTo>
                <a:lnTo>
                  <a:pt x="180" y="24"/>
                </a:lnTo>
                <a:lnTo>
                  <a:pt x="186" y="24"/>
                </a:lnTo>
                <a:lnTo>
                  <a:pt x="192" y="24"/>
                </a:lnTo>
                <a:lnTo>
                  <a:pt x="198" y="30"/>
                </a:lnTo>
                <a:lnTo>
                  <a:pt x="204" y="30"/>
                </a:lnTo>
                <a:lnTo>
                  <a:pt x="210" y="36"/>
                </a:lnTo>
                <a:lnTo>
                  <a:pt x="216" y="36"/>
                </a:lnTo>
                <a:lnTo>
                  <a:pt x="222" y="36"/>
                </a:lnTo>
                <a:lnTo>
                  <a:pt x="222" y="42"/>
                </a:lnTo>
                <a:lnTo>
                  <a:pt x="228" y="42"/>
                </a:lnTo>
                <a:lnTo>
                  <a:pt x="234" y="42"/>
                </a:lnTo>
                <a:lnTo>
                  <a:pt x="234" y="48"/>
                </a:lnTo>
                <a:lnTo>
                  <a:pt x="240" y="48"/>
                </a:lnTo>
                <a:lnTo>
                  <a:pt x="246" y="48"/>
                </a:lnTo>
                <a:lnTo>
                  <a:pt x="246" y="54"/>
                </a:lnTo>
                <a:lnTo>
                  <a:pt x="252" y="54"/>
                </a:lnTo>
                <a:lnTo>
                  <a:pt x="258" y="54"/>
                </a:lnTo>
                <a:lnTo>
                  <a:pt x="258" y="60"/>
                </a:lnTo>
                <a:lnTo>
                  <a:pt x="264" y="60"/>
                </a:lnTo>
                <a:lnTo>
                  <a:pt x="270" y="60"/>
                </a:lnTo>
                <a:lnTo>
                  <a:pt x="270" y="66"/>
                </a:lnTo>
                <a:lnTo>
                  <a:pt x="276" y="66"/>
                </a:lnTo>
                <a:lnTo>
                  <a:pt x="282" y="72"/>
                </a:lnTo>
                <a:lnTo>
                  <a:pt x="288" y="72"/>
                </a:lnTo>
                <a:lnTo>
                  <a:pt x="288" y="78"/>
                </a:lnTo>
                <a:lnTo>
                  <a:pt x="294" y="78"/>
                </a:lnTo>
                <a:lnTo>
                  <a:pt x="300" y="78"/>
                </a:lnTo>
                <a:lnTo>
                  <a:pt x="300" y="84"/>
                </a:lnTo>
                <a:lnTo>
                  <a:pt x="306" y="84"/>
                </a:lnTo>
                <a:lnTo>
                  <a:pt x="306" y="90"/>
                </a:lnTo>
                <a:lnTo>
                  <a:pt x="312" y="90"/>
                </a:lnTo>
                <a:lnTo>
                  <a:pt x="318" y="90"/>
                </a:lnTo>
                <a:lnTo>
                  <a:pt x="318" y="96"/>
                </a:lnTo>
                <a:lnTo>
                  <a:pt x="324" y="96"/>
                </a:lnTo>
                <a:lnTo>
                  <a:pt x="330" y="102"/>
                </a:lnTo>
                <a:lnTo>
                  <a:pt x="336" y="102"/>
                </a:lnTo>
                <a:lnTo>
                  <a:pt x="336" y="108"/>
                </a:lnTo>
                <a:lnTo>
                  <a:pt x="342" y="108"/>
                </a:lnTo>
                <a:lnTo>
                  <a:pt x="348" y="114"/>
                </a:lnTo>
                <a:lnTo>
                  <a:pt x="354" y="114"/>
                </a:lnTo>
                <a:lnTo>
                  <a:pt x="354" y="120"/>
                </a:lnTo>
                <a:lnTo>
                  <a:pt x="360" y="120"/>
                </a:lnTo>
                <a:lnTo>
                  <a:pt x="360" y="126"/>
                </a:lnTo>
                <a:lnTo>
                  <a:pt x="366" y="126"/>
                </a:lnTo>
                <a:lnTo>
                  <a:pt x="372" y="126"/>
                </a:lnTo>
                <a:lnTo>
                  <a:pt x="372" y="132"/>
                </a:lnTo>
                <a:lnTo>
                  <a:pt x="378" y="132"/>
                </a:lnTo>
                <a:lnTo>
                  <a:pt x="378" y="138"/>
                </a:lnTo>
                <a:lnTo>
                  <a:pt x="384" y="138"/>
                </a:lnTo>
                <a:lnTo>
                  <a:pt x="390" y="144"/>
                </a:lnTo>
                <a:lnTo>
                  <a:pt x="396" y="144"/>
                </a:lnTo>
                <a:lnTo>
                  <a:pt x="396" y="150"/>
                </a:lnTo>
                <a:lnTo>
                  <a:pt x="402" y="150"/>
                </a:lnTo>
                <a:lnTo>
                  <a:pt x="402" y="156"/>
                </a:lnTo>
                <a:lnTo>
                  <a:pt x="408" y="156"/>
                </a:lnTo>
                <a:lnTo>
                  <a:pt x="414" y="162"/>
                </a:lnTo>
                <a:lnTo>
                  <a:pt x="420" y="162"/>
                </a:lnTo>
                <a:lnTo>
                  <a:pt x="420" y="168"/>
                </a:lnTo>
                <a:lnTo>
                  <a:pt x="426" y="168"/>
                </a:lnTo>
                <a:lnTo>
                  <a:pt x="432" y="174"/>
                </a:lnTo>
                <a:lnTo>
                  <a:pt x="438" y="180"/>
                </a:lnTo>
                <a:lnTo>
                  <a:pt x="444" y="180"/>
                </a:lnTo>
                <a:lnTo>
                  <a:pt x="444" y="186"/>
                </a:lnTo>
                <a:lnTo>
                  <a:pt x="450" y="186"/>
                </a:lnTo>
                <a:lnTo>
                  <a:pt x="450" y="192"/>
                </a:lnTo>
                <a:lnTo>
                  <a:pt x="456" y="192"/>
                </a:lnTo>
                <a:lnTo>
                  <a:pt x="462" y="192"/>
                </a:lnTo>
                <a:lnTo>
                  <a:pt x="462" y="198"/>
                </a:lnTo>
                <a:lnTo>
                  <a:pt x="468" y="198"/>
                </a:lnTo>
                <a:lnTo>
                  <a:pt x="468" y="204"/>
                </a:lnTo>
                <a:lnTo>
                  <a:pt x="474" y="204"/>
                </a:lnTo>
                <a:lnTo>
                  <a:pt x="480" y="210"/>
                </a:lnTo>
                <a:lnTo>
                  <a:pt x="486" y="216"/>
                </a:lnTo>
                <a:lnTo>
                  <a:pt x="492" y="216"/>
                </a:lnTo>
                <a:lnTo>
                  <a:pt x="492" y="222"/>
                </a:lnTo>
                <a:lnTo>
                  <a:pt x="498" y="222"/>
                </a:lnTo>
                <a:lnTo>
                  <a:pt x="504" y="228"/>
                </a:lnTo>
                <a:lnTo>
                  <a:pt x="510" y="228"/>
                </a:lnTo>
                <a:lnTo>
                  <a:pt x="510" y="234"/>
                </a:lnTo>
                <a:lnTo>
                  <a:pt x="516" y="234"/>
                </a:lnTo>
                <a:lnTo>
                  <a:pt x="522" y="240"/>
                </a:lnTo>
                <a:lnTo>
                  <a:pt x="528" y="240"/>
                </a:lnTo>
                <a:lnTo>
                  <a:pt x="528" y="246"/>
                </a:lnTo>
                <a:lnTo>
                  <a:pt x="534" y="246"/>
                </a:lnTo>
                <a:lnTo>
                  <a:pt x="534" y="252"/>
                </a:lnTo>
                <a:lnTo>
                  <a:pt x="540" y="252"/>
                </a:lnTo>
                <a:lnTo>
                  <a:pt x="546" y="252"/>
                </a:lnTo>
                <a:lnTo>
                  <a:pt x="546" y="258"/>
                </a:lnTo>
                <a:lnTo>
                  <a:pt x="552" y="258"/>
                </a:lnTo>
                <a:lnTo>
                  <a:pt x="552" y="264"/>
                </a:lnTo>
                <a:lnTo>
                  <a:pt x="558" y="264"/>
                </a:lnTo>
                <a:lnTo>
                  <a:pt x="564" y="264"/>
                </a:lnTo>
                <a:lnTo>
                  <a:pt x="564" y="270"/>
                </a:lnTo>
                <a:lnTo>
                  <a:pt x="570" y="270"/>
                </a:lnTo>
                <a:lnTo>
                  <a:pt x="576" y="270"/>
                </a:lnTo>
                <a:lnTo>
                  <a:pt x="576" y="276"/>
                </a:lnTo>
                <a:lnTo>
                  <a:pt x="582" y="276"/>
                </a:lnTo>
                <a:lnTo>
                  <a:pt x="588" y="282"/>
                </a:lnTo>
                <a:lnTo>
                  <a:pt x="594" y="282"/>
                </a:lnTo>
              </a:path>
            </a:pathLst>
          </a:custGeom>
          <a:noFill/>
          <a:ln w="19050">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1" name="Freeform 41"/>
          <p:cNvSpPr/>
          <p:nvPr/>
        </p:nvSpPr>
        <p:spPr bwMode="auto">
          <a:xfrm>
            <a:off x="4876800" y="2541588"/>
            <a:ext cx="933450" cy="304800"/>
          </a:xfrm>
          <a:custGeom>
            <a:avLst/>
            <a:gdLst>
              <a:gd name="T0" fmla="*/ 2147483647 w 588"/>
              <a:gd name="T1" fmla="*/ 2147483647 h 192"/>
              <a:gd name="T2" fmla="*/ 2147483647 w 588"/>
              <a:gd name="T3" fmla="*/ 2147483647 h 192"/>
              <a:gd name="T4" fmla="*/ 2147483647 w 588"/>
              <a:gd name="T5" fmla="*/ 2147483647 h 192"/>
              <a:gd name="T6" fmla="*/ 2147483647 w 588"/>
              <a:gd name="T7" fmla="*/ 2147483647 h 192"/>
              <a:gd name="T8" fmla="*/ 2147483647 w 588"/>
              <a:gd name="T9" fmla="*/ 2147483647 h 192"/>
              <a:gd name="T10" fmla="*/ 2147483647 w 588"/>
              <a:gd name="T11" fmla="*/ 2147483647 h 192"/>
              <a:gd name="T12" fmla="*/ 2147483647 w 588"/>
              <a:gd name="T13" fmla="*/ 2147483647 h 192"/>
              <a:gd name="T14" fmla="*/ 2147483647 w 588"/>
              <a:gd name="T15" fmla="*/ 2147483647 h 192"/>
              <a:gd name="T16" fmla="*/ 2147483647 w 588"/>
              <a:gd name="T17" fmla="*/ 2147483647 h 192"/>
              <a:gd name="T18" fmla="*/ 2147483647 w 588"/>
              <a:gd name="T19" fmla="*/ 2147483647 h 192"/>
              <a:gd name="T20" fmla="*/ 2147483647 w 588"/>
              <a:gd name="T21" fmla="*/ 2147483647 h 192"/>
              <a:gd name="T22" fmla="*/ 2147483647 w 588"/>
              <a:gd name="T23" fmla="*/ 2147483647 h 192"/>
              <a:gd name="T24" fmla="*/ 2147483647 w 588"/>
              <a:gd name="T25" fmla="*/ 2147483647 h 192"/>
              <a:gd name="T26" fmla="*/ 2147483647 w 588"/>
              <a:gd name="T27" fmla="*/ 2147483647 h 192"/>
              <a:gd name="T28" fmla="*/ 2147483647 w 588"/>
              <a:gd name="T29" fmla="*/ 2147483647 h 192"/>
              <a:gd name="T30" fmla="*/ 2147483647 w 588"/>
              <a:gd name="T31" fmla="*/ 2147483647 h 192"/>
              <a:gd name="T32" fmla="*/ 2147483647 w 588"/>
              <a:gd name="T33" fmla="*/ 2147483647 h 192"/>
              <a:gd name="T34" fmla="*/ 2147483647 w 588"/>
              <a:gd name="T35" fmla="*/ 2147483647 h 192"/>
              <a:gd name="T36" fmla="*/ 2147483647 w 588"/>
              <a:gd name="T37" fmla="*/ 2147483647 h 192"/>
              <a:gd name="T38" fmla="*/ 2147483647 w 588"/>
              <a:gd name="T39" fmla="*/ 2147483647 h 192"/>
              <a:gd name="T40" fmla="*/ 2147483647 w 588"/>
              <a:gd name="T41" fmla="*/ 2147483647 h 192"/>
              <a:gd name="T42" fmla="*/ 2147483647 w 588"/>
              <a:gd name="T43" fmla="*/ 2147483647 h 192"/>
              <a:gd name="T44" fmla="*/ 2147483647 w 588"/>
              <a:gd name="T45" fmla="*/ 2147483647 h 192"/>
              <a:gd name="T46" fmla="*/ 2147483647 w 588"/>
              <a:gd name="T47" fmla="*/ 2147483647 h 192"/>
              <a:gd name="T48" fmla="*/ 2147483647 w 588"/>
              <a:gd name="T49" fmla="*/ 2147483647 h 192"/>
              <a:gd name="T50" fmla="*/ 2147483647 w 588"/>
              <a:gd name="T51" fmla="*/ 2147483647 h 192"/>
              <a:gd name="T52" fmla="*/ 2147483647 w 588"/>
              <a:gd name="T53" fmla="*/ 2147483647 h 192"/>
              <a:gd name="T54" fmla="*/ 2147483647 w 588"/>
              <a:gd name="T55" fmla="*/ 2147483647 h 192"/>
              <a:gd name="T56" fmla="*/ 2147483647 w 588"/>
              <a:gd name="T57" fmla="*/ 2147483647 h 192"/>
              <a:gd name="T58" fmla="*/ 2147483647 w 588"/>
              <a:gd name="T59" fmla="*/ 2147483647 h 192"/>
              <a:gd name="T60" fmla="*/ 2147483647 w 588"/>
              <a:gd name="T61" fmla="*/ 2147483647 h 192"/>
              <a:gd name="T62" fmla="*/ 2147483647 w 588"/>
              <a:gd name="T63" fmla="*/ 2147483647 h 192"/>
              <a:gd name="T64" fmla="*/ 2147483647 w 588"/>
              <a:gd name="T65" fmla="*/ 2147483647 h 192"/>
              <a:gd name="T66" fmla="*/ 2147483647 w 588"/>
              <a:gd name="T67" fmla="*/ 2147483647 h 192"/>
              <a:gd name="T68" fmla="*/ 2147483647 w 588"/>
              <a:gd name="T69" fmla="*/ 2147483647 h 192"/>
              <a:gd name="T70" fmla="*/ 2147483647 w 588"/>
              <a:gd name="T71" fmla="*/ 2147483647 h 192"/>
              <a:gd name="T72" fmla="*/ 2147483647 w 588"/>
              <a:gd name="T73" fmla="*/ 2147483647 h 192"/>
              <a:gd name="T74" fmla="*/ 2147483647 w 588"/>
              <a:gd name="T75" fmla="*/ 2147483647 h 192"/>
              <a:gd name="T76" fmla="*/ 2147483647 w 588"/>
              <a:gd name="T77" fmla="*/ 2147483647 h 192"/>
              <a:gd name="T78" fmla="*/ 2147483647 w 588"/>
              <a:gd name="T79" fmla="*/ 2147483647 h 192"/>
              <a:gd name="T80" fmla="*/ 2147483647 w 588"/>
              <a:gd name="T81" fmla="*/ 2147483647 h 192"/>
              <a:gd name="T82" fmla="*/ 2147483647 w 588"/>
              <a:gd name="T83" fmla="*/ 2147483647 h 192"/>
              <a:gd name="T84" fmla="*/ 2147483647 w 588"/>
              <a:gd name="T85" fmla="*/ 2147483647 h 192"/>
              <a:gd name="T86" fmla="*/ 2147483647 w 588"/>
              <a:gd name="T87" fmla="*/ 2147483647 h 192"/>
              <a:gd name="T88" fmla="*/ 2147483647 w 588"/>
              <a:gd name="T89" fmla="*/ 2147483647 h 192"/>
              <a:gd name="T90" fmla="*/ 2147483647 w 588"/>
              <a:gd name="T91" fmla="*/ 2147483647 h 192"/>
              <a:gd name="T92" fmla="*/ 2147483647 w 588"/>
              <a:gd name="T93" fmla="*/ 2147483647 h 192"/>
              <a:gd name="T94" fmla="*/ 2147483647 w 588"/>
              <a:gd name="T95" fmla="*/ 2147483647 h 192"/>
              <a:gd name="T96" fmla="*/ 2147483647 w 588"/>
              <a:gd name="T97" fmla="*/ 2147483647 h 192"/>
              <a:gd name="T98" fmla="*/ 2147483647 w 588"/>
              <a:gd name="T99" fmla="*/ 2147483647 h 192"/>
              <a:gd name="T100" fmla="*/ 2147483647 w 588"/>
              <a:gd name="T101" fmla="*/ 0 h 1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88" h="192">
                <a:moveTo>
                  <a:pt x="0" y="126"/>
                </a:moveTo>
                <a:lnTo>
                  <a:pt x="0" y="132"/>
                </a:lnTo>
                <a:lnTo>
                  <a:pt x="6" y="132"/>
                </a:lnTo>
                <a:lnTo>
                  <a:pt x="12" y="132"/>
                </a:lnTo>
                <a:lnTo>
                  <a:pt x="12" y="138"/>
                </a:lnTo>
                <a:lnTo>
                  <a:pt x="18" y="138"/>
                </a:lnTo>
                <a:lnTo>
                  <a:pt x="24" y="138"/>
                </a:lnTo>
                <a:lnTo>
                  <a:pt x="24" y="144"/>
                </a:lnTo>
                <a:lnTo>
                  <a:pt x="30" y="144"/>
                </a:lnTo>
                <a:lnTo>
                  <a:pt x="36" y="150"/>
                </a:lnTo>
                <a:lnTo>
                  <a:pt x="42" y="150"/>
                </a:lnTo>
                <a:lnTo>
                  <a:pt x="48" y="150"/>
                </a:lnTo>
                <a:lnTo>
                  <a:pt x="48" y="156"/>
                </a:lnTo>
                <a:lnTo>
                  <a:pt x="54" y="156"/>
                </a:lnTo>
                <a:lnTo>
                  <a:pt x="60" y="156"/>
                </a:lnTo>
                <a:lnTo>
                  <a:pt x="60" y="162"/>
                </a:lnTo>
                <a:lnTo>
                  <a:pt x="66" y="162"/>
                </a:lnTo>
                <a:lnTo>
                  <a:pt x="72" y="162"/>
                </a:lnTo>
                <a:lnTo>
                  <a:pt x="78" y="168"/>
                </a:lnTo>
                <a:lnTo>
                  <a:pt x="84" y="168"/>
                </a:lnTo>
                <a:lnTo>
                  <a:pt x="90" y="168"/>
                </a:lnTo>
                <a:lnTo>
                  <a:pt x="96" y="174"/>
                </a:lnTo>
                <a:lnTo>
                  <a:pt x="102" y="174"/>
                </a:lnTo>
                <a:lnTo>
                  <a:pt x="108" y="174"/>
                </a:lnTo>
                <a:lnTo>
                  <a:pt x="114" y="180"/>
                </a:lnTo>
                <a:lnTo>
                  <a:pt x="120" y="180"/>
                </a:lnTo>
                <a:lnTo>
                  <a:pt x="126" y="180"/>
                </a:lnTo>
                <a:lnTo>
                  <a:pt x="132" y="180"/>
                </a:lnTo>
                <a:lnTo>
                  <a:pt x="138" y="180"/>
                </a:lnTo>
                <a:lnTo>
                  <a:pt x="138" y="186"/>
                </a:lnTo>
                <a:lnTo>
                  <a:pt x="144" y="186"/>
                </a:lnTo>
                <a:lnTo>
                  <a:pt x="150" y="186"/>
                </a:lnTo>
                <a:lnTo>
                  <a:pt x="156" y="186"/>
                </a:lnTo>
                <a:lnTo>
                  <a:pt x="162" y="186"/>
                </a:lnTo>
                <a:lnTo>
                  <a:pt x="168" y="186"/>
                </a:lnTo>
                <a:lnTo>
                  <a:pt x="174" y="186"/>
                </a:lnTo>
                <a:lnTo>
                  <a:pt x="180" y="192"/>
                </a:lnTo>
                <a:lnTo>
                  <a:pt x="186" y="192"/>
                </a:lnTo>
                <a:lnTo>
                  <a:pt x="192" y="192"/>
                </a:lnTo>
                <a:lnTo>
                  <a:pt x="198" y="192"/>
                </a:lnTo>
                <a:lnTo>
                  <a:pt x="204" y="192"/>
                </a:lnTo>
                <a:lnTo>
                  <a:pt x="210" y="192"/>
                </a:lnTo>
                <a:lnTo>
                  <a:pt x="216" y="192"/>
                </a:lnTo>
                <a:lnTo>
                  <a:pt x="222" y="192"/>
                </a:lnTo>
                <a:lnTo>
                  <a:pt x="228" y="192"/>
                </a:lnTo>
                <a:lnTo>
                  <a:pt x="228" y="186"/>
                </a:lnTo>
                <a:lnTo>
                  <a:pt x="234" y="186"/>
                </a:lnTo>
                <a:lnTo>
                  <a:pt x="240" y="186"/>
                </a:lnTo>
                <a:lnTo>
                  <a:pt x="246" y="186"/>
                </a:lnTo>
                <a:lnTo>
                  <a:pt x="252" y="186"/>
                </a:lnTo>
                <a:lnTo>
                  <a:pt x="258" y="186"/>
                </a:lnTo>
                <a:lnTo>
                  <a:pt x="264" y="186"/>
                </a:lnTo>
                <a:lnTo>
                  <a:pt x="270" y="186"/>
                </a:lnTo>
                <a:lnTo>
                  <a:pt x="270" y="180"/>
                </a:lnTo>
                <a:lnTo>
                  <a:pt x="276" y="180"/>
                </a:lnTo>
                <a:lnTo>
                  <a:pt x="282" y="180"/>
                </a:lnTo>
                <a:lnTo>
                  <a:pt x="288" y="180"/>
                </a:lnTo>
                <a:lnTo>
                  <a:pt x="294" y="180"/>
                </a:lnTo>
                <a:lnTo>
                  <a:pt x="294" y="174"/>
                </a:lnTo>
                <a:lnTo>
                  <a:pt x="300" y="174"/>
                </a:lnTo>
                <a:lnTo>
                  <a:pt x="306" y="174"/>
                </a:lnTo>
                <a:lnTo>
                  <a:pt x="312" y="174"/>
                </a:lnTo>
                <a:lnTo>
                  <a:pt x="312" y="168"/>
                </a:lnTo>
                <a:lnTo>
                  <a:pt x="318" y="168"/>
                </a:lnTo>
                <a:lnTo>
                  <a:pt x="324" y="168"/>
                </a:lnTo>
                <a:lnTo>
                  <a:pt x="330" y="168"/>
                </a:lnTo>
                <a:lnTo>
                  <a:pt x="330" y="162"/>
                </a:lnTo>
                <a:lnTo>
                  <a:pt x="336" y="162"/>
                </a:lnTo>
                <a:lnTo>
                  <a:pt x="342" y="162"/>
                </a:lnTo>
                <a:lnTo>
                  <a:pt x="342" y="156"/>
                </a:lnTo>
                <a:lnTo>
                  <a:pt x="348" y="156"/>
                </a:lnTo>
                <a:lnTo>
                  <a:pt x="354" y="156"/>
                </a:lnTo>
                <a:lnTo>
                  <a:pt x="360" y="150"/>
                </a:lnTo>
                <a:lnTo>
                  <a:pt x="366" y="150"/>
                </a:lnTo>
                <a:lnTo>
                  <a:pt x="372" y="150"/>
                </a:lnTo>
                <a:lnTo>
                  <a:pt x="372" y="144"/>
                </a:lnTo>
                <a:lnTo>
                  <a:pt x="378" y="144"/>
                </a:lnTo>
                <a:lnTo>
                  <a:pt x="384" y="144"/>
                </a:lnTo>
                <a:lnTo>
                  <a:pt x="384" y="138"/>
                </a:lnTo>
                <a:lnTo>
                  <a:pt x="390" y="138"/>
                </a:lnTo>
                <a:lnTo>
                  <a:pt x="396" y="132"/>
                </a:lnTo>
                <a:lnTo>
                  <a:pt x="402" y="132"/>
                </a:lnTo>
                <a:lnTo>
                  <a:pt x="402" y="126"/>
                </a:lnTo>
                <a:lnTo>
                  <a:pt x="408" y="126"/>
                </a:lnTo>
                <a:lnTo>
                  <a:pt x="414" y="126"/>
                </a:lnTo>
                <a:lnTo>
                  <a:pt x="414" y="120"/>
                </a:lnTo>
                <a:lnTo>
                  <a:pt x="420" y="120"/>
                </a:lnTo>
                <a:lnTo>
                  <a:pt x="426" y="120"/>
                </a:lnTo>
                <a:lnTo>
                  <a:pt x="426" y="114"/>
                </a:lnTo>
                <a:lnTo>
                  <a:pt x="432" y="114"/>
                </a:lnTo>
                <a:lnTo>
                  <a:pt x="432" y="108"/>
                </a:lnTo>
                <a:lnTo>
                  <a:pt x="438" y="108"/>
                </a:lnTo>
                <a:lnTo>
                  <a:pt x="444" y="108"/>
                </a:lnTo>
                <a:lnTo>
                  <a:pt x="444" y="102"/>
                </a:lnTo>
                <a:lnTo>
                  <a:pt x="450" y="102"/>
                </a:lnTo>
                <a:lnTo>
                  <a:pt x="456" y="96"/>
                </a:lnTo>
                <a:lnTo>
                  <a:pt x="462" y="96"/>
                </a:lnTo>
                <a:lnTo>
                  <a:pt x="462" y="90"/>
                </a:lnTo>
                <a:lnTo>
                  <a:pt x="468" y="90"/>
                </a:lnTo>
                <a:lnTo>
                  <a:pt x="474" y="84"/>
                </a:lnTo>
                <a:lnTo>
                  <a:pt x="480" y="84"/>
                </a:lnTo>
                <a:lnTo>
                  <a:pt x="480" y="78"/>
                </a:lnTo>
                <a:lnTo>
                  <a:pt x="486" y="78"/>
                </a:lnTo>
                <a:lnTo>
                  <a:pt x="492" y="72"/>
                </a:lnTo>
                <a:lnTo>
                  <a:pt x="498" y="72"/>
                </a:lnTo>
                <a:lnTo>
                  <a:pt x="498" y="66"/>
                </a:lnTo>
                <a:lnTo>
                  <a:pt x="504" y="66"/>
                </a:lnTo>
                <a:lnTo>
                  <a:pt x="504" y="60"/>
                </a:lnTo>
                <a:lnTo>
                  <a:pt x="510" y="60"/>
                </a:lnTo>
                <a:lnTo>
                  <a:pt x="516" y="60"/>
                </a:lnTo>
                <a:lnTo>
                  <a:pt x="516" y="54"/>
                </a:lnTo>
                <a:lnTo>
                  <a:pt x="522" y="54"/>
                </a:lnTo>
                <a:lnTo>
                  <a:pt x="522" y="48"/>
                </a:lnTo>
                <a:lnTo>
                  <a:pt x="528" y="48"/>
                </a:lnTo>
                <a:lnTo>
                  <a:pt x="534" y="42"/>
                </a:lnTo>
                <a:lnTo>
                  <a:pt x="540" y="36"/>
                </a:lnTo>
                <a:lnTo>
                  <a:pt x="546" y="36"/>
                </a:lnTo>
                <a:lnTo>
                  <a:pt x="546" y="30"/>
                </a:lnTo>
                <a:lnTo>
                  <a:pt x="552" y="30"/>
                </a:lnTo>
                <a:lnTo>
                  <a:pt x="558" y="24"/>
                </a:lnTo>
                <a:lnTo>
                  <a:pt x="564" y="24"/>
                </a:lnTo>
                <a:lnTo>
                  <a:pt x="564" y="18"/>
                </a:lnTo>
                <a:lnTo>
                  <a:pt x="570" y="18"/>
                </a:lnTo>
                <a:lnTo>
                  <a:pt x="570" y="12"/>
                </a:lnTo>
                <a:lnTo>
                  <a:pt x="576" y="12"/>
                </a:lnTo>
                <a:lnTo>
                  <a:pt x="582" y="6"/>
                </a:lnTo>
                <a:lnTo>
                  <a:pt x="588" y="6"/>
                </a:lnTo>
                <a:lnTo>
                  <a:pt x="588" y="0"/>
                </a:lnTo>
              </a:path>
            </a:pathLst>
          </a:custGeom>
          <a:noFill/>
          <a:ln w="19050">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2" name="Freeform 42"/>
          <p:cNvSpPr/>
          <p:nvPr/>
        </p:nvSpPr>
        <p:spPr bwMode="auto">
          <a:xfrm>
            <a:off x="5810250" y="2293938"/>
            <a:ext cx="942975" cy="247650"/>
          </a:xfrm>
          <a:custGeom>
            <a:avLst/>
            <a:gdLst>
              <a:gd name="T0" fmla="*/ 2147483647 w 594"/>
              <a:gd name="T1" fmla="*/ 2147483647 h 156"/>
              <a:gd name="T2" fmla="*/ 2147483647 w 594"/>
              <a:gd name="T3" fmla="*/ 2147483647 h 156"/>
              <a:gd name="T4" fmla="*/ 2147483647 w 594"/>
              <a:gd name="T5" fmla="*/ 2147483647 h 156"/>
              <a:gd name="T6" fmla="*/ 2147483647 w 594"/>
              <a:gd name="T7" fmla="*/ 2147483647 h 156"/>
              <a:gd name="T8" fmla="*/ 2147483647 w 594"/>
              <a:gd name="T9" fmla="*/ 2147483647 h 156"/>
              <a:gd name="T10" fmla="*/ 2147483647 w 594"/>
              <a:gd name="T11" fmla="*/ 2147483647 h 156"/>
              <a:gd name="T12" fmla="*/ 2147483647 w 594"/>
              <a:gd name="T13" fmla="*/ 2147483647 h 156"/>
              <a:gd name="T14" fmla="*/ 2147483647 w 594"/>
              <a:gd name="T15" fmla="*/ 2147483647 h 156"/>
              <a:gd name="T16" fmla="*/ 2147483647 w 594"/>
              <a:gd name="T17" fmla="*/ 2147483647 h 156"/>
              <a:gd name="T18" fmla="*/ 2147483647 w 594"/>
              <a:gd name="T19" fmla="*/ 2147483647 h 156"/>
              <a:gd name="T20" fmla="*/ 2147483647 w 594"/>
              <a:gd name="T21" fmla="*/ 2147483647 h 156"/>
              <a:gd name="T22" fmla="*/ 2147483647 w 594"/>
              <a:gd name="T23" fmla="*/ 2147483647 h 156"/>
              <a:gd name="T24" fmla="*/ 2147483647 w 594"/>
              <a:gd name="T25" fmla="*/ 2147483647 h 156"/>
              <a:gd name="T26" fmla="*/ 2147483647 w 594"/>
              <a:gd name="T27" fmla="*/ 2147483647 h 156"/>
              <a:gd name="T28" fmla="*/ 2147483647 w 594"/>
              <a:gd name="T29" fmla="*/ 2147483647 h 156"/>
              <a:gd name="T30" fmla="*/ 2147483647 w 594"/>
              <a:gd name="T31" fmla="*/ 2147483647 h 156"/>
              <a:gd name="T32" fmla="*/ 2147483647 w 594"/>
              <a:gd name="T33" fmla="*/ 2147483647 h 156"/>
              <a:gd name="T34" fmla="*/ 2147483647 w 594"/>
              <a:gd name="T35" fmla="*/ 2147483647 h 156"/>
              <a:gd name="T36" fmla="*/ 2147483647 w 594"/>
              <a:gd name="T37" fmla="*/ 2147483647 h 156"/>
              <a:gd name="T38" fmla="*/ 2147483647 w 594"/>
              <a:gd name="T39" fmla="*/ 2147483647 h 156"/>
              <a:gd name="T40" fmla="*/ 2147483647 w 594"/>
              <a:gd name="T41" fmla="*/ 2147483647 h 156"/>
              <a:gd name="T42" fmla="*/ 2147483647 w 594"/>
              <a:gd name="T43" fmla="*/ 2147483647 h 156"/>
              <a:gd name="T44" fmla="*/ 2147483647 w 594"/>
              <a:gd name="T45" fmla="*/ 2147483647 h 156"/>
              <a:gd name="T46" fmla="*/ 2147483647 w 594"/>
              <a:gd name="T47" fmla="*/ 2147483647 h 156"/>
              <a:gd name="T48" fmla="*/ 2147483647 w 594"/>
              <a:gd name="T49" fmla="*/ 2147483647 h 156"/>
              <a:gd name="T50" fmla="*/ 2147483647 w 594"/>
              <a:gd name="T51" fmla="*/ 2147483647 h 156"/>
              <a:gd name="T52" fmla="*/ 2147483647 w 594"/>
              <a:gd name="T53" fmla="*/ 2147483647 h 156"/>
              <a:gd name="T54" fmla="*/ 2147483647 w 594"/>
              <a:gd name="T55" fmla="*/ 0 h 156"/>
              <a:gd name="T56" fmla="*/ 2147483647 w 594"/>
              <a:gd name="T57" fmla="*/ 0 h 156"/>
              <a:gd name="T58" fmla="*/ 2147483647 w 594"/>
              <a:gd name="T59" fmla="*/ 0 h 156"/>
              <a:gd name="T60" fmla="*/ 2147483647 w 594"/>
              <a:gd name="T61" fmla="*/ 0 h 156"/>
              <a:gd name="T62" fmla="*/ 2147483647 w 594"/>
              <a:gd name="T63" fmla="*/ 2147483647 h 156"/>
              <a:gd name="T64" fmla="*/ 2147483647 w 594"/>
              <a:gd name="T65" fmla="*/ 2147483647 h 156"/>
              <a:gd name="T66" fmla="*/ 2147483647 w 594"/>
              <a:gd name="T67" fmla="*/ 2147483647 h 156"/>
              <a:gd name="T68" fmla="*/ 2147483647 w 594"/>
              <a:gd name="T69" fmla="*/ 2147483647 h 156"/>
              <a:gd name="T70" fmla="*/ 2147483647 w 594"/>
              <a:gd name="T71" fmla="*/ 2147483647 h 156"/>
              <a:gd name="T72" fmla="*/ 2147483647 w 594"/>
              <a:gd name="T73" fmla="*/ 2147483647 h 156"/>
              <a:gd name="T74" fmla="*/ 2147483647 w 594"/>
              <a:gd name="T75" fmla="*/ 2147483647 h 156"/>
              <a:gd name="T76" fmla="*/ 2147483647 w 594"/>
              <a:gd name="T77" fmla="*/ 2147483647 h 156"/>
              <a:gd name="T78" fmla="*/ 2147483647 w 594"/>
              <a:gd name="T79" fmla="*/ 2147483647 h 156"/>
              <a:gd name="T80" fmla="*/ 2147483647 w 594"/>
              <a:gd name="T81" fmla="*/ 2147483647 h 156"/>
              <a:gd name="T82" fmla="*/ 2147483647 w 594"/>
              <a:gd name="T83" fmla="*/ 2147483647 h 156"/>
              <a:gd name="T84" fmla="*/ 2147483647 w 594"/>
              <a:gd name="T85" fmla="*/ 2147483647 h 156"/>
              <a:gd name="T86" fmla="*/ 2147483647 w 594"/>
              <a:gd name="T87" fmla="*/ 2147483647 h 156"/>
              <a:gd name="T88" fmla="*/ 2147483647 w 594"/>
              <a:gd name="T89" fmla="*/ 2147483647 h 156"/>
              <a:gd name="T90" fmla="*/ 2147483647 w 594"/>
              <a:gd name="T91" fmla="*/ 2147483647 h 156"/>
              <a:gd name="T92" fmla="*/ 2147483647 w 594"/>
              <a:gd name="T93" fmla="*/ 2147483647 h 156"/>
              <a:gd name="T94" fmla="*/ 2147483647 w 594"/>
              <a:gd name="T95" fmla="*/ 2147483647 h 156"/>
              <a:gd name="T96" fmla="*/ 2147483647 w 594"/>
              <a:gd name="T97" fmla="*/ 2147483647 h 156"/>
              <a:gd name="T98" fmla="*/ 2147483647 w 594"/>
              <a:gd name="T99" fmla="*/ 2147483647 h 156"/>
              <a:gd name="T100" fmla="*/ 2147483647 w 594"/>
              <a:gd name="T101" fmla="*/ 2147483647 h 1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156">
                <a:moveTo>
                  <a:pt x="0" y="156"/>
                </a:moveTo>
                <a:lnTo>
                  <a:pt x="6" y="156"/>
                </a:lnTo>
                <a:lnTo>
                  <a:pt x="12" y="150"/>
                </a:lnTo>
                <a:lnTo>
                  <a:pt x="18" y="144"/>
                </a:lnTo>
                <a:lnTo>
                  <a:pt x="24" y="144"/>
                </a:lnTo>
                <a:lnTo>
                  <a:pt x="24" y="138"/>
                </a:lnTo>
                <a:lnTo>
                  <a:pt x="30" y="138"/>
                </a:lnTo>
                <a:lnTo>
                  <a:pt x="30" y="132"/>
                </a:lnTo>
                <a:lnTo>
                  <a:pt x="36" y="132"/>
                </a:lnTo>
                <a:lnTo>
                  <a:pt x="42" y="132"/>
                </a:lnTo>
                <a:lnTo>
                  <a:pt x="42" y="126"/>
                </a:lnTo>
                <a:lnTo>
                  <a:pt x="48" y="126"/>
                </a:lnTo>
                <a:lnTo>
                  <a:pt x="48" y="120"/>
                </a:lnTo>
                <a:lnTo>
                  <a:pt x="54" y="120"/>
                </a:lnTo>
                <a:lnTo>
                  <a:pt x="60" y="114"/>
                </a:lnTo>
                <a:lnTo>
                  <a:pt x="66" y="114"/>
                </a:lnTo>
                <a:lnTo>
                  <a:pt x="66" y="108"/>
                </a:lnTo>
                <a:lnTo>
                  <a:pt x="72" y="108"/>
                </a:lnTo>
                <a:lnTo>
                  <a:pt x="78" y="102"/>
                </a:lnTo>
                <a:lnTo>
                  <a:pt x="84" y="102"/>
                </a:lnTo>
                <a:lnTo>
                  <a:pt x="84" y="96"/>
                </a:lnTo>
                <a:lnTo>
                  <a:pt x="90" y="96"/>
                </a:lnTo>
                <a:lnTo>
                  <a:pt x="96" y="90"/>
                </a:lnTo>
                <a:lnTo>
                  <a:pt x="102" y="90"/>
                </a:lnTo>
                <a:lnTo>
                  <a:pt x="102" y="84"/>
                </a:lnTo>
                <a:lnTo>
                  <a:pt x="108" y="84"/>
                </a:lnTo>
                <a:lnTo>
                  <a:pt x="114" y="84"/>
                </a:lnTo>
                <a:lnTo>
                  <a:pt x="114" y="78"/>
                </a:lnTo>
                <a:lnTo>
                  <a:pt x="120" y="78"/>
                </a:lnTo>
                <a:lnTo>
                  <a:pt x="120" y="72"/>
                </a:lnTo>
                <a:lnTo>
                  <a:pt x="126" y="72"/>
                </a:lnTo>
                <a:lnTo>
                  <a:pt x="132" y="72"/>
                </a:lnTo>
                <a:lnTo>
                  <a:pt x="132" y="66"/>
                </a:lnTo>
                <a:lnTo>
                  <a:pt x="138" y="66"/>
                </a:lnTo>
                <a:lnTo>
                  <a:pt x="144" y="66"/>
                </a:lnTo>
                <a:lnTo>
                  <a:pt x="144" y="60"/>
                </a:lnTo>
                <a:lnTo>
                  <a:pt x="150" y="60"/>
                </a:lnTo>
                <a:lnTo>
                  <a:pt x="156" y="54"/>
                </a:lnTo>
                <a:lnTo>
                  <a:pt x="162" y="54"/>
                </a:lnTo>
                <a:lnTo>
                  <a:pt x="162" y="48"/>
                </a:lnTo>
                <a:lnTo>
                  <a:pt x="168" y="48"/>
                </a:lnTo>
                <a:lnTo>
                  <a:pt x="174" y="48"/>
                </a:lnTo>
                <a:lnTo>
                  <a:pt x="174" y="42"/>
                </a:lnTo>
                <a:lnTo>
                  <a:pt x="180" y="42"/>
                </a:lnTo>
                <a:lnTo>
                  <a:pt x="186" y="42"/>
                </a:lnTo>
                <a:lnTo>
                  <a:pt x="192" y="36"/>
                </a:lnTo>
                <a:lnTo>
                  <a:pt x="198" y="36"/>
                </a:lnTo>
                <a:lnTo>
                  <a:pt x="204" y="36"/>
                </a:lnTo>
                <a:lnTo>
                  <a:pt x="204" y="30"/>
                </a:lnTo>
                <a:lnTo>
                  <a:pt x="210" y="30"/>
                </a:lnTo>
                <a:lnTo>
                  <a:pt x="216" y="30"/>
                </a:lnTo>
                <a:lnTo>
                  <a:pt x="216" y="24"/>
                </a:lnTo>
                <a:lnTo>
                  <a:pt x="222" y="24"/>
                </a:lnTo>
                <a:lnTo>
                  <a:pt x="228" y="24"/>
                </a:lnTo>
                <a:lnTo>
                  <a:pt x="234" y="24"/>
                </a:lnTo>
                <a:lnTo>
                  <a:pt x="234" y="18"/>
                </a:lnTo>
                <a:lnTo>
                  <a:pt x="240" y="18"/>
                </a:lnTo>
                <a:lnTo>
                  <a:pt x="246" y="18"/>
                </a:lnTo>
                <a:lnTo>
                  <a:pt x="252" y="18"/>
                </a:lnTo>
                <a:lnTo>
                  <a:pt x="252" y="12"/>
                </a:lnTo>
                <a:lnTo>
                  <a:pt x="258" y="12"/>
                </a:lnTo>
                <a:lnTo>
                  <a:pt x="264" y="12"/>
                </a:lnTo>
                <a:lnTo>
                  <a:pt x="270" y="12"/>
                </a:lnTo>
                <a:lnTo>
                  <a:pt x="276" y="12"/>
                </a:lnTo>
                <a:lnTo>
                  <a:pt x="276" y="6"/>
                </a:lnTo>
                <a:lnTo>
                  <a:pt x="282" y="6"/>
                </a:lnTo>
                <a:lnTo>
                  <a:pt x="288" y="6"/>
                </a:lnTo>
                <a:lnTo>
                  <a:pt x="294" y="6"/>
                </a:lnTo>
                <a:lnTo>
                  <a:pt x="300" y="6"/>
                </a:lnTo>
                <a:lnTo>
                  <a:pt x="306" y="6"/>
                </a:lnTo>
                <a:lnTo>
                  <a:pt x="312" y="6"/>
                </a:lnTo>
                <a:lnTo>
                  <a:pt x="318" y="6"/>
                </a:lnTo>
                <a:lnTo>
                  <a:pt x="318" y="0"/>
                </a:lnTo>
                <a:lnTo>
                  <a:pt x="324" y="0"/>
                </a:lnTo>
                <a:lnTo>
                  <a:pt x="330" y="0"/>
                </a:lnTo>
                <a:lnTo>
                  <a:pt x="336" y="0"/>
                </a:lnTo>
                <a:lnTo>
                  <a:pt x="342" y="0"/>
                </a:lnTo>
                <a:lnTo>
                  <a:pt x="348" y="0"/>
                </a:lnTo>
                <a:lnTo>
                  <a:pt x="354" y="0"/>
                </a:lnTo>
                <a:lnTo>
                  <a:pt x="360" y="0"/>
                </a:lnTo>
                <a:lnTo>
                  <a:pt x="366" y="0"/>
                </a:lnTo>
                <a:lnTo>
                  <a:pt x="372" y="6"/>
                </a:lnTo>
                <a:lnTo>
                  <a:pt x="378" y="6"/>
                </a:lnTo>
                <a:lnTo>
                  <a:pt x="384" y="6"/>
                </a:lnTo>
                <a:lnTo>
                  <a:pt x="390" y="6"/>
                </a:lnTo>
                <a:lnTo>
                  <a:pt x="396" y="6"/>
                </a:lnTo>
                <a:lnTo>
                  <a:pt x="402" y="6"/>
                </a:lnTo>
                <a:lnTo>
                  <a:pt x="408" y="6"/>
                </a:lnTo>
                <a:lnTo>
                  <a:pt x="408" y="12"/>
                </a:lnTo>
                <a:lnTo>
                  <a:pt x="414" y="12"/>
                </a:lnTo>
                <a:lnTo>
                  <a:pt x="420" y="12"/>
                </a:lnTo>
                <a:lnTo>
                  <a:pt x="426" y="12"/>
                </a:lnTo>
                <a:lnTo>
                  <a:pt x="432" y="12"/>
                </a:lnTo>
                <a:lnTo>
                  <a:pt x="438" y="18"/>
                </a:lnTo>
                <a:lnTo>
                  <a:pt x="444" y="18"/>
                </a:lnTo>
                <a:lnTo>
                  <a:pt x="450" y="18"/>
                </a:lnTo>
                <a:lnTo>
                  <a:pt x="456" y="24"/>
                </a:lnTo>
                <a:lnTo>
                  <a:pt x="462" y="24"/>
                </a:lnTo>
                <a:lnTo>
                  <a:pt x="468" y="24"/>
                </a:lnTo>
                <a:lnTo>
                  <a:pt x="474" y="30"/>
                </a:lnTo>
                <a:lnTo>
                  <a:pt x="480" y="30"/>
                </a:lnTo>
                <a:lnTo>
                  <a:pt x="486" y="30"/>
                </a:lnTo>
                <a:lnTo>
                  <a:pt x="486" y="36"/>
                </a:lnTo>
                <a:lnTo>
                  <a:pt x="492" y="36"/>
                </a:lnTo>
                <a:lnTo>
                  <a:pt x="498" y="36"/>
                </a:lnTo>
                <a:lnTo>
                  <a:pt x="498" y="42"/>
                </a:lnTo>
                <a:lnTo>
                  <a:pt x="504" y="42"/>
                </a:lnTo>
                <a:lnTo>
                  <a:pt x="510" y="42"/>
                </a:lnTo>
                <a:lnTo>
                  <a:pt x="516" y="48"/>
                </a:lnTo>
                <a:lnTo>
                  <a:pt x="522" y="48"/>
                </a:lnTo>
                <a:lnTo>
                  <a:pt x="522" y="54"/>
                </a:lnTo>
                <a:lnTo>
                  <a:pt x="528" y="54"/>
                </a:lnTo>
                <a:lnTo>
                  <a:pt x="534" y="54"/>
                </a:lnTo>
                <a:lnTo>
                  <a:pt x="534" y="60"/>
                </a:lnTo>
                <a:lnTo>
                  <a:pt x="540" y="60"/>
                </a:lnTo>
                <a:lnTo>
                  <a:pt x="546" y="60"/>
                </a:lnTo>
                <a:lnTo>
                  <a:pt x="546" y="66"/>
                </a:lnTo>
                <a:lnTo>
                  <a:pt x="552" y="66"/>
                </a:lnTo>
                <a:lnTo>
                  <a:pt x="558" y="72"/>
                </a:lnTo>
                <a:lnTo>
                  <a:pt x="564" y="72"/>
                </a:lnTo>
                <a:lnTo>
                  <a:pt x="564" y="78"/>
                </a:lnTo>
                <a:lnTo>
                  <a:pt x="570" y="78"/>
                </a:lnTo>
                <a:lnTo>
                  <a:pt x="576" y="78"/>
                </a:lnTo>
                <a:lnTo>
                  <a:pt x="576" y="84"/>
                </a:lnTo>
                <a:lnTo>
                  <a:pt x="582" y="84"/>
                </a:lnTo>
                <a:lnTo>
                  <a:pt x="588" y="84"/>
                </a:lnTo>
                <a:lnTo>
                  <a:pt x="588" y="90"/>
                </a:lnTo>
                <a:lnTo>
                  <a:pt x="594" y="90"/>
                </a:lnTo>
              </a:path>
            </a:pathLst>
          </a:custGeom>
          <a:noFill/>
          <a:ln w="19050">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3" name="Freeform 43"/>
          <p:cNvSpPr/>
          <p:nvPr/>
        </p:nvSpPr>
        <p:spPr bwMode="auto">
          <a:xfrm>
            <a:off x="6753225" y="2436813"/>
            <a:ext cx="866775" cy="409575"/>
          </a:xfrm>
          <a:custGeom>
            <a:avLst/>
            <a:gdLst>
              <a:gd name="T0" fmla="*/ 2147483647 w 546"/>
              <a:gd name="T1" fmla="*/ 2147483647 h 258"/>
              <a:gd name="T2" fmla="*/ 2147483647 w 546"/>
              <a:gd name="T3" fmla="*/ 2147483647 h 258"/>
              <a:gd name="T4" fmla="*/ 2147483647 w 546"/>
              <a:gd name="T5" fmla="*/ 2147483647 h 258"/>
              <a:gd name="T6" fmla="*/ 2147483647 w 546"/>
              <a:gd name="T7" fmla="*/ 2147483647 h 258"/>
              <a:gd name="T8" fmla="*/ 2147483647 w 546"/>
              <a:gd name="T9" fmla="*/ 2147483647 h 258"/>
              <a:gd name="T10" fmla="*/ 2147483647 w 546"/>
              <a:gd name="T11" fmla="*/ 2147483647 h 258"/>
              <a:gd name="T12" fmla="*/ 2147483647 w 546"/>
              <a:gd name="T13" fmla="*/ 2147483647 h 258"/>
              <a:gd name="T14" fmla="*/ 2147483647 w 546"/>
              <a:gd name="T15" fmla="*/ 2147483647 h 258"/>
              <a:gd name="T16" fmla="*/ 2147483647 w 546"/>
              <a:gd name="T17" fmla="*/ 2147483647 h 258"/>
              <a:gd name="T18" fmla="*/ 2147483647 w 546"/>
              <a:gd name="T19" fmla="*/ 2147483647 h 258"/>
              <a:gd name="T20" fmla="*/ 2147483647 w 546"/>
              <a:gd name="T21" fmla="*/ 2147483647 h 258"/>
              <a:gd name="T22" fmla="*/ 2147483647 w 546"/>
              <a:gd name="T23" fmla="*/ 2147483647 h 258"/>
              <a:gd name="T24" fmla="*/ 2147483647 w 546"/>
              <a:gd name="T25" fmla="*/ 2147483647 h 258"/>
              <a:gd name="T26" fmla="*/ 2147483647 w 546"/>
              <a:gd name="T27" fmla="*/ 2147483647 h 258"/>
              <a:gd name="T28" fmla="*/ 2147483647 w 546"/>
              <a:gd name="T29" fmla="*/ 2147483647 h 258"/>
              <a:gd name="T30" fmla="*/ 2147483647 w 546"/>
              <a:gd name="T31" fmla="*/ 2147483647 h 258"/>
              <a:gd name="T32" fmla="*/ 2147483647 w 546"/>
              <a:gd name="T33" fmla="*/ 2147483647 h 258"/>
              <a:gd name="T34" fmla="*/ 2147483647 w 546"/>
              <a:gd name="T35" fmla="*/ 2147483647 h 258"/>
              <a:gd name="T36" fmla="*/ 2147483647 w 546"/>
              <a:gd name="T37" fmla="*/ 2147483647 h 258"/>
              <a:gd name="T38" fmla="*/ 2147483647 w 546"/>
              <a:gd name="T39" fmla="*/ 2147483647 h 258"/>
              <a:gd name="T40" fmla="*/ 2147483647 w 546"/>
              <a:gd name="T41" fmla="*/ 2147483647 h 258"/>
              <a:gd name="T42" fmla="*/ 2147483647 w 546"/>
              <a:gd name="T43" fmla="*/ 2147483647 h 258"/>
              <a:gd name="T44" fmla="*/ 2147483647 w 546"/>
              <a:gd name="T45" fmla="*/ 2147483647 h 258"/>
              <a:gd name="T46" fmla="*/ 2147483647 w 546"/>
              <a:gd name="T47" fmla="*/ 2147483647 h 258"/>
              <a:gd name="T48" fmla="*/ 2147483647 w 546"/>
              <a:gd name="T49" fmla="*/ 2147483647 h 258"/>
              <a:gd name="T50" fmla="*/ 2147483647 w 546"/>
              <a:gd name="T51" fmla="*/ 2147483647 h 258"/>
              <a:gd name="T52" fmla="*/ 2147483647 w 546"/>
              <a:gd name="T53" fmla="*/ 2147483647 h 258"/>
              <a:gd name="T54" fmla="*/ 2147483647 w 546"/>
              <a:gd name="T55" fmla="*/ 2147483647 h 258"/>
              <a:gd name="T56" fmla="*/ 2147483647 w 546"/>
              <a:gd name="T57" fmla="*/ 2147483647 h 258"/>
              <a:gd name="T58" fmla="*/ 2147483647 w 546"/>
              <a:gd name="T59" fmla="*/ 2147483647 h 258"/>
              <a:gd name="T60" fmla="*/ 2147483647 w 546"/>
              <a:gd name="T61" fmla="*/ 2147483647 h 258"/>
              <a:gd name="T62" fmla="*/ 2147483647 w 546"/>
              <a:gd name="T63" fmla="*/ 2147483647 h 258"/>
              <a:gd name="T64" fmla="*/ 2147483647 w 546"/>
              <a:gd name="T65" fmla="*/ 2147483647 h 258"/>
              <a:gd name="T66" fmla="*/ 2147483647 w 546"/>
              <a:gd name="T67" fmla="*/ 2147483647 h 258"/>
              <a:gd name="T68" fmla="*/ 2147483647 w 546"/>
              <a:gd name="T69" fmla="*/ 2147483647 h 258"/>
              <a:gd name="T70" fmla="*/ 2147483647 w 546"/>
              <a:gd name="T71" fmla="*/ 2147483647 h 258"/>
              <a:gd name="T72" fmla="*/ 2147483647 w 546"/>
              <a:gd name="T73" fmla="*/ 2147483647 h 258"/>
              <a:gd name="T74" fmla="*/ 2147483647 w 546"/>
              <a:gd name="T75" fmla="*/ 2147483647 h 258"/>
              <a:gd name="T76" fmla="*/ 2147483647 w 546"/>
              <a:gd name="T77" fmla="*/ 2147483647 h 258"/>
              <a:gd name="T78" fmla="*/ 2147483647 w 546"/>
              <a:gd name="T79" fmla="*/ 2147483647 h 258"/>
              <a:gd name="T80" fmla="*/ 2147483647 w 546"/>
              <a:gd name="T81" fmla="*/ 2147483647 h 258"/>
              <a:gd name="T82" fmla="*/ 2147483647 w 546"/>
              <a:gd name="T83" fmla="*/ 2147483647 h 258"/>
              <a:gd name="T84" fmla="*/ 2147483647 w 546"/>
              <a:gd name="T85" fmla="*/ 2147483647 h 258"/>
              <a:gd name="T86" fmla="*/ 2147483647 w 546"/>
              <a:gd name="T87" fmla="*/ 2147483647 h 258"/>
              <a:gd name="T88" fmla="*/ 2147483647 w 546"/>
              <a:gd name="T89" fmla="*/ 2147483647 h 258"/>
              <a:gd name="T90" fmla="*/ 2147483647 w 546"/>
              <a:gd name="T91" fmla="*/ 2147483647 h 258"/>
              <a:gd name="T92" fmla="*/ 2147483647 w 546"/>
              <a:gd name="T93" fmla="*/ 2147483647 h 258"/>
              <a:gd name="T94" fmla="*/ 2147483647 w 546"/>
              <a:gd name="T95" fmla="*/ 2147483647 h 258"/>
              <a:gd name="T96" fmla="*/ 2147483647 w 546"/>
              <a:gd name="T97" fmla="*/ 2147483647 h 258"/>
              <a:gd name="T98" fmla="*/ 2147483647 w 546"/>
              <a:gd name="T99" fmla="*/ 2147483647 h 258"/>
              <a:gd name="T100" fmla="*/ 2147483647 w 546"/>
              <a:gd name="T101" fmla="*/ 2147483647 h 258"/>
              <a:gd name="T102" fmla="*/ 2147483647 w 546"/>
              <a:gd name="T103" fmla="*/ 2147483647 h 258"/>
              <a:gd name="T104" fmla="*/ 2147483647 w 546"/>
              <a:gd name="T105" fmla="*/ 2147483647 h 258"/>
              <a:gd name="T106" fmla="*/ 2147483647 w 546"/>
              <a:gd name="T107" fmla="*/ 2147483647 h 258"/>
              <a:gd name="T108" fmla="*/ 2147483647 w 546"/>
              <a:gd name="T109" fmla="*/ 2147483647 h 258"/>
              <a:gd name="T110" fmla="*/ 2147483647 w 546"/>
              <a:gd name="T111" fmla="*/ 2147483647 h 258"/>
              <a:gd name="T112" fmla="*/ 2147483647 w 546"/>
              <a:gd name="T113" fmla="*/ 2147483647 h 258"/>
              <a:gd name="T114" fmla="*/ 2147483647 w 546"/>
              <a:gd name="T115" fmla="*/ 2147483647 h 258"/>
              <a:gd name="T116" fmla="*/ 2147483647 w 546"/>
              <a:gd name="T117" fmla="*/ 2147483647 h 25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6" h="258">
                <a:moveTo>
                  <a:pt x="0" y="0"/>
                </a:moveTo>
                <a:lnTo>
                  <a:pt x="0" y="6"/>
                </a:lnTo>
                <a:lnTo>
                  <a:pt x="6" y="6"/>
                </a:lnTo>
                <a:lnTo>
                  <a:pt x="12" y="6"/>
                </a:lnTo>
                <a:lnTo>
                  <a:pt x="12" y="12"/>
                </a:lnTo>
                <a:lnTo>
                  <a:pt x="18" y="12"/>
                </a:lnTo>
                <a:lnTo>
                  <a:pt x="18" y="18"/>
                </a:lnTo>
                <a:lnTo>
                  <a:pt x="24" y="18"/>
                </a:lnTo>
                <a:lnTo>
                  <a:pt x="30" y="24"/>
                </a:lnTo>
                <a:lnTo>
                  <a:pt x="36" y="24"/>
                </a:lnTo>
                <a:lnTo>
                  <a:pt x="36" y="30"/>
                </a:lnTo>
                <a:lnTo>
                  <a:pt x="42" y="30"/>
                </a:lnTo>
                <a:lnTo>
                  <a:pt x="48" y="36"/>
                </a:lnTo>
                <a:lnTo>
                  <a:pt x="54" y="36"/>
                </a:lnTo>
                <a:lnTo>
                  <a:pt x="54" y="42"/>
                </a:lnTo>
                <a:lnTo>
                  <a:pt x="60" y="42"/>
                </a:lnTo>
                <a:lnTo>
                  <a:pt x="66" y="48"/>
                </a:lnTo>
                <a:lnTo>
                  <a:pt x="72" y="54"/>
                </a:lnTo>
                <a:lnTo>
                  <a:pt x="78" y="54"/>
                </a:lnTo>
                <a:lnTo>
                  <a:pt x="78" y="60"/>
                </a:lnTo>
                <a:lnTo>
                  <a:pt x="84" y="60"/>
                </a:lnTo>
                <a:lnTo>
                  <a:pt x="84" y="66"/>
                </a:lnTo>
                <a:lnTo>
                  <a:pt x="90" y="66"/>
                </a:lnTo>
                <a:lnTo>
                  <a:pt x="96" y="66"/>
                </a:lnTo>
                <a:lnTo>
                  <a:pt x="96" y="72"/>
                </a:lnTo>
                <a:lnTo>
                  <a:pt x="102" y="72"/>
                </a:lnTo>
                <a:lnTo>
                  <a:pt x="102" y="78"/>
                </a:lnTo>
                <a:lnTo>
                  <a:pt x="108" y="78"/>
                </a:lnTo>
                <a:lnTo>
                  <a:pt x="114" y="84"/>
                </a:lnTo>
                <a:lnTo>
                  <a:pt x="120" y="90"/>
                </a:lnTo>
                <a:lnTo>
                  <a:pt x="126" y="90"/>
                </a:lnTo>
                <a:lnTo>
                  <a:pt x="126" y="96"/>
                </a:lnTo>
                <a:lnTo>
                  <a:pt x="132" y="96"/>
                </a:lnTo>
                <a:lnTo>
                  <a:pt x="138" y="102"/>
                </a:lnTo>
                <a:lnTo>
                  <a:pt x="144" y="102"/>
                </a:lnTo>
                <a:lnTo>
                  <a:pt x="144" y="108"/>
                </a:lnTo>
                <a:lnTo>
                  <a:pt x="150" y="108"/>
                </a:lnTo>
                <a:lnTo>
                  <a:pt x="150" y="114"/>
                </a:lnTo>
                <a:lnTo>
                  <a:pt x="156" y="114"/>
                </a:lnTo>
                <a:lnTo>
                  <a:pt x="162" y="120"/>
                </a:lnTo>
                <a:lnTo>
                  <a:pt x="168" y="120"/>
                </a:lnTo>
                <a:lnTo>
                  <a:pt x="168" y="126"/>
                </a:lnTo>
                <a:lnTo>
                  <a:pt x="174" y="126"/>
                </a:lnTo>
                <a:lnTo>
                  <a:pt x="174" y="132"/>
                </a:lnTo>
                <a:lnTo>
                  <a:pt x="180" y="132"/>
                </a:lnTo>
                <a:lnTo>
                  <a:pt x="186" y="132"/>
                </a:lnTo>
                <a:lnTo>
                  <a:pt x="186" y="138"/>
                </a:lnTo>
                <a:lnTo>
                  <a:pt x="192" y="138"/>
                </a:lnTo>
                <a:lnTo>
                  <a:pt x="192" y="144"/>
                </a:lnTo>
                <a:lnTo>
                  <a:pt x="198" y="144"/>
                </a:lnTo>
                <a:lnTo>
                  <a:pt x="204" y="150"/>
                </a:lnTo>
                <a:lnTo>
                  <a:pt x="210" y="150"/>
                </a:lnTo>
                <a:lnTo>
                  <a:pt x="210" y="156"/>
                </a:lnTo>
                <a:lnTo>
                  <a:pt x="216" y="156"/>
                </a:lnTo>
                <a:lnTo>
                  <a:pt x="222" y="162"/>
                </a:lnTo>
                <a:lnTo>
                  <a:pt x="228" y="162"/>
                </a:lnTo>
                <a:lnTo>
                  <a:pt x="228" y="168"/>
                </a:lnTo>
                <a:lnTo>
                  <a:pt x="234" y="168"/>
                </a:lnTo>
                <a:lnTo>
                  <a:pt x="240" y="168"/>
                </a:lnTo>
                <a:lnTo>
                  <a:pt x="240" y="174"/>
                </a:lnTo>
                <a:lnTo>
                  <a:pt x="246" y="174"/>
                </a:lnTo>
                <a:lnTo>
                  <a:pt x="246" y="180"/>
                </a:lnTo>
                <a:lnTo>
                  <a:pt x="252" y="180"/>
                </a:lnTo>
                <a:lnTo>
                  <a:pt x="258" y="180"/>
                </a:lnTo>
                <a:lnTo>
                  <a:pt x="258" y="186"/>
                </a:lnTo>
                <a:lnTo>
                  <a:pt x="264" y="186"/>
                </a:lnTo>
                <a:lnTo>
                  <a:pt x="270" y="192"/>
                </a:lnTo>
                <a:lnTo>
                  <a:pt x="276" y="192"/>
                </a:lnTo>
                <a:lnTo>
                  <a:pt x="276" y="198"/>
                </a:lnTo>
                <a:lnTo>
                  <a:pt x="282" y="198"/>
                </a:lnTo>
                <a:lnTo>
                  <a:pt x="288" y="198"/>
                </a:lnTo>
                <a:lnTo>
                  <a:pt x="288" y="204"/>
                </a:lnTo>
                <a:lnTo>
                  <a:pt x="294" y="204"/>
                </a:lnTo>
                <a:lnTo>
                  <a:pt x="300" y="204"/>
                </a:lnTo>
                <a:lnTo>
                  <a:pt x="300" y="210"/>
                </a:lnTo>
                <a:lnTo>
                  <a:pt x="306" y="210"/>
                </a:lnTo>
                <a:lnTo>
                  <a:pt x="312" y="210"/>
                </a:lnTo>
                <a:lnTo>
                  <a:pt x="312" y="216"/>
                </a:lnTo>
                <a:lnTo>
                  <a:pt x="318" y="216"/>
                </a:lnTo>
                <a:lnTo>
                  <a:pt x="324" y="216"/>
                </a:lnTo>
                <a:lnTo>
                  <a:pt x="324" y="222"/>
                </a:lnTo>
                <a:lnTo>
                  <a:pt x="330" y="222"/>
                </a:lnTo>
                <a:lnTo>
                  <a:pt x="336" y="222"/>
                </a:lnTo>
                <a:lnTo>
                  <a:pt x="342" y="228"/>
                </a:lnTo>
                <a:lnTo>
                  <a:pt x="348" y="228"/>
                </a:lnTo>
                <a:lnTo>
                  <a:pt x="354" y="234"/>
                </a:lnTo>
                <a:lnTo>
                  <a:pt x="360" y="234"/>
                </a:lnTo>
                <a:lnTo>
                  <a:pt x="366" y="234"/>
                </a:lnTo>
                <a:lnTo>
                  <a:pt x="372" y="240"/>
                </a:lnTo>
                <a:lnTo>
                  <a:pt x="378" y="240"/>
                </a:lnTo>
                <a:lnTo>
                  <a:pt x="384" y="240"/>
                </a:lnTo>
                <a:lnTo>
                  <a:pt x="390" y="240"/>
                </a:lnTo>
                <a:lnTo>
                  <a:pt x="390" y="246"/>
                </a:lnTo>
                <a:lnTo>
                  <a:pt x="396" y="246"/>
                </a:lnTo>
                <a:lnTo>
                  <a:pt x="402" y="246"/>
                </a:lnTo>
                <a:lnTo>
                  <a:pt x="408" y="246"/>
                </a:lnTo>
                <a:lnTo>
                  <a:pt x="414" y="246"/>
                </a:lnTo>
                <a:lnTo>
                  <a:pt x="414" y="252"/>
                </a:lnTo>
                <a:lnTo>
                  <a:pt x="420" y="252"/>
                </a:lnTo>
                <a:lnTo>
                  <a:pt x="426" y="252"/>
                </a:lnTo>
                <a:lnTo>
                  <a:pt x="432" y="252"/>
                </a:lnTo>
                <a:lnTo>
                  <a:pt x="438" y="252"/>
                </a:lnTo>
                <a:lnTo>
                  <a:pt x="444" y="252"/>
                </a:lnTo>
                <a:lnTo>
                  <a:pt x="450" y="252"/>
                </a:lnTo>
                <a:lnTo>
                  <a:pt x="456" y="252"/>
                </a:lnTo>
                <a:lnTo>
                  <a:pt x="456" y="258"/>
                </a:lnTo>
                <a:lnTo>
                  <a:pt x="462" y="258"/>
                </a:lnTo>
                <a:lnTo>
                  <a:pt x="468" y="258"/>
                </a:lnTo>
                <a:lnTo>
                  <a:pt x="474" y="258"/>
                </a:lnTo>
                <a:lnTo>
                  <a:pt x="480" y="258"/>
                </a:lnTo>
                <a:lnTo>
                  <a:pt x="486" y="258"/>
                </a:lnTo>
                <a:lnTo>
                  <a:pt x="492" y="258"/>
                </a:lnTo>
                <a:lnTo>
                  <a:pt x="498" y="258"/>
                </a:lnTo>
                <a:lnTo>
                  <a:pt x="504" y="258"/>
                </a:lnTo>
                <a:lnTo>
                  <a:pt x="504" y="252"/>
                </a:lnTo>
                <a:lnTo>
                  <a:pt x="510" y="252"/>
                </a:lnTo>
                <a:lnTo>
                  <a:pt x="516" y="252"/>
                </a:lnTo>
                <a:lnTo>
                  <a:pt x="522" y="252"/>
                </a:lnTo>
                <a:lnTo>
                  <a:pt x="528" y="252"/>
                </a:lnTo>
                <a:lnTo>
                  <a:pt x="534" y="252"/>
                </a:lnTo>
                <a:lnTo>
                  <a:pt x="540" y="252"/>
                </a:lnTo>
                <a:lnTo>
                  <a:pt x="546" y="252"/>
                </a:lnTo>
                <a:lnTo>
                  <a:pt x="546" y="246"/>
                </a:lnTo>
              </a:path>
            </a:pathLst>
          </a:custGeom>
          <a:noFill/>
          <a:ln w="19050">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5" name="Freeform 45"/>
          <p:cNvSpPr/>
          <p:nvPr/>
        </p:nvSpPr>
        <p:spPr bwMode="auto">
          <a:xfrm>
            <a:off x="3933825" y="3237230"/>
            <a:ext cx="942975" cy="695325"/>
          </a:xfrm>
          <a:custGeom>
            <a:avLst/>
            <a:gdLst>
              <a:gd name="T0" fmla="*/ 12 w 594"/>
              <a:gd name="T1" fmla="*/ 432 h 438"/>
              <a:gd name="T2" fmla="*/ 18 w 594"/>
              <a:gd name="T3" fmla="*/ 426 h 438"/>
              <a:gd name="T4" fmla="*/ 30 w 594"/>
              <a:gd name="T5" fmla="*/ 414 h 438"/>
              <a:gd name="T6" fmla="*/ 42 w 594"/>
              <a:gd name="T7" fmla="*/ 408 h 438"/>
              <a:gd name="T8" fmla="*/ 54 w 594"/>
              <a:gd name="T9" fmla="*/ 396 h 438"/>
              <a:gd name="T10" fmla="*/ 66 w 594"/>
              <a:gd name="T11" fmla="*/ 390 h 438"/>
              <a:gd name="T12" fmla="*/ 78 w 594"/>
              <a:gd name="T13" fmla="*/ 384 h 438"/>
              <a:gd name="T14" fmla="*/ 90 w 594"/>
              <a:gd name="T15" fmla="*/ 372 h 438"/>
              <a:gd name="T16" fmla="*/ 102 w 594"/>
              <a:gd name="T17" fmla="*/ 366 h 438"/>
              <a:gd name="T18" fmla="*/ 114 w 594"/>
              <a:gd name="T19" fmla="*/ 354 h 438"/>
              <a:gd name="T20" fmla="*/ 126 w 594"/>
              <a:gd name="T21" fmla="*/ 348 h 438"/>
              <a:gd name="T22" fmla="*/ 138 w 594"/>
              <a:gd name="T23" fmla="*/ 336 h 438"/>
              <a:gd name="T24" fmla="*/ 150 w 594"/>
              <a:gd name="T25" fmla="*/ 330 h 438"/>
              <a:gd name="T26" fmla="*/ 162 w 594"/>
              <a:gd name="T27" fmla="*/ 324 h 438"/>
              <a:gd name="T28" fmla="*/ 174 w 594"/>
              <a:gd name="T29" fmla="*/ 312 h 438"/>
              <a:gd name="T30" fmla="*/ 186 w 594"/>
              <a:gd name="T31" fmla="*/ 306 h 438"/>
              <a:gd name="T32" fmla="*/ 198 w 594"/>
              <a:gd name="T33" fmla="*/ 294 h 438"/>
              <a:gd name="T34" fmla="*/ 204 w 594"/>
              <a:gd name="T35" fmla="*/ 288 h 438"/>
              <a:gd name="T36" fmla="*/ 216 w 594"/>
              <a:gd name="T37" fmla="*/ 276 h 438"/>
              <a:gd name="T38" fmla="*/ 228 w 594"/>
              <a:gd name="T39" fmla="*/ 270 h 438"/>
              <a:gd name="T40" fmla="*/ 240 w 594"/>
              <a:gd name="T41" fmla="*/ 264 h 438"/>
              <a:gd name="T42" fmla="*/ 252 w 594"/>
              <a:gd name="T43" fmla="*/ 252 h 438"/>
              <a:gd name="T44" fmla="*/ 264 w 594"/>
              <a:gd name="T45" fmla="*/ 246 h 438"/>
              <a:gd name="T46" fmla="*/ 276 w 594"/>
              <a:gd name="T47" fmla="*/ 234 h 438"/>
              <a:gd name="T48" fmla="*/ 288 w 594"/>
              <a:gd name="T49" fmla="*/ 228 h 438"/>
              <a:gd name="T50" fmla="*/ 300 w 594"/>
              <a:gd name="T51" fmla="*/ 216 h 438"/>
              <a:gd name="T52" fmla="*/ 312 w 594"/>
              <a:gd name="T53" fmla="*/ 210 h 438"/>
              <a:gd name="T54" fmla="*/ 324 w 594"/>
              <a:gd name="T55" fmla="*/ 198 h 438"/>
              <a:gd name="T56" fmla="*/ 336 w 594"/>
              <a:gd name="T57" fmla="*/ 192 h 438"/>
              <a:gd name="T58" fmla="*/ 348 w 594"/>
              <a:gd name="T59" fmla="*/ 186 h 438"/>
              <a:gd name="T60" fmla="*/ 360 w 594"/>
              <a:gd name="T61" fmla="*/ 174 h 438"/>
              <a:gd name="T62" fmla="*/ 372 w 594"/>
              <a:gd name="T63" fmla="*/ 168 h 438"/>
              <a:gd name="T64" fmla="*/ 378 w 594"/>
              <a:gd name="T65" fmla="*/ 156 h 438"/>
              <a:gd name="T66" fmla="*/ 390 w 594"/>
              <a:gd name="T67" fmla="*/ 150 h 438"/>
              <a:gd name="T68" fmla="*/ 402 w 594"/>
              <a:gd name="T69" fmla="*/ 138 h 438"/>
              <a:gd name="T70" fmla="*/ 414 w 594"/>
              <a:gd name="T71" fmla="*/ 132 h 438"/>
              <a:gd name="T72" fmla="*/ 426 w 594"/>
              <a:gd name="T73" fmla="*/ 126 h 438"/>
              <a:gd name="T74" fmla="*/ 438 w 594"/>
              <a:gd name="T75" fmla="*/ 114 h 438"/>
              <a:gd name="T76" fmla="*/ 450 w 594"/>
              <a:gd name="T77" fmla="*/ 108 h 438"/>
              <a:gd name="T78" fmla="*/ 462 w 594"/>
              <a:gd name="T79" fmla="*/ 96 h 438"/>
              <a:gd name="T80" fmla="*/ 474 w 594"/>
              <a:gd name="T81" fmla="*/ 90 h 438"/>
              <a:gd name="T82" fmla="*/ 486 w 594"/>
              <a:gd name="T83" fmla="*/ 78 h 438"/>
              <a:gd name="T84" fmla="*/ 498 w 594"/>
              <a:gd name="T85" fmla="*/ 72 h 438"/>
              <a:gd name="T86" fmla="*/ 510 w 594"/>
              <a:gd name="T87" fmla="*/ 66 h 438"/>
              <a:gd name="T88" fmla="*/ 522 w 594"/>
              <a:gd name="T89" fmla="*/ 54 h 438"/>
              <a:gd name="T90" fmla="*/ 534 w 594"/>
              <a:gd name="T91" fmla="*/ 48 h 438"/>
              <a:gd name="T92" fmla="*/ 546 w 594"/>
              <a:gd name="T93" fmla="*/ 36 h 438"/>
              <a:gd name="T94" fmla="*/ 552 w 594"/>
              <a:gd name="T95" fmla="*/ 30 h 438"/>
              <a:gd name="T96" fmla="*/ 564 w 594"/>
              <a:gd name="T97" fmla="*/ 18 h 438"/>
              <a:gd name="T98" fmla="*/ 576 w 594"/>
              <a:gd name="T99" fmla="*/ 12 h 438"/>
              <a:gd name="T100" fmla="*/ 588 w 594"/>
              <a:gd name="T101" fmla="*/ 6 h 4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438">
                <a:moveTo>
                  <a:pt x="0" y="438"/>
                </a:moveTo>
                <a:lnTo>
                  <a:pt x="0" y="438"/>
                </a:lnTo>
                <a:lnTo>
                  <a:pt x="6" y="438"/>
                </a:lnTo>
                <a:lnTo>
                  <a:pt x="6" y="432"/>
                </a:lnTo>
                <a:lnTo>
                  <a:pt x="12" y="432"/>
                </a:lnTo>
                <a:lnTo>
                  <a:pt x="18" y="426"/>
                </a:lnTo>
                <a:lnTo>
                  <a:pt x="24" y="420"/>
                </a:lnTo>
                <a:lnTo>
                  <a:pt x="30" y="420"/>
                </a:lnTo>
                <a:lnTo>
                  <a:pt x="30" y="414"/>
                </a:lnTo>
                <a:lnTo>
                  <a:pt x="36" y="414"/>
                </a:lnTo>
                <a:lnTo>
                  <a:pt x="42" y="408"/>
                </a:lnTo>
                <a:lnTo>
                  <a:pt x="48" y="408"/>
                </a:lnTo>
                <a:lnTo>
                  <a:pt x="48" y="402"/>
                </a:lnTo>
                <a:lnTo>
                  <a:pt x="54" y="402"/>
                </a:lnTo>
                <a:lnTo>
                  <a:pt x="54" y="396"/>
                </a:lnTo>
                <a:lnTo>
                  <a:pt x="60" y="396"/>
                </a:lnTo>
                <a:lnTo>
                  <a:pt x="66" y="390"/>
                </a:lnTo>
                <a:lnTo>
                  <a:pt x="72" y="390"/>
                </a:lnTo>
                <a:lnTo>
                  <a:pt x="72" y="384"/>
                </a:lnTo>
                <a:lnTo>
                  <a:pt x="78" y="384"/>
                </a:lnTo>
                <a:lnTo>
                  <a:pt x="84" y="378"/>
                </a:lnTo>
                <a:lnTo>
                  <a:pt x="90" y="372"/>
                </a:lnTo>
                <a:lnTo>
                  <a:pt x="96" y="372"/>
                </a:lnTo>
                <a:lnTo>
                  <a:pt x="96" y="366"/>
                </a:lnTo>
                <a:lnTo>
                  <a:pt x="102" y="366"/>
                </a:lnTo>
                <a:lnTo>
                  <a:pt x="102" y="360"/>
                </a:lnTo>
                <a:lnTo>
                  <a:pt x="108" y="360"/>
                </a:lnTo>
                <a:lnTo>
                  <a:pt x="114" y="360"/>
                </a:lnTo>
                <a:lnTo>
                  <a:pt x="114" y="354"/>
                </a:lnTo>
                <a:lnTo>
                  <a:pt x="120" y="354"/>
                </a:lnTo>
                <a:lnTo>
                  <a:pt x="120" y="348"/>
                </a:lnTo>
                <a:lnTo>
                  <a:pt x="126" y="348"/>
                </a:lnTo>
                <a:lnTo>
                  <a:pt x="132" y="342"/>
                </a:lnTo>
                <a:lnTo>
                  <a:pt x="138" y="336"/>
                </a:lnTo>
                <a:lnTo>
                  <a:pt x="144" y="336"/>
                </a:lnTo>
                <a:lnTo>
                  <a:pt x="144" y="330"/>
                </a:lnTo>
                <a:lnTo>
                  <a:pt x="150" y="330"/>
                </a:lnTo>
                <a:lnTo>
                  <a:pt x="156" y="324"/>
                </a:lnTo>
                <a:lnTo>
                  <a:pt x="162" y="324"/>
                </a:lnTo>
                <a:lnTo>
                  <a:pt x="162" y="318"/>
                </a:lnTo>
                <a:lnTo>
                  <a:pt x="168" y="318"/>
                </a:lnTo>
                <a:lnTo>
                  <a:pt x="168" y="312"/>
                </a:lnTo>
                <a:lnTo>
                  <a:pt x="174" y="312"/>
                </a:lnTo>
                <a:lnTo>
                  <a:pt x="180" y="306"/>
                </a:lnTo>
                <a:lnTo>
                  <a:pt x="186" y="306"/>
                </a:lnTo>
                <a:lnTo>
                  <a:pt x="186" y="300"/>
                </a:lnTo>
                <a:lnTo>
                  <a:pt x="192" y="300"/>
                </a:lnTo>
                <a:lnTo>
                  <a:pt x="198" y="294"/>
                </a:lnTo>
                <a:lnTo>
                  <a:pt x="204" y="288"/>
                </a:lnTo>
                <a:lnTo>
                  <a:pt x="210" y="288"/>
                </a:lnTo>
                <a:lnTo>
                  <a:pt x="210" y="282"/>
                </a:lnTo>
                <a:lnTo>
                  <a:pt x="216" y="282"/>
                </a:lnTo>
                <a:lnTo>
                  <a:pt x="216" y="276"/>
                </a:lnTo>
                <a:lnTo>
                  <a:pt x="222" y="276"/>
                </a:lnTo>
                <a:lnTo>
                  <a:pt x="228" y="276"/>
                </a:lnTo>
                <a:lnTo>
                  <a:pt x="228" y="270"/>
                </a:lnTo>
                <a:lnTo>
                  <a:pt x="234" y="270"/>
                </a:lnTo>
                <a:lnTo>
                  <a:pt x="234" y="264"/>
                </a:lnTo>
                <a:lnTo>
                  <a:pt x="240" y="264"/>
                </a:lnTo>
                <a:lnTo>
                  <a:pt x="246" y="258"/>
                </a:lnTo>
                <a:lnTo>
                  <a:pt x="252" y="252"/>
                </a:lnTo>
                <a:lnTo>
                  <a:pt x="258" y="252"/>
                </a:lnTo>
                <a:lnTo>
                  <a:pt x="258" y="246"/>
                </a:lnTo>
                <a:lnTo>
                  <a:pt x="264" y="246"/>
                </a:lnTo>
                <a:lnTo>
                  <a:pt x="270" y="240"/>
                </a:lnTo>
                <a:lnTo>
                  <a:pt x="276" y="240"/>
                </a:lnTo>
                <a:lnTo>
                  <a:pt x="276" y="234"/>
                </a:lnTo>
                <a:lnTo>
                  <a:pt x="282" y="234"/>
                </a:lnTo>
                <a:lnTo>
                  <a:pt x="282" y="228"/>
                </a:lnTo>
                <a:lnTo>
                  <a:pt x="288" y="228"/>
                </a:lnTo>
                <a:lnTo>
                  <a:pt x="288" y="222"/>
                </a:lnTo>
                <a:lnTo>
                  <a:pt x="294" y="222"/>
                </a:lnTo>
                <a:lnTo>
                  <a:pt x="300" y="222"/>
                </a:lnTo>
                <a:lnTo>
                  <a:pt x="300" y="216"/>
                </a:lnTo>
                <a:lnTo>
                  <a:pt x="306" y="216"/>
                </a:lnTo>
                <a:lnTo>
                  <a:pt x="306" y="210"/>
                </a:lnTo>
                <a:lnTo>
                  <a:pt x="312" y="210"/>
                </a:lnTo>
                <a:lnTo>
                  <a:pt x="318" y="204"/>
                </a:lnTo>
                <a:lnTo>
                  <a:pt x="324" y="198"/>
                </a:lnTo>
                <a:lnTo>
                  <a:pt x="330" y="198"/>
                </a:lnTo>
                <a:lnTo>
                  <a:pt x="330" y="192"/>
                </a:lnTo>
                <a:lnTo>
                  <a:pt x="336" y="192"/>
                </a:lnTo>
                <a:lnTo>
                  <a:pt x="342" y="186"/>
                </a:lnTo>
                <a:lnTo>
                  <a:pt x="348" y="186"/>
                </a:lnTo>
                <a:lnTo>
                  <a:pt x="348" y="180"/>
                </a:lnTo>
                <a:lnTo>
                  <a:pt x="354" y="180"/>
                </a:lnTo>
                <a:lnTo>
                  <a:pt x="354" y="174"/>
                </a:lnTo>
                <a:lnTo>
                  <a:pt x="360" y="174"/>
                </a:lnTo>
                <a:lnTo>
                  <a:pt x="366" y="168"/>
                </a:lnTo>
                <a:lnTo>
                  <a:pt x="372" y="168"/>
                </a:lnTo>
                <a:lnTo>
                  <a:pt x="372" y="162"/>
                </a:lnTo>
                <a:lnTo>
                  <a:pt x="378" y="162"/>
                </a:lnTo>
                <a:lnTo>
                  <a:pt x="378" y="156"/>
                </a:lnTo>
                <a:lnTo>
                  <a:pt x="384" y="156"/>
                </a:lnTo>
                <a:lnTo>
                  <a:pt x="390" y="150"/>
                </a:lnTo>
                <a:lnTo>
                  <a:pt x="396" y="150"/>
                </a:lnTo>
                <a:lnTo>
                  <a:pt x="396" y="144"/>
                </a:lnTo>
                <a:lnTo>
                  <a:pt x="402" y="144"/>
                </a:lnTo>
                <a:lnTo>
                  <a:pt x="402" y="138"/>
                </a:lnTo>
                <a:lnTo>
                  <a:pt x="408" y="138"/>
                </a:lnTo>
                <a:lnTo>
                  <a:pt x="414" y="132"/>
                </a:lnTo>
                <a:lnTo>
                  <a:pt x="420" y="132"/>
                </a:lnTo>
                <a:lnTo>
                  <a:pt x="420" y="126"/>
                </a:lnTo>
                <a:lnTo>
                  <a:pt x="426" y="126"/>
                </a:lnTo>
                <a:lnTo>
                  <a:pt x="432" y="120"/>
                </a:lnTo>
                <a:lnTo>
                  <a:pt x="438" y="114"/>
                </a:lnTo>
                <a:lnTo>
                  <a:pt x="444" y="114"/>
                </a:lnTo>
                <a:lnTo>
                  <a:pt x="444" y="108"/>
                </a:lnTo>
                <a:lnTo>
                  <a:pt x="450" y="108"/>
                </a:lnTo>
                <a:lnTo>
                  <a:pt x="450" y="102"/>
                </a:lnTo>
                <a:lnTo>
                  <a:pt x="456" y="102"/>
                </a:lnTo>
                <a:lnTo>
                  <a:pt x="462" y="102"/>
                </a:lnTo>
                <a:lnTo>
                  <a:pt x="462" y="96"/>
                </a:lnTo>
                <a:lnTo>
                  <a:pt x="468" y="96"/>
                </a:lnTo>
                <a:lnTo>
                  <a:pt x="468" y="90"/>
                </a:lnTo>
                <a:lnTo>
                  <a:pt x="474" y="90"/>
                </a:lnTo>
                <a:lnTo>
                  <a:pt x="480" y="84"/>
                </a:lnTo>
                <a:lnTo>
                  <a:pt x="486" y="78"/>
                </a:lnTo>
                <a:lnTo>
                  <a:pt x="492" y="78"/>
                </a:lnTo>
                <a:lnTo>
                  <a:pt x="492" y="72"/>
                </a:lnTo>
                <a:lnTo>
                  <a:pt x="498" y="72"/>
                </a:lnTo>
                <a:lnTo>
                  <a:pt x="504" y="66"/>
                </a:lnTo>
                <a:lnTo>
                  <a:pt x="510" y="66"/>
                </a:lnTo>
                <a:lnTo>
                  <a:pt x="510" y="60"/>
                </a:lnTo>
                <a:lnTo>
                  <a:pt x="516" y="60"/>
                </a:lnTo>
                <a:lnTo>
                  <a:pt x="516" y="54"/>
                </a:lnTo>
                <a:lnTo>
                  <a:pt x="522" y="54"/>
                </a:lnTo>
                <a:lnTo>
                  <a:pt x="528" y="48"/>
                </a:lnTo>
                <a:lnTo>
                  <a:pt x="534" y="48"/>
                </a:lnTo>
                <a:lnTo>
                  <a:pt x="534" y="42"/>
                </a:lnTo>
                <a:lnTo>
                  <a:pt x="540" y="42"/>
                </a:lnTo>
                <a:lnTo>
                  <a:pt x="546" y="36"/>
                </a:lnTo>
                <a:lnTo>
                  <a:pt x="552" y="30"/>
                </a:lnTo>
                <a:lnTo>
                  <a:pt x="558" y="30"/>
                </a:lnTo>
                <a:lnTo>
                  <a:pt x="558" y="24"/>
                </a:lnTo>
                <a:lnTo>
                  <a:pt x="564" y="24"/>
                </a:lnTo>
                <a:lnTo>
                  <a:pt x="564" y="18"/>
                </a:lnTo>
                <a:lnTo>
                  <a:pt x="570" y="18"/>
                </a:lnTo>
                <a:lnTo>
                  <a:pt x="576" y="18"/>
                </a:lnTo>
                <a:lnTo>
                  <a:pt x="576" y="12"/>
                </a:lnTo>
                <a:lnTo>
                  <a:pt x="582" y="12"/>
                </a:lnTo>
                <a:lnTo>
                  <a:pt x="582" y="6"/>
                </a:lnTo>
                <a:lnTo>
                  <a:pt x="588" y="6"/>
                </a:lnTo>
                <a:lnTo>
                  <a:pt x="594" y="0"/>
                </a:lnTo>
              </a:path>
            </a:pathLst>
          </a:custGeom>
          <a:noFill/>
          <a:ln w="19050">
            <a:solidFill>
              <a:srgbClr val="0070C0"/>
            </a:solidFill>
            <a:prstDash val="solid"/>
            <a:round/>
          </a:ln>
        </p:spPr>
        <p:txBody>
          <a:bodyPr/>
          <a:lstStyle/>
          <a:p>
            <a:endParaRPr lang="zh-CN" altLang="en-US" b="1">
              <a:latin typeface="黑体" panose="02010609060101010101" charset="-122"/>
              <a:ea typeface="黑体" panose="02010609060101010101" charset="-122"/>
            </a:endParaRPr>
          </a:p>
        </p:txBody>
      </p:sp>
      <p:sp>
        <p:nvSpPr>
          <p:cNvPr id="46" name="Freeform 46"/>
          <p:cNvSpPr/>
          <p:nvPr/>
        </p:nvSpPr>
        <p:spPr bwMode="auto">
          <a:xfrm>
            <a:off x="4876800" y="2541905"/>
            <a:ext cx="933450" cy="695325"/>
          </a:xfrm>
          <a:custGeom>
            <a:avLst/>
            <a:gdLst>
              <a:gd name="T0" fmla="*/ 6 w 588"/>
              <a:gd name="T1" fmla="*/ 432 h 438"/>
              <a:gd name="T2" fmla="*/ 18 w 588"/>
              <a:gd name="T3" fmla="*/ 426 h 438"/>
              <a:gd name="T4" fmla="*/ 30 w 588"/>
              <a:gd name="T5" fmla="*/ 414 h 438"/>
              <a:gd name="T6" fmla="*/ 42 w 588"/>
              <a:gd name="T7" fmla="*/ 408 h 438"/>
              <a:gd name="T8" fmla="*/ 54 w 588"/>
              <a:gd name="T9" fmla="*/ 396 h 438"/>
              <a:gd name="T10" fmla="*/ 66 w 588"/>
              <a:gd name="T11" fmla="*/ 390 h 438"/>
              <a:gd name="T12" fmla="*/ 78 w 588"/>
              <a:gd name="T13" fmla="*/ 378 h 438"/>
              <a:gd name="T14" fmla="*/ 90 w 588"/>
              <a:gd name="T15" fmla="*/ 372 h 438"/>
              <a:gd name="T16" fmla="*/ 102 w 588"/>
              <a:gd name="T17" fmla="*/ 366 h 438"/>
              <a:gd name="T18" fmla="*/ 114 w 588"/>
              <a:gd name="T19" fmla="*/ 354 h 438"/>
              <a:gd name="T20" fmla="*/ 126 w 588"/>
              <a:gd name="T21" fmla="*/ 348 h 438"/>
              <a:gd name="T22" fmla="*/ 138 w 588"/>
              <a:gd name="T23" fmla="*/ 336 h 438"/>
              <a:gd name="T24" fmla="*/ 144 w 588"/>
              <a:gd name="T25" fmla="*/ 330 h 438"/>
              <a:gd name="T26" fmla="*/ 156 w 588"/>
              <a:gd name="T27" fmla="*/ 318 h 438"/>
              <a:gd name="T28" fmla="*/ 168 w 588"/>
              <a:gd name="T29" fmla="*/ 312 h 438"/>
              <a:gd name="T30" fmla="*/ 180 w 588"/>
              <a:gd name="T31" fmla="*/ 306 h 438"/>
              <a:gd name="T32" fmla="*/ 192 w 588"/>
              <a:gd name="T33" fmla="*/ 294 h 438"/>
              <a:gd name="T34" fmla="*/ 204 w 588"/>
              <a:gd name="T35" fmla="*/ 288 h 438"/>
              <a:gd name="T36" fmla="*/ 216 w 588"/>
              <a:gd name="T37" fmla="*/ 276 h 438"/>
              <a:gd name="T38" fmla="*/ 228 w 588"/>
              <a:gd name="T39" fmla="*/ 270 h 438"/>
              <a:gd name="T40" fmla="*/ 240 w 588"/>
              <a:gd name="T41" fmla="*/ 258 h 438"/>
              <a:gd name="T42" fmla="*/ 252 w 588"/>
              <a:gd name="T43" fmla="*/ 252 h 438"/>
              <a:gd name="T44" fmla="*/ 264 w 588"/>
              <a:gd name="T45" fmla="*/ 246 h 438"/>
              <a:gd name="T46" fmla="*/ 276 w 588"/>
              <a:gd name="T47" fmla="*/ 234 h 438"/>
              <a:gd name="T48" fmla="*/ 288 w 588"/>
              <a:gd name="T49" fmla="*/ 228 h 438"/>
              <a:gd name="T50" fmla="*/ 300 w 588"/>
              <a:gd name="T51" fmla="*/ 216 h 438"/>
              <a:gd name="T52" fmla="*/ 312 w 588"/>
              <a:gd name="T53" fmla="*/ 210 h 438"/>
              <a:gd name="T54" fmla="*/ 318 w 588"/>
              <a:gd name="T55" fmla="*/ 198 h 438"/>
              <a:gd name="T56" fmla="*/ 330 w 588"/>
              <a:gd name="T57" fmla="*/ 192 h 438"/>
              <a:gd name="T58" fmla="*/ 342 w 588"/>
              <a:gd name="T59" fmla="*/ 186 h 438"/>
              <a:gd name="T60" fmla="*/ 354 w 588"/>
              <a:gd name="T61" fmla="*/ 174 h 438"/>
              <a:gd name="T62" fmla="*/ 366 w 588"/>
              <a:gd name="T63" fmla="*/ 168 h 438"/>
              <a:gd name="T64" fmla="*/ 378 w 588"/>
              <a:gd name="T65" fmla="*/ 156 h 438"/>
              <a:gd name="T66" fmla="*/ 390 w 588"/>
              <a:gd name="T67" fmla="*/ 150 h 438"/>
              <a:gd name="T68" fmla="*/ 402 w 588"/>
              <a:gd name="T69" fmla="*/ 138 h 438"/>
              <a:gd name="T70" fmla="*/ 414 w 588"/>
              <a:gd name="T71" fmla="*/ 132 h 438"/>
              <a:gd name="T72" fmla="*/ 426 w 588"/>
              <a:gd name="T73" fmla="*/ 120 h 438"/>
              <a:gd name="T74" fmla="*/ 438 w 588"/>
              <a:gd name="T75" fmla="*/ 114 h 438"/>
              <a:gd name="T76" fmla="*/ 450 w 588"/>
              <a:gd name="T77" fmla="*/ 108 h 438"/>
              <a:gd name="T78" fmla="*/ 462 w 588"/>
              <a:gd name="T79" fmla="*/ 96 h 438"/>
              <a:gd name="T80" fmla="*/ 474 w 588"/>
              <a:gd name="T81" fmla="*/ 90 h 438"/>
              <a:gd name="T82" fmla="*/ 486 w 588"/>
              <a:gd name="T83" fmla="*/ 78 h 438"/>
              <a:gd name="T84" fmla="*/ 498 w 588"/>
              <a:gd name="T85" fmla="*/ 72 h 438"/>
              <a:gd name="T86" fmla="*/ 504 w 588"/>
              <a:gd name="T87" fmla="*/ 60 h 438"/>
              <a:gd name="T88" fmla="*/ 516 w 588"/>
              <a:gd name="T89" fmla="*/ 54 h 438"/>
              <a:gd name="T90" fmla="*/ 528 w 588"/>
              <a:gd name="T91" fmla="*/ 48 h 438"/>
              <a:gd name="T92" fmla="*/ 540 w 588"/>
              <a:gd name="T93" fmla="*/ 36 h 438"/>
              <a:gd name="T94" fmla="*/ 552 w 588"/>
              <a:gd name="T95" fmla="*/ 30 h 438"/>
              <a:gd name="T96" fmla="*/ 564 w 588"/>
              <a:gd name="T97" fmla="*/ 18 h 438"/>
              <a:gd name="T98" fmla="*/ 576 w 588"/>
              <a:gd name="T99" fmla="*/ 12 h 438"/>
              <a:gd name="T100" fmla="*/ 588 w 588"/>
              <a:gd name="T101" fmla="*/ 0 h 4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88" h="438">
                <a:moveTo>
                  <a:pt x="0" y="438"/>
                </a:moveTo>
                <a:lnTo>
                  <a:pt x="0" y="438"/>
                </a:lnTo>
                <a:lnTo>
                  <a:pt x="6" y="432"/>
                </a:lnTo>
                <a:lnTo>
                  <a:pt x="12" y="432"/>
                </a:lnTo>
                <a:lnTo>
                  <a:pt x="12" y="426"/>
                </a:lnTo>
                <a:lnTo>
                  <a:pt x="18" y="426"/>
                </a:lnTo>
                <a:lnTo>
                  <a:pt x="24" y="420"/>
                </a:lnTo>
                <a:lnTo>
                  <a:pt x="30" y="420"/>
                </a:lnTo>
                <a:lnTo>
                  <a:pt x="30" y="414"/>
                </a:lnTo>
                <a:lnTo>
                  <a:pt x="36" y="414"/>
                </a:lnTo>
                <a:lnTo>
                  <a:pt x="36" y="408"/>
                </a:lnTo>
                <a:lnTo>
                  <a:pt x="42" y="408"/>
                </a:lnTo>
                <a:lnTo>
                  <a:pt x="42" y="402"/>
                </a:lnTo>
                <a:lnTo>
                  <a:pt x="48" y="402"/>
                </a:lnTo>
                <a:lnTo>
                  <a:pt x="54" y="402"/>
                </a:lnTo>
                <a:lnTo>
                  <a:pt x="54" y="396"/>
                </a:lnTo>
                <a:lnTo>
                  <a:pt x="60" y="396"/>
                </a:lnTo>
                <a:lnTo>
                  <a:pt x="60" y="390"/>
                </a:lnTo>
                <a:lnTo>
                  <a:pt x="66" y="390"/>
                </a:lnTo>
                <a:lnTo>
                  <a:pt x="72" y="384"/>
                </a:lnTo>
                <a:lnTo>
                  <a:pt x="78" y="378"/>
                </a:lnTo>
                <a:lnTo>
                  <a:pt x="84" y="378"/>
                </a:lnTo>
                <a:lnTo>
                  <a:pt x="84" y="372"/>
                </a:lnTo>
                <a:lnTo>
                  <a:pt x="90" y="372"/>
                </a:lnTo>
                <a:lnTo>
                  <a:pt x="96" y="366"/>
                </a:lnTo>
                <a:lnTo>
                  <a:pt x="102" y="366"/>
                </a:lnTo>
                <a:lnTo>
                  <a:pt x="102" y="360"/>
                </a:lnTo>
                <a:lnTo>
                  <a:pt x="108" y="360"/>
                </a:lnTo>
                <a:lnTo>
                  <a:pt x="108" y="354"/>
                </a:lnTo>
                <a:lnTo>
                  <a:pt x="114" y="354"/>
                </a:lnTo>
                <a:lnTo>
                  <a:pt x="120" y="348"/>
                </a:lnTo>
                <a:lnTo>
                  <a:pt x="126" y="348"/>
                </a:lnTo>
                <a:lnTo>
                  <a:pt x="126" y="342"/>
                </a:lnTo>
                <a:lnTo>
                  <a:pt x="132" y="342"/>
                </a:lnTo>
                <a:lnTo>
                  <a:pt x="138" y="336"/>
                </a:lnTo>
                <a:lnTo>
                  <a:pt x="144" y="330"/>
                </a:lnTo>
                <a:lnTo>
                  <a:pt x="150" y="330"/>
                </a:lnTo>
                <a:lnTo>
                  <a:pt x="150" y="324"/>
                </a:lnTo>
                <a:lnTo>
                  <a:pt x="156" y="324"/>
                </a:lnTo>
                <a:lnTo>
                  <a:pt x="156" y="318"/>
                </a:lnTo>
                <a:lnTo>
                  <a:pt x="162" y="318"/>
                </a:lnTo>
                <a:lnTo>
                  <a:pt x="168" y="318"/>
                </a:lnTo>
                <a:lnTo>
                  <a:pt x="168" y="312"/>
                </a:lnTo>
                <a:lnTo>
                  <a:pt x="174" y="312"/>
                </a:lnTo>
                <a:lnTo>
                  <a:pt x="174" y="306"/>
                </a:lnTo>
                <a:lnTo>
                  <a:pt x="180" y="306"/>
                </a:lnTo>
                <a:lnTo>
                  <a:pt x="186" y="300"/>
                </a:lnTo>
                <a:lnTo>
                  <a:pt x="192" y="294"/>
                </a:lnTo>
                <a:lnTo>
                  <a:pt x="198" y="294"/>
                </a:lnTo>
                <a:lnTo>
                  <a:pt x="198" y="288"/>
                </a:lnTo>
                <a:lnTo>
                  <a:pt x="204" y="288"/>
                </a:lnTo>
                <a:lnTo>
                  <a:pt x="210" y="282"/>
                </a:lnTo>
                <a:lnTo>
                  <a:pt x="216" y="282"/>
                </a:lnTo>
                <a:lnTo>
                  <a:pt x="216" y="276"/>
                </a:lnTo>
                <a:lnTo>
                  <a:pt x="222" y="276"/>
                </a:lnTo>
                <a:lnTo>
                  <a:pt x="222" y="270"/>
                </a:lnTo>
                <a:lnTo>
                  <a:pt x="228" y="270"/>
                </a:lnTo>
                <a:lnTo>
                  <a:pt x="234" y="264"/>
                </a:lnTo>
                <a:lnTo>
                  <a:pt x="240" y="264"/>
                </a:lnTo>
                <a:lnTo>
                  <a:pt x="240" y="258"/>
                </a:lnTo>
                <a:lnTo>
                  <a:pt x="246" y="258"/>
                </a:lnTo>
                <a:lnTo>
                  <a:pt x="246" y="252"/>
                </a:lnTo>
                <a:lnTo>
                  <a:pt x="252" y="252"/>
                </a:lnTo>
                <a:lnTo>
                  <a:pt x="258" y="246"/>
                </a:lnTo>
                <a:lnTo>
                  <a:pt x="264" y="246"/>
                </a:lnTo>
                <a:lnTo>
                  <a:pt x="264" y="240"/>
                </a:lnTo>
                <a:lnTo>
                  <a:pt x="270" y="240"/>
                </a:lnTo>
                <a:lnTo>
                  <a:pt x="270" y="234"/>
                </a:lnTo>
                <a:lnTo>
                  <a:pt x="276" y="234"/>
                </a:lnTo>
                <a:lnTo>
                  <a:pt x="282" y="234"/>
                </a:lnTo>
                <a:lnTo>
                  <a:pt x="282" y="228"/>
                </a:lnTo>
                <a:lnTo>
                  <a:pt x="288" y="228"/>
                </a:lnTo>
                <a:lnTo>
                  <a:pt x="288" y="222"/>
                </a:lnTo>
                <a:lnTo>
                  <a:pt x="294" y="222"/>
                </a:lnTo>
                <a:lnTo>
                  <a:pt x="300" y="216"/>
                </a:lnTo>
                <a:lnTo>
                  <a:pt x="306" y="210"/>
                </a:lnTo>
                <a:lnTo>
                  <a:pt x="312" y="210"/>
                </a:lnTo>
                <a:lnTo>
                  <a:pt x="312" y="204"/>
                </a:lnTo>
                <a:lnTo>
                  <a:pt x="318" y="204"/>
                </a:lnTo>
                <a:lnTo>
                  <a:pt x="318" y="198"/>
                </a:lnTo>
                <a:lnTo>
                  <a:pt x="324" y="198"/>
                </a:lnTo>
                <a:lnTo>
                  <a:pt x="330" y="198"/>
                </a:lnTo>
                <a:lnTo>
                  <a:pt x="330" y="192"/>
                </a:lnTo>
                <a:lnTo>
                  <a:pt x="336" y="192"/>
                </a:lnTo>
                <a:lnTo>
                  <a:pt x="336" y="186"/>
                </a:lnTo>
                <a:lnTo>
                  <a:pt x="342" y="186"/>
                </a:lnTo>
                <a:lnTo>
                  <a:pt x="348" y="180"/>
                </a:lnTo>
                <a:lnTo>
                  <a:pt x="354" y="180"/>
                </a:lnTo>
                <a:lnTo>
                  <a:pt x="354" y="174"/>
                </a:lnTo>
                <a:lnTo>
                  <a:pt x="360" y="174"/>
                </a:lnTo>
                <a:lnTo>
                  <a:pt x="360" y="168"/>
                </a:lnTo>
                <a:lnTo>
                  <a:pt x="366" y="168"/>
                </a:lnTo>
                <a:lnTo>
                  <a:pt x="372" y="162"/>
                </a:lnTo>
                <a:lnTo>
                  <a:pt x="378" y="162"/>
                </a:lnTo>
                <a:lnTo>
                  <a:pt x="378" y="156"/>
                </a:lnTo>
                <a:lnTo>
                  <a:pt x="384" y="156"/>
                </a:lnTo>
                <a:lnTo>
                  <a:pt x="384" y="150"/>
                </a:lnTo>
                <a:lnTo>
                  <a:pt x="390" y="150"/>
                </a:lnTo>
                <a:lnTo>
                  <a:pt x="390" y="144"/>
                </a:lnTo>
                <a:lnTo>
                  <a:pt x="396" y="144"/>
                </a:lnTo>
                <a:lnTo>
                  <a:pt x="402" y="144"/>
                </a:lnTo>
                <a:lnTo>
                  <a:pt x="402" y="138"/>
                </a:lnTo>
                <a:lnTo>
                  <a:pt x="408" y="138"/>
                </a:lnTo>
                <a:lnTo>
                  <a:pt x="408" y="132"/>
                </a:lnTo>
                <a:lnTo>
                  <a:pt x="414" y="132"/>
                </a:lnTo>
                <a:lnTo>
                  <a:pt x="420" y="126"/>
                </a:lnTo>
                <a:lnTo>
                  <a:pt x="426" y="126"/>
                </a:lnTo>
                <a:lnTo>
                  <a:pt x="426" y="120"/>
                </a:lnTo>
                <a:lnTo>
                  <a:pt x="432" y="120"/>
                </a:lnTo>
                <a:lnTo>
                  <a:pt x="432" y="114"/>
                </a:lnTo>
                <a:lnTo>
                  <a:pt x="438" y="114"/>
                </a:lnTo>
                <a:lnTo>
                  <a:pt x="444" y="108"/>
                </a:lnTo>
                <a:lnTo>
                  <a:pt x="450" y="108"/>
                </a:lnTo>
                <a:lnTo>
                  <a:pt x="450" y="102"/>
                </a:lnTo>
                <a:lnTo>
                  <a:pt x="456" y="102"/>
                </a:lnTo>
                <a:lnTo>
                  <a:pt x="456" y="96"/>
                </a:lnTo>
                <a:lnTo>
                  <a:pt x="462" y="96"/>
                </a:lnTo>
                <a:lnTo>
                  <a:pt x="468" y="90"/>
                </a:lnTo>
                <a:lnTo>
                  <a:pt x="474" y="90"/>
                </a:lnTo>
                <a:lnTo>
                  <a:pt x="474" y="84"/>
                </a:lnTo>
                <a:lnTo>
                  <a:pt x="480" y="84"/>
                </a:lnTo>
                <a:lnTo>
                  <a:pt x="486" y="78"/>
                </a:lnTo>
                <a:lnTo>
                  <a:pt x="492" y="72"/>
                </a:lnTo>
                <a:lnTo>
                  <a:pt x="498" y="72"/>
                </a:lnTo>
                <a:lnTo>
                  <a:pt x="498" y="66"/>
                </a:lnTo>
                <a:lnTo>
                  <a:pt x="504" y="66"/>
                </a:lnTo>
                <a:lnTo>
                  <a:pt x="504" y="60"/>
                </a:lnTo>
                <a:lnTo>
                  <a:pt x="510" y="60"/>
                </a:lnTo>
                <a:lnTo>
                  <a:pt x="516" y="60"/>
                </a:lnTo>
                <a:lnTo>
                  <a:pt x="516" y="54"/>
                </a:lnTo>
                <a:lnTo>
                  <a:pt x="522" y="54"/>
                </a:lnTo>
                <a:lnTo>
                  <a:pt x="522" y="48"/>
                </a:lnTo>
                <a:lnTo>
                  <a:pt x="528" y="48"/>
                </a:lnTo>
                <a:lnTo>
                  <a:pt x="534" y="42"/>
                </a:lnTo>
                <a:lnTo>
                  <a:pt x="540" y="36"/>
                </a:lnTo>
                <a:lnTo>
                  <a:pt x="546" y="36"/>
                </a:lnTo>
                <a:lnTo>
                  <a:pt x="546" y="30"/>
                </a:lnTo>
                <a:lnTo>
                  <a:pt x="552" y="30"/>
                </a:lnTo>
                <a:lnTo>
                  <a:pt x="558" y="24"/>
                </a:lnTo>
                <a:lnTo>
                  <a:pt x="564" y="24"/>
                </a:lnTo>
                <a:lnTo>
                  <a:pt x="564" y="18"/>
                </a:lnTo>
                <a:lnTo>
                  <a:pt x="570" y="18"/>
                </a:lnTo>
                <a:lnTo>
                  <a:pt x="570" y="12"/>
                </a:lnTo>
                <a:lnTo>
                  <a:pt x="576" y="12"/>
                </a:lnTo>
                <a:lnTo>
                  <a:pt x="582" y="6"/>
                </a:lnTo>
                <a:lnTo>
                  <a:pt x="588" y="6"/>
                </a:lnTo>
                <a:lnTo>
                  <a:pt x="588" y="0"/>
                </a:lnTo>
              </a:path>
            </a:pathLst>
          </a:custGeom>
          <a:noFill/>
          <a:ln w="19050">
            <a:solidFill>
              <a:srgbClr val="0070C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7" name="Freeform 47"/>
          <p:cNvSpPr/>
          <p:nvPr/>
        </p:nvSpPr>
        <p:spPr bwMode="auto">
          <a:xfrm>
            <a:off x="5810250" y="1846580"/>
            <a:ext cx="942975" cy="695325"/>
          </a:xfrm>
          <a:custGeom>
            <a:avLst/>
            <a:gdLst>
              <a:gd name="T0" fmla="*/ 12 w 594"/>
              <a:gd name="T1" fmla="*/ 432 h 438"/>
              <a:gd name="T2" fmla="*/ 24 w 594"/>
              <a:gd name="T3" fmla="*/ 426 h 438"/>
              <a:gd name="T4" fmla="*/ 36 w 594"/>
              <a:gd name="T5" fmla="*/ 414 h 438"/>
              <a:gd name="T6" fmla="*/ 48 w 594"/>
              <a:gd name="T7" fmla="*/ 408 h 438"/>
              <a:gd name="T8" fmla="*/ 60 w 594"/>
              <a:gd name="T9" fmla="*/ 396 h 438"/>
              <a:gd name="T10" fmla="*/ 72 w 594"/>
              <a:gd name="T11" fmla="*/ 390 h 438"/>
              <a:gd name="T12" fmla="*/ 84 w 594"/>
              <a:gd name="T13" fmla="*/ 378 h 438"/>
              <a:gd name="T14" fmla="*/ 90 w 594"/>
              <a:gd name="T15" fmla="*/ 372 h 438"/>
              <a:gd name="T16" fmla="*/ 102 w 594"/>
              <a:gd name="T17" fmla="*/ 366 h 438"/>
              <a:gd name="T18" fmla="*/ 114 w 594"/>
              <a:gd name="T19" fmla="*/ 354 h 438"/>
              <a:gd name="T20" fmla="*/ 126 w 594"/>
              <a:gd name="T21" fmla="*/ 348 h 438"/>
              <a:gd name="T22" fmla="*/ 138 w 594"/>
              <a:gd name="T23" fmla="*/ 336 h 438"/>
              <a:gd name="T24" fmla="*/ 150 w 594"/>
              <a:gd name="T25" fmla="*/ 330 h 438"/>
              <a:gd name="T26" fmla="*/ 162 w 594"/>
              <a:gd name="T27" fmla="*/ 318 h 438"/>
              <a:gd name="T28" fmla="*/ 174 w 594"/>
              <a:gd name="T29" fmla="*/ 312 h 438"/>
              <a:gd name="T30" fmla="*/ 186 w 594"/>
              <a:gd name="T31" fmla="*/ 300 h 438"/>
              <a:gd name="T32" fmla="*/ 198 w 594"/>
              <a:gd name="T33" fmla="*/ 294 h 438"/>
              <a:gd name="T34" fmla="*/ 210 w 594"/>
              <a:gd name="T35" fmla="*/ 288 h 438"/>
              <a:gd name="T36" fmla="*/ 222 w 594"/>
              <a:gd name="T37" fmla="*/ 276 h 438"/>
              <a:gd name="T38" fmla="*/ 234 w 594"/>
              <a:gd name="T39" fmla="*/ 270 h 438"/>
              <a:gd name="T40" fmla="*/ 246 w 594"/>
              <a:gd name="T41" fmla="*/ 258 h 438"/>
              <a:gd name="T42" fmla="*/ 258 w 594"/>
              <a:gd name="T43" fmla="*/ 252 h 438"/>
              <a:gd name="T44" fmla="*/ 264 w 594"/>
              <a:gd name="T45" fmla="*/ 240 h 438"/>
              <a:gd name="T46" fmla="*/ 276 w 594"/>
              <a:gd name="T47" fmla="*/ 234 h 438"/>
              <a:gd name="T48" fmla="*/ 288 w 594"/>
              <a:gd name="T49" fmla="*/ 228 h 438"/>
              <a:gd name="T50" fmla="*/ 300 w 594"/>
              <a:gd name="T51" fmla="*/ 216 h 438"/>
              <a:gd name="T52" fmla="*/ 312 w 594"/>
              <a:gd name="T53" fmla="*/ 210 h 438"/>
              <a:gd name="T54" fmla="*/ 324 w 594"/>
              <a:gd name="T55" fmla="*/ 198 h 438"/>
              <a:gd name="T56" fmla="*/ 336 w 594"/>
              <a:gd name="T57" fmla="*/ 192 h 438"/>
              <a:gd name="T58" fmla="*/ 348 w 594"/>
              <a:gd name="T59" fmla="*/ 180 h 438"/>
              <a:gd name="T60" fmla="*/ 360 w 594"/>
              <a:gd name="T61" fmla="*/ 174 h 438"/>
              <a:gd name="T62" fmla="*/ 372 w 594"/>
              <a:gd name="T63" fmla="*/ 168 h 438"/>
              <a:gd name="T64" fmla="*/ 384 w 594"/>
              <a:gd name="T65" fmla="*/ 156 h 438"/>
              <a:gd name="T66" fmla="*/ 396 w 594"/>
              <a:gd name="T67" fmla="*/ 150 h 438"/>
              <a:gd name="T68" fmla="*/ 408 w 594"/>
              <a:gd name="T69" fmla="*/ 138 h 438"/>
              <a:gd name="T70" fmla="*/ 420 w 594"/>
              <a:gd name="T71" fmla="*/ 132 h 438"/>
              <a:gd name="T72" fmla="*/ 432 w 594"/>
              <a:gd name="T73" fmla="*/ 120 h 438"/>
              <a:gd name="T74" fmla="*/ 444 w 594"/>
              <a:gd name="T75" fmla="*/ 114 h 438"/>
              <a:gd name="T76" fmla="*/ 450 w 594"/>
              <a:gd name="T77" fmla="*/ 108 h 438"/>
              <a:gd name="T78" fmla="*/ 462 w 594"/>
              <a:gd name="T79" fmla="*/ 96 h 438"/>
              <a:gd name="T80" fmla="*/ 474 w 594"/>
              <a:gd name="T81" fmla="*/ 90 h 438"/>
              <a:gd name="T82" fmla="*/ 486 w 594"/>
              <a:gd name="T83" fmla="*/ 78 h 438"/>
              <a:gd name="T84" fmla="*/ 498 w 594"/>
              <a:gd name="T85" fmla="*/ 72 h 438"/>
              <a:gd name="T86" fmla="*/ 510 w 594"/>
              <a:gd name="T87" fmla="*/ 60 h 438"/>
              <a:gd name="T88" fmla="*/ 522 w 594"/>
              <a:gd name="T89" fmla="*/ 54 h 438"/>
              <a:gd name="T90" fmla="*/ 534 w 594"/>
              <a:gd name="T91" fmla="*/ 42 h 438"/>
              <a:gd name="T92" fmla="*/ 546 w 594"/>
              <a:gd name="T93" fmla="*/ 36 h 438"/>
              <a:gd name="T94" fmla="*/ 558 w 594"/>
              <a:gd name="T95" fmla="*/ 30 h 438"/>
              <a:gd name="T96" fmla="*/ 570 w 594"/>
              <a:gd name="T97" fmla="*/ 18 h 438"/>
              <a:gd name="T98" fmla="*/ 582 w 594"/>
              <a:gd name="T99" fmla="*/ 12 h 438"/>
              <a:gd name="T100" fmla="*/ 594 w 594"/>
              <a:gd name="T101" fmla="*/ 0 h 4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438">
                <a:moveTo>
                  <a:pt x="0" y="438"/>
                </a:moveTo>
                <a:lnTo>
                  <a:pt x="6" y="438"/>
                </a:lnTo>
                <a:lnTo>
                  <a:pt x="12" y="432"/>
                </a:lnTo>
                <a:lnTo>
                  <a:pt x="18" y="426"/>
                </a:lnTo>
                <a:lnTo>
                  <a:pt x="24" y="426"/>
                </a:lnTo>
                <a:lnTo>
                  <a:pt x="24" y="420"/>
                </a:lnTo>
                <a:lnTo>
                  <a:pt x="30" y="420"/>
                </a:lnTo>
                <a:lnTo>
                  <a:pt x="30" y="414"/>
                </a:lnTo>
                <a:lnTo>
                  <a:pt x="36" y="414"/>
                </a:lnTo>
                <a:lnTo>
                  <a:pt x="42" y="414"/>
                </a:lnTo>
                <a:lnTo>
                  <a:pt x="42" y="408"/>
                </a:lnTo>
                <a:lnTo>
                  <a:pt x="48" y="408"/>
                </a:lnTo>
                <a:lnTo>
                  <a:pt x="48" y="402"/>
                </a:lnTo>
                <a:lnTo>
                  <a:pt x="54" y="402"/>
                </a:lnTo>
                <a:lnTo>
                  <a:pt x="60" y="396"/>
                </a:lnTo>
                <a:lnTo>
                  <a:pt x="66" y="390"/>
                </a:lnTo>
                <a:lnTo>
                  <a:pt x="72" y="390"/>
                </a:lnTo>
                <a:lnTo>
                  <a:pt x="72" y="384"/>
                </a:lnTo>
                <a:lnTo>
                  <a:pt x="78" y="384"/>
                </a:lnTo>
                <a:lnTo>
                  <a:pt x="84" y="378"/>
                </a:lnTo>
                <a:lnTo>
                  <a:pt x="90" y="378"/>
                </a:lnTo>
                <a:lnTo>
                  <a:pt x="90" y="372"/>
                </a:lnTo>
                <a:lnTo>
                  <a:pt x="96" y="372"/>
                </a:lnTo>
                <a:lnTo>
                  <a:pt x="96" y="366"/>
                </a:lnTo>
                <a:lnTo>
                  <a:pt x="102" y="366"/>
                </a:lnTo>
                <a:lnTo>
                  <a:pt x="108" y="360"/>
                </a:lnTo>
                <a:lnTo>
                  <a:pt x="114" y="360"/>
                </a:lnTo>
                <a:lnTo>
                  <a:pt x="114" y="354"/>
                </a:lnTo>
                <a:lnTo>
                  <a:pt x="120" y="354"/>
                </a:lnTo>
                <a:lnTo>
                  <a:pt x="120" y="348"/>
                </a:lnTo>
                <a:lnTo>
                  <a:pt x="126" y="348"/>
                </a:lnTo>
                <a:lnTo>
                  <a:pt x="132" y="342"/>
                </a:lnTo>
                <a:lnTo>
                  <a:pt x="138" y="342"/>
                </a:lnTo>
                <a:lnTo>
                  <a:pt x="138" y="336"/>
                </a:lnTo>
                <a:lnTo>
                  <a:pt x="144" y="336"/>
                </a:lnTo>
                <a:lnTo>
                  <a:pt x="144" y="330"/>
                </a:lnTo>
                <a:lnTo>
                  <a:pt x="150" y="330"/>
                </a:lnTo>
                <a:lnTo>
                  <a:pt x="156" y="324"/>
                </a:lnTo>
                <a:lnTo>
                  <a:pt x="162" y="324"/>
                </a:lnTo>
                <a:lnTo>
                  <a:pt x="162" y="318"/>
                </a:lnTo>
                <a:lnTo>
                  <a:pt x="168" y="318"/>
                </a:lnTo>
                <a:lnTo>
                  <a:pt x="168" y="312"/>
                </a:lnTo>
                <a:lnTo>
                  <a:pt x="174" y="312"/>
                </a:lnTo>
                <a:lnTo>
                  <a:pt x="180" y="306"/>
                </a:lnTo>
                <a:lnTo>
                  <a:pt x="186" y="306"/>
                </a:lnTo>
                <a:lnTo>
                  <a:pt x="186" y="300"/>
                </a:lnTo>
                <a:lnTo>
                  <a:pt x="192" y="300"/>
                </a:lnTo>
                <a:lnTo>
                  <a:pt x="192" y="294"/>
                </a:lnTo>
                <a:lnTo>
                  <a:pt x="198" y="294"/>
                </a:lnTo>
                <a:lnTo>
                  <a:pt x="204" y="288"/>
                </a:lnTo>
                <a:lnTo>
                  <a:pt x="210" y="288"/>
                </a:lnTo>
                <a:lnTo>
                  <a:pt x="210" y="282"/>
                </a:lnTo>
                <a:lnTo>
                  <a:pt x="216" y="282"/>
                </a:lnTo>
                <a:lnTo>
                  <a:pt x="216" y="276"/>
                </a:lnTo>
                <a:lnTo>
                  <a:pt x="222" y="276"/>
                </a:lnTo>
                <a:lnTo>
                  <a:pt x="228" y="276"/>
                </a:lnTo>
                <a:lnTo>
                  <a:pt x="228" y="270"/>
                </a:lnTo>
                <a:lnTo>
                  <a:pt x="234" y="270"/>
                </a:lnTo>
                <a:lnTo>
                  <a:pt x="234" y="264"/>
                </a:lnTo>
                <a:lnTo>
                  <a:pt x="240" y="264"/>
                </a:lnTo>
                <a:lnTo>
                  <a:pt x="246" y="258"/>
                </a:lnTo>
                <a:lnTo>
                  <a:pt x="252" y="252"/>
                </a:lnTo>
                <a:lnTo>
                  <a:pt x="258" y="252"/>
                </a:lnTo>
                <a:lnTo>
                  <a:pt x="258" y="246"/>
                </a:lnTo>
                <a:lnTo>
                  <a:pt x="264" y="246"/>
                </a:lnTo>
                <a:lnTo>
                  <a:pt x="264" y="240"/>
                </a:lnTo>
                <a:lnTo>
                  <a:pt x="270" y="240"/>
                </a:lnTo>
                <a:lnTo>
                  <a:pt x="276" y="240"/>
                </a:lnTo>
                <a:lnTo>
                  <a:pt x="276" y="234"/>
                </a:lnTo>
                <a:lnTo>
                  <a:pt x="282" y="234"/>
                </a:lnTo>
                <a:lnTo>
                  <a:pt x="282" y="228"/>
                </a:lnTo>
                <a:lnTo>
                  <a:pt x="288" y="228"/>
                </a:lnTo>
                <a:lnTo>
                  <a:pt x="294" y="222"/>
                </a:lnTo>
                <a:lnTo>
                  <a:pt x="300" y="222"/>
                </a:lnTo>
                <a:lnTo>
                  <a:pt x="300" y="216"/>
                </a:lnTo>
                <a:lnTo>
                  <a:pt x="306" y="216"/>
                </a:lnTo>
                <a:lnTo>
                  <a:pt x="306" y="210"/>
                </a:lnTo>
                <a:lnTo>
                  <a:pt x="312" y="210"/>
                </a:lnTo>
                <a:lnTo>
                  <a:pt x="318" y="204"/>
                </a:lnTo>
                <a:lnTo>
                  <a:pt x="324" y="204"/>
                </a:lnTo>
                <a:lnTo>
                  <a:pt x="324" y="198"/>
                </a:lnTo>
                <a:lnTo>
                  <a:pt x="330" y="198"/>
                </a:lnTo>
                <a:lnTo>
                  <a:pt x="330" y="192"/>
                </a:lnTo>
                <a:lnTo>
                  <a:pt x="336" y="192"/>
                </a:lnTo>
                <a:lnTo>
                  <a:pt x="342" y="186"/>
                </a:lnTo>
                <a:lnTo>
                  <a:pt x="348" y="186"/>
                </a:lnTo>
                <a:lnTo>
                  <a:pt x="348" y="180"/>
                </a:lnTo>
                <a:lnTo>
                  <a:pt x="354" y="180"/>
                </a:lnTo>
                <a:lnTo>
                  <a:pt x="360" y="174"/>
                </a:lnTo>
                <a:lnTo>
                  <a:pt x="366" y="168"/>
                </a:lnTo>
                <a:lnTo>
                  <a:pt x="372" y="168"/>
                </a:lnTo>
                <a:lnTo>
                  <a:pt x="372" y="162"/>
                </a:lnTo>
                <a:lnTo>
                  <a:pt x="378" y="162"/>
                </a:lnTo>
                <a:lnTo>
                  <a:pt x="378" y="156"/>
                </a:lnTo>
                <a:lnTo>
                  <a:pt x="384" y="156"/>
                </a:lnTo>
                <a:lnTo>
                  <a:pt x="390" y="156"/>
                </a:lnTo>
                <a:lnTo>
                  <a:pt x="390" y="150"/>
                </a:lnTo>
                <a:lnTo>
                  <a:pt x="396" y="150"/>
                </a:lnTo>
                <a:lnTo>
                  <a:pt x="396" y="144"/>
                </a:lnTo>
                <a:lnTo>
                  <a:pt x="402" y="144"/>
                </a:lnTo>
                <a:lnTo>
                  <a:pt x="408" y="138"/>
                </a:lnTo>
                <a:lnTo>
                  <a:pt x="414" y="132"/>
                </a:lnTo>
                <a:lnTo>
                  <a:pt x="420" y="132"/>
                </a:lnTo>
                <a:lnTo>
                  <a:pt x="420" y="126"/>
                </a:lnTo>
                <a:lnTo>
                  <a:pt x="426" y="126"/>
                </a:lnTo>
                <a:lnTo>
                  <a:pt x="432" y="120"/>
                </a:lnTo>
                <a:lnTo>
                  <a:pt x="438" y="120"/>
                </a:lnTo>
                <a:lnTo>
                  <a:pt x="438" y="114"/>
                </a:lnTo>
                <a:lnTo>
                  <a:pt x="444" y="114"/>
                </a:lnTo>
                <a:lnTo>
                  <a:pt x="444" y="108"/>
                </a:lnTo>
                <a:lnTo>
                  <a:pt x="450" y="108"/>
                </a:lnTo>
                <a:lnTo>
                  <a:pt x="456" y="102"/>
                </a:lnTo>
                <a:lnTo>
                  <a:pt x="462" y="102"/>
                </a:lnTo>
                <a:lnTo>
                  <a:pt x="462" y="96"/>
                </a:lnTo>
                <a:lnTo>
                  <a:pt x="468" y="96"/>
                </a:lnTo>
                <a:lnTo>
                  <a:pt x="474" y="90"/>
                </a:lnTo>
                <a:lnTo>
                  <a:pt x="480" y="84"/>
                </a:lnTo>
                <a:lnTo>
                  <a:pt x="486" y="84"/>
                </a:lnTo>
                <a:lnTo>
                  <a:pt x="486" y="78"/>
                </a:lnTo>
                <a:lnTo>
                  <a:pt x="492" y="78"/>
                </a:lnTo>
                <a:lnTo>
                  <a:pt x="492" y="72"/>
                </a:lnTo>
                <a:lnTo>
                  <a:pt x="498" y="72"/>
                </a:lnTo>
                <a:lnTo>
                  <a:pt x="504" y="66"/>
                </a:lnTo>
                <a:lnTo>
                  <a:pt x="510" y="66"/>
                </a:lnTo>
                <a:lnTo>
                  <a:pt x="510" y="60"/>
                </a:lnTo>
                <a:lnTo>
                  <a:pt x="516" y="60"/>
                </a:lnTo>
                <a:lnTo>
                  <a:pt x="516" y="54"/>
                </a:lnTo>
                <a:lnTo>
                  <a:pt x="522" y="54"/>
                </a:lnTo>
                <a:lnTo>
                  <a:pt x="528" y="48"/>
                </a:lnTo>
                <a:lnTo>
                  <a:pt x="534" y="48"/>
                </a:lnTo>
                <a:lnTo>
                  <a:pt x="534" y="42"/>
                </a:lnTo>
                <a:lnTo>
                  <a:pt x="540" y="42"/>
                </a:lnTo>
                <a:lnTo>
                  <a:pt x="546" y="36"/>
                </a:lnTo>
                <a:lnTo>
                  <a:pt x="552" y="30"/>
                </a:lnTo>
                <a:lnTo>
                  <a:pt x="558" y="30"/>
                </a:lnTo>
                <a:lnTo>
                  <a:pt x="558" y="24"/>
                </a:lnTo>
                <a:lnTo>
                  <a:pt x="564" y="24"/>
                </a:lnTo>
                <a:lnTo>
                  <a:pt x="564" y="18"/>
                </a:lnTo>
                <a:lnTo>
                  <a:pt x="570" y="18"/>
                </a:lnTo>
                <a:lnTo>
                  <a:pt x="576" y="18"/>
                </a:lnTo>
                <a:lnTo>
                  <a:pt x="576" y="12"/>
                </a:lnTo>
                <a:lnTo>
                  <a:pt x="582" y="12"/>
                </a:lnTo>
                <a:lnTo>
                  <a:pt x="582" y="6"/>
                </a:lnTo>
                <a:lnTo>
                  <a:pt x="588" y="6"/>
                </a:lnTo>
                <a:lnTo>
                  <a:pt x="594" y="0"/>
                </a:lnTo>
              </a:path>
            </a:pathLst>
          </a:custGeom>
          <a:noFill/>
          <a:ln w="19050">
            <a:solidFill>
              <a:srgbClr val="0070C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8" name="Freeform 48"/>
          <p:cNvSpPr/>
          <p:nvPr/>
        </p:nvSpPr>
        <p:spPr bwMode="auto">
          <a:xfrm>
            <a:off x="6753225" y="1208405"/>
            <a:ext cx="866775" cy="638175"/>
          </a:xfrm>
          <a:custGeom>
            <a:avLst/>
            <a:gdLst>
              <a:gd name="T0" fmla="*/ 6 w 546"/>
              <a:gd name="T1" fmla="*/ 396 h 402"/>
              <a:gd name="T2" fmla="*/ 18 w 546"/>
              <a:gd name="T3" fmla="*/ 390 h 402"/>
              <a:gd name="T4" fmla="*/ 24 w 546"/>
              <a:gd name="T5" fmla="*/ 384 h 402"/>
              <a:gd name="T6" fmla="*/ 36 w 546"/>
              <a:gd name="T7" fmla="*/ 378 h 402"/>
              <a:gd name="T8" fmla="*/ 42 w 546"/>
              <a:gd name="T9" fmla="*/ 372 h 402"/>
              <a:gd name="T10" fmla="*/ 54 w 546"/>
              <a:gd name="T11" fmla="*/ 360 h 402"/>
              <a:gd name="T12" fmla="*/ 66 w 546"/>
              <a:gd name="T13" fmla="*/ 354 h 402"/>
              <a:gd name="T14" fmla="*/ 72 w 546"/>
              <a:gd name="T15" fmla="*/ 348 h 402"/>
              <a:gd name="T16" fmla="*/ 84 w 546"/>
              <a:gd name="T17" fmla="*/ 342 h 402"/>
              <a:gd name="T18" fmla="*/ 90 w 546"/>
              <a:gd name="T19" fmla="*/ 336 h 402"/>
              <a:gd name="T20" fmla="*/ 102 w 546"/>
              <a:gd name="T21" fmla="*/ 330 h 402"/>
              <a:gd name="T22" fmla="*/ 108 w 546"/>
              <a:gd name="T23" fmla="*/ 324 h 402"/>
              <a:gd name="T24" fmla="*/ 120 w 546"/>
              <a:gd name="T25" fmla="*/ 312 h 402"/>
              <a:gd name="T26" fmla="*/ 126 w 546"/>
              <a:gd name="T27" fmla="*/ 306 h 402"/>
              <a:gd name="T28" fmla="*/ 138 w 546"/>
              <a:gd name="T29" fmla="*/ 300 h 402"/>
              <a:gd name="T30" fmla="*/ 144 w 546"/>
              <a:gd name="T31" fmla="*/ 294 h 402"/>
              <a:gd name="T32" fmla="*/ 156 w 546"/>
              <a:gd name="T33" fmla="*/ 288 h 402"/>
              <a:gd name="T34" fmla="*/ 168 w 546"/>
              <a:gd name="T35" fmla="*/ 282 h 402"/>
              <a:gd name="T36" fmla="*/ 174 w 546"/>
              <a:gd name="T37" fmla="*/ 276 h 402"/>
              <a:gd name="T38" fmla="*/ 186 w 546"/>
              <a:gd name="T39" fmla="*/ 264 h 402"/>
              <a:gd name="T40" fmla="*/ 192 w 546"/>
              <a:gd name="T41" fmla="*/ 258 h 402"/>
              <a:gd name="T42" fmla="*/ 204 w 546"/>
              <a:gd name="T43" fmla="*/ 252 h 402"/>
              <a:gd name="T44" fmla="*/ 210 w 546"/>
              <a:gd name="T45" fmla="*/ 246 h 402"/>
              <a:gd name="T46" fmla="*/ 222 w 546"/>
              <a:gd name="T47" fmla="*/ 240 h 402"/>
              <a:gd name="T48" fmla="*/ 228 w 546"/>
              <a:gd name="T49" fmla="*/ 234 h 402"/>
              <a:gd name="T50" fmla="*/ 240 w 546"/>
              <a:gd name="T51" fmla="*/ 228 h 402"/>
              <a:gd name="T52" fmla="*/ 246 w 546"/>
              <a:gd name="T53" fmla="*/ 216 h 402"/>
              <a:gd name="T54" fmla="*/ 258 w 546"/>
              <a:gd name="T55" fmla="*/ 210 h 402"/>
              <a:gd name="T56" fmla="*/ 270 w 546"/>
              <a:gd name="T57" fmla="*/ 204 h 402"/>
              <a:gd name="T58" fmla="*/ 276 w 546"/>
              <a:gd name="T59" fmla="*/ 198 h 402"/>
              <a:gd name="T60" fmla="*/ 288 w 546"/>
              <a:gd name="T61" fmla="*/ 192 h 402"/>
              <a:gd name="T62" fmla="*/ 294 w 546"/>
              <a:gd name="T63" fmla="*/ 186 h 402"/>
              <a:gd name="T64" fmla="*/ 306 w 546"/>
              <a:gd name="T65" fmla="*/ 174 h 402"/>
              <a:gd name="T66" fmla="*/ 312 w 546"/>
              <a:gd name="T67" fmla="*/ 168 h 402"/>
              <a:gd name="T68" fmla="*/ 324 w 546"/>
              <a:gd name="T69" fmla="*/ 162 h 402"/>
              <a:gd name="T70" fmla="*/ 330 w 546"/>
              <a:gd name="T71" fmla="*/ 156 h 402"/>
              <a:gd name="T72" fmla="*/ 342 w 546"/>
              <a:gd name="T73" fmla="*/ 150 h 402"/>
              <a:gd name="T74" fmla="*/ 348 w 546"/>
              <a:gd name="T75" fmla="*/ 144 h 402"/>
              <a:gd name="T76" fmla="*/ 360 w 546"/>
              <a:gd name="T77" fmla="*/ 138 h 402"/>
              <a:gd name="T78" fmla="*/ 372 w 546"/>
              <a:gd name="T79" fmla="*/ 126 h 402"/>
              <a:gd name="T80" fmla="*/ 378 w 546"/>
              <a:gd name="T81" fmla="*/ 120 h 402"/>
              <a:gd name="T82" fmla="*/ 390 w 546"/>
              <a:gd name="T83" fmla="*/ 114 h 402"/>
              <a:gd name="T84" fmla="*/ 396 w 546"/>
              <a:gd name="T85" fmla="*/ 108 h 402"/>
              <a:gd name="T86" fmla="*/ 408 w 546"/>
              <a:gd name="T87" fmla="*/ 102 h 402"/>
              <a:gd name="T88" fmla="*/ 414 w 546"/>
              <a:gd name="T89" fmla="*/ 96 h 402"/>
              <a:gd name="T90" fmla="*/ 426 w 546"/>
              <a:gd name="T91" fmla="*/ 90 h 402"/>
              <a:gd name="T92" fmla="*/ 432 w 546"/>
              <a:gd name="T93" fmla="*/ 78 h 402"/>
              <a:gd name="T94" fmla="*/ 444 w 546"/>
              <a:gd name="T95" fmla="*/ 72 h 402"/>
              <a:gd name="T96" fmla="*/ 456 w 546"/>
              <a:gd name="T97" fmla="*/ 66 h 402"/>
              <a:gd name="T98" fmla="*/ 462 w 546"/>
              <a:gd name="T99" fmla="*/ 60 h 402"/>
              <a:gd name="T100" fmla="*/ 474 w 546"/>
              <a:gd name="T101" fmla="*/ 54 h 402"/>
              <a:gd name="T102" fmla="*/ 480 w 546"/>
              <a:gd name="T103" fmla="*/ 48 h 402"/>
              <a:gd name="T104" fmla="*/ 492 w 546"/>
              <a:gd name="T105" fmla="*/ 42 h 402"/>
              <a:gd name="T106" fmla="*/ 498 w 546"/>
              <a:gd name="T107" fmla="*/ 30 h 402"/>
              <a:gd name="T108" fmla="*/ 510 w 546"/>
              <a:gd name="T109" fmla="*/ 24 h 402"/>
              <a:gd name="T110" fmla="*/ 516 w 546"/>
              <a:gd name="T111" fmla="*/ 18 h 402"/>
              <a:gd name="T112" fmla="*/ 528 w 546"/>
              <a:gd name="T113" fmla="*/ 12 h 402"/>
              <a:gd name="T114" fmla="*/ 534 w 546"/>
              <a:gd name="T115" fmla="*/ 6 h 402"/>
              <a:gd name="T116" fmla="*/ 546 w 546"/>
              <a:gd name="T117" fmla="*/ 0 h 40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6" h="402">
                <a:moveTo>
                  <a:pt x="0" y="402"/>
                </a:moveTo>
                <a:lnTo>
                  <a:pt x="0" y="402"/>
                </a:lnTo>
                <a:lnTo>
                  <a:pt x="6" y="396"/>
                </a:lnTo>
                <a:lnTo>
                  <a:pt x="12" y="396"/>
                </a:lnTo>
                <a:lnTo>
                  <a:pt x="12" y="390"/>
                </a:lnTo>
                <a:lnTo>
                  <a:pt x="18" y="390"/>
                </a:lnTo>
                <a:lnTo>
                  <a:pt x="24" y="384"/>
                </a:lnTo>
                <a:lnTo>
                  <a:pt x="30" y="384"/>
                </a:lnTo>
                <a:lnTo>
                  <a:pt x="30" y="378"/>
                </a:lnTo>
                <a:lnTo>
                  <a:pt x="36" y="378"/>
                </a:lnTo>
                <a:lnTo>
                  <a:pt x="36" y="372"/>
                </a:lnTo>
                <a:lnTo>
                  <a:pt x="42" y="372"/>
                </a:lnTo>
                <a:lnTo>
                  <a:pt x="48" y="366"/>
                </a:lnTo>
                <a:lnTo>
                  <a:pt x="54" y="366"/>
                </a:lnTo>
                <a:lnTo>
                  <a:pt x="54" y="360"/>
                </a:lnTo>
                <a:lnTo>
                  <a:pt x="60" y="360"/>
                </a:lnTo>
                <a:lnTo>
                  <a:pt x="66" y="354"/>
                </a:lnTo>
                <a:lnTo>
                  <a:pt x="72" y="348"/>
                </a:lnTo>
                <a:lnTo>
                  <a:pt x="78" y="348"/>
                </a:lnTo>
                <a:lnTo>
                  <a:pt x="78" y="342"/>
                </a:lnTo>
                <a:lnTo>
                  <a:pt x="84" y="342"/>
                </a:lnTo>
                <a:lnTo>
                  <a:pt x="84" y="336"/>
                </a:lnTo>
                <a:lnTo>
                  <a:pt x="90" y="336"/>
                </a:lnTo>
                <a:lnTo>
                  <a:pt x="96" y="336"/>
                </a:lnTo>
                <a:lnTo>
                  <a:pt x="96" y="330"/>
                </a:lnTo>
                <a:lnTo>
                  <a:pt x="102" y="330"/>
                </a:lnTo>
                <a:lnTo>
                  <a:pt x="102" y="324"/>
                </a:lnTo>
                <a:lnTo>
                  <a:pt x="108" y="324"/>
                </a:lnTo>
                <a:lnTo>
                  <a:pt x="114" y="318"/>
                </a:lnTo>
                <a:lnTo>
                  <a:pt x="120" y="312"/>
                </a:lnTo>
                <a:lnTo>
                  <a:pt x="126" y="312"/>
                </a:lnTo>
                <a:lnTo>
                  <a:pt x="126" y="306"/>
                </a:lnTo>
                <a:lnTo>
                  <a:pt x="132" y="306"/>
                </a:lnTo>
                <a:lnTo>
                  <a:pt x="138" y="300"/>
                </a:lnTo>
                <a:lnTo>
                  <a:pt x="144" y="300"/>
                </a:lnTo>
                <a:lnTo>
                  <a:pt x="144" y="294"/>
                </a:lnTo>
                <a:lnTo>
                  <a:pt x="150" y="294"/>
                </a:lnTo>
                <a:lnTo>
                  <a:pt x="150" y="288"/>
                </a:lnTo>
                <a:lnTo>
                  <a:pt x="156" y="288"/>
                </a:lnTo>
                <a:lnTo>
                  <a:pt x="162" y="282"/>
                </a:lnTo>
                <a:lnTo>
                  <a:pt x="168" y="282"/>
                </a:lnTo>
                <a:lnTo>
                  <a:pt x="168" y="276"/>
                </a:lnTo>
                <a:lnTo>
                  <a:pt x="174" y="276"/>
                </a:lnTo>
                <a:lnTo>
                  <a:pt x="174" y="270"/>
                </a:lnTo>
                <a:lnTo>
                  <a:pt x="180" y="270"/>
                </a:lnTo>
                <a:lnTo>
                  <a:pt x="186" y="264"/>
                </a:lnTo>
                <a:lnTo>
                  <a:pt x="192" y="264"/>
                </a:lnTo>
                <a:lnTo>
                  <a:pt x="192" y="258"/>
                </a:lnTo>
                <a:lnTo>
                  <a:pt x="198" y="258"/>
                </a:lnTo>
                <a:lnTo>
                  <a:pt x="198" y="252"/>
                </a:lnTo>
                <a:lnTo>
                  <a:pt x="204" y="252"/>
                </a:lnTo>
                <a:lnTo>
                  <a:pt x="210" y="246"/>
                </a:lnTo>
                <a:lnTo>
                  <a:pt x="216" y="246"/>
                </a:lnTo>
                <a:lnTo>
                  <a:pt x="216" y="240"/>
                </a:lnTo>
                <a:lnTo>
                  <a:pt x="222" y="240"/>
                </a:lnTo>
                <a:lnTo>
                  <a:pt x="228" y="234"/>
                </a:lnTo>
                <a:lnTo>
                  <a:pt x="234" y="228"/>
                </a:lnTo>
                <a:lnTo>
                  <a:pt x="240" y="228"/>
                </a:lnTo>
                <a:lnTo>
                  <a:pt x="240" y="222"/>
                </a:lnTo>
                <a:lnTo>
                  <a:pt x="246" y="222"/>
                </a:lnTo>
                <a:lnTo>
                  <a:pt x="246" y="216"/>
                </a:lnTo>
                <a:lnTo>
                  <a:pt x="252" y="216"/>
                </a:lnTo>
                <a:lnTo>
                  <a:pt x="258" y="210"/>
                </a:lnTo>
                <a:lnTo>
                  <a:pt x="264" y="210"/>
                </a:lnTo>
                <a:lnTo>
                  <a:pt x="264" y="204"/>
                </a:lnTo>
                <a:lnTo>
                  <a:pt x="270" y="204"/>
                </a:lnTo>
                <a:lnTo>
                  <a:pt x="270" y="198"/>
                </a:lnTo>
                <a:lnTo>
                  <a:pt x="276" y="198"/>
                </a:lnTo>
                <a:lnTo>
                  <a:pt x="282" y="192"/>
                </a:lnTo>
                <a:lnTo>
                  <a:pt x="288" y="192"/>
                </a:lnTo>
                <a:lnTo>
                  <a:pt x="288" y="186"/>
                </a:lnTo>
                <a:lnTo>
                  <a:pt x="294" y="186"/>
                </a:lnTo>
                <a:lnTo>
                  <a:pt x="300" y="180"/>
                </a:lnTo>
                <a:lnTo>
                  <a:pt x="306" y="174"/>
                </a:lnTo>
                <a:lnTo>
                  <a:pt x="312" y="174"/>
                </a:lnTo>
                <a:lnTo>
                  <a:pt x="312" y="168"/>
                </a:lnTo>
                <a:lnTo>
                  <a:pt x="318" y="168"/>
                </a:lnTo>
                <a:lnTo>
                  <a:pt x="318" y="162"/>
                </a:lnTo>
                <a:lnTo>
                  <a:pt x="324" y="162"/>
                </a:lnTo>
                <a:lnTo>
                  <a:pt x="330" y="162"/>
                </a:lnTo>
                <a:lnTo>
                  <a:pt x="330" y="156"/>
                </a:lnTo>
                <a:lnTo>
                  <a:pt x="336" y="156"/>
                </a:lnTo>
                <a:lnTo>
                  <a:pt x="336" y="150"/>
                </a:lnTo>
                <a:lnTo>
                  <a:pt x="342" y="150"/>
                </a:lnTo>
                <a:lnTo>
                  <a:pt x="348" y="144"/>
                </a:lnTo>
                <a:lnTo>
                  <a:pt x="354" y="138"/>
                </a:lnTo>
                <a:lnTo>
                  <a:pt x="360" y="138"/>
                </a:lnTo>
                <a:lnTo>
                  <a:pt x="360" y="132"/>
                </a:lnTo>
                <a:lnTo>
                  <a:pt x="366" y="132"/>
                </a:lnTo>
                <a:lnTo>
                  <a:pt x="372" y="126"/>
                </a:lnTo>
                <a:lnTo>
                  <a:pt x="378" y="126"/>
                </a:lnTo>
                <a:lnTo>
                  <a:pt x="378" y="120"/>
                </a:lnTo>
                <a:lnTo>
                  <a:pt x="384" y="120"/>
                </a:lnTo>
                <a:lnTo>
                  <a:pt x="384" y="114"/>
                </a:lnTo>
                <a:lnTo>
                  <a:pt x="390" y="114"/>
                </a:lnTo>
                <a:lnTo>
                  <a:pt x="396" y="108"/>
                </a:lnTo>
                <a:lnTo>
                  <a:pt x="402" y="108"/>
                </a:lnTo>
                <a:lnTo>
                  <a:pt x="402" y="102"/>
                </a:lnTo>
                <a:lnTo>
                  <a:pt x="408" y="102"/>
                </a:lnTo>
                <a:lnTo>
                  <a:pt x="414" y="96"/>
                </a:lnTo>
                <a:lnTo>
                  <a:pt x="420" y="90"/>
                </a:lnTo>
                <a:lnTo>
                  <a:pt x="426" y="90"/>
                </a:lnTo>
                <a:lnTo>
                  <a:pt x="426" y="84"/>
                </a:lnTo>
                <a:lnTo>
                  <a:pt x="432" y="84"/>
                </a:lnTo>
                <a:lnTo>
                  <a:pt x="432" y="78"/>
                </a:lnTo>
                <a:lnTo>
                  <a:pt x="438" y="78"/>
                </a:lnTo>
                <a:lnTo>
                  <a:pt x="444" y="78"/>
                </a:lnTo>
                <a:lnTo>
                  <a:pt x="444" y="72"/>
                </a:lnTo>
                <a:lnTo>
                  <a:pt x="450" y="72"/>
                </a:lnTo>
                <a:lnTo>
                  <a:pt x="450" y="66"/>
                </a:lnTo>
                <a:lnTo>
                  <a:pt x="456" y="66"/>
                </a:lnTo>
                <a:lnTo>
                  <a:pt x="462" y="60"/>
                </a:lnTo>
                <a:lnTo>
                  <a:pt x="468" y="54"/>
                </a:lnTo>
                <a:lnTo>
                  <a:pt x="474" y="54"/>
                </a:lnTo>
                <a:lnTo>
                  <a:pt x="474" y="48"/>
                </a:lnTo>
                <a:lnTo>
                  <a:pt x="480" y="48"/>
                </a:lnTo>
                <a:lnTo>
                  <a:pt x="486" y="42"/>
                </a:lnTo>
                <a:lnTo>
                  <a:pt x="492" y="42"/>
                </a:lnTo>
                <a:lnTo>
                  <a:pt x="492" y="36"/>
                </a:lnTo>
                <a:lnTo>
                  <a:pt x="498" y="36"/>
                </a:lnTo>
                <a:lnTo>
                  <a:pt x="498" y="30"/>
                </a:lnTo>
                <a:lnTo>
                  <a:pt x="504" y="30"/>
                </a:lnTo>
                <a:lnTo>
                  <a:pt x="510" y="24"/>
                </a:lnTo>
                <a:lnTo>
                  <a:pt x="516" y="24"/>
                </a:lnTo>
                <a:lnTo>
                  <a:pt x="516" y="18"/>
                </a:lnTo>
                <a:lnTo>
                  <a:pt x="522" y="18"/>
                </a:lnTo>
                <a:lnTo>
                  <a:pt x="528" y="12"/>
                </a:lnTo>
                <a:lnTo>
                  <a:pt x="534" y="6"/>
                </a:lnTo>
                <a:lnTo>
                  <a:pt x="540" y="6"/>
                </a:lnTo>
                <a:lnTo>
                  <a:pt x="540" y="0"/>
                </a:lnTo>
                <a:lnTo>
                  <a:pt x="546" y="0"/>
                </a:lnTo>
              </a:path>
            </a:pathLst>
          </a:custGeom>
          <a:noFill/>
          <a:ln w="19050">
            <a:solidFill>
              <a:srgbClr val="0070C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49" name="Freeform 49"/>
          <p:cNvSpPr/>
          <p:nvPr/>
        </p:nvSpPr>
        <p:spPr bwMode="auto">
          <a:xfrm>
            <a:off x="3933825" y="3417888"/>
            <a:ext cx="942975" cy="257175"/>
          </a:xfrm>
          <a:custGeom>
            <a:avLst/>
            <a:gdLst>
              <a:gd name="T0" fmla="*/ 2147483647 w 594"/>
              <a:gd name="T1" fmla="*/ 2147483647 h 162"/>
              <a:gd name="T2" fmla="*/ 2147483647 w 594"/>
              <a:gd name="T3" fmla="*/ 2147483647 h 162"/>
              <a:gd name="T4" fmla="*/ 2147483647 w 594"/>
              <a:gd name="T5" fmla="*/ 2147483647 h 162"/>
              <a:gd name="T6" fmla="*/ 2147483647 w 594"/>
              <a:gd name="T7" fmla="*/ 2147483647 h 162"/>
              <a:gd name="T8" fmla="*/ 2147483647 w 594"/>
              <a:gd name="T9" fmla="*/ 2147483647 h 162"/>
              <a:gd name="T10" fmla="*/ 2147483647 w 594"/>
              <a:gd name="T11" fmla="*/ 2147483647 h 162"/>
              <a:gd name="T12" fmla="*/ 2147483647 w 594"/>
              <a:gd name="T13" fmla="*/ 2147483647 h 162"/>
              <a:gd name="T14" fmla="*/ 2147483647 w 594"/>
              <a:gd name="T15" fmla="*/ 2147483647 h 162"/>
              <a:gd name="T16" fmla="*/ 2147483647 w 594"/>
              <a:gd name="T17" fmla="*/ 2147483647 h 162"/>
              <a:gd name="T18" fmla="*/ 2147483647 w 594"/>
              <a:gd name="T19" fmla="*/ 2147483647 h 162"/>
              <a:gd name="T20" fmla="*/ 2147483647 w 594"/>
              <a:gd name="T21" fmla="*/ 2147483647 h 162"/>
              <a:gd name="T22" fmla="*/ 2147483647 w 594"/>
              <a:gd name="T23" fmla="*/ 2147483647 h 162"/>
              <a:gd name="T24" fmla="*/ 2147483647 w 594"/>
              <a:gd name="T25" fmla="*/ 2147483647 h 162"/>
              <a:gd name="T26" fmla="*/ 2147483647 w 594"/>
              <a:gd name="T27" fmla="*/ 2147483647 h 162"/>
              <a:gd name="T28" fmla="*/ 2147483647 w 594"/>
              <a:gd name="T29" fmla="*/ 2147483647 h 162"/>
              <a:gd name="T30" fmla="*/ 2147483647 w 594"/>
              <a:gd name="T31" fmla="*/ 2147483647 h 162"/>
              <a:gd name="T32" fmla="*/ 2147483647 w 594"/>
              <a:gd name="T33" fmla="*/ 2147483647 h 162"/>
              <a:gd name="T34" fmla="*/ 2147483647 w 594"/>
              <a:gd name="T35" fmla="*/ 2147483647 h 162"/>
              <a:gd name="T36" fmla="*/ 2147483647 w 594"/>
              <a:gd name="T37" fmla="*/ 2147483647 h 162"/>
              <a:gd name="T38" fmla="*/ 2147483647 w 594"/>
              <a:gd name="T39" fmla="*/ 2147483647 h 162"/>
              <a:gd name="T40" fmla="*/ 2147483647 w 594"/>
              <a:gd name="T41" fmla="*/ 2147483647 h 162"/>
              <a:gd name="T42" fmla="*/ 2147483647 w 594"/>
              <a:gd name="T43" fmla="*/ 2147483647 h 162"/>
              <a:gd name="T44" fmla="*/ 2147483647 w 594"/>
              <a:gd name="T45" fmla="*/ 2147483647 h 162"/>
              <a:gd name="T46" fmla="*/ 2147483647 w 594"/>
              <a:gd name="T47" fmla="*/ 2147483647 h 162"/>
              <a:gd name="T48" fmla="*/ 2147483647 w 594"/>
              <a:gd name="T49" fmla="*/ 2147483647 h 162"/>
              <a:gd name="T50" fmla="*/ 2147483647 w 594"/>
              <a:gd name="T51" fmla="*/ 2147483647 h 162"/>
              <a:gd name="T52" fmla="*/ 2147483647 w 594"/>
              <a:gd name="T53" fmla="*/ 2147483647 h 162"/>
              <a:gd name="T54" fmla="*/ 2147483647 w 594"/>
              <a:gd name="T55" fmla="*/ 2147483647 h 162"/>
              <a:gd name="T56" fmla="*/ 2147483647 w 594"/>
              <a:gd name="T57" fmla="*/ 2147483647 h 162"/>
              <a:gd name="T58" fmla="*/ 2147483647 w 594"/>
              <a:gd name="T59" fmla="*/ 2147483647 h 162"/>
              <a:gd name="T60" fmla="*/ 2147483647 w 594"/>
              <a:gd name="T61" fmla="*/ 2147483647 h 162"/>
              <a:gd name="T62" fmla="*/ 2147483647 w 594"/>
              <a:gd name="T63" fmla="*/ 2147483647 h 162"/>
              <a:gd name="T64" fmla="*/ 2147483647 w 594"/>
              <a:gd name="T65" fmla="*/ 2147483647 h 162"/>
              <a:gd name="T66" fmla="*/ 2147483647 w 594"/>
              <a:gd name="T67" fmla="*/ 2147483647 h 162"/>
              <a:gd name="T68" fmla="*/ 2147483647 w 594"/>
              <a:gd name="T69" fmla="*/ 2147483647 h 162"/>
              <a:gd name="T70" fmla="*/ 2147483647 w 594"/>
              <a:gd name="T71" fmla="*/ 2147483647 h 162"/>
              <a:gd name="T72" fmla="*/ 2147483647 w 594"/>
              <a:gd name="T73" fmla="*/ 2147483647 h 162"/>
              <a:gd name="T74" fmla="*/ 2147483647 w 594"/>
              <a:gd name="T75" fmla="*/ 2147483647 h 162"/>
              <a:gd name="T76" fmla="*/ 2147483647 w 594"/>
              <a:gd name="T77" fmla="*/ 2147483647 h 162"/>
              <a:gd name="T78" fmla="*/ 2147483647 w 594"/>
              <a:gd name="T79" fmla="*/ 2147483647 h 162"/>
              <a:gd name="T80" fmla="*/ 2147483647 w 594"/>
              <a:gd name="T81" fmla="*/ 2147483647 h 162"/>
              <a:gd name="T82" fmla="*/ 2147483647 w 594"/>
              <a:gd name="T83" fmla="*/ 2147483647 h 162"/>
              <a:gd name="T84" fmla="*/ 2147483647 w 594"/>
              <a:gd name="T85" fmla="*/ 2147483647 h 162"/>
              <a:gd name="T86" fmla="*/ 2147483647 w 594"/>
              <a:gd name="T87" fmla="*/ 2147483647 h 162"/>
              <a:gd name="T88" fmla="*/ 2147483647 w 594"/>
              <a:gd name="T89" fmla="*/ 2147483647 h 162"/>
              <a:gd name="T90" fmla="*/ 2147483647 w 594"/>
              <a:gd name="T91" fmla="*/ 2147483647 h 162"/>
              <a:gd name="T92" fmla="*/ 2147483647 w 594"/>
              <a:gd name="T93" fmla="*/ 2147483647 h 162"/>
              <a:gd name="T94" fmla="*/ 2147483647 w 594"/>
              <a:gd name="T95" fmla="*/ 0 h 162"/>
              <a:gd name="T96" fmla="*/ 2147483647 w 594"/>
              <a:gd name="T97" fmla="*/ 0 h 162"/>
              <a:gd name="T98" fmla="*/ 2147483647 w 594"/>
              <a:gd name="T99" fmla="*/ 0 h 162"/>
              <a:gd name="T100" fmla="*/ 2147483647 w 594"/>
              <a:gd name="T101" fmla="*/ 0 h 16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162">
                <a:moveTo>
                  <a:pt x="0" y="162"/>
                </a:moveTo>
                <a:lnTo>
                  <a:pt x="0" y="156"/>
                </a:lnTo>
                <a:lnTo>
                  <a:pt x="6" y="156"/>
                </a:lnTo>
                <a:lnTo>
                  <a:pt x="12" y="150"/>
                </a:lnTo>
                <a:lnTo>
                  <a:pt x="18" y="144"/>
                </a:lnTo>
                <a:lnTo>
                  <a:pt x="24" y="138"/>
                </a:lnTo>
                <a:lnTo>
                  <a:pt x="30" y="138"/>
                </a:lnTo>
                <a:lnTo>
                  <a:pt x="30" y="132"/>
                </a:lnTo>
                <a:lnTo>
                  <a:pt x="36" y="132"/>
                </a:lnTo>
                <a:lnTo>
                  <a:pt x="36" y="126"/>
                </a:lnTo>
                <a:lnTo>
                  <a:pt x="42" y="126"/>
                </a:lnTo>
                <a:lnTo>
                  <a:pt x="42" y="120"/>
                </a:lnTo>
                <a:lnTo>
                  <a:pt x="48" y="120"/>
                </a:lnTo>
                <a:lnTo>
                  <a:pt x="54" y="114"/>
                </a:lnTo>
                <a:lnTo>
                  <a:pt x="60" y="114"/>
                </a:lnTo>
                <a:lnTo>
                  <a:pt x="60" y="108"/>
                </a:lnTo>
                <a:lnTo>
                  <a:pt x="66" y="108"/>
                </a:lnTo>
                <a:lnTo>
                  <a:pt x="66" y="102"/>
                </a:lnTo>
                <a:lnTo>
                  <a:pt x="72" y="102"/>
                </a:lnTo>
                <a:lnTo>
                  <a:pt x="78" y="96"/>
                </a:lnTo>
                <a:lnTo>
                  <a:pt x="84" y="96"/>
                </a:lnTo>
                <a:lnTo>
                  <a:pt x="84" y="90"/>
                </a:lnTo>
                <a:lnTo>
                  <a:pt x="90" y="90"/>
                </a:lnTo>
                <a:lnTo>
                  <a:pt x="90" y="84"/>
                </a:lnTo>
                <a:lnTo>
                  <a:pt x="96" y="84"/>
                </a:lnTo>
                <a:lnTo>
                  <a:pt x="102" y="84"/>
                </a:lnTo>
                <a:lnTo>
                  <a:pt x="102" y="78"/>
                </a:lnTo>
                <a:lnTo>
                  <a:pt x="108" y="78"/>
                </a:lnTo>
                <a:lnTo>
                  <a:pt x="114" y="72"/>
                </a:lnTo>
                <a:lnTo>
                  <a:pt x="120" y="72"/>
                </a:lnTo>
                <a:lnTo>
                  <a:pt x="126" y="66"/>
                </a:lnTo>
                <a:lnTo>
                  <a:pt x="132" y="66"/>
                </a:lnTo>
                <a:lnTo>
                  <a:pt x="132" y="60"/>
                </a:lnTo>
                <a:lnTo>
                  <a:pt x="138" y="60"/>
                </a:lnTo>
                <a:lnTo>
                  <a:pt x="144" y="60"/>
                </a:lnTo>
                <a:lnTo>
                  <a:pt x="144" y="54"/>
                </a:lnTo>
                <a:lnTo>
                  <a:pt x="150" y="54"/>
                </a:lnTo>
                <a:lnTo>
                  <a:pt x="156" y="54"/>
                </a:lnTo>
                <a:lnTo>
                  <a:pt x="156" y="48"/>
                </a:lnTo>
                <a:lnTo>
                  <a:pt x="162" y="48"/>
                </a:lnTo>
                <a:lnTo>
                  <a:pt x="168" y="48"/>
                </a:lnTo>
                <a:lnTo>
                  <a:pt x="168" y="42"/>
                </a:lnTo>
                <a:lnTo>
                  <a:pt x="174" y="42"/>
                </a:lnTo>
                <a:lnTo>
                  <a:pt x="180" y="42"/>
                </a:lnTo>
                <a:lnTo>
                  <a:pt x="186" y="42"/>
                </a:lnTo>
                <a:lnTo>
                  <a:pt x="186" y="36"/>
                </a:lnTo>
                <a:lnTo>
                  <a:pt x="192" y="36"/>
                </a:lnTo>
                <a:lnTo>
                  <a:pt x="198" y="36"/>
                </a:lnTo>
                <a:lnTo>
                  <a:pt x="204" y="30"/>
                </a:lnTo>
                <a:lnTo>
                  <a:pt x="210" y="30"/>
                </a:lnTo>
                <a:lnTo>
                  <a:pt x="216" y="30"/>
                </a:lnTo>
                <a:lnTo>
                  <a:pt x="222" y="24"/>
                </a:lnTo>
                <a:lnTo>
                  <a:pt x="228" y="24"/>
                </a:lnTo>
                <a:lnTo>
                  <a:pt x="234" y="24"/>
                </a:lnTo>
                <a:lnTo>
                  <a:pt x="240" y="24"/>
                </a:lnTo>
                <a:lnTo>
                  <a:pt x="246" y="24"/>
                </a:lnTo>
                <a:lnTo>
                  <a:pt x="246" y="18"/>
                </a:lnTo>
                <a:lnTo>
                  <a:pt x="252" y="18"/>
                </a:lnTo>
                <a:lnTo>
                  <a:pt x="258" y="18"/>
                </a:lnTo>
                <a:lnTo>
                  <a:pt x="264" y="18"/>
                </a:lnTo>
                <a:lnTo>
                  <a:pt x="270" y="18"/>
                </a:lnTo>
                <a:lnTo>
                  <a:pt x="276" y="18"/>
                </a:lnTo>
                <a:lnTo>
                  <a:pt x="276" y="12"/>
                </a:lnTo>
                <a:lnTo>
                  <a:pt x="282" y="12"/>
                </a:lnTo>
                <a:lnTo>
                  <a:pt x="288" y="12"/>
                </a:lnTo>
                <a:lnTo>
                  <a:pt x="294" y="12"/>
                </a:lnTo>
                <a:lnTo>
                  <a:pt x="300" y="12"/>
                </a:lnTo>
                <a:lnTo>
                  <a:pt x="306" y="12"/>
                </a:lnTo>
                <a:lnTo>
                  <a:pt x="312" y="12"/>
                </a:lnTo>
                <a:lnTo>
                  <a:pt x="318" y="12"/>
                </a:lnTo>
                <a:lnTo>
                  <a:pt x="324" y="12"/>
                </a:lnTo>
                <a:lnTo>
                  <a:pt x="330" y="6"/>
                </a:lnTo>
                <a:lnTo>
                  <a:pt x="336" y="6"/>
                </a:lnTo>
                <a:lnTo>
                  <a:pt x="342" y="6"/>
                </a:lnTo>
                <a:lnTo>
                  <a:pt x="348" y="6"/>
                </a:lnTo>
                <a:lnTo>
                  <a:pt x="354" y="6"/>
                </a:lnTo>
                <a:lnTo>
                  <a:pt x="360" y="6"/>
                </a:lnTo>
                <a:lnTo>
                  <a:pt x="366" y="6"/>
                </a:lnTo>
                <a:lnTo>
                  <a:pt x="372" y="6"/>
                </a:lnTo>
                <a:lnTo>
                  <a:pt x="378" y="6"/>
                </a:lnTo>
                <a:lnTo>
                  <a:pt x="384" y="6"/>
                </a:lnTo>
                <a:lnTo>
                  <a:pt x="390" y="6"/>
                </a:lnTo>
                <a:lnTo>
                  <a:pt x="396" y="6"/>
                </a:lnTo>
                <a:lnTo>
                  <a:pt x="402" y="6"/>
                </a:lnTo>
                <a:lnTo>
                  <a:pt x="408" y="6"/>
                </a:lnTo>
                <a:lnTo>
                  <a:pt x="414" y="6"/>
                </a:lnTo>
                <a:lnTo>
                  <a:pt x="420" y="6"/>
                </a:lnTo>
                <a:lnTo>
                  <a:pt x="426" y="6"/>
                </a:lnTo>
                <a:lnTo>
                  <a:pt x="432" y="6"/>
                </a:lnTo>
                <a:lnTo>
                  <a:pt x="438" y="6"/>
                </a:lnTo>
                <a:lnTo>
                  <a:pt x="444" y="6"/>
                </a:lnTo>
                <a:lnTo>
                  <a:pt x="450" y="6"/>
                </a:lnTo>
                <a:lnTo>
                  <a:pt x="456" y="6"/>
                </a:lnTo>
                <a:lnTo>
                  <a:pt x="462" y="6"/>
                </a:lnTo>
                <a:lnTo>
                  <a:pt x="468" y="6"/>
                </a:lnTo>
                <a:lnTo>
                  <a:pt x="474" y="6"/>
                </a:lnTo>
                <a:lnTo>
                  <a:pt x="480" y="6"/>
                </a:lnTo>
                <a:lnTo>
                  <a:pt x="486" y="6"/>
                </a:lnTo>
                <a:lnTo>
                  <a:pt x="492" y="6"/>
                </a:lnTo>
                <a:lnTo>
                  <a:pt x="498" y="6"/>
                </a:lnTo>
                <a:lnTo>
                  <a:pt x="504" y="6"/>
                </a:lnTo>
                <a:lnTo>
                  <a:pt x="510" y="6"/>
                </a:lnTo>
                <a:lnTo>
                  <a:pt x="516" y="6"/>
                </a:lnTo>
                <a:lnTo>
                  <a:pt x="522" y="6"/>
                </a:lnTo>
                <a:lnTo>
                  <a:pt x="528" y="6"/>
                </a:lnTo>
                <a:lnTo>
                  <a:pt x="534" y="6"/>
                </a:lnTo>
                <a:lnTo>
                  <a:pt x="540" y="6"/>
                </a:lnTo>
                <a:lnTo>
                  <a:pt x="546" y="6"/>
                </a:lnTo>
                <a:lnTo>
                  <a:pt x="546" y="0"/>
                </a:lnTo>
                <a:lnTo>
                  <a:pt x="552" y="0"/>
                </a:lnTo>
                <a:lnTo>
                  <a:pt x="558" y="0"/>
                </a:lnTo>
                <a:lnTo>
                  <a:pt x="564" y="0"/>
                </a:lnTo>
                <a:lnTo>
                  <a:pt x="570" y="0"/>
                </a:lnTo>
                <a:lnTo>
                  <a:pt x="576" y="0"/>
                </a:lnTo>
                <a:lnTo>
                  <a:pt x="582" y="0"/>
                </a:lnTo>
                <a:lnTo>
                  <a:pt x="588" y="0"/>
                </a:lnTo>
                <a:lnTo>
                  <a:pt x="594" y="0"/>
                </a:lnTo>
              </a:path>
            </a:pathLst>
          </a:custGeom>
          <a:noFill/>
          <a:ln w="28575">
            <a:solidFill>
              <a:schemeClr val="tx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50" name="Freeform 50"/>
          <p:cNvSpPr/>
          <p:nvPr/>
        </p:nvSpPr>
        <p:spPr bwMode="auto">
          <a:xfrm>
            <a:off x="4876800" y="2513013"/>
            <a:ext cx="933450" cy="904875"/>
          </a:xfrm>
          <a:custGeom>
            <a:avLst/>
            <a:gdLst>
              <a:gd name="T0" fmla="*/ 2147483647 w 588"/>
              <a:gd name="T1" fmla="*/ 2147483647 h 570"/>
              <a:gd name="T2" fmla="*/ 2147483647 w 588"/>
              <a:gd name="T3" fmla="*/ 2147483647 h 570"/>
              <a:gd name="T4" fmla="*/ 2147483647 w 588"/>
              <a:gd name="T5" fmla="*/ 2147483647 h 570"/>
              <a:gd name="T6" fmla="*/ 2147483647 w 588"/>
              <a:gd name="T7" fmla="*/ 2147483647 h 570"/>
              <a:gd name="T8" fmla="*/ 2147483647 w 588"/>
              <a:gd name="T9" fmla="*/ 2147483647 h 570"/>
              <a:gd name="T10" fmla="*/ 2147483647 w 588"/>
              <a:gd name="T11" fmla="*/ 2147483647 h 570"/>
              <a:gd name="T12" fmla="*/ 2147483647 w 588"/>
              <a:gd name="T13" fmla="*/ 2147483647 h 570"/>
              <a:gd name="T14" fmla="*/ 2147483647 w 588"/>
              <a:gd name="T15" fmla="*/ 2147483647 h 570"/>
              <a:gd name="T16" fmla="*/ 2147483647 w 588"/>
              <a:gd name="T17" fmla="*/ 2147483647 h 570"/>
              <a:gd name="T18" fmla="*/ 2147483647 w 588"/>
              <a:gd name="T19" fmla="*/ 2147483647 h 570"/>
              <a:gd name="T20" fmla="*/ 2147483647 w 588"/>
              <a:gd name="T21" fmla="*/ 2147483647 h 570"/>
              <a:gd name="T22" fmla="*/ 2147483647 w 588"/>
              <a:gd name="T23" fmla="*/ 2147483647 h 570"/>
              <a:gd name="T24" fmla="*/ 2147483647 w 588"/>
              <a:gd name="T25" fmla="*/ 2147483647 h 570"/>
              <a:gd name="T26" fmla="*/ 2147483647 w 588"/>
              <a:gd name="T27" fmla="*/ 2147483647 h 570"/>
              <a:gd name="T28" fmla="*/ 2147483647 w 588"/>
              <a:gd name="T29" fmla="*/ 2147483647 h 570"/>
              <a:gd name="T30" fmla="*/ 2147483647 w 588"/>
              <a:gd name="T31" fmla="*/ 2147483647 h 570"/>
              <a:gd name="T32" fmla="*/ 2147483647 w 588"/>
              <a:gd name="T33" fmla="*/ 2147483647 h 570"/>
              <a:gd name="T34" fmla="*/ 2147483647 w 588"/>
              <a:gd name="T35" fmla="*/ 2147483647 h 570"/>
              <a:gd name="T36" fmla="*/ 2147483647 w 588"/>
              <a:gd name="T37" fmla="*/ 2147483647 h 570"/>
              <a:gd name="T38" fmla="*/ 2147483647 w 588"/>
              <a:gd name="T39" fmla="*/ 2147483647 h 570"/>
              <a:gd name="T40" fmla="*/ 2147483647 w 588"/>
              <a:gd name="T41" fmla="*/ 2147483647 h 570"/>
              <a:gd name="T42" fmla="*/ 2147483647 w 588"/>
              <a:gd name="T43" fmla="*/ 2147483647 h 570"/>
              <a:gd name="T44" fmla="*/ 2147483647 w 588"/>
              <a:gd name="T45" fmla="*/ 2147483647 h 570"/>
              <a:gd name="T46" fmla="*/ 2147483647 w 588"/>
              <a:gd name="T47" fmla="*/ 2147483647 h 570"/>
              <a:gd name="T48" fmla="*/ 2147483647 w 588"/>
              <a:gd name="T49" fmla="*/ 2147483647 h 570"/>
              <a:gd name="T50" fmla="*/ 2147483647 w 588"/>
              <a:gd name="T51" fmla="*/ 2147483647 h 570"/>
              <a:gd name="T52" fmla="*/ 2147483647 w 588"/>
              <a:gd name="T53" fmla="*/ 2147483647 h 570"/>
              <a:gd name="T54" fmla="*/ 2147483647 w 588"/>
              <a:gd name="T55" fmla="*/ 2147483647 h 570"/>
              <a:gd name="T56" fmla="*/ 2147483647 w 588"/>
              <a:gd name="T57" fmla="*/ 2147483647 h 570"/>
              <a:gd name="T58" fmla="*/ 2147483647 w 588"/>
              <a:gd name="T59" fmla="*/ 2147483647 h 570"/>
              <a:gd name="T60" fmla="*/ 2147483647 w 588"/>
              <a:gd name="T61" fmla="*/ 2147483647 h 570"/>
              <a:gd name="T62" fmla="*/ 2147483647 w 588"/>
              <a:gd name="T63" fmla="*/ 2147483647 h 570"/>
              <a:gd name="T64" fmla="*/ 2147483647 w 588"/>
              <a:gd name="T65" fmla="*/ 2147483647 h 570"/>
              <a:gd name="T66" fmla="*/ 2147483647 w 588"/>
              <a:gd name="T67" fmla="*/ 2147483647 h 570"/>
              <a:gd name="T68" fmla="*/ 2147483647 w 588"/>
              <a:gd name="T69" fmla="*/ 2147483647 h 570"/>
              <a:gd name="T70" fmla="*/ 2147483647 w 588"/>
              <a:gd name="T71" fmla="*/ 2147483647 h 570"/>
              <a:gd name="T72" fmla="*/ 2147483647 w 588"/>
              <a:gd name="T73" fmla="*/ 2147483647 h 570"/>
              <a:gd name="T74" fmla="*/ 2147483647 w 588"/>
              <a:gd name="T75" fmla="*/ 2147483647 h 570"/>
              <a:gd name="T76" fmla="*/ 2147483647 w 588"/>
              <a:gd name="T77" fmla="*/ 2147483647 h 570"/>
              <a:gd name="T78" fmla="*/ 2147483647 w 588"/>
              <a:gd name="T79" fmla="*/ 2147483647 h 570"/>
              <a:gd name="T80" fmla="*/ 2147483647 w 588"/>
              <a:gd name="T81" fmla="*/ 2147483647 h 570"/>
              <a:gd name="T82" fmla="*/ 2147483647 w 588"/>
              <a:gd name="T83" fmla="*/ 2147483647 h 570"/>
              <a:gd name="T84" fmla="*/ 2147483647 w 588"/>
              <a:gd name="T85" fmla="*/ 2147483647 h 570"/>
              <a:gd name="T86" fmla="*/ 2147483647 w 588"/>
              <a:gd name="T87" fmla="*/ 2147483647 h 570"/>
              <a:gd name="T88" fmla="*/ 2147483647 w 588"/>
              <a:gd name="T89" fmla="*/ 2147483647 h 570"/>
              <a:gd name="T90" fmla="*/ 2147483647 w 588"/>
              <a:gd name="T91" fmla="*/ 2147483647 h 570"/>
              <a:gd name="T92" fmla="*/ 2147483647 w 588"/>
              <a:gd name="T93" fmla="*/ 2147483647 h 570"/>
              <a:gd name="T94" fmla="*/ 2147483647 w 588"/>
              <a:gd name="T95" fmla="*/ 2147483647 h 570"/>
              <a:gd name="T96" fmla="*/ 2147483647 w 588"/>
              <a:gd name="T97" fmla="*/ 2147483647 h 570"/>
              <a:gd name="T98" fmla="*/ 2147483647 w 588"/>
              <a:gd name="T99" fmla="*/ 2147483647 h 570"/>
              <a:gd name="T100" fmla="*/ 2147483647 w 588"/>
              <a:gd name="T101" fmla="*/ 2147483647 h 57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88" h="570">
                <a:moveTo>
                  <a:pt x="0" y="570"/>
                </a:moveTo>
                <a:lnTo>
                  <a:pt x="0" y="564"/>
                </a:lnTo>
                <a:lnTo>
                  <a:pt x="6" y="564"/>
                </a:lnTo>
                <a:lnTo>
                  <a:pt x="12" y="564"/>
                </a:lnTo>
                <a:lnTo>
                  <a:pt x="18" y="564"/>
                </a:lnTo>
                <a:lnTo>
                  <a:pt x="24" y="564"/>
                </a:lnTo>
                <a:lnTo>
                  <a:pt x="30" y="558"/>
                </a:lnTo>
                <a:lnTo>
                  <a:pt x="36" y="558"/>
                </a:lnTo>
                <a:lnTo>
                  <a:pt x="42" y="558"/>
                </a:lnTo>
                <a:lnTo>
                  <a:pt x="48" y="558"/>
                </a:lnTo>
                <a:lnTo>
                  <a:pt x="54" y="552"/>
                </a:lnTo>
                <a:lnTo>
                  <a:pt x="60" y="552"/>
                </a:lnTo>
                <a:lnTo>
                  <a:pt x="66" y="552"/>
                </a:lnTo>
                <a:lnTo>
                  <a:pt x="72" y="546"/>
                </a:lnTo>
                <a:lnTo>
                  <a:pt x="78" y="546"/>
                </a:lnTo>
                <a:lnTo>
                  <a:pt x="84" y="546"/>
                </a:lnTo>
                <a:lnTo>
                  <a:pt x="90" y="540"/>
                </a:lnTo>
                <a:lnTo>
                  <a:pt x="96" y="540"/>
                </a:lnTo>
                <a:lnTo>
                  <a:pt x="102" y="540"/>
                </a:lnTo>
                <a:lnTo>
                  <a:pt x="102" y="534"/>
                </a:lnTo>
                <a:lnTo>
                  <a:pt x="108" y="534"/>
                </a:lnTo>
                <a:lnTo>
                  <a:pt x="114" y="534"/>
                </a:lnTo>
                <a:lnTo>
                  <a:pt x="114" y="528"/>
                </a:lnTo>
                <a:lnTo>
                  <a:pt x="120" y="528"/>
                </a:lnTo>
                <a:lnTo>
                  <a:pt x="126" y="528"/>
                </a:lnTo>
                <a:lnTo>
                  <a:pt x="126" y="522"/>
                </a:lnTo>
                <a:lnTo>
                  <a:pt x="132" y="522"/>
                </a:lnTo>
                <a:lnTo>
                  <a:pt x="138" y="522"/>
                </a:lnTo>
                <a:lnTo>
                  <a:pt x="138" y="516"/>
                </a:lnTo>
                <a:lnTo>
                  <a:pt x="144" y="516"/>
                </a:lnTo>
                <a:lnTo>
                  <a:pt x="150" y="516"/>
                </a:lnTo>
                <a:lnTo>
                  <a:pt x="150" y="510"/>
                </a:lnTo>
                <a:lnTo>
                  <a:pt x="156" y="510"/>
                </a:lnTo>
                <a:lnTo>
                  <a:pt x="162" y="504"/>
                </a:lnTo>
                <a:lnTo>
                  <a:pt x="168" y="504"/>
                </a:lnTo>
                <a:lnTo>
                  <a:pt x="168" y="498"/>
                </a:lnTo>
                <a:lnTo>
                  <a:pt x="174" y="498"/>
                </a:lnTo>
                <a:lnTo>
                  <a:pt x="180" y="492"/>
                </a:lnTo>
                <a:lnTo>
                  <a:pt x="186" y="492"/>
                </a:lnTo>
                <a:lnTo>
                  <a:pt x="186" y="486"/>
                </a:lnTo>
                <a:lnTo>
                  <a:pt x="192" y="486"/>
                </a:lnTo>
                <a:lnTo>
                  <a:pt x="198" y="486"/>
                </a:lnTo>
                <a:lnTo>
                  <a:pt x="198" y="480"/>
                </a:lnTo>
                <a:lnTo>
                  <a:pt x="204" y="480"/>
                </a:lnTo>
                <a:lnTo>
                  <a:pt x="204" y="474"/>
                </a:lnTo>
                <a:lnTo>
                  <a:pt x="210" y="474"/>
                </a:lnTo>
                <a:lnTo>
                  <a:pt x="216" y="468"/>
                </a:lnTo>
                <a:lnTo>
                  <a:pt x="222" y="462"/>
                </a:lnTo>
                <a:lnTo>
                  <a:pt x="228" y="462"/>
                </a:lnTo>
                <a:lnTo>
                  <a:pt x="228" y="456"/>
                </a:lnTo>
                <a:lnTo>
                  <a:pt x="234" y="456"/>
                </a:lnTo>
                <a:lnTo>
                  <a:pt x="234" y="450"/>
                </a:lnTo>
                <a:lnTo>
                  <a:pt x="240" y="450"/>
                </a:lnTo>
                <a:lnTo>
                  <a:pt x="240" y="444"/>
                </a:lnTo>
                <a:lnTo>
                  <a:pt x="246" y="444"/>
                </a:lnTo>
                <a:lnTo>
                  <a:pt x="246" y="438"/>
                </a:lnTo>
                <a:lnTo>
                  <a:pt x="252" y="438"/>
                </a:lnTo>
                <a:lnTo>
                  <a:pt x="258" y="432"/>
                </a:lnTo>
                <a:lnTo>
                  <a:pt x="264" y="426"/>
                </a:lnTo>
                <a:lnTo>
                  <a:pt x="270" y="426"/>
                </a:lnTo>
                <a:lnTo>
                  <a:pt x="270" y="420"/>
                </a:lnTo>
                <a:lnTo>
                  <a:pt x="276" y="414"/>
                </a:lnTo>
                <a:lnTo>
                  <a:pt x="282" y="414"/>
                </a:lnTo>
                <a:lnTo>
                  <a:pt x="282" y="408"/>
                </a:lnTo>
                <a:lnTo>
                  <a:pt x="288" y="408"/>
                </a:lnTo>
                <a:lnTo>
                  <a:pt x="288" y="402"/>
                </a:lnTo>
                <a:lnTo>
                  <a:pt x="294" y="396"/>
                </a:lnTo>
                <a:lnTo>
                  <a:pt x="300" y="396"/>
                </a:lnTo>
                <a:lnTo>
                  <a:pt x="300" y="390"/>
                </a:lnTo>
                <a:lnTo>
                  <a:pt x="306" y="384"/>
                </a:lnTo>
                <a:lnTo>
                  <a:pt x="312" y="378"/>
                </a:lnTo>
                <a:lnTo>
                  <a:pt x="318" y="372"/>
                </a:lnTo>
                <a:lnTo>
                  <a:pt x="318" y="366"/>
                </a:lnTo>
                <a:lnTo>
                  <a:pt x="324" y="366"/>
                </a:lnTo>
                <a:lnTo>
                  <a:pt x="330" y="360"/>
                </a:lnTo>
                <a:lnTo>
                  <a:pt x="330" y="354"/>
                </a:lnTo>
                <a:lnTo>
                  <a:pt x="336" y="354"/>
                </a:lnTo>
                <a:lnTo>
                  <a:pt x="336" y="348"/>
                </a:lnTo>
                <a:lnTo>
                  <a:pt x="342" y="348"/>
                </a:lnTo>
                <a:lnTo>
                  <a:pt x="342" y="342"/>
                </a:lnTo>
                <a:lnTo>
                  <a:pt x="348" y="342"/>
                </a:lnTo>
                <a:lnTo>
                  <a:pt x="348" y="336"/>
                </a:lnTo>
                <a:lnTo>
                  <a:pt x="354" y="336"/>
                </a:lnTo>
                <a:lnTo>
                  <a:pt x="354" y="330"/>
                </a:lnTo>
                <a:lnTo>
                  <a:pt x="360" y="324"/>
                </a:lnTo>
                <a:lnTo>
                  <a:pt x="360" y="318"/>
                </a:lnTo>
                <a:lnTo>
                  <a:pt x="366" y="318"/>
                </a:lnTo>
                <a:lnTo>
                  <a:pt x="366" y="312"/>
                </a:lnTo>
                <a:lnTo>
                  <a:pt x="372" y="312"/>
                </a:lnTo>
                <a:lnTo>
                  <a:pt x="372" y="306"/>
                </a:lnTo>
                <a:lnTo>
                  <a:pt x="378" y="300"/>
                </a:lnTo>
                <a:lnTo>
                  <a:pt x="384" y="294"/>
                </a:lnTo>
                <a:lnTo>
                  <a:pt x="390" y="288"/>
                </a:lnTo>
                <a:lnTo>
                  <a:pt x="390" y="282"/>
                </a:lnTo>
                <a:lnTo>
                  <a:pt x="396" y="282"/>
                </a:lnTo>
                <a:lnTo>
                  <a:pt x="396" y="276"/>
                </a:lnTo>
                <a:lnTo>
                  <a:pt x="402" y="276"/>
                </a:lnTo>
                <a:lnTo>
                  <a:pt x="402" y="270"/>
                </a:lnTo>
                <a:lnTo>
                  <a:pt x="408" y="264"/>
                </a:lnTo>
                <a:lnTo>
                  <a:pt x="414" y="258"/>
                </a:lnTo>
                <a:lnTo>
                  <a:pt x="414" y="252"/>
                </a:lnTo>
                <a:lnTo>
                  <a:pt x="420" y="246"/>
                </a:lnTo>
                <a:lnTo>
                  <a:pt x="426" y="240"/>
                </a:lnTo>
                <a:lnTo>
                  <a:pt x="426" y="234"/>
                </a:lnTo>
                <a:lnTo>
                  <a:pt x="432" y="234"/>
                </a:lnTo>
                <a:lnTo>
                  <a:pt x="432" y="228"/>
                </a:lnTo>
                <a:lnTo>
                  <a:pt x="438" y="222"/>
                </a:lnTo>
                <a:lnTo>
                  <a:pt x="444" y="216"/>
                </a:lnTo>
                <a:lnTo>
                  <a:pt x="444" y="210"/>
                </a:lnTo>
                <a:lnTo>
                  <a:pt x="450" y="210"/>
                </a:lnTo>
                <a:lnTo>
                  <a:pt x="450" y="204"/>
                </a:lnTo>
                <a:lnTo>
                  <a:pt x="456" y="204"/>
                </a:lnTo>
                <a:lnTo>
                  <a:pt x="456" y="198"/>
                </a:lnTo>
                <a:lnTo>
                  <a:pt x="456" y="192"/>
                </a:lnTo>
                <a:lnTo>
                  <a:pt x="462" y="192"/>
                </a:lnTo>
                <a:lnTo>
                  <a:pt x="462" y="186"/>
                </a:lnTo>
                <a:lnTo>
                  <a:pt x="468" y="180"/>
                </a:lnTo>
                <a:lnTo>
                  <a:pt x="474" y="174"/>
                </a:lnTo>
                <a:lnTo>
                  <a:pt x="474" y="168"/>
                </a:lnTo>
                <a:lnTo>
                  <a:pt x="480" y="168"/>
                </a:lnTo>
                <a:lnTo>
                  <a:pt x="480" y="162"/>
                </a:lnTo>
                <a:lnTo>
                  <a:pt x="486" y="156"/>
                </a:lnTo>
                <a:lnTo>
                  <a:pt x="486" y="150"/>
                </a:lnTo>
                <a:lnTo>
                  <a:pt x="492" y="150"/>
                </a:lnTo>
                <a:lnTo>
                  <a:pt x="492" y="144"/>
                </a:lnTo>
                <a:lnTo>
                  <a:pt x="498" y="144"/>
                </a:lnTo>
                <a:lnTo>
                  <a:pt x="498" y="138"/>
                </a:lnTo>
                <a:lnTo>
                  <a:pt x="504" y="132"/>
                </a:lnTo>
                <a:lnTo>
                  <a:pt x="504" y="126"/>
                </a:lnTo>
                <a:lnTo>
                  <a:pt x="510" y="120"/>
                </a:lnTo>
                <a:lnTo>
                  <a:pt x="516" y="114"/>
                </a:lnTo>
                <a:lnTo>
                  <a:pt x="516" y="108"/>
                </a:lnTo>
                <a:lnTo>
                  <a:pt x="522" y="102"/>
                </a:lnTo>
                <a:lnTo>
                  <a:pt x="528" y="96"/>
                </a:lnTo>
                <a:lnTo>
                  <a:pt x="528" y="90"/>
                </a:lnTo>
                <a:lnTo>
                  <a:pt x="534" y="90"/>
                </a:lnTo>
                <a:lnTo>
                  <a:pt x="534" y="84"/>
                </a:lnTo>
                <a:lnTo>
                  <a:pt x="534" y="78"/>
                </a:lnTo>
                <a:lnTo>
                  <a:pt x="540" y="78"/>
                </a:lnTo>
                <a:lnTo>
                  <a:pt x="540" y="72"/>
                </a:lnTo>
                <a:lnTo>
                  <a:pt x="546" y="72"/>
                </a:lnTo>
                <a:lnTo>
                  <a:pt x="546" y="66"/>
                </a:lnTo>
                <a:lnTo>
                  <a:pt x="552" y="60"/>
                </a:lnTo>
                <a:lnTo>
                  <a:pt x="552" y="54"/>
                </a:lnTo>
                <a:lnTo>
                  <a:pt x="558" y="54"/>
                </a:lnTo>
                <a:lnTo>
                  <a:pt x="558" y="48"/>
                </a:lnTo>
                <a:lnTo>
                  <a:pt x="564" y="42"/>
                </a:lnTo>
                <a:lnTo>
                  <a:pt x="570" y="36"/>
                </a:lnTo>
                <a:lnTo>
                  <a:pt x="570" y="30"/>
                </a:lnTo>
                <a:lnTo>
                  <a:pt x="576" y="24"/>
                </a:lnTo>
                <a:lnTo>
                  <a:pt x="576" y="18"/>
                </a:lnTo>
                <a:lnTo>
                  <a:pt x="582" y="18"/>
                </a:lnTo>
                <a:lnTo>
                  <a:pt x="582" y="12"/>
                </a:lnTo>
                <a:lnTo>
                  <a:pt x="588" y="6"/>
                </a:lnTo>
                <a:lnTo>
                  <a:pt x="588" y="0"/>
                </a:lnTo>
              </a:path>
            </a:pathLst>
          </a:custGeom>
          <a:noFill/>
          <a:ln w="28575">
            <a:solidFill>
              <a:schemeClr val="tx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51" name="Freeform 51"/>
          <p:cNvSpPr/>
          <p:nvPr/>
        </p:nvSpPr>
        <p:spPr bwMode="auto">
          <a:xfrm>
            <a:off x="5810250" y="1722438"/>
            <a:ext cx="942975" cy="790575"/>
          </a:xfrm>
          <a:custGeom>
            <a:avLst/>
            <a:gdLst>
              <a:gd name="T0" fmla="*/ 2147483647 w 594"/>
              <a:gd name="T1" fmla="*/ 2147483647 h 498"/>
              <a:gd name="T2" fmla="*/ 2147483647 w 594"/>
              <a:gd name="T3" fmla="*/ 2147483647 h 498"/>
              <a:gd name="T4" fmla="*/ 2147483647 w 594"/>
              <a:gd name="T5" fmla="*/ 2147483647 h 498"/>
              <a:gd name="T6" fmla="*/ 2147483647 w 594"/>
              <a:gd name="T7" fmla="*/ 2147483647 h 498"/>
              <a:gd name="T8" fmla="*/ 2147483647 w 594"/>
              <a:gd name="T9" fmla="*/ 2147483647 h 498"/>
              <a:gd name="T10" fmla="*/ 2147483647 w 594"/>
              <a:gd name="T11" fmla="*/ 2147483647 h 498"/>
              <a:gd name="T12" fmla="*/ 2147483647 w 594"/>
              <a:gd name="T13" fmla="*/ 2147483647 h 498"/>
              <a:gd name="T14" fmla="*/ 2147483647 w 594"/>
              <a:gd name="T15" fmla="*/ 2147483647 h 498"/>
              <a:gd name="T16" fmla="*/ 2147483647 w 594"/>
              <a:gd name="T17" fmla="*/ 2147483647 h 498"/>
              <a:gd name="T18" fmla="*/ 2147483647 w 594"/>
              <a:gd name="T19" fmla="*/ 2147483647 h 498"/>
              <a:gd name="T20" fmla="*/ 2147483647 w 594"/>
              <a:gd name="T21" fmla="*/ 2147483647 h 498"/>
              <a:gd name="T22" fmla="*/ 2147483647 w 594"/>
              <a:gd name="T23" fmla="*/ 2147483647 h 498"/>
              <a:gd name="T24" fmla="*/ 2147483647 w 594"/>
              <a:gd name="T25" fmla="*/ 2147483647 h 498"/>
              <a:gd name="T26" fmla="*/ 2147483647 w 594"/>
              <a:gd name="T27" fmla="*/ 2147483647 h 498"/>
              <a:gd name="T28" fmla="*/ 2147483647 w 594"/>
              <a:gd name="T29" fmla="*/ 2147483647 h 498"/>
              <a:gd name="T30" fmla="*/ 2147483647 w 594"/>
              <a:gd name="T31" fmla="*/ 2147483647 h 498"/>
              <a:gd name="T32" fmla="*/ 2147483647 w 594"/>
              <a:gd name="T33" fmla="*/ 2147483647 h 498"/>
              <a:gd name="T34" fmla="*/ 2147483647 w 594"/>
              <a:gd name="T35" fmla="*/ 2147483647 h 498"/>
              <a:gd name="T36" fmla="*/ 2147483647 w 594"/>
              <a:gd name="T37" fmla="*/ 2147483647 h 498"/>
              <a:gd name="T38" fmla="*/ 2147483647 w 594"/>
              <a:gd name="T39" fmla="*/ 2147483647 h 498"/>
              <a:gd name="T40" fmla="*/ 2147483647 w 594"/>
              <a:gd name="T41" fmla="*/ 2147483647 h 498"/>
              <a:gd name="T42" fmla="*/ 2147483647 w 594"/>
              <a:gd name="T43" fmla="*/ 2147483647 h 498"/>
              <a:gd name="T44" fmla="*/ 2147483647 w 594"/>
              <a:gd name="T45" fmla="*/ 2147483647 h 498"/>
              <a:gd name="T46" fmla="*/ 2147483647 w 594"/>
              <a:gd name="T47" fmla="*/ 2147483647 h 498"/>
              <a:gd name="T48" fmla="*/ 2147483647 w 594"/>
              <a:gd name="T49" fmla="*/ 2147483647 h 498"/>
              <a:gd name="T50" fmla="*/ 2147483647 w 594"/>
              <a:gd name="T51" fmla="*/ 2147483647 h 498"/>
              <a:gd name="T52" fmla="*/ 2147483647 w 594"/>
              <a:gd name="T53" fmla="*/ 2147483647 h 498"/>
              <a:gd name="T54" fmla="*/ 2147483647 w 594"/>
              <a:gd name="T55" fmla="*/ 2147483647 h 498"/>
              <a:gd name="T56" fmla="*/ 2147483647 w 594"/>
              <a:gd name="T57" fmla="*/ 2147483647 h 498"/>
              <a:gd name="T58" fmla="*/ 2147483647 w 594"/>
              <a:gd name="T59" fmla="*/ 2147483647 h 498"/>
              <a:gd name="T60" fmla="*/ 2147483647 w 594"/>
              <a:gd name="T61" fmla="*/ 2147483647 h 498"/>
              <a:gd name="T62" fmla="*/ 2147483647 w 594"/>
              <a:gd name="T63" fmla="*/ 2147483647 h 498"/>
              <a:gd name="T64" fmla="*/ 2147483647 w 594"/>
              <a:gd name="T65" fmla="*/ 2147483647 h 498"/>
              <a:gd name="T66" fmla="*/ 2147483647 w 594"/>
              <a:gd name="T67" fmla="*/ 2147483647 h 498"/>
              <a:gd name="T68" fmla="*/ 2147483647 w 594"/>
              <a:gd name="T69" fmla="*/ 2147483647 h 498"/>
              <a:gd name="T70" fmla="*/ 2147483647 w 594"/>
              <a:gd name="T71" fmla="*/ 2147483647 h 498"/>
              <a:gd name="T72" fmla="*/ 2147483647 w 594"/>
              <a:gd name="T73" fmla="*/ 2147483647 h 498"/>
              <a:gd name="T74" fmla="*/ 2147483647 w 594"/>
              <a:gd name="T75" fmla="*/ 2147483647 h 498"/>
              <a:gd name="T76" fmla="*/ 2147483647 w 594"/>
              <a:gd name="T77" fmla="*/ 2147483647 h 498"/>
              <a:gd name="T78" fmla="*/ 2147483647 w 594"/>
              <a:gd name="T79" fmla="*/ 2147483647 h 498"/>
              <a:gd name="T80" fmla="*/ 2147483647 w 594"/>
              <a:gd name="T81" fmla="*/ 2147483647 h 498"/>
              <a:gd name="T82" fmla="*/ 2147483647 w 594"/>
              <a:gd name="T83" fmla="*/ 2147483647 h 498"/>
              <a:gd name="T84" fmla="*/ 2147483647 w 594"/>
              <a:gd name="T85" fmla="*/ 2147483647 h 498"/>
              <a:gd name="T86" fmla="*/ 2147483647 w 594"/>
              <a:gd name="T87" fmla="*/ 2147483647 h 498"/>
              <a:gd name="T88" fmla="*/ 2147483647 w 594"/>
              <a:gd name="T89" fmla="*/ 2147483647 h 498"/>
              <a:gd name="T90" fmla="*/ 2147483647 w 594"/>
              <a:gd name="T91" fmla="*/ 2147483647 h 498"/>
              <a:gd name="T92" fmla="*/ 2147483647 w 594"/>
              <a:gd name="T93" fmla="*/ 2147483647 h 498"/>
              <a:gd name="T94" fmla="*/ 2147483647 w 594"/>
              <a:gd name="T95" fmla="*/ 0 h 498"/>
              <a:gd name="T96" fmla="*/ 2147483647 w 594"/>
              <a:gd name="T97" fmla="*/ 0 h 498"/>
              <a:gd name="T98" fmla="*/ 2147483647 w 594"/>
              <a:gd name="T99" fmla="*/ 0 h 498"/>
              <a:gd name="T100" fmla="*/ 2147483647 w 594"/>
              <a:gd name="T101" fmla="*/ 0 h 4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498">
                <a:moveTo>
                  <a:pt x="0" y="498"/>
                </a:moveTo>
                <a:lnTo>
                  <a:pt x="6" y="498"/>
                </a:lnTo>
                <a:lnTo>
                  <a:pt x="6" y="492"/>
                </a:lnTo>
                <a:lnTo>
                  <a:pt x="12" y="492"/>
                </a:lnTo>
                <a:lnTo>
                  <a:pt x="12" y="486"/>
                </a:lnTo>
                <a:lnTo>
                  <a:pt x="12" y="480"/>
                </a:lnTo>
                <a:lnTo>
                  <a:pt x="18" y="480"/>
                </a:lnTo>
                <a:lnTo>
                  <a:pt x="18" y="474"/>
                </a:lnTo>
                <a:lnTo>
                  <a:pt x="24" y="468"/>
                </a:lnTo>
                <a:lnTo>
                  <a:pt x="30" y="462"/>
                </a:lnTo>
                <a:lnTo>
                  <a:pt x="30" y="456"/>
                </a:lnTo>
                <a:lnTo>
                  <a:pt x="36" y="450"/>
                </a:lnTo>
                <a:lnTo>
                  <a:pt x="42" y="444"/>
                </a:lnTo>
                <a:lnTo>
                  <a:pt x="42" y="438"/>
                </a:lnTo>
                <a:lnTo>
                  <a:pt x="48" y="432"/>
                </a:lnTo>
                <a:lnTo>
                  <a:pt x="48" y="426"/>
                </a:lnTo>
                <a:lnTo>
                  <a:pt x="54" y="426"/>
                </a:lnTo>
                <a:lnTo>
                  <a:pt x="54" y="420"/>
                </a:lnTo>
                <a:lnTo>
                  <a:pt x="60" y="420"/>
                </a:lnTo>
                <a:lnTo>
                  <a:pt x="60" y="414"/>
                </a:lnTo>
                <a:lnTo>
                  <a:pt x="66" y="408"/>
                </a:lnTo>
                <a:lnTo>
                  <a:pt x="66" y="402"/>
                </a:lnTo>
                <a:lnTo>
                  <a:pt x="72" y="402"/>
                </a:lnTo>
                <a:lnTo>
                  <a:pt x="72" y="396"/>
                </a:lnTo>
                <a:lnTo>
                  <a:pt x="78" y="390"/>
                </a:lnTo>
                <a:lnTo>
                  <a:pt x="84" y="384"/>
                </a:lnTo>
                <a:lnTo>
                  <a:pt x="84" y="378"/>
                </a:lnTo>
                <a:lnTo>
                  <a:pt x="90" y="378"/>
                </a:lnTo>
                <a:lnTo>
                  <a:pt x="90" y="372"/>
                </a:lnTo>
                <a:lnTo>
                  <a:pt x="90" y="366"/>
                </a:lnTo>
                <a:lnTo>
                  <a:pt x="96" y="366"/>
                </a:lnTo>
                <a:lnTo>
                  <a:pt x="96" y="360"/>
                </a:lnTo>
                <a:lnTo>
                  <a:pt x="102" y="360"/>
                </a:lnTo>
                <a:lnTo>
                  <a:pt x="102" y="354"/>
                </a:lnTo>
                <a:lnTo>
                  <a:pt x="108" y="348"/>
                </a:lnTo>
                <a:lnTo>
                  <a:pt x="114" y="342"/>
                </a:lnTo>
                <a:lnTo>
                  <a:pt x="114" y="336"/>
                </a:lnTo>
                <a:lnTo>
                  <a:pt x="120" y="336"/>
                </a:lnTo>
                <a:lnTo>
                  <a:pt x="120" y="330"/>
                </a:lnTo>
                <a:lnTo>
                  <a:pt x="126" y="324"/>
                </a:lnTo>
                <a:lnTo>
                  <a:pt x="132" y="318"/>
                </a:lnTo>
                <a:lnTo>
                  <a:pt x="132" y="312"/>
                </a:lnTo>
                <a:lnTo>
                  <a:pt x="138" y="306"/>
                </a:lnTo>
                <a:lnTo>
                  <a:pt x="144" y="300"/>
                </a:lnTo>
                <a:lnTo>
                  <a:pt x="144" y="294"/>
                </a:lnTo>
                <a:lnTo>
                  <a:pt x="150" y="294"/>
                </a:lnTo>
                <a:lnTo>
                  <a:pt x="150" y="288"/>
                </a:lnTo>
                <a:lnTo>
                  <a:pt x="156" y="288"/>
                </a:lnTo>
                <a:lnTo>
                  <a:pt x="156" y="282"/>
                </a:lnTo>
                <a:lnTo>
                  <a:pt x="162" y="276"/>
                </a:lnTo>
                <a:lnTo>
                  <a:pt x="168" y="270"/>
                </a:lnTo>
                <a:lnTo>
                  <a:pt x="174" y="264"/>
                </a:lnTo>
                <a:lnTo>
                  <a:pt x="174" y="258"/>
                </a:lnTo>
                <a:lnTo>
                  <a:pt x="180" y="258"/>
                </a:lnTo>
                <a:lnTo>
                  <a:pt x="180" y="252"/>
                </a:lnTo>
                <a:lnTo>
                  <a:pt x="186" y="252"/>
                </a:lnTo>
                <a:lnTo>
                  <a:pt x="186" y="246"/>
                </a:lnTo>
                <a:lnTo>
                  <a:pt x="192" y="240"/>
                </a:lnTo>
                <a:lnTo>
                  <a:pt x="192" y="234"/>
                </a:lnTo>
                <a:lnTo>
                  <a:pt x="198" y="234"/>
                </a:lnTo>
                <a:lnTo>
                  <a:pt x="198" y="228"/>
                </a:lnTo>
                <a:lnTo>
                  <a:pt x="204" y="228"/>
                </a:lnTo>
                <a:lnTo>
                  <a:pt x="204" y="222"/>
                </a:lnTo>
                <a:lnTo>
                  <a:pt x="210" y="222"/>
                </a:lnTo>
                <a:lnTo>
                  <a:pt x="210" y="216"/>
                </a:lnTo>
                <a:lnTo>
                  <a:pt x="216" y="216"/>
                </a:lnTo>
                <a:lnTo>
                  <a:pt x="216" y="210"/>
                </a:lnTo>
                <a:lnTo>
                  <a:pt x="222" y="204"/>
                </a:lnTo>
                <a:lnTo>
                  <a:pt x="228" y="204"/>
                </a:lnTo>
                <a:lnTo>
                  <a:pt x="228" y="198"/>
                </a:lnTo>
                <a:lnTo>
                  <a:pt x="234" y="192"/>
                </a:lnTo>
                <a:lnTo>
                  <a:pt x="240" y="186"/>
                </a:lnTo>
                <a:lnTo>
                  <a:pt x="246" y="180"/>
                </a:lnTo>
                <a:lnTo>
                  <a:pt x="246" y="174"/>
                </a:lnTo>
                <a:lnTo>
                  <a:pt x="252" y="174"/>
                </a:lnTo>
                <a:lnTo>
                  <a:pt x="258" y="168"/>
                </a:lnTo>
                <a:lnTo>
                  <a:pt x="258" y="162"/>
                </a:lnTo>
                <a:lnTo>
                  <a:pt x="264" y="162"/>
                </a:lnTo>
                <a:lnTo>
                  <a:pt x="264" y="156"/>
                </a:lnTo>
                <a:lnTo>
                  <a:pt x="270" y="156"/>
                </a:lnTo>
                <a:lnTo>
                  <a:pt x="276" y="150"/>
                </a:lnTo>
                <a:lnTo>
                  <a:pt x="276" y="144"/>
                </a:lnTo>
                <a:lnTo>
                  <a:pt x="282" y="144"/>
                </a:lnTo>
                <a:lnTo>
                  <a:pt x="288" y="138"/>
                </a:lnTo>
                <a:lnTo>
                  <a:pt x="294" y="132"/>
                </a:lnTo>
                <a:lnTo>
                  <a:pt x="300" y="132"/>
                </a:lnTo>
                <a:lnTo>
                  <a:pt x="300" y="126"/>
                </a:lnTo>
                <a:lnTo>
                  <a:pt x="306" y="126"/>
                </a:lnTo>
                <a:lnTo>
                  <a:pt x="306" y="120"/>
                </a:lnTo>
                <a:lnTo>
                  <a:pt x="312" y="120"/>
                </a:lnTo>
                <a:lnTo>
                  <a:pt x="312" y="114"/>
                </a:lnTo>
                <a:lnTo>
                  <a:pt x="318" y="114"/>
                </a:lnTo>
                <a:lnTo>
                  <a:pt x="318" y="108"/>
                </a:lnTo>
                <a:lnTo>
                  <a:pt x="324" y="108"/>
                </a:lnTo>
                <a:lnTo>
                  <a:pt x="330" y="102"/>
                </a:lnTo>
                <a:lnTo>
                  <a:pt x="336" y="96"/>
                </a:lnTo>
                <a:lnTo>
                  <a:pt x="342" y="96"/>
                </a:lnTo>
                <a:lnTo>
                  <a:pt x="342" y="90"/>
                </a:lnTo>
                <a:lnTo>
                  <a:pt x="348" y="90"/>
                </a:lnTo>
                <a:lnTo>
                  <a:pt x="348" y="84"/>
                </a:lnTo>
                <a:lnTo>
                  <a:pt x="354" y="84"/>
                </a:lnTo>
                <a:lnTo>
                  <a:pt x="360" y="84"/>
                </a:lnTo>
                <a:lnTo>
                  <a:pt x="360" y="78"/>
                </a:lnTo>
                <a:lnTo>
                  <a:pt x="366" y="78"/>
                </a:lnTo>
                <a:lnTo>
                  <a:pt x="372" y="72"/>
                </a:lnTo>
                <a:lnTo>
                  <a:pt x="378" y="72"/>
                </a:lnTo>
                <a:lnTo>
                  <a:pt x="378" y="66"/>
                </a:lnTo>
                <a:lnTo>
                  <a:pt x="384" y="66"/>
                </a:lnTo>
                <a:lnTo>
                  <a:pt x="390" y="60"/>
                </a:lnTo>
                <a:lnTo>
                  <a:pt x="396" y="60"/>
                </a:lnTo>
                <a:lnTo>
                  <a:pt x="396" y="54"/>
                </a:lnTo>
                <a:lnTo>
                  <a:pt x="402" y="54"/>
                </a:lnTo>
                <a:lnTo>
                  <a:pt x="408" y="54"/>
                </a:lnTo>
                <a:lnTo>
                  <a:pt x="408" y="48"/>
                </a:lnTo>
                <a:lnTo>
                  <a:pt x="414" y="48"/>
                </a:lnTo>
                <a:lnTo>
                  <a:pt x="420" y="48"/>
                </a:lnTo>
                <a:lnTo>
                  <a:pt x="420" y="42"/>
                </a:lnTo>
                <a:lnTo>
                  <a:pt x="426" y="42"/>
                </a:lnTo>
                <a:lnTo>
                  <a:pt x="432" y="42"/>
                </a:lnTo>
                <a:lnTo>
                  <a:pt x="432" y="36"/>
                </a:lnTo>
                <a:lnTo>
                  <a:pt x="438" y="36"/>
                </a:lnTo>
                <a:lnTo>
                  <a:pt x="444" y="36"/>
                </a:lnTo>
                <a:lnTo>
                  <a:pt x="444" y="30"/>
                </a:lnTo>
                <a:lnTo>
                  <a:pt x="450" y="30"/>
                </a:lnTo>
                <a:lnTo>
                  <a:pt x="456" y="30"/>
                </a:lnTo>
                <a:lnTo>
                  <a:pt x="462" y="24"/>
                </a:lnTo>
                <a:lnTo>
                  <a:pt x="468" y="24"/>
                </a:lnTo>
                <a:lnTo>
                  <a:pt x="474" y="24"/>
                </a:lnTo>
                <a:lnTo>
                  <a:pt x="480" y="18"/>
                </a:lnTo>
                <a:lnTo>
                  <a:pt x="486" y="18"/>
                </a:lnTo>
                <a:lnTo>
                  <a:pt x="492" y="18"/>
                </a:lnTo>
                <a:lnTo>
                  <a:pt x="498" y="12"/>
                </a:lnTo>
                <a:lnTo>
                  <a:pt x="504" y="12"/>
                </a:lnTo>
                <a:lnTo>
                  <a:pt x="510" y="12"/>
                </a:lnTo>
                <a:lnTo>
                  <a:pt x="516" y="12"/>
                </a:lnTo>
                <a:lnTo>
                  <a:pt x="522" y="6"/>
                </a:lnTo>
                <a:lnTo>
                  <a:pt x="528" y="6"/>
                </a:lnTo>
                <a:lnTo>
                  <a:pt x="534" y="6"/>
                </a:lnTo>
                <a:lnTo>
                  <a:pt x="540" y="6"/>
                </a:lnTo>
                <a:lnTo>
                  <a:pt x="546" y="6"/>
                </a:lnTo>
                <a:lnTo>
                  <a:pt x="546" y="0"/>
                </a:lnTo>
                <a:lnTo>
                  <a:pt x="552" y="0"/>
                </a:lnTo>
                <a:lnTo>
                  <a:pt x="558" y="0"/>
                </a:lnTo>
                <a:lnTo>
                  <a:pt x="564" y="0"/>
                </a:lnTo>
                <a:lnTo>
                  <a:pt x="570" y="0"/>
                </a:lnTo>
                <a:lnTo>
                  <a:pt x="576" y="0"/>
                </a:lnTo>
                <a:lnTo>
                  <a:pt x="582" y="0"/>
                </a:lnTo>
                <a:lnTo>
                  <a:pt x="588" y="0"/>
                </a:lnTo>
                <a:lnTo>
                  <a:pt x="594" y="0"/>
                </a:lnTo>
              </a:path>
            </a:pathLst>
          </a:custGeom>
          <a:noFill/>
          <a:ln w="28575">
            <a:solidFill>
              <a:schemeClr val="tx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52" name="Freeform 52"/>
          <p:cNvSpPr/>
          <p:nvPr/>
        </p:nvSpPr>
        <p:spPr bwMode="auto">
          <a:xfrm>
            <a:off x="6753225" y="1465263"/>
            <a:ext cx="866775" cy="257175"/>
          </a:xfrm>
          <a:custGeom>
            <a:avLst/>
            <a:gdLst>
              <a:gd name="T0" fmla="*/ 2147483647 w 546"/>
              <a:gd name="T1" fmla="*/ 2147483647 h 162"/>
              <a:gd name="T2" fmla="*/ 2147483647 w 546"/>
              <a:gd name="T3" fmla="*/ 2147483647 h 162"/>
              <a:gd name="T4" fmla="*/ 2147483647 w 546"/>
              <a:gd name="T5" fmla="*/ 2147483647 h 162"/>
              <a:gd name="T6" fmla="*/ 2147483647 w 546"/>
              <a:gd name="T7" fmla="*/ 2147483647 h 162"/>
              <a:gd name="T8" fmla="*/ 2147483647 w 546"/>
              <a:gd name="T9" fmla="*/ 2147483647 h 162"/>
              <a:gd name="T10" fmla="*/ 2147483647 w 546"/>
              <a:gd name="T11" fmla="*/ 2147483647 h 162"/>
              <a:gd name="T12" fmla="*/ 2147483647 w 546"/>
              <a:gd name="T13" fmla="*/ 2147483647 h 162"/>
              <a:gd name="T14" fmla="*/ 2147483647 w 546"/>
              <a:gd name="T15" fmla="*/ 2147483647 h 162"/>
              <a:gd name="T16" fmla="*/ 2147483647 w 546"/>
              <a:gd name="T17" fmla="*/ 2147483647 h 162"/>
              <a:gd name="T18" fmla="*/ 2147483647 w 546"/>
              <a:gd name="T19" fmla="*/ 2147483647 h 162"/>
              <a:gd name="T20" fmla="*/ 2147483647 w 546"/>
              <a:gd name="T21" fmla="*/ 2147483647 h 162"/>
              <a:gd name="T22" fmla="*/ 2147483647 w 546"/>
              <a:gd name="T23" fmla="*/ 2147483647 h 162"/>
              <a:gd name="T24" fmla="*/ 2147483647 w 546"/>
              <a:gd name="T25" fmla="*/ 2147483647 h 162"/>
              <a:gd name="T26" fmla="*/ 2147483647 w 546"/>
              <a:gd name="T27" fmla="*/ 2147483647 h 162"/>
              <a:gd name="T28" fmla="*/ 2147483647 w 546"/>
              <a:gd name="T29" fmla="*/ 2147483647 h 162"/>
              <a:gd name="T30" fmla="*/ 2147483647 w 546"/>
              <a:gd name="T31" fmla="*/ 2147483647 h 162"/>
              <a:gd name="T32" fmla="*/ 2147483647 w 546"/>
              <a:gd name="T33" fmla="*/ 2147483647 h 162"/>
              <a:gd name="T34" fmla="*/ 2147483647 w 546"/>
              <a:gd name="T35" fmla="*/ 2147483647 h 162"/>
              <a:gd name="T36" fmla="*/ 2147483647 w 546"/>
              <a:gd name="T37" fmla="*/ 2147483647 h 162"/>
              <a:gd name="T38" fmla="*/ 2147483647 w 546"/>
              <a:gd name="T39" fmla="*/ 2147483647 h 162"/>
              <a:gd name="T40" fmla="*/ 2147483647 w 546"/>
              <a:gd name="T41" fmla="*/ 2147483647 h 162"/>
              <a:gd name="T42" fmla="*/ 2147483647 w 546"/>
              <a:gd name="T43" fmla="*/ 2147483647 h 162"/>
              <a:gd name="T44" fmla="*/ 2147483647 w 546"/>
              <a:gd name="T45" fmla="*/ 2147483647 h 162"/>
              <a:gd name="T46" fmla="*/ 2147483647 w 546"/>
              <a:gd name="T47" fmla="*/ 2147483647 h 162"/>
              <a:gd name="T48" fmla="*/ 2147483647 w 546"/>
              <a:gd name="T49" fmla="*/ 2147483647 h 162"/>
              <a:gd name="T50" fmla="*/ 2147483647 w 546"/>
              <a:gd name="T51" fmla="*/ 2147483647 h 162"/>
              <a:gd name="T52" fmla="*/ 2147483647 w 546"/>
              <a:gd name="T53" fmla="*/ 2147483647 h 162"/>
              <a:gd name="T54" fmla="*/ 2147483647 w 546"/>
              <a:gd name="T55" fmla="*/ 2147483647 h 162"/>
              <a:gd name="T56" fmla="*/ 2147483647 w 546"/>
              <a:gd name="T57" fmla="*/ 2147483647 h 162"/>
              <a:gd name="T58" fmla="*/ 2147483647 w 546"/>
              <a:gd name="T59" fmla="*/ 2147483647 h 162"/>
              <a:gd name="T60" fmla="*/ 2147483647 w 546"/>
              <a:gd name="T61" fmla="*/ 2147483647 h 162"/>
              <a:gd name="T62" fmla="*/ 2147483647 w 546"/>
              <a:gd name="T63" fmla="*/ 2147483647 h 162"/>
              <a:gd name="T64" fmla="*/ 2147483647 w 546"/>
              <a:gd name="T65" fmla="*/ 2147483647 h 162"/>
              <a:gd name="T66" fmla="*/ 2147483647 w 546"/>
              <a:gd name="T67" fmla="*/ 2147483647 h 162"/>
              <a:gd name="T68" fmla="*/ 2147483647 w 546"/>
              <a:gd name="T69" fmla="*/ 2147483647 h 162"/>
              <a:gd name="T70" fmla="*/ 2147483647 w 546"/>
              <a:gd name="T71" fmla="*/ 2147483647 h 162"/>
              <a:gd name="T72" fmla="*/ 2147483647 w 546"/>
              <a:gd name="T73" fmla="*/ 2147483647 h 162"/>
              <a:gd name="T74" fmla="*/ 2147483647 w 546"/>
              <a:gd name="T75" fmla="*/ 2147483647 h 162"/>
              <a:gd name="T76" fmla="*/ 2147483647 w 546"/>
              <a:gd name="T77" fmla="*/ 2147483647 h 162"/>
              <a:gd name="T78" fmla="*/ 2147483647 w 546"/>
              <a:gd name="T79" fmla="*/ 2147483647 h 162"/>
              <a:gd name="T80" fmla="*/ 2147483647 w 546"/>
              <a:gd name="T81" fmla="*/ 2147483647 h 162"/>
              <a:gd name="T82" fmla="*/ 2147483647 w 546"/>
              <a:gd name="T83" fmla="*/ 2147483647 h 162"/>
              <a:gd name="T84" fmla="*/ 2147483647 w 546"/>
              <a:gd name="T85" fmla="*/ 2147483647 h 162"/>
              <a:gd name="T86" fmla="*/ 2147483647 w 546"/>
              <a:gd name="T87" fmla="*/ 2147483647 h 162"/>
              <a:gd name="T88" fmla="*/ 2147483647 w 546"/>
              <a:gd name="T89" fmla="*/ 2147483647 h 162"/>
              <a:gd name="T90" fmla="*/ 2147483647 w 546"/>
              <a:gd name="T91" fmla="*/ 2147483647 h 162"/>
              <a:gd name="T92" fmla="*/ 2147483647 w 546"/>
              <a:gd name="T93" fmla="*/ 2147483647 h 162"/>
              <a:gd name="T94" fmla="*/ 2147483647 w 546"/>
              <a:gd name="T95" fmla="*/ 2147483647 h 162"/>
              <a:gd name="T96" fmla="*/ 2147483647 w 546"/>
              <a:gd name="T97" fmla="*/ 2147483647 h 162"/>
              <a:gd name="T98" fmla="*/ 2147483647 w 546"/>
              <a:gd name="T99" fmla="*/ 2147483647 h 162"/>
              <a:gd name="T100" fmla="*/ 2147483647 w 546"/>
              <a:gd name="T101" fmla="*/ 2147483647 h 162"/>
              <a:gd name="T102" fmla="*/ 2147483647 w 546"/>
              <a:gd name="T103" fmla="*/ 2147483647 h 162"/>
              <a:gd name="T104" fmla="*/ 2147483647 w 546"/>
              <a:gd name="T105" fmla="*/ 2147483647 h 162"/>
              <a:gd name="T106" fmla="*/ 2147483647 w 546"/>
              <a:gd name="T107" fmla="*/ 2147483647 h 162"/>
              <a:gd name="T108" fmla="*/ 2147483647 w 546"/>
              <a:gd name="T109" fmla="*/ 2147483647 h 162"/>
              <a:gd name="T110" fmla="*/ 2147483647 w 546"/>
              <a:gd name="T111" fmla="*/ 2147483647 h 162"/>
              <a:gd name="T112" fmla="*/ 2147483647 w 546"/>
              <a:gd name="T113" fmla="*/ 2147483647 h 162"/>
              <a:gd name="T114" fmla="*/ 2147483647 w 546"/>
              <a:gd name="T115" fmla="*/ 2147483647 h 162"/>
              <a:gd name="T116" fmla="*/ 2147483647 w 546"/>
              <a:gd name="T117" fmla="*/ 0 h 16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6" h="162">
                <a:moveTo>
                  <a:pt x="0" y="162"/>
                </a:moveTo>
                <a:lnTo>
                  <a:pt x="0" y="156"/>
                </a:lnTo>
                <a:lnTo>
                  <a:pt x="6" y="156"/>
                </a:lnTo>
                <a:lnTo>
                  <a:pt x="12" y="156"/>
                </a:lnTo>
                <a:lnTo>
                  <a:pt x="18" y="156"/>
                </a:lnTo>
                <a:lnTo>
                  <a:pt x="24" y="156"/>
                </a:lnTo>
                <a:lnTo>
                  <a:pt x="30" y="156"/>
                </a:lnTo>
                <a:lnTo>
                  <a:pt x="36" y="156"/>
                </a:lnTo>
                <a:lnTo>
                  <a:pt x="42" y="156"/>
                </a:lnTo>
                <a:lnTo>
                  <a:pt x="48" y="156"/>
                </a:lnTo>
                <a:lnTo>
                  <a:pt x="54" y="156"/>
                </a:lnTo>
                <a:lnTo>
                  <a:pt x="60" y="156"/>
                </a:lnTo>
                <a:lnTo>
                  <a:pt x="66" y="156"/>
                </a:lnTo>
                <a:lnTo>
                  <a:pt x="72" y="156"/>
                </a:lnTo>
                <a:lnTo>
                  <a:pt x="78" y="156"/>
                </a:lnTo>
                <a:lnTo>
                  <a:pt x="84" y="156"/>
                </a:lnTo>
                <a:lnTo>
                  <a:pt x="90" y="156"/>
                </a:lnTo>
                <a:lnTo>
                  <a:pt x="96" y="156"/>
                </a:lnTo>
                <a:lnTo>
                  <a:pt x="102" y="156"/>
                </a:lnTo>
                <a:lnTo>
                  <a:pt x="108" y="156"/>
                </a:lnTo>
                <a:lnTo>
                  <a:pt x="114" y="156"/>
                </a:lnTo>
                <a:lnTo>
                  <a:pt x="120" y="156"/>
                </a:lnTo>
                <a:lnTo>
                  <a:pt x="126" y="156"/>
                </a:lnTo>
                <a:lnTo>
                  <a:pt x="132" y="156"/>
                </a:lnTo>
                <a:lnTo>
                  <a:pt x="138" y="156"/>
                </a:lnTo>
                <a:lnTo>
                  <a:pt x="144" y="156"/>
                </a:lnTo>
                <a:lnTo>
                  <a:pt x="150" y="156"/>
                </a:lnTo>
                <a:lnTo>
                  <a:pt x="156" y="156"/>
                </a:lnTo>
                <a:lnTo>
                  <a:pt x="162" y="156"/>
                </a:lnTo>
                <a:lnTo>
                  <a:pt x="168" y="156"/>
                </a:lnTo>
                <a:lnTo>
                  <a:pt x="174" y="156"/>
                </a:lnTo>
                <a:lnTo>
                  <a:pt x="180" y="156"/>
                </a:lnTo>
                <a:lnTo>
                  <a:pt x="186" y="156"/>
                </a:lnTo>
                <a:lnTo>
                  <a:pt x="192" y="156"/>
                </a:lnTo>
                <a:lnTo>
                  <a:pt x="198" y="156"/>
                </a:lnTo>
                <a:lnTo>
                  <a:pt x="204" y="156"/>
                </a:lnTo>
                <a:lnTo>
                  <a:pt x="210" y="156"/>
                </a:lnTo>
                <a:lnTo>
                  <a:pt x="216" y="156"/>
                </a:lnTo>
                <a:lnTo>
                  <a:pt x="222" y="150"/>
                </a:lnTo>
                <a:lnTo>
                  <a:pt x="228" y="150"/>
                </a:lnTo>
                <a:lnTo>
                  <a:pt x="234" y="150"/>
                </a:lnTo>
                <a:lnTo>
                  <a:pt x="240" y="150"/>
                </a:lnTo>
                <a:lnTo>
                  <a:pt x="246" y="150"/>
                </a:lnTo>
                <a:lnTo>
                  <a:pt x="252" y="150"/>
                </a:lnTo>
                <a:lnTo>
                  <a:pt x="258" y="150"/>
                </a:lnTo>
                <a:lnTo>
                  <a:pt x="264" y="150"/>
                </a:lnTo>
                <a:lnTo>
                  <a:pt x="270" y="150"/>
                </a:lnTo>
                <a:lnTo>
                  <a:pt x="270" y="144"/>
                </a:lnTo>
                <a:lnTo>
                  <a:pt x="276" y="144"/>
                </a:lnTo>
                <a:lnTo>
                  <a:pt x="282" y="144"/>
                </a:lnTo>
                <a:lnTo>
                  <a:pt x="288" y="144"/>
                </a:lnTo>
                <a:lnTo>
                  <a:pt x="294" y="144"/>
                </a:lnTo>
                <a:lnTo>
                  <a:pt x="300" y="144"/>
                </a:lnTo>
                <a:lnTo>
                  <a:pt x="300" y="138"/>
                </a:lnTo>
                <a:lnTo>
                  <a:pt x="306" y="138"/>
                </a:lnTo>
                <a:lnTo>
                  <a:pt x="312" y="138"/>
                </a:lnTo>
                <a:lnTo>
                  <a:pt x="318" y="138"/>
                </a:lnTo>
                <a:lnTo>
                  <a:pt x="324" y="138"/>
                </a:lnTo>
                <a:lnTo>
                  <a:pt x="330" y="132"/>
                </a:lnTo>
                <a:lnTo>
                  <a:pt x="336" y="132"/>
                </a:lnTo>
                <a:lnTo>
                  <a:pt x="342" y="132"/>
                </a:lnTo>
                <a:lnTo>
                  <a:pt x="348" y="126"/>
                </a:lnTo>
                <a:lnTo>
                  <a:pt x="354" y="126"/>
                </a:lnTo>
                <a:lnTo>
                  <a:pt x="360" y="126"/>
                </a:lnTo>
                <a:lnTo>
                  <a:pt x="360" y="120"/>
                </a:lnTo>
                <a:lnTo>
                  <a:pt x="366" y="120"/>
                </a:lnTo>
                <a:lnTo>
                  <a:pt x="372" y="120"/>
                </a:lnTo>
                <a:lnTo>
                  <a:pt x="378" y="120"/>
                </a:lnTo>
                <a:lnTo>
                  <a:pt x="378" y="114"/>
                </a:lnTo>
                <a:lnTo>
                  <a:pt x="384" y="114"/>
                </a:lnTo>
                <a:lnTo>
                  <a:pt x="390" y="114"/>
                </a:lnTo>
                <a:lnTo>
                  <a:pt x="390" y="108"/>
                </a:lnTo>
                <a:lnTo>
                  <a:pt x="396" y="108"/>
                </a:lnTo>
                <a:lnTo>
                  <a:pt x="402" y="108"/>
                </a:lnTo>
                <a:lnTo>
                  <a:pt x="402" y="102"/>
                </a:lnTo>
                <a:lnTo>
                  <a:pt x="408" y="102"/>
                </a:lnTo>
                <a:lnTo>
                  <a:pt x="414" y="102"/>
                </a:lnTo>
                <a:lnTo>
                  <a:pt x="414" y="96"/>
                </a:lnTo>
                <a:lnTo>
                  <a:pt x="420" y="96"/>
                </a:lnTo>
                <a:lnTo>
                  <a:pt x="426" y="90"/>
                </a:lnTo>
                <a:lnTo>
                  <a:pt x="432" y="90"/>
                </a:lnTo>
                <a:lnTo>
                  <a:pt x="438" y="84"/>
                </a:lnTo>
                <a:lnTo>
                  <a:pt x="444" y="84"/>
                </a:lnTo>
                <a:lnTo>
                  <a:pt x="444" y="78"/>
                </a:lnTo>
                <a:lnTo>
                  <a:pt x="450" y="78"/>
                </a:lnTo>
                <a:lnTo>
                  <a:pt x="456" y="78"/>
                </a:lnTo>
                <a:lnTo>
                  <a:pt x="456" y="72"/>
                </a:lnTo>
                <a:lnTo>
                  <a:pt x="462" y="72"/>
                </a:lnTo>
                <a:lnTo>
                  <a:pt x="462" y="66"/>
                </a:lnTo>
                <a:lnTo>
                  <a:pt x="468" y="66"/>
                </a:lnTo>
                <a:lnTo>
                  <a:pt x="474" y="60"/>
                </a:lnTo>
                <a:lnTo>
                  <a:pt x="480" y="60"/>
                </a:lnTo>
                <a:lnTo>
                  <a:pt x="480" y="54"/>
                </a:lnTo>
                <a:lnTo>
                  <a:pt x="486" y="54"/>
                </a:lnTo>
                <a:lnTo>
                  <a:pt x="486" y="48"/>
                </a:lnTo>
                <a:lnTo>
                  <a:pt x="492" y="48"/>
                </a:lnTo>
                <a:lnTo>
                  <a:pt x="498" y="42"/>
                </a:lnTo>
                <a:lnTo>
                  <a:pt x="504" y="42"/>
                </a:lnTo>
                <a:lnTo>
                  <a:pt x="504" y="36"/>
                </a:lnTo>
                <a:lnTo>
                  <a:pt x="510" y="36"/>
                </a:lnTo>
                <a:lnTo>
                  <a:pt x="510" y="30"/>
                </a:lnTo>
                <a:lnTo>
                  <a:pt x="516" y="30"/>
                </a:lnTo>
                <a:lnTo>
                  <a:pt x="516" y="24"/>
                </a:lnTo>
                <a:lnTo>
                  <a:pt x="522" y="24"/>
                </a:lnTo>
                <a:lnTo>
                  <a:pt x="528" y="18"/>
                </a:lnTo>
                <a:lnTo>
                  <a:pt x="534" y="12"/>
                </a:lnTo>
                <a:lnTo>
                  <a:pt x="540" y="6"/>
                </a:lnTo>
                <a:lnTo>
                  <a:pt x="546" y="6"/>
                </a:lnTo>
                <a:lnTo>
                  <a:pt x="546" y="0"/>
                </a:lnTo>
              </a:path>
            </a:pathLst>
          </a:custGeom>
          <a:noFill/>
          <a:ln w="28575">
            <a:solidFill>
              <a:schemeClr val="tx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黑体" panose="02010609060101010101" charset="-122"/>
              <a:ea typeface="黑体" panose="02010609060101010101" charset="-122"/>
            </a:endParaRPr>
          </a:p>
        </p:txBody>
      </p:sp>
      <p:sp>
        <p:nvSpPr>
          <p:cNvPr id="54" name="Line 54"/>
          <p:cNvSpPr>
            <a:spLocks noChangeShapeType="1"/>
          </p:cNvSpPr>
          <p:nvPr/>
        </p:nvSpPr>
        <p:spPr bwMode="auto">
          <a:xfrm>
            <a:off x="6477000" y="20574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graphicFrame>
        <p:nvGraphicFramePr>
          <p:cNvPr id="55" name="Object 55"/>
          <p:cNvGraphicFramePr>
            <a:graphicFrameLocks noChangeAspect="1"/>
          </p:cNvGraphicFramePr>
          <p:nvPr/>
        </p:nvGraphicFramePr>
        <p:xfrm>
          <a:off x="6337300" y="2481580"/>
          <a:ext cx="295275" cy="430530"/>
        </p:xfrm>
        <a:graphic>
          <a:graphicData uri="http://schemas.openxmlformats.org/presentationml/2006/ole">
            <mc:AlternateContent xmlns:mc="http://schemas.openxmlformats.org/markup-compatibility/2006">
              <mc:Choice xmlns:v="urn:schemas-microsoft-com:vml" Requires="v">
                <p:oleObj spid="_x0000_s9298" name="Equation" r:id="rId37" imgW="6705600" imgH="10363200" progId="Equation.DSMT4">
                  <p:embed/>
                </p:oleObj>
              </mc:Choice>
              <mc:Fallback>
                <p:oleObj name="Equation" r:id="rId37" imgW="6705600" imgH="10363200" progId="Equation.DSMT4">
                  <p:embed/>
                  <p:pic>
                    <p:nvPicPr>
                      <p:cNvPr id="0" name="图片 9297"/>
                      <p:cNvPicPr>
                        <a:picLocks noChangeAspect="1"/>
                      </p:cNvPicPr>
                      <p:nvPr/>
                    </p:nvPicPr>
                    <p:blipFill>
                      <a:blip r:embed="rId38">
                        <a:biLevel thresh="50000"/>
                        <a:grayscl/>
                      </a:blip>
                      <a:stretch>
                        <a:fillRect/>
                      </a:stretch>
                    </p:blipFill>
                    <p:spPr>
                      <a:xfrm>
                        <a:off x="6337300" y="2481580"/>
                        <a:ext cx="295275" cy="430530"/>
                      </a:xfrm>
                      <a:prstGeom prst="rect">
                        <a:avLst/>
                      </a:prstGeom>
                      <a:noFill/>
                      <a:ln w="9525">
                        <a:noFill/>
                      </a:ln>
                    </p:spPr>
                  </p:pic>
                </p:oleObj>
              </mc:Fallback>
            </mc:AlternateContent>
          </a:graphicData>
        </a:graphic>
      </p:graphicFrame>
      <p:sp>
        <p:nvSpPr>
          <p:cNvPr id="56" name="Line 56"/>
          <p:cNvSpPr>
            <a:spLocks noChangeShapeType="1"/>
          </p:cNvSpPr>
          <p:nvPr/>
        </p:nvSpPr>
        <p:spPr bwMode="auto">
          <a:xfrm>
            <a:off x="6477000" y="2320925"/>
            <a:ext cx="0" cy="25241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57" name="Line 57"/>
          <p:cNvSpPr>
            <a:spLocks noChangeShapeType="1"/>
          </p:cNvSpPr>
          <p:nvPr/>
        </p:nvSpPr>
        <p:spPr bwMode="auto">
          <a:xfrm>
            <a:off x="6477000" y="1804988"/>
            <a:ext cx="0" cy="252412"/>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graphicFrame>
        <p:nvGraphicFramePr>
          <p:cNvPr id="59" name="Object 59"/>
          <p:cNvGraphicFramePr>
            <a:graphicFrameLocks noChangeAspect="1"/>
          </p:cNvGraphicFramePr>
          <p:nvPr/>
        </p:nvGraphicFramePr>
        <p:xfrm>
          <a:off x="7289800" y="2475230"/>
          <a:ext cx="336550" cy="436245"/>
        </p:xfrm>
        <a:graphic>
          <a:graphicData uri="http://schemas.openxmlformats.org/presentationml/2006/ole">
            <mc:AlternateContent xmlns:mc="http://schemas.openxmlformats.org/markup-compatibility/2006">
              <mc:Choice xmlns:v="urn:schemas-microsoft-com:vml" Requires="v">
                <p:oleObj spid="_x0000_s9299" name="Equation" r:id="rId39" imgW="7620000" imgH="10363200" progId="Equation.DSMT4">
                  <p:embed/>
                </p:oleObj>
              </mc:Choice>
              <mc:Fallback>
                <p:oleObj name="Equation" r:id="rId39" imgW="7620000" imgH="10363200" progId="Equation.DSMT4">
                  <p:embed/>
                  <p:pic>
                    <p:nvPicPr>
                      <p:cNvPr id="0" name="图片 9298"/>
                      <p:cNvPicPr>
                        <a:picLocks noChangeAspect="1"/>
                      </p:cNvPicPr>
                      <p:nvPr/>
                    </p:nvPicPr>
                    <p:blipFill>
                      <a:blip r:embed="rId40">
                        <a:biLevel thresh="50000"/>
                        <a:grayscl/>
                      </a:blip>
                      <a:stretch>
                        <a:fillRect/>
                      </a:stretch>
                    </p:blipFill>
                    <p:spPr>
                      <a:xfrm>
                        <a:off x="7289800" y="2475230"/>
                        <a:ext cx="336550" cy="436245"/>
                      </a:xfrm>
                      <a:prstGeom prst="rect">
                        <a:avLst/>
                      </a:prstGeom>
                      <a:noFill/>
                      <a:ln w="9525">
                        <a:noFill/>
                      </a:ln>
                    </p:spPr>
                  </p:pic>
                </p:oleObj>
              </mc:Fallback>
            </mc:AlternateContent>
          </a:graphicData>
        </a:graphic>
      </p:graphicFrame>
      <p:sp>
        <p:nvSpPr>
          <p:cNvPr id="60" name="Line 60"/>
          <p:cNvSpPr>
            <a:spLocks noChangeShapeType="1"/>
          </p:cNvSpPr>
          <p:nvPr/>
        </p:nvSpPr>
        <p:spPr bwMode="auto">
          <a:xfrm>
            <a:off x="7239000" y="1475105"/>
            <a:ext cx="0" cy="111569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61" name="Line 61"/>
          <p:cNvSpPr>
            <a:spLocks noChangeShapeType="1"/>
          </p:cNvSpPr>
          <p:nvPr/>
        </p:nvSpPr>
        <p:spPr bwMode="auto">
          <a:xfrm>
            <a:off x="7239000" y="2562225"/>
            <a:ext cx="0" cy="22860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62" name="Line 62"/>
          <p:cNvSpPr>
            <a:spLocks noChangeShapeType="1"/>
          </p:cNvSpPr>
          <p:nvPr/>
        </p:nvSpPr>
        <p:spPr bwMode="auto">
          <a:xfrm>
            <a:off x="7239000" y="1466850"/>
            <a:ext cx="0" cy="22860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graphicFrame>
        <p:nvGraphicFramePr>
          <p:cNvPr id="63" name="Object 63"/>
          <p:cNvGraphicFramePr>
            <a:graphicFrameLocks noChangeAspect="1"/>
          </p:cNvGraphicFramePr>
          <p:nvPr/>
        </p:nvGraphicFramePr>
        <p:xfrm>
          <a:off x="7524750" y="1447800"/>
          <a:ext cx="1604963" cy="396875"/>
        </p:xfrm>
        <a:graphic>
          <a:graphicData uri="http://schemas.openxmlformats.org/presentationml/2006/ole">
            <mc:AlternateContent xmlns:mc="http://schemas.openxmlformats.org/markup-compatibility/2006">
              <mc:Choice xmlns:v="urn:schemas-microsoft-com:vml" Requires="v">
                <p:oleObj spid="_x0000_s9300" name="Equation" r:id="rId41" imgW="41757600" imgH="9448800" progId="Equation.DSMT4">
                  <p:embed/>
                </p:oleObj>
              </mc:Choice>
              <mc:Fallback>
                <p:oleObj name="Equation" r:id="rId41" imgW="41757600" imgH="9448800" progId="Equation.DSMT4">
                  <p:embed/>
                  <p:pic>
                    <p:nvPicPr>
                      <p:cNvPr id="0" name="图片 9299"/>
                      <p:cNvPicPr>
                        <a:picLocks noChangeAspect="1"/>
                      </p:cNvPicPr>
                      <p:nvPr/>
                    </p:nvPicPr>
                    <p:blipFill>
                      <a:blip r:embed="rId42">
                        <a:biLevel thresh="50000"/>
                        <a:grayscl/>
                      </a:blip>
                      <a:stretch>
                        <a:fillRect/>
                      </a:stretch>
                    </p:blipFill>
                    <p:spPr>
                      <a:xfrm>
                        <a:off x="7524750" y="1447800"/>
                        <a:ext cx="1604963" cy="396875"/>
                      </a:xfrm>
                      <a:prstGeom prst="rect">
                        <a:avLst/>
                      </a:prstGeom>
                      <a:noFill/>
                      <a:ln w="9525">
                        <a:noFill/>
                      </a:ln>
                    </p:spPr>
                  </p:pic>
                </p:oleObj>
              </mc:Fallback>
            </mc:AlternateContent>
          </a:graphicData>
        </a:graphic>
      </p:graphicFrame>
      <p:sp>
        <p:nvSpPr>
          <p:cNvPr id="64" name="Oval 64"/>
          <p:cNvSpPr>
            <a:spLocks noChangeArrowheads="1"/>
          </p:cNvSpPr>
          <p:nvPr/>
        </p:nvSpPr>
        <p:spPr bwMode="auto">
          <a:xfrm>
            <a:off x="6442075" y="1773238"/>
            <a:ext cx="53975" cy="5397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65" name="Oval 65"/>
          <p:cNvSpPr>
            <a:spLocks noChangeArrowheads="1"/>
          </p:cNvSpPr>
          <p:nvPr/>
        </p:nvSpPr>
        <p:spPr bwMode="auto">
          <a:xfrm>
            <a:off x="7216775" y="1654175"/>
            <a:ext cx="53975" cy="5397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500"/>
                                        <p:tgtEl>
                                          <p:spTgt spid="4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left)">
                                      <p:cBhvr>
                                        <p:cTn id="21" dur="500"/>
                                        <p:tgtEl>
                                          <p:spTgt spid="41"/>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wipe(left)">
                                      <p:cBhvr>
                                        <p:cTn id="25" dur="500"/>
                                        <p:tgtEl>
                                          <p:spTgt spid="42"/>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ipe(left)">
                                      <p:cBhvr>
                                        <p:cTn id="29" dur="5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left)">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wipe(up)">
                                      <p:cBhvr>
                                        <p:cTn id="39" dur="500"/>
                                        <p:tgtEl>
                                          <p:spTgt spid="5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wipe(down)">
                                      <p:cBhvr>
                                        <p:cTn id="44" dur="500"/>
                                        <p:tgtEl>
                                          <p:spTgt spid="57"/>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wipe(left)">
                                      <p:cBhvr>
                                        <p:cTn id="48" dur="500"/>
                                        <p:tgtEl>
                                          <p:spTgt spid="6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wipe(up)">
                                      <p:cBhvr>
                                        <p:cTn id="53" dur="500"/>
                                        <p:tgtEl>
                                          <p:spTgt spid="6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wipe(up)">
                                      <p:cBhvr>
                                        <p:cTn id="58" dur="500"/>
                                        <p:tgtEl>
                                          <p:spTgt spid="62"/>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wipe(left)">
                                      <p:cBhvr>
                                        <p:cTn id="62" dur="500"/>
                                        <p:tgtEl>
                                          <p:spTgt spid="6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wipe(left)">
                                      <p:cBhvr>
                                        <p:cTn id="67" dur="500"/>
                                        <p:tgtEl>
                                          <p:spTgt spid="49"/>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wipe(left)">
                                      <p:cBhvr>
                                        <p:cTn id="71" dur="500"/>
                                        <p:tgtEl>
                                          <p:spTgt spid="50"/>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wipe(left)">
                                      <p:cBhvr>
                                        <p:cTn id="75" dur="500"/>
                                        <p:tgtEl>
                                          <p:spTgt spid="51"/>
                                        </p:tgtEl>
                                      </p:cBhvr>
                                    </p:animEffect>
                                  </p:childTnLst>
                                </p:cTn>
                              </p:par>
                            </p:childTnLst>
                          </p:cTn>
                        </p:par>
                        <p:par>
                          <p:cTn id="76" fill="hold">
                            <p:stCondLst>
                              <p:cond delay="1500"/>
                            </p:stCondLst>
                            <p:childTnLst>
                              <p:par>
                                <p:cTn id="77" presetID="22" presetClass="entr" presetSubtype="8" fill="hold" grpId="0" nodeType="after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left)">
                                      <p:cBhvr>
                                        <p:cTn id="79" dur="500"/>
                                        <p:tgtEl>
                                          <p:spTgt spid="52"/>
                                        </p:tgtEl>
                                      </p:cBhvr>
                                    </p:animEffect>
                                  </p:childTnLst>
                                </p:cTn>
                              </p:par>
                            </p:childTnLst>
                          </p:cTn>
                        </p:par>
                        <p:par>
                          <p:cTn id="80" fill="hold">
                            <p:stCondLst>
                              <p:cond delay="2000"/>
                            </p:stCondLst>
                            <p:childTnLst>
                              <p:par>
                                <p:cTn id="81" presetID="22" presetClass="entr" presetSubtype="8" fill="hold" nodeType="after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wipe(left)">
                                      <p:cBhvr>
                                        <p:cTn id="83" dur="500"/>
                                        <p:tgtEl>
                                          <p:spTgt spid="6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
                                        </p:tgtEl>
                                        <p:attrNameLst>
                                          <p:attrName>style.visibility</p:attrName>
                                        </p:attrNameLst>
                                      </p:cBhvr>
                                      <p:to>
                                        <p:strVal val="visible"/>
                                      </p:to>
                                    </p:set>
                                    <p:animEffect transition="in" filter="wipe(left)">
                                      <p:cBhvr>
                                        <p:cTn id="88" dur="500"/>
                                        <p:tgtEl>
                                          <p:spTgt spid="4"/>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7"/>
                                        </p:tgtEl>
                                        <p:attrNameLst>
                                          <p:attrName>style.visibility</p:attrName>
                                        </p:attrNameLst>
                                      </p:cBhvr>
                                      <p:to>
                                        <p:strVal val="visible"/>
                                      </p:to>
                                    </p:set>
                                    <p:animEffect transition="in" filter="wipe(left)">
                                      <p:cBhvr>
                                        <p:cTn id="92" dur="500"/>
                                        <p:tgtEl>
                                          <p:spTgt spid="7"/>
                                        </p:tgtEl>
                                      </p:cBhvr>
                                    </p:animEffect>
                                  </p:childTnLst>
                                </p:cTn>
                              </p:par>
                            </p:childTnLst>
                          </p:cTn>
                        </p:par>
                        <p:par>
                          <p:cTn id="93" fill="hold">
                            <p:stCondLst>
                              <p:cond delay="1000"/>
                            </p:stCondLst>
                            <p:childTnLst>
                              <p:par>
                                <p:cTn id="94" presetID="22" presetClass="entr" presetSubtype="8" fill="hold" nodeType="after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left)">
                                      <p:cBhvr>
                                        <p:cTn id="96" dur="500"/>
                                        <p:tgtEl>
                                          <p:spTgt spid="5"/>
                                        </p:tgtEl>
                                      </p:cBhvr>
                                    </p:animEffect>
                                  </p:childTnLst>
                                </p:cTn>
                              </p:par>
                            </p:childTnLst>
                          </p:cTn>
                        </p:par>
                        <p:par>
                          <p:cTn id="97" fill="hold">
                            <p:stCondLst>
                              <p:cond delay="1500"/>
                            </p:stCondLst>
                            <p:childTnLst>
                              <p:par>
                                <p:cTn id="98" presetID="1" presetClass="entr" presetSubtype="0" fill="hold" grpId="0" nodeType="afterEffect">
                                  <p:stCondLst>
                                    <p:cond delay="0"/>
                                  </p:stCondLst>
                                  <p:childTnLst>
                                    <p:set>
                                      <p:cBhvr>
                                        <p:cTn id="99" dur="1" fill="hold">
                                          <p:stCondLst>
                                            <p:cond delay="0"/>
                                          </p:stCondLst>
                                        </p:cTn>
                                        <p:tgtEl>
                                          <p:spTgt spid="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104" dur="500"/>
                                        <p:tgtEl>
                                          <p:spTgt spid="6">
                                            <p:txEl>
                                              <p:pRg st="4294967295" end="4294967295"/>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109" dur="500"/>
                                        <p:tgtEl>
                                          <p:spTgt spid="6">
                                            <p:txEl>
                                              <p:pRg st="4294967295" end="4294967295"/>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6">
                                            <p:txEl>
                                              <p:pRg st="0" end="0"/>
                                            </p:txEl>
                                          </p:spTgt>
                                        </p:tgtEl>
                                        <p:attrNameLst>
                                          <p:attrName>style.visibility</p:attrName>
                                        </p:attrNameLst>
                                      </p:cBhvr>
                                      <p:to>
                                        <p:strVal val="visible"/>
                                      </p:to>
                                    </p:set>
                                    <p:animEffect transition="in" filter="wipe(left)">
                                      <p:cBhvr>
                                        <p:cTn id="114" dur="500"/>
                                        <p:tgtEl>
                                          <p:spTgt spid="6">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4"/>
                                        </p:tgtEl>
                                        <p:attrNameLst>
                                          <p:attrName>style.visibility</p:attrName>
                                        </p:attrNameLst>
                                      </p:cBhvr>
                                      <p:to>
                                        <p:strVal val="visible"/>
                                      </p:to>
                                    </p:set>
                                    <p:animEffect transition="in" filter="wipe(left)">
                                      <p:cBhvr>
                                        <p:cTn id="119" dur="500"/>
                                        <p:tgtEl>
                                          <p:spTgt spid="2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wipe(left)">
                                      <p:cBhvr>
                                        <p:cTn id="124" dur="500"/>
                                        <p:tgtEl>
                                          <p:spTgt spid="26"/>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25"/>
                                        </p:tgtEl>
                                        <p:attrNameLst>
                                          <p:attrName>style.visibility</p:attrName>
                                        </p:attrNameLst>
                                      </p:cBhvr>
                                      <p:to>
                                        <p:strVal val="visible"/>
                                      </p:to>
                                    </p:set>
                                    <p:animEffect transition="in" filter="wipe(left)">
                                      <p:cBhvr>
                                        <p:cTn id="129" dur="500"/>
                                        <p:tgtEl>
                                          <p:spTgt spid="25"/>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27">
                                            <p:txEl>
                                              <p:pRg st="0" end="0"/>
                                            </p:txEl>
                                          </p:spTgt>
                                        </p:tgtEl>
                                        <p:attrNameLst>
                                          <p:attrName>style.visibility</p:attrName>
                                        </p:attrNameLst>
                                      </p:cBhvr>
                                      <p:to>
                                        <p:strVal val="visible"/>
                                      </p:to>
                                    </p:set>
                                    <p:animEffect transition="in" filter="wipe(left)">
                                      <p:cBhvr>
                                        <p:cTn id="134" dur="500"/>
                                        <p:tgtEl>
                                          <p:spTgt spid="27">
                                            <p:txEl>
                                              <p:pRg st="0" end="0"/>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28"/>
                                        </p:tgtEl>
                                        <p:attrNameLst>
                                          <p:attrName>style.visibility</p:attrName>
                                        </p:attrNameLst>
                                      </p:cBhvr>
                                      <p:to>
                                        <p:strVal val="visible"/>
                                      </p:to>
                                    </p:set>
                                    <p:animEffect transition="in" filter="wipe(left)">
                                      <p:cBhvr>
                                        <p:cTn id="139" dur="500"/>
                                        <p:tgtEl>
                                          <p:spTgt spid="28"/>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144" dur="500"/>
                                        <p:tgtEl>
                                          <p:spTgt spid="30">
                                            <p:txEl>
                                              <p:pRg st="4294967295" end="4294967295"/>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149" dur="500"/>
                                        <p:tgtEl>
                                          <p:spTgt spid="30">
                                            <p:txEl>
                                              <p:pRg st="4294967295" end="4294967295"/>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30">
                                            <p:txEl>
                                              <p:pRg st="0" end="0"/>
                                            </p:txEl>
                                          </p:spTgt>
                                        </p:tgtEl>
                                        <p:attrNameLst>
                                          <p:attrName>style.visibility</p:attrName>
                                        </p:attrNameLst>
                                      </p:cBhvr>
                                      <p:to>
                                        <p:strVal val="visible"/>
                                      </p:to>
                                    </p:set>
                                    <p:animEffect transition="in" filter="wipe(left)">
                                      <p:cBhvr>
                                        <p:cTn id="154" dur="500"/>
                                        <p:tgtEl>
                                          <p:spTgt spid="30">
                                            <p:txEl>
                                              <p:pRg st="0" end="0"/>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29"/>
                                        </p:tgtEl>
                                        <p:attrNameLst>
                                          <p:attrName>style.visibility</p:attrName>
                                        </p:attrNameLst>
                                      </p:cBhvr>
                                      <p:to>
                                        <p:strVal val="visible"/>
                                      </p:to>
                                    </p:set>
                                    <p:animEffect transition="in" filter="wipe(left)">
                                      <p:cBhvr>
                                        <p:cTn id="159" dur="500"/>
                                        <p:tgtEl>
                                          <p:spTgt spid="29"/>
                                        </p:tgtEl>
                                      </p:cBhvr>
                                    </p:animEffect>
                                  </p:childTnLst>
                                </p:cTn>
                              </p:par>
                            </p:childTnLst>
                          </p:cTn>
                        </p:par>
                        <p:par>
                          <p:cTn id="160" fill="hold">
                            <p:stCondLst>
                              <p:cond delay="500"/>
                            </p:stCondLst>
                            <p:childTnLst>
                              <p:par>
                                <p:cTn id="161" presetID="22" presetClass="entr" presetSubtype="8" fill="hold" nodeType="afterEffect">
                                  <p:stCondLst>
                                    <p:cond delay="0"/>
                                  </p:stCondLst>
                                  <p:childTnLst>
                                    <p:set>
                                      <p:cBhvr>
                                        <p:cTn id="162" dur="1" fill="hold">
                                          <p:stCondLst>
                                            <p:cond delay="0"/>
                                          </p:stCondLst>
                                        </p:cTn>
                                        <p:tgtEl>
                                          <p:spTgt spid="31"/>
                                        </p:tgtEl>
                                        <p:attrNameLst>
                                          <p:attrName>style.visibility</p:attrName>
                                        </p:attrNameLst>
                                      </p:cBhvr>
                                      <p:to>
                                        <p:strVal val="visible"/>
                                      </p:to>
                                    </p:set>
                                    <p:animEffect transition="in" filter="wipe(left)">
                                      <p:cBhvr>
                                        <p:cTn id="163" dur="500"/>
                                        <p:tgtEl>
                                          <p:spTgt spid="31"/>
                                        </p:tgtEl>
                                      </p:cBhvr>
                                    </p:animEffect>
                                  </p:childTnLst>
                                </p:cTn>
                              </p:par>
                            </p:childTnLst>
                          </p:cTn>
                        </p:par>
                        <p:par>
                          <p:cTn id="164" fill="hold">
                            <p:stCondLst>
                              <p:cond delay="1000"/>
                            </p:stCondLst>
                            <p:childTnLst>
                              <p:par>
                                <p:cTn id="165" presetID="1" presetClass="entr" presetSubtype="0" fill="hold" grpId="0" nodeType="afterEffect">
                                  <p:stCondLst>
                                    <p:cond delay="0"/>
                                  </p:stCondLst>
                                  <p:childTnLst>
                                    <p:set>
                                      <p:cBhvr>
                                        <p:cTn id="16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uiExpand="1" build="p"/>
      <p:bldP spid="7" grpId="0" bldLvl="0" animBg="1"/>
      <p:bldP spid="27" grpId="0" autoUpdateAnimBg="0" uiExpand="1" build="p"/>
      <p:bldP spid="29" grpId="0" bldLvl="0" animBg="1"/>
      <p:bldP spid="30" grpId="0" autoUpdateAnimBg="0" build="p"/>
      <p:bldP spid="40" grpId="0" bldLvl="0" animBg="1"/>
      <p:bldP spid="41" grpId="0" bldLvl="0" animBg="1"/>
      <p:bldP spid="42" grpId="0" bldLvl="0" animBg="1"/>
      <p:bldP spid="43" grpId="0" bldLvl="0" animBg="1"/>
      <p:bldP spid="49" grpId="0" bldLvl="0" animBg="1"/>
      <p:bldP spid="50" grpId="0" bldLvl="0" animBg="1"/>
      <p:bldP spid="51" grpId="0" bldLvl="0" animBg="1"/>
      <p:bldP spid="52" grpId="0" bldLvl="0" animBg="1"/>
      <p:bldP spid="56" grpId="0" bldLvl="0" animBg="1"/>
      <p:bldP spid="57" grpId="0" bldLvl="0" animBg="1"/>
      <p:bldP spid="61" grpId="0" bldLvl="0" animBg="1"/>
      <p:bldP spid="62" grpId="0" bldLvl="0" animBg="1"/>
      <p:bldP spid="64" grpId="0" bldLvl="0" animBg="1"/>
      <p:bldP spid="65" grpId="0" bldLvl="0" animBg="1"/>
      <p:bldP spid="8" grpId="0" animBg="1"/>
      <p:bldP spid="16" grpId="0" animBg="1"/>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99235" y="355600"/>
            <a:ext cx="270129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7030A0"/>
                </a:solidFill>
                <a:latin typeface="黑体" panose="02010609060101010101" charset="-122"/>
                <a:ea typeface="黑体" panose="02010609060101010101" charset="-122"/>
                <a:cs typeface="+mn-cs"/>
              </a:rPr>
              <a:t>定义1.1.2</a:t>
            </a:r>
            <a:r>
              <a:rPr lang="en-US" altLang="zh-CN" sz="3200" b="1" dirty="0">
                <a:solidFill>
                  <a:srgbClr val="7030A0"/>
                </a:solidFill>
                <a:latin typeface="黑体" panose="02010609060101010101" charset="-122"/>
                <a:ea typeface="黑体" panose="02010609060101010101" charset="-122"/>
                <a:cs typeface="+mn-cs"/>
              </a:rPr>
              <a:t> </a:t>
            </a:r>
            <a:endParaRPr lang="en-US" altLang="zh-CN" sz="3200" b="1" dirty="0" smtClean="0">
              <a:solidFill>
                <a:srgbClr val="7030A0"/>
              </a:solidFill>
              <a:latin typeface="黑体" panose="02010609060101010101" charset="-122"/>
              <a:ea typeface="黑体" panose="02010609060101010101" charset="-122"/>
              <a:cs typeface="+mn-cs"/>
            </a:endParaRPr>
          </a:p>
        </p:txBody>
      </p:sp>
      <p:sp>
        <p:nvSpPr>
          <p:cNvPr id="3" name="Text Box 3"/>
          <p:cNvSpPr txBox="1">
            <a:spLocks noChangeArrowheads="1"/>
          </p:cNvSpPr>
          <p:nvPr/>
        </p:nvSpPr>
        <p:spPr bwMode="auto">
          <a:xfrm>
            <a:off x="3241040" y="386398"/>
            <a:ext cx="43922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dirty="0" smtClean="0">
                <a:latin typeface="黑体" panose="02010609060101010101" charset="-122"/>
                <a:ea typeface="黑体" panose="02010609060101010101" charset="-122"/>
              </a:rPr>
              <a:t> </a:t>
            </a:r>
            <a:r>
              <a:rPr kumimoji="1" lang="zh-CN" altLang="en-US" sz="2800" b="1" dirty="0" smtClean="0">
                <a:latin typeface="黑体" panose="02010609060101010101" charset="-122"/>
                <a:ea typeface="黑体" panose="02010609060101010101" charset="-122"/>
              </a:rPr>
              <a:t>设</a:t>
            </a:r>
            <a:r>
              <a:rPr kumimoji="1" lang="en-US" altLang="zh-CN" sz="2800" b="1" dirty="0" smtClean="0">
                <a:latin typeface="黑体" panose="02010609060101010101" charset="-122"/>
                <a:ea typeface="黑体" panose="02010609060101010101" charset="-122"/>
              </a:rPr>
              <a:t> </a:t>
            </a:r>
            <a:r>
              <a:rPr kumimoji="1" lang="en-US" altLang="zh-CN" sz="2800" b="1" i="1" dirty="0" smtClean="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smtClean="0">
                <a:latin typeface="Times New Roman" panose="02020603050405020304" pitchFamily="18" charset="0"/>
                <a:ea typeface="黑体" panose="02010609060101010101" charset="-122"/>
                <a:cs typeface="Times New Roman" panose="02020603050405020304" pitchFamily="18" charset="0"/>
              </a:rPr>
              <a:t> , </a:t>
            </a:r>
            <a:r>
              <a:rPr kumimoji="1" lang="en-US" altLang="zh-CN" sz="2800" b="1" i="1" dirty="0" smtClean="0">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dirty="0" smtClean="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smtClean="0">
                <a:latin typeface="黑体" panose="02010609060101010101" charset="-122"/>
                <a:ea typeface="黑体" panose="02010609060101010101" charset="-122"/>
              </a:rPr>
              <a:t>是</a:t>
            </a:r>
            <a:r>
              <a:rPr kumimoji="1" lang="zh-CN" altLang="en-US" sz="2800" b="1" dirty="0">
                <a:latin typeface="黑体" panose="02010609060101010101" charset="-122"/>
                <a:ea typeface="黑体" panose="02010609060101010101" charset="-122"/>
              </a:rPr>
              <a:t>两个非空集合</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4" name="Text Box 4"/>
          <p:cNvSpPr txBox="1">
            <a:spLocks noChangeArrowheads="1"/>
          </p:cNvSpPr>
          <p:nvPr/>
        </p:nvSpPr>
        <p:spPr bwMode="auto">
          <a:xfrm>
            <a:off x="7393940" y="385445"/>
            <a:ext cx="30429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若存在一个对应规</a:t>
            </a:r>
            <a:endParaRPr kumimoji="1" lang="zh-CN" altLang="en-US" sz="2800" b="1" dirty="0">
              <a:latin typeface="黑体" panose="02010609060101010101" charset="-122"/>
              <a:ea typeface="黑体" panose="02010609060101010101" charset="-122"/>
            </a:endParaRPr>
          </a:p>
        </p:txBody>
      </p:sp>
      <p:sp>
        <p:nvSpPr>
          <p:cNvPr id="5" name="Text Box 5"/>
          <p:cNvSpPr txBox="1">
            <a:spLocks noChangeArrowheads="1"/>
          </p:cNvSpPr>
          <p:nvPr/>
        </p:nvSpPr>
        <p:spPr bwMode="auto">
          <a:xfrm>
            <a:off x="1499235" y="931545"/>
            <a:ext cx="11068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smtClean="0">
                <a:latin typeface="黑体" panose="02010609060101010101" charset="-122"/>
                <a:ea typeface="黑体" panose="02010609060101010101" charset="-122"/>
              </a:rPr>
              <a:t>则</a:t>
            </a:r>
            <a:r>
              <a:rPr kumimoji="1" lang="en-US" altLang="zh-CN" sz="2800" b="1" dirty="0" smtClean="0">
                <a:latin typeface="黑体" panose="02010609060101010101" charset="-122"/>
                <a:ea typeface="黑体" panose="02010609060101010101" charset="-122"/>
              </a:rPr>
              <a:t> </a:t>
            </a:r>
            <a:r>
              <a:rPr kumimoji="1" lang="en-US" altLang="zh-CN" sz="2800" b="1" i="1" dirty="0" smtClean="0">
                <a:latin typeface="Times New Roman" panose="02020603050405020304" pitchFamily="18" charset="0"/>
                <a:ea typeface="黑体" panose="02010609060101010101" charset="-122"/>
                <a:cs typeface="Times New Roman" panose="02020603050405020304" pitchFamily="18" charset="0"/>
              </a:rPr>
              <a:t>f </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6" name="Text Box 6"/>
          <p:cNvSpPr txBox="1">
            <a:spLocks noChangeArrowheads="1"/>
          </p:cNvSpPr>
          <p:nvPr/>
        </p:nvSpPr>
        <p:spPr bwMode="auto">
          <a:xfrm>
            <a:off x="2514600" y="914400"/>
            <a:ext cx="8978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使得</a:t>
            </a:r>
            <a:endParaRPr kumimoji="1" lang="zh-CN" altLang="en-US" sz="2800" b="1">
              <a:latin typeface="黑体" panose="02010609060101010101" charset="-122"/>
              <a:ea typeface="黑体" panose="02010609060101010101" charset="-122"/>
            </a:endParaRPr>
          </a:p>
        </p:txBody>
      </p:sp>
      <p:graphicFrame>
        <p:nvGraphicFramePr>
          <p:cNvPr id="7" name="Object 7"/>
          <p:cNvGraphicFramePr>
            <a:graphicFrameLocks noChangeAspect="1"/>
          </p:cNvGraphicFramePr>
          <p:nvPr/>
        </p:nvGraphicFramePr>
        <p:xfrm>
          <a:off x="3378300" y="1014145"/>
          <a:ext cx="1168200" cy="380880"/>
        </p:xfrm>
        <a:graphic>
          <a:graphicData uri="http://schemas.openxmlformats.org/presentationml/2006/ole">
            <mc:AlternateContent xmlns:mc="http://schemas.openxmlformats.org/markup-compatibility/2006">
              <mc:Choice xmlns:v="urn:schemas-microsoft-com:vml" Requires="v">
                <p:oleObj spid="_x0000_s10241" name="Equation" r:id="rId1" imgW="28041600" imgH="9144000" progId="Equation.DSMT4">
                  <p:embed/>
                </p:oleObj>
              </mc:Choice>
              <mc:Fallback>
                <p:oleObj name="Equation" r:id="rId1" imgW="28041600" imgH="9144000" progId="Equation.DSMT4">
                  <p:embed/>
                  <p:pic>
                    <p:nvPicPr>
                      <p:cNvPr id="0" name="图片 10240"/>
                      <p:cNvPicPr>
                        <a:picLocks noChangeAspect="1"/>
                      </p:cNvPicPr>
                      <p:nvPr/>
                    </p:nvPicPr>
                    <p:blipFill>
                      <a:blip r:embed="rId2">
                        <a:biLevel thresh="50000"/>
                        <a:grayscl/>
                      </a:blip>
                      <a:stretch>
                        <a:fillRect/>
                      </a:stretch>
                    </p:blipFill>
                    <p:spPr>
                      <a:xfrm>
                        <a:off x="3378300" y="1014145"/>
                        <a:ext cx="1168200" cy="380880"/>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4724400" y="914400"/>
            <a:ext cx="23279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有唯一确定的</a:t>
            </a:r>
            <a:endParaRPr kumimoji="1" lang="zh-CN" altLang="en-US" sz="2800" b="1" dirty="0">
              <a:latin typeface="黑体" panose="02010609060101010101" charset="-122"/>
              <a:ea typeface="黑体" panose="02010609060101010101" charset="-122"/>
            </a:endParaRPr>
          </a:p>
        </p:txBody>
      </p:sp>
      <p:graphicFrame>
        <p:nvGraphicFramePr>
          <p:cNvPr id="9" name="Object 9"/>
          <p:cNvGraphicFramePr>
            <a:graphicFrameLocks noChangeAspect="1"/>
          </p:cNvGraphicFramePr>
          <p:nvPr/>
        </p:nvGraphicFramePr>
        <p:xfrm>
          <a:off x="7064865" y="1002130"/>
          <a:ext cx="799920" cy="380880"/>
        </p:xfrm>
        <a:graphic>
          <a:graphicData uri="http://schemas.openxmlformats.org/presentationml/2006/ole">
            <mc:AlternateContent xmlns:mc="http://schemas.openxmlformats.org/markup-compatibility/2006">
              <mc:Choice xmlns:v="urn:schemas-microsoft-com:vml" Requires="v">
                <p:oleObj spid="_x0000_s10782" name="Equation" r:id="rId3" imgW="19202400" imgH="9144000" progId="Equation.DSMT4">
                  <p:embed/>
                </p:oleObj>
              </mc:Choice>
              <mc:Fallback>
                <p:oleObj name="Equation" r:id="rId3" imgW="19202400" imgH="9144000" progId="Equation.DSMT4">
                  <p:embed/>
                  <p:pic>
                    <p:nvPicPr>
                      <p:cNvPr id="0" name="图片 10781"/>
                      <p:cNvPicPr>
                        <a:picLocks noChangeAspect="1"/>
                      </p:cNvPicPr>
                      <p:nvPr/>
                    </p:nvPicPr>
                    <p:blipFill>
                      <a:blip r:embed="rId4">
                        <a:biLevel thresh="50000"/>
                        <a:grayscl/>
                      </a:blip>
                      <a:stretch>
                        <a:fillRect/>
                      </a:stretch>
                    </p:blipFill>
                    <p:spPr>
                      <a:xfrm>
                        <a:off x="7064865" y="1002130"/>
                        <a:ext cx="799920" cy="380880"/>
                      </a:xfrm>
                      <a:prstGeom prst="rect">
                        <a:avLst/>
                      </a:prstGeom>
                      <a:noFill/>
                      <a:ln w="9525">
                        <a:noFill/>
                      </a:ln>
                    </p:spPr>
                  </p:pic>
                </p:oleObj>
              </mc:Fallback>
            </mc:AlternateContent>
          </a:graphicData>
        </a:graphic>
      </p:graphicFrame>
      <p:sp>
        <p:nvSpPr>
          <p:cNvPr id="10" name="Text Box 10"/>
          <p:cNvSpPr txBox="1">
            <a:spLocks noChangeArrowheads="1"/>
          </p:cNvSpPr>
          <p:nvPr/>
        </p:nvSpPr>
        <p:spPr bwMode="auto">
          <a:xfrm>
            <a:off x="7850505" y="890905"/>
            <a:ext cx="19723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与之对应 </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11" name="Text Box 11"/>
          <p:cNvSpPr txBox="1">
            <a:spLocks noChangeArrowheads="1"/>
          </p:cNvSpPr>
          <p:nvPr/>
        </p:nvSpPr>
        <p:spPr bwMode="auto">
          <a:xfrm>
            <a:off x="9679940" y="908685"/>
            <a:ext cx="5403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则</a:t>
            </a:r>
            <a:endParaRPr kumimoji="1" lang="zh-CN" altLang="en-US" sz="2800" b="1">
              <a:latin typeface="黑体" panose="02010609060101010101" charset="-122"/>
              <a:ea typeface="黑体" panose="02010609060101010101" charset="-122"/>
            </a:endParaRPr>
          </a:p>
        </p:txBody>
      </p:sp>
      <p:sp>
        <p:nvSpPr>
          <p:cNvPr id="12" name="Text Box 12"/>
          <p:cNvSpPr txBox="1">
            <a:spLocks noChangeArrowheads="1"/>
          </p:cNvSpPr>
          <p:nvPr/>
        </p:nvSpPr>
        <p:spPr bwMode="auto">
          <a:xfrm>
            <a:off x="1498918" y="1520190"/>
            <a:ext cx="38842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称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为</a:t>
            </a:r>
            <a:r>
              <a:rPr kumimoji="1" lang="zh-CN" altLang="en-US" sz="2800" b="1" dirty="0" smtClean="0">
                <a:latin typeface="黑体" panose="02010609060101010101" charset="-122"/>
                <a:ea typeface="黑体" panose="02010609060101010101" charset="-122"/>
              </a:rPr>
              <a:t>从</a:t>
            </a:r>
            <a:r>
              <a:rPr kumimoji="1" lang="en-US" altLang="zh-CN" sz="2800" b="1" i="1" dirty="0" smtClean="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smtClean="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smtClean="0">
                <a:latin typeface="黑体" panose="02010609060101010101" charset="-122"/>
                <a:ea typeface="黑体" panose="02010609060101010101" charset="-122"/>
              </a:rPr>
              <a:t>到</a:t>
            </a:r>
            <a:r>
              <a:rPr kumimoji="1" lang="en-US" altLang="zh-CN" sz="2800" b="1" i="1" dirty="0" smtClean="0">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dirty="0" smtClean="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黑体" panose="02010609060101010101" charset="-122"/>
                <a:ea typeface="黑体" panose="02010609060101010101" charset="-122"/>
              </a:rPr>
              <a:t>的</a:t>
            </a:r>
            <a:r>
              <a:rPr kumimoji="1" lang="zh-CN" altLang="en-US" sz="2800" b="1" dirty="0">
                <a:solidFill>
                  <a:schemeClr val="accent5">
                    <a:lumMod val="60000"/>
                    <a:lumOff val="40000"/>
                  </a:schemeClr>
                </a:solidFill>
                <a:latin typeface="黑体" panose="02010609060101010101" charset="-122"/>
                <a:ea typeface="黑体" panose="02010609060101010101" charset="-122"/>
              </a:rPr>
              <a:t>映射</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13" name="Text Box 13"/>
          <p:cNvSpPr txBox="1">
            <a:spLocks noChangeArrowheads="1"/>
          </p:cNvSpPr>
          <p:nvPr/>
        </p:nvSpPr>
        <p:spPr bwMode="auto">
          <a:xfrm>
            <a:off x="5420995" y="1518285"/>
            <a:ext cx="10775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smtClean="0">
                <a:latin typeface="黑体" panose="02010609060101010101" charset="-122"/>
                <a:ea typeface="黑体" panose="02010609060101010101" charset="-122"/>
              </a:rPr>
              <a:t> 记</a:t>
            </a:r>
            <a:r>
              <a:rPr kumimoji="1" lang="zh-CN" altLang="en-US" sz="2800" b="1" dirty="0">
                <a:latin typeface="黑体" panose="02010609060101010101" charset="-122"/>
                <a:ea typeface="黑体" panose="02010609060101010101" charset="-122"/>
              </a:rPr>
              <a:t>作</a:t>
            </a:r>
            <a:endParaRPr kumimoji="1" lang="zh-CN" altLang="en-US" sz="2800" b="1" dirty="0">
              <a:latin typeface="黑体" panose="02010609060101010101" charset="-122"/>
              <a:ea typeface="黑体" panose="02010609060101010101" charset="-122"/>
            </a:endParaRPr>
          </a:p>
        </p:txBody>
      </p:sp>
      <p:graphicFrame>
        <p:nvGraphicFramePr>
          <p:cNvPr id="14" name="Object 14"/>
          <p:cNvGraphicFramePr>
            <a:graphicFrameLocks noChangeAspect="1"/>
          </p:cNvGraphicFramePr>
          <p:nvPr/>
        </p:nvGraphicFramePr>
        <p:xfrm>
          <a:off x="6498368" y="1588870"/>
          <a:ext cx="1574640" cy="393480"/>
        </p:xfrm>
        <a:graphic>
          <a:graphicData uri="http://schemas.openxmlformats.org/presentationml/2006/ole">
            <mc:AlternateContent xmlns:mc="http://schemas.openxmlformats.org/markup-compatibility/2006">
              <mc:Choice xmlns:v="urn:schemas-microsoft-com:vml" Requires="v">
                <p:oleObj spid="_x0000_s10783" name="Equation" r:id="rId5" imgW="37795200" imgH="9448800" progId="Equation.DSMT4">
                  <p:embed/>
                </p:oleObj>
              </mc:Choice>
              <mc:Fallback>
                <p:oleObj name="Equation" r:id="rId5" imgW="37795200" imgH="9448800" progId="Equation.DSMT4">
                  <p:embed/>
                  <p:pic>
                    <p:nvPicPr>
                      <p:cNvPr id="0" name="图片 10782"/>
                      <p:cNvPicPr>
                        <a:picLocks noChangeAspect="1"/>
                      </p:cNvPicPr>
                      <p:nvPr/>
                    </p:nvPicPr>
                    <p:blipFill>
                      <a:blip r:embed="rId6"/>
                      <a:stretch>
                        <a:fillRect/>
                      </a:stretch>
                    </p:blipFill>
                    <p:spPr>
                      <a:xfrm>
                        <a:off x="6498368" y="1588870"/>
                        <a:ext cx="1574640" cy="393480"/>
                      </a:xfrm>
                      <a:prstGeom prst="rect">
                        <a:avLst/>
                      </a:prstGeom>
                      <a:noFill/>
                      <a:ln w="9525">
                        <a:noFill/>
                      </a:ln>
                    </p:spPr>
                  </p:pic>
                </p:oleObj>
              </mc:Fallback>
            </mc:AlternateContent>
          </a:graphicData>
        </a:graphic>
      </p:graphicFrame>
      <p:sp>
        <p:nvSpPr>
          <p:cNvPr id="15" name="Text Box 15"/>
          <p:cNvSpPr txBox="1">
            <a:spLocks noChangeArrowheads="1"/>
          </p:cNvSpPr>
          <p:nvPr/>
        </p:nvSpPr>
        <p:spPr bwMode="auto">
          <a:xfrm>
            <a:off x="1679258" y="2989580"/>
            <a:ext cx="6184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元素</a:t>
            </a:r>
            <a:r>
              <a:rPr kumimoji="1" lang="zh-CN" altLang="en-US"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称为元素</a:t>
            </a:r>
            <a:r>
              <a:rPr kumimoji="1" lang="en-US" altLang="zh-CN" sz="2800" b="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在映射</a:t>
            </a:r>
            <a:r>
              <a:rPr kumimoji="1" lang="zh-CN" altLang="en-US"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a:t>
            </a:r>
            <a:r>
              <a:rPr kumimoji="1" lang="en-US" altLang="zh-CN" sz="2800" b="1" i="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下的</a:t>
            </a:r>
            <a:r>
              <a:rPr kumimoji="1" lang="zh-CN" altLang="en-US" sz="2800" b="1" dirty="0">
                <a:solidFill>
                  <a:schemeClr val="accent5">
                    <a:lumMod val="60000"/>
                    <a:lumOff val="40000"/>
                  </a:schemeClr>
                </a:solidFill>
                <a:latin typeface="黑体" panose="02010609060101010101" charset="-122"/>
                <a:ea typeface="黑体" panose="02010609060101010101" charset="-122"/>
              </a:rPr>
              <a:t>像</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16" name="Text Box 16"/>
          <p:cNvSpPr txBox="1">
            <a:spLocks noChangeArrowheads="1"/>
          </p:cNvSpPr>
          <p:nvPr/>
        </p:nvSpPr>
        <p:spPr bwMode="auto">
          <a:xfrm>
            <a:off x="7723935" y="2989597"/>
            <a:ext cx="8978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记作</a:t>
            </a:r>
            <a:endParaRPr kumimoji="1" lang="zh-CN" altLang="en-US" sz="2800" b="1" dirty="0">
              <a:latin typeface="黑体" panose="02010609060101010101" charset="-122"/>
              <a:ea typeface="黑体" panose="02010609060101010101" charset="-122"/>
            </a:endParaRPr>
          </a:p>
        </p:txBody>
      </p:sp>
      <p:graphicFrame>
        <p:nvGraphicFramePr>
          <p:cNvPr id="17" name="Object 17"/>
          <p:cNvGraphicFramePr>
            <a:graphicFrameLocks noChangeAspect="1"/>
          </p:cNvGraphicFramePr>
          <p:nvPr/>
        </p:nvGraphicFramePr>
        <p:xfrm>
          <a:off x="8558231" y="3053915"/>
          <a:ext cx="1346040" cy="393480"/>
        </p:xfrm>
        <a:graphic>
          <a:graphicData uri="http://schemas.openxmlformats.org/presentationml/2006/ole">
            <mc:AlternateContent xmlns:mc="http://schemas.openxmlformats.org/markup-compatibility/2006">
              <mc:Choice xmlns:v="urn:schemas-microsoft-com:vml" Requires="v">
                <p:oleObj spid="_x0000_s10784" name="Equation" r:id="rId7" imgW="32308800" imgH="9448800" progId="Equation.DSMT4">
                  <p:embed/>
                </p:oleObj>
              </mc:Choice>
              <mc:Fallback>
                <p:oleObj name="Equation" r:id="rId7" imgW="32308800" imgH="9448800" progId="Equation.DSMT4">
                  <p:embed/>
                  <p:pic>
                    <p:nvPicPr>
                      <p:cNvPr id="0" name="图片 10783"/>
                      <p:cNvPicPr>
                        <a:picLocks noChangeAspect="1"/>
                      </p:cNvPicPr>
                      <p:nvPr/>
                    </p:nvPicPr>
                    <p:blipFill>
                      <a:blip r:embed="rId8"/>
                      <a:stretch>
                        <a:fillRect/>
                      </a:stretch>
                    </p:blipFill>
                    <p:spPr>
                      <a:xfrm>
                        <a:off x="8558231" y="3053915"/>
                        <a:ext cx="1346040" cy="393480"/>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1675130" y="3494723"/>
            <a:ext cx="63607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元素</a:t>
            </a:r>
            <a:r>
              <a:rPr kumimoji="1" lang="zh-CN" altLang="en-US"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i="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称为元素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y </a:t>
            </a:r>
            <a:r>
              <a:rPr kumimoji="1" lang="zh-CN" altLang="en-US" sz="2800" b="1" dirty="0">
                <a:latin typeface="黑体" panose="02010609060101010101" charset="-122"/>
                <a:ea typeface="黑体" panose="02010609060101010101" charset="-122"/>
              </a:rPr>
              <a:t>在映射</a:t>
            </a:r>
            <a:r>
              <a:rPr kumimoji="1" lang="zh-CN" altLang="en-US"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下的</a:t>
            </a:r>
            <a:r>
              <a:rPr kumimoji="1" lang="zh-CN" altLang="en-US" sz="2800" b="1" dirty="0">
                <a:solidFill>
                  <a:schemeClr val="accent5">
                    <a:lumMod val="60000"/>
                    <a:lumOff val="40000"/>
                  </a:schemeClr>
                </a:solidFill>
                <a:latin typeface="黑体" panose="02010609060101010101" charset="-122"/>
                <a:ea typeface="黑体" panose="02010609060101010101" charset="-122"/>
              </a:rPr>
              <a:t>原像</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19" name="Text Box 19"/>
          <p:cNvSpPr txBox="1">
            <a:spLocks noChangeArrowheads="1"/>
          </p:cNvSpPr>
          <p:nvPr/>
        </p:nvSpPr>
        <p:spPr bwMode="auto">
          <a:xfrm>
            <a:off x="1668145" y="4063365"/>
            <a:ext cx="483044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集合</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黑体" panose="02010609060101010101" charset="-122"/>
                <a:ea typeface="黑体" panose="02010609060101010101" charset="-122"/>
              </a:rPr>
              <a:t>称为映射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的</a:t>
            </a:r>
            <a:r>
              <a:rPr kumimoji="1" lang="zh-CN" altLang="en-US" sz="2800" b="1" dirty="0">
                <a:solidFill>
                  <a:schemeClr val="accent5">
                    <a:lumMod val="60000"/>
                    <a:lumOff val="40000"/>
                  </a:schemeClr>
                </a:solidFill>
                <a:latin typeface="黑体" panose="02010609060101010101" charset="-122"/>
                <a:ea typeface="黑体" panose="02010609060101010101" charset="-122"/>
              </a:rPr>
              <a:t>定义域</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20" name="Text Box 20"/>
          <p:cNvSpPr txBox="1">
            <a:spLocks noChangeArrowheads="1"/>
          </p:cNvSpPr>
          <p:nvPr/>
        </p:nvSpPr>
        <p:spPr bwMode="auto">
          <a:xfrm>
            <a:off x="1679575" y="4612323"/>
            <a:ext cx="15614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黑体" panose="02010609060101010101" charset="-122"/>
                <a:ea typeface="黑体" panose="02010609060101010101" charset="-122"/>
              </a:rPr>
              <a:t>的子集</a:t>
            </a:r>
            <a:endParaRPr kumimoji="1" lang="zh-CN" altLang="en-US" sz="2800" b="1">
              <a:latin typeface="黑体" panose="02010609060101010101" charset="-122"/>
              <a:ea typeface="黑体" panose="02010609060101010101" charset="-122"/>
            </a:endParaRPr>
          </a:p>
        </p:txBody>
      </p:sp>
      <p:graphicFrame>
        <p:nvGraphicFramePr>
          <p:cNvPr id="21" name="Object 21"/>
          <p:cNvGraphicFramePr>
            <a:graphicFrameLocks noChangeAspect="1"/>
          </p:cNvGraphicFramePr>
          <p:nvPr/>
        </p:nvGraphicFramePr>
        <p:xfrm>
          <a:off x="3284538" y="4651852"/>
          <a:ext cx="1169035" cy="442595"/>
        </p:xfrm>
        <a:graphic>
          <a:graphicData uri="http://schemas.openxmlformats.org/presentationml/2006/ole">
            <mc:AlternateContent xmlns:mc="http://schemas.openxmlformats.org/markup-compatibility/2006">
              <mc:Choice xmlns:v="urn:schemas-microsoft-com:vml" Requires="v">
                <p:oleObj spid="_x0000_s10785" name="Equation" r:id="rId9" imgW="26822400" imgH="9448800" progId="Equation.DSMT4">
                  <p:embed/>
                </p:oleObj>
              </mc:Choice>
              <mc:Fallback>
                <p:oleObj name="Equation" r:id="rId9" imgW="26822400" imgH="9448800" progId="Equation.DSMT4">
                  <p:embed/>
                  <p:pic>
                    <p:nvPicPr>
                      <p:cNvPr id="0" name="图片 10784"/>
                      <p:cNvPicPr>
                        <a:picLocks noChangeAspect="1"/>
                      </p:cNvPicPr>
                      <p:nvPr/>
                    </p:nvPicPr>
                    <p:blipFill>
                      <a:blip r:embed="rId10"/>
                      <a:stretch>
                        <a:fillRect/>
                      </a:stretch>
                    </p:blipFill>
                    <p:spPr>
                      <a:xfrm>
                        <a:off x="3284538" y="4651852"/>
                        <a:ext cx="1169035" cy="442595"/>
                      </a:xfrm>
                      <a:prstGeom prst="rect">
                        <a:avLst/>
                      </a:prstGeom>
                      <a:noFill/>
                      <a:ln w="9525">
                        <a:noFill/>
                      </a:ln>
                    </p:spPr>
                  </p:pic>
                </p:oleObj>
              </mc:Fallback>
            </mc:AlternateContent>
          </a:graphicData>
        </a:graphic>
      </p:graphicFrame>
      <p:graphicFrame>
        <p:nvGraphicFramePr>
          <p:cNvPr id="22" name="Object 22"/>
          <p:cNvGraphicFramePr>
            <a:graphicFrameLocks noChangeAspect="1"/>
          </p:cNvGraphicFramePr>
          <p:nvPr/>
        </p:nvGraphicFramePr>
        <p:xfrm>
          <a:off x="4478655" y="4603750"/>
          <a:ext cx="2260600" cy="539750"/>
        </p:xfrm>
        <a:graphic>
          <a:graphicData uri="http://schemas.openxmlformats.org/presentationml/2006/ole">
            <mc:AlternateContent xmlns:mc="http://schemas.openxmlformats.org/markup-compatibility/2006">
              <mc:Choice xmlns:v="urn:schemas-microsoft-com:vml" Requires="v">
                <p:oleObj spid="_x0000_s10786" name="Equation" r:id="rId11" imgW="53035200" imgH="11582400" progId="Equation.DSMT4">
                  <p:embed/>
                </p:oleObj>
              </mc:Choice>
              <mc:Fallback>
                <p:oleObj name="Equation" r:id="rId11" imgW="53035200" imgH="11582400" progId="Equation.DSMT4">
                  <p:embed/>
                  <p:pic>
                    <p:nvPicPr>
                      <p:cNvPr id="0" name="图片 10785"/>
                      <p:cNvPicPr>
                        <a:picLocks noChangeAspect="1"/>
                      </p:cNvPicPr>
                      <p:nvPr/>
                    </p:nvPicPr>
                    <p:blipFill>
                      <a:blip r:embed="rId12"/>
                      <a:stretch>
                        <a:fillRect/>
                      </a:stretch>
                    </p:blipFill>
                    <p:spPr>
                      <a:xfrm>
                        <a:off x="4478655" y="4603750"/>
                        <a:ext cx="2260600" cy="539750"/>
                      </a:xfrm>
                      <a:prstGeom prst="rect">
                        <a:avLst/>
                      </a:prstGeom>
                      <a:noFill/>
                      <a:ln w="9525">
                        <a:noFill/>
                      </a:ln>
                    </p:spPr>
                  </p:pic>
                </p:oleObj>
              </mc:Fallback>
            </mc:AlternateContent>
          </a:graphicData>
        </a:graphic>
      </p:graphicFrame>
      <p:sp>
        <p:nvSpPr>
          <p:cNvPr id="23" name="Text Box 23"/>
          <p:cNvSpPr txBox="1">
            <a:spLocks noChangeArrowheads="1"/>
          </p:cNvSpPr>
          <p:nvPr/>
        </p:nvSpPr>
        <p:spPr bwMode="auto">
          <a:xfrm>
            <a:off x="6705600" y="4612640"/>
            <a:ext cx="25368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称为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的</a:t>
            </a:r>
            <a:r>
              <a:rPr kumimoji="1" lang="zh-CN" altLang="en-US" sz="2800" b="1" dirty="0">
                <a:solidFill>
                  <a:schemeClr val="accent5">
                    <a:lumMod val="60000"/>
                    <a:lumOff val="40000"/>
                  </a:schemeClr>
                </a:solidFill>
                <a:latin typeface="黑体" panose="02010609060101010101" charset="-122"/>
                <a:ea typeface="黑体" panose="02010609060101010101" charset="-122"/>
              </a:rPr>
              <a:t>值域</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24" name="Text Box 24"/>
          <p:cNvSpPr txBox="1">
            <a:spLocks noChangeArrowheads="1"/>
          </p:cNvSpPr>
          <p:nvPr/>
        </p:nvSpPr>
        <p:spPr bwMode="auto">
          <a:xfrm>
            <a:off x="1499452" y="5206068"/>
            <a:ext cx="12573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0000FF"/>
                </a:solidFill>
                <a:latin typeface="黑体" panose="02010609060101010101" charset="-122"/>
                <a:ea typeface="黑体" panose="02010609060101010101" charset="-122"/>
                <a:cs typeface="黑体" panose="02010609060101010101" charset="-122"/>
              </a:rPr>
              <a:t>注意:</a:t>
            </a:r>
            <a:r>
              <a:rPr kumimoji="1" lang="en-US" altLang="zh-CN" sz="2800" b="1" dirty="0">
                <a:solidFill>
                  <a:schemeClr val="tx2"/>
                </a:solidFill>
                <a:latin typeface="黑体" panose="02010609060101010101" charset="-122"/>
                <a:ea typeface="黑体" panose="02010609060101010101" charset="-122"/>
              </a:rPr>
              <a:t> </a:t>
            </a:r>
            <a:endParaRPr kumimoji="1" lang="en-US" altLang="zh-CN" sz="2800" b="1" dirty="0">
              <a:solidFill>
                <a:schemeClr val="tx2"/>
              </a:solidFill>
              <a:latin typeface="黑体" panose="02010609060101010101" charset="-122"/>
              <a:ea typeface="黑体" panose="02010609060101010101" charset="-122"/>
            </a:endParaRPr>
          </a:p>
        </p:txBody>
      </p:sp>
      <p:sp>
        <p:nvSpPr>
          <p:cNvPr id="25" name="Text Box 25"/>
          <p:cNvSpPr txBox="1">
            <a:spLocks noChangeArrowheads="1"/>
          </p:cNvSpPr>
          <p:nvPr/>
        </p:nvSpPr>
        <p:spPr bwMode="auto">
          <a:xfrm>
            <a:off x="2514594" y="5226388"/>
            <a:ext cx="73425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dirty="0">
                <a:latin typeface="黑体" panose="02010609060101010101" charset="-122"/>
                <a:ea typeface="黑体" panose="02010609060101010101" charset="-122"/>
              </a:rPr>
              <a:t>1)</a:t>
            </a:r>
            <a:r>
              <a:rPr kumimoji="1" lang="zh-CN" altLang="en-US" sz="2800" b="1" dirty="0">
                <a:latin typeface="黑体" panose="02010609060101010101" charset="-122"/>
                <a:ea typeface="黑体" panose="02010609060101010101" charset="-122"/>
              </a:rPr>
              <a:t>映射的三</a:t>
            </a:r>
            <a:r>
              <a:rPr kumimoji="1" lang="zh-CN" altLang="en-US" sz="2800" b="1" dirty="0" smtClean="0">
                <a:latin typeface="黑体" panose="02010609060101010101" charset="-122"/>
                <a:ea typeface="黑体" panose="02010609060101010101" charset="-122"/>
              </a:rPr>
              <a:t>要素</a:t>
            </a:r>
            <a:r>
              <a:rPr kumimoji="1" lang="en-US" altLang="zh-CN" sz="2800" b="1" dirty="0" smtClean="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定义域</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对应规则</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值域</a:t>
            </a:r>
            <a:r>
              <a:rPr kumimoji="1" lang="en-US" altLang="zh-CN" sz="2800" b="1" dirty="0">
                <a:latin typeface="黑体" panose="02010609060101010101" charset="-122"/>
                <a:ea typeface="黑体" panose="02010609060101010101" charset="-122"/>
              </a:rPr>
              <a:t>. </a:t>
            </a:r>
            <a:endParaRPr kumimoji="1" lang="en-US" altLang="zh-CN" sz="2800" b="1" dirty="0">
              <a:latin typeface="黑体" panose="02010609060101010101" charset="-122"/>
              <a:ea typeface="黑体" panose="02010609060101010101" charset="-122"/>
            </a:endParaRPr>
          </a:p>
        </p:txBody>
      </p:sp>
      <p:sp>
        <p:nvSpPr>
          <p:cNvPr id="26" name="Text Box 26"/>
          <p:cNvSpPr txBox="1">
            <a:spLocks noChangeArrowheads="1"/>
          </p:cNvSpPr>
          <p:nvPr/>
        </p:nvSpPr>
        <p:spPr bwMode="auto">
          <a:xfrm>
            <a:off x="2514283" y="5729463"/>
            <a:ext cx="87312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dirty="0">
                <a:latin typeface="黑体" panose="02010609060101010101" charset="-122"/>
                <a:ea typeface="黑体" panose="02010609060101010101" charset="-122"/>
              </a:rPr>
              <a:t>2</a:t>
            </a:r>
            <a:r>
              <a:rPr kumimoji="1" lang="en-US" altLang="zh-CN" sz="2800" b="1" dirty="0" smtClean="0">
                <a:latin typeface="黑体" panose="02010609060101010101" charset="-122"/>
                <a:ea typeface="黑体" panose="02010609060101010101" charset="-122"/>
              </a:rPr>
              <a:t>)</a:t>
            </a:r>
            <a:r>
              <a:rPr kumimoji="1" lang="zh-CN" altLang="en-US" sz="2800" b="1" dirty="0" smtClean="0">
                <a:latin typeface="黑体" panose="02010609060101010101" charset="-122"/>
                <a:ea typeface="黑体" panose="02010609060101010101" charset="-122"/>
              </a:rPr>
              <a:t>元素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的像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是唯一的</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但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的原像不一定</a:t>
            </a:r>
            <a:r>
              <a:rPr kumimoji="1" lang="zh-CN" altLang="en-US" sz="2800" b="1" dirty="0" smtClean="0">
                <a:latin typeface="黑体" panose="02010609060101010101" charset="-122"/>
                <a:ea typeface="黑体" panose="02010609060101010101" charset="-122"/>
              </a:rPr>
              <a:t>唯一</a:t>
            </a:r>
            <a:r>
              <a:rPr kumimoji="1" lang="en-US" altLang="zh-CN" sz="2800" b="1" dirty="0" smtClean="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28" name="Oval 28"/>
          <p:cNvSpPr>
            <a:spLocks noChangeArrowheads="1"/>
          </p:cNvSpPr>
          <p:nvPr/>
        </p:nvSpPr>
        <p:spPr bwMode="auto">
          <a:xfrm>
            <a:off x="3124200" y="2094230"/>
            <a:ext cx="1165225" cy="823595"/>
          </a:xfrm>
          <a:prstGeom prst="ellipse">
            <a:avLst/>
          </a:prstGeom>
          <a:solidFill>
            <a:srgbClr val="0066C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29" name="Object 29"/>
          <p:cNvGraphicFramePr>
            <a:graphicFrameLocks noChangeAspect="1"/>
          </p:cNvGraphicFramePr>
          <p:nvPr/>
        </p:nvGraphicFramePr>
        <p:xfrm>
          <a:off x="3261360" y="2299970"/>
          <a:ext cx="400050" cy="372110"/>
        </p:xfrm>
        <a:graphic>
          <a:graphicData uri="http://schemas.openxmlformats.org/presentationml/2006/ole">
            <mc:AlternateContent xmlns:mc="http://schemas.openxmlformats.org/markup-compatibility/2006">
              <mc:Choice xmlns:v="urn:schemas-microsoft-com:vml" Requires="v">
                <p:oleObj spid="_x0000_s10787" name="Equation" r:id="rId13" imgW="156210" imgH="133985" progId="Equation.3">
                  <p:embed/>
                </p:oleObj>
              </mc:Choice>
              <mc:Fallback>
                <p:oleObj name="Equation" r:id="rId13" imgW="156210" imgH="133985" progId="Equation.3">
                  <p:embed/>
                  <p:pic>
                    <p:nvPicPr>
                      <p:cNvPr id="0" name="图片 10786"/>
                      <p:cNvPicPr>
                        <a:picLocks noChangeAspect="1"/>
                      </p:cNvPicPr>
                      <p:nvPr/>
                    </p:nvPicPr>
                    <p:blipFill>
                      <a:blip r:embed="rId14"/>
                      <a:stretch>
                        <a:fillRect/>
                      </a:stretch>
                    </p:blipFill>
                    <p:spPr>
                      <a:xfrm>
                        <a:off x="3261360" y="2299970"/>
                        <a:ext cx="400050" cy="372110"/>
                      </a:xfrm>
                      <a:prstGeom prst="rect">
                        <a:avLst/>
                      </a:prstGeom>
                      <a:noFill/>
                      <a:ln w="9525">
                        <a:noFill/>
                      </a:ln>
                    </p:spPr>
                  </p:pic>
                </p:oleObj>
              </mc:Fallback>
            </mc:AlternateContent>
          </a:graphicData>
        </a:graphic>
      </p:graphicFrame>
      <p:sp>
        <p:nvSpPr>
          <p:cNvPr id="31" name="Oval 31"/>
          <p:cNvSpPr>
            <a:spLocks noChangeArrowheads="1"/>
          </p:cNvSpPr>
          <p:nvPr/>
        </p:nvSpPr>
        <p:spPr bwMode="auto">
          <a:xfrm>
            <a:off x="6278880" y="2094230"/>
            <a:ext cx="1988820" cy="823595"/>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32" name="Object 32"/>
          <p:cNvGraphicFramePr>
            <a:graphicFrameLocks noChangeAspect="1"/>
          </p:cNvGraphicFramePr>
          <p:nvPr/>
        </p:nvGraphicFramePr>
        <p:xfrm>
          <a:off x="7473315" y="2299970"/>
          <a:ext cx="314325" cy="372110"/>
        </p:xfrm>
        <a:graphic>
          <a:graphicData uri="http://schemas.openxmlformats.org/presentationml/2006/ole">
            <mc:AlternateContent xmlns:mc="http://schemas.openxmlformats.org/markup-compatibility/2006">
              <mc:Choice xmlns:v="urn:schemas-microsoft-com:vml" Requires="v">
                <p:oleObj spid="_x0000_s10788" name="Equation" r:id="rId15" imgW="111760" imgH="133985" progId="Equation.3">
                  <p:embed/>
                </p:oleObj>
              </mc:Choice>
              <mc:Fallback>
                <p:oleObj name="Equation" r:id="rId15" imgW="111760" imgH="133985" progId="Equation.3">
                  <p:embed/>
                  <p:pic>
                    <p:nvPicPr>
                      <p:cNvPr id="0" name="图片 10787"/>
                      <p:cNvPicPr>
                        <a:picLocks noChangeAspect="1"/>
                      </p:cNvPicPr>
                      <p:nvPr/>
                    </p:nvPicPr>
                    <p:blipFill>
                      <a:blip r:embed="rId16"/>
                      <a:stretch>
                        <a:fillRect/>
                      </a:stretch>
                    </p:blipFill>
                    <p:spPr>
                      <a:xfrm>
                        <a:off x="7473315" y="2299970"/>
                        <a:ext cx="314325" cy="372110"/>
                      </a:xfrm>
                      <a:prstGeom prst="rect">
                        <a:avLst/>
                      </a:prstGeom>
                      <a:noFill/>
                      <a:ln w="9525">
                        <a:noFill/>
                      </a:ln>
                    </p:spPr>
                  </p:pic>
                </p:oleObj>
              </mc:Fallback>
            </mc:AlternateContent>
          </a:graphicData>
        </a:graphic>
      </p:graphicFrame>
      <p:graphicFrame>
        <p:nvGraphicFramePr>
          <p:cNvPr id="33" name="Object 33"/>
          <p:cNvGraphicFramePr>
            <a:graphicFrameLocks noChangeAspect="1"/>
          </p:cNvGraphicFramePr>
          <p:nvPr/>
        </p:nvGraphicFramePr>
        <p:xfrm>
          <a:off x="5016341" y="2288223"/>
          <a:ext cx="455930" cy="571500"/>
        </p:xfrm>
        <a:graphic>
          <a:graphicData uri="http://schemas.openxmlformats.org/presentationml/2006/ole">
            <mc:AlternateContent xmlns:mc="http://schemas.openxmlformats.org/markup-compatibility/2006">
              <mc:Choice xmlns:v="urn:schemas-microsoft-com:vml" Requires="v">
                <p:oleObj spid="_x0000_s10789" name="Equation" r:id="rId17" imgW="152400" imgH="203200" progId="Equation.3">
                  <p:embed/>
                </p:oleObj>
              </mc:Choice>
              <mc:Fallback>
                <p:oleObj name="Equation" r:id="rId17" imgW="152400" imgH="203200" progId="Equation.3">
                  <p:embed/>
                  <p:pic>
                    <p:nvPicPr>
                      <p:cNvPr id="0" name="图片 10788"/>
                      <p:cNvPicPr>
                        <a:picLocks noChangeAspect="1"/>
                      </p:cNvPicPr>
                      <p:nvPr/>
                    </p:nvPicPr>
                    <p:blipFill>
                      <a:blip r:embed="rId18"/>
                      <a:stretch>
                        <a:fillRect/>
                      </a:stretch>
                    </p:blipFill>
                    <p:spPr>
                      <a:xfrm>
                        <a:off x="5016341" y="2288223"/>
                        <a:ext cx="455930" cy="571500"/>
                      </a:xfrm>
                      <a:prstGeom prst="rect">
                        <a:avLst/>
                      </a:prstGeom>
                      <a:noFill/>
                      <a:ln w="9525">
                        <a:noFill/>
                      </a:ln>
                    </p:spPr>
                  </p:pic>
                </p:oleObj>
              </mc:Fallback>
            </mc:AlternateContent>
          </a:graphicData>
        </a:graphic>
      </p:graphicFrame>
      <p:graphicFrame>
        <p:nvGraphicFramePr>
          <p:cNvPr id="35" name="Object 35"/>
          <p:cNvGraphicFramePr>
            <a:graphicFrameLocks noChangeAspect="1"/>
          </p:cNvGraphicFramePr>
          <p:nvPr/>
        </p:nvGraphicFramePr>
        <p:xfrm>
          <a:off x="3730625" y="2300605"/>
          <a:ext cx="285750" cy="314960"/>
        </p:xfrm>
        <a:graphic>
          <a:graphicData uri="http://schemas.openxmlformats.org/presentationml/2006/ole">
            <mc:AlternateContent xmlns:mc="http://schemas.openxmlformats.org/markup-compatibility/2006">
              <mc:Choice xmlns:v="urn:schemas-microsoft-com:vml" Requires="v">
                <p:oleObj spid="_x0000_s10790" name="Equation" r:id="rId19" imgW="88900" imgH="111760" progId="Equation.3">
                  <p:embed/>
                </p:oleObj>
              </mc:Choice>
              <mc:Fallback>
                <p:oleObj name="Equation" r:id="rId19" imgW="88900" imgH="111760" progId="Equation.3">
                  <p:embed/>
                  <p:pic>
                    <p:nvPicPr>
                      <p:cNvPr id="0" name="图片 10789"/>
                      <p:cNvPicPr>
                        <a:picLocks noChangeAspect="1"/>
                      </p:cNvPicPr>
                      <p:nvPr/>
                    </p:nvPicPr>
                    <p:blipFill>
                      <a:blip r:embed="rId20">
                        <a:biLevel thresh="50000"/>
                        <a:grayscl/>
                      </a:blip>
                      <a:stretch>
                        <a:fillRect/>
                      </a:stretch>
                    </p:blipFill>
                    <p:spPr>
                      <a:xfrm>
                        <a:off x="3730625" y="2300605"/>
                        <a:ext cx="285750" cy="314960"/>
                      </a:xfrm>
                      <a:prstGeom prst="rect">
                        <a:avLst/>
                      </a:prstGeom>
                      <a:noFill/>
                      <a:ln w="9525">
                        <a:noFill/>
                      </a:ln>
                    </p:spPr>
                  </p:pic>
                </p:oleObj>
              </mc:Fallback>
            </mc:AlternateContent>
          </a:graphicData>
        </a:graphic>
      </p:graphicFrame>
      <p:sp>
        <p:nvSpPr>
          <p:cNvPr id="36" name="Oval 36"/>
          <p:cNvSpPr>
            <a:spLocks noChangeArrowheads="1"/>
          </p:cNvSpPr>
          <p:nvPr/>
        </p:nvSpPr>
        <p:spPr bwMode="auto">
          <a:xfrm>
            <a:off x="3840480" y="2574925"/>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38" name="Object 38"/>
          <p:cNvGraphicFramePr>
            <a:graphicFrameLocks noChangeAspect="1"/>
          </p:cNvGraphicFramePr>
          <p:nvPr/>
        </p:nvGraphicFramePr>
        <p:xfrm>
          <a:off x="6827520" y="2408555"/>
          <a:ext cx="313055" cy="372745"/>
        </p:xfrm>
        <a:graphic>
          <a:graphicData uri="http://schemas.openxmlformats.org/presentationml/2006/ole">
            <mc:AlternateContent xmlns:mc="http://schemas.openxmlformats.org/markup-compatibility/2006">
              <mc:Choice xmlns:v="urn:schemas-microsoft-com:vml" Requires="v">
                <p:oleObj spid="_x0000_s10791" name="Equation" r:id="rId21" imgW="111760" imgH="133985" progId="Equation.3">
                  <p:embed/>
                </p:oleObj>
              </mc:Choice>
              <mc:Fallback>
                <p:oleObj name="Equation" r:id="rId21" imgW="111760" imgH="133985" progId="Equation.3">
                  <p:embed/>
                  <p:pic>
                    <p:nvPicPr>
                      <p:cNvPr id="0" name="图片 10790"/>
                      <p:cNvPicPr>
                        <a:picLocks noChangeAspect="1"/>
                      </p:cNvPicPr>
                      <p:nvPr/>
                    </p:nvPicPr>
                    <p:blipFill>
                      <a:blip r:embed="rId22">
                        <a:biLevel thresh="50000"/>
                        <a:grayscl/>
                      </a:blip>
                      <a:stretch>
                        <a:fillRect/>
                      </a:stretch>
                    </p:blipFill>
                    <p:spPr>
                      <a:xfrm>
                        <a:off x="6827520" y="2408555"/>
                        <a:ext cx="313055" cy="372745"/>
                      </a:xfrm>
                      <a:prstGeom prst="rect">
                        <a:avLst/>
                      </a:prstGeom>
                      <a:solidFill>
                        <a:srgbClr val="006600"/>
                      </a:solidFill>
                      <a:ln w="9525">
                        <a:noFill/>
                      </a:ln>
                    </p:spPr>
                  </p:pic>
                </p:oleObj>
              </mc:Fallback>
            </mc:AlternateContent>
          </a:graphicData>
        </a:graphic>
      </p:graphicFrame>
      <p:sp>
        <p:nvSpPr>
          <p:cNvPr id="39" name="Oval 39"/>
          <p:cNvSpPr>
            <a:spLocks noChangeArrowheads="1"/>
          </p:cNvSpPr>
          <p:nvPr/>
        </p:nvSpPr>
        <p:spPr bwMode="auto">
          <a:xfrm>
            <a:off x="6739255" y="2574925"/>
            <a:ext cx="58420" cy="5905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40" name="Freeform 40"/>
          <p:cNvSpPr/>
          <p:nvPr/>
        </p:nvSpPr>
        <p:spPr bwMode="auto">
          <a:xfrm>
            <a:off x="3962400" y="2286000"/>
            <a:ext cx="2743200" cy="274638"/>
          </a:xfrm>
          <a:custGeom>
            <a:avLst/>
            <a:gdLst>
              <a:gd name="T0" fmla="*/ 0 w 1920"/>
              <a:gd name="T1" fmla="*/ 2147483647 h 192"/>
              <a:gd name="T2" fmla="*/ 2147483647 w 1920"/>
              <a:gd name="T3" fmla="*/ 0 h 192"/>
              <a:gd name="T4" fmla="*/ 2147483647 w 1920"/>
              <a:gd name="T5" fmla="*/ 2147483647 h 192"/>
              <a:gd name="T6" fmla="*/ 0 60000 65536"/>
              <a:gd name="T7" fmla="*/ 0 60000 65536"/>
              <a:gd name="T8" fmla="*/ 0 60000 65536"/>
            </a:gdLst>
            <a:ahLst/>
            <a:cxnLst>
              <a:cxn ang="T6">
                <a:pos x="T0" y="T1"/>
              </a:cxn>
              <a:cxn ang="T7">
                <a:pos x="T2" y="T3"/>
              </a:cxn>
              <a:cxn ang="T8">
                <a:pos x="T4" y="T5"/>
              </a:cxn>
            </a:cxnLst>
            <a:rect l="0" t="0" r="r" b="b"/>
            <a:pathLst>
              <a:path w="1920" h="192">
                <a:moveTo>
                  <a:pt x="0" y="192"/>
                </a:moveTo>
                <a:cubicBezTo>
                  <a:pt x="320" y="96"/>
                  <a:pt x="640" y="0"/>
                  <a:pt x="960" y="0"/>
                </a:cubicBezTo>
                <a:cubicBezTo>
                  <a:pt x="1280" y="0"/>
                  <a:pt x="1600" y="96"/>
                  <a:pt x="1920" y="19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7" dur="500"/>
                                        <p:tgtEl>
                                          <p:spTgt spid="3">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12" dur="500"/>
                                        <p:tgtEl>
                                          <p:spTgt spid="3">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22" dur="500"/>
                                        <p:tgtEl>
                                          <p:spTgt spid="4">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27" dur="500"/>
                                        <p:tgtEl>
                                          <p:spTgt spid="4">
                                            <p:txEl>
                                              <p:pRg st="4294967295" end="4294967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wipe(left)">
                                      <p:cBhvr>
                                        <p:cTn id="32" dur="500"/>
                                        <p:tgtEl>
                                          <p:spTgt spid="4">
                                            <p:txEl>
                                              <p:pRg st="0" end="0"/>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36" dur="500"/>
                                        <p:tgtEl>
                                          <p:spTgt spid="5">
                                            <p:txEl>
                                              <p:pRg st="4294967295" end="4294967295"/>
                                            </p:txEl>
                                          </p:spTgt>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40" dur="500"/>
                                        <p:tgtEl>
                                          <p:spTgt spid="5">
                                            <p:txEl>
                                              <p:pRg st="4294967295" end="4294967295"/>
                                            </p:txEl>
                                          </p:spTgt>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animEffect transition="in" filter="wipe(left)">
                                      <p:cBhvr>
                                        <p:cTn id="44" dur="500"/>
                                        <p:tgtEl>
                                          <p:spTgt spid="5">
                                            <p:txEl>
                                              <p:pRg st="0" end="0"/>
                                            </p:txEl>
                                          </p:spTgt>
                                        </p:tgtEl>
                                      </p:cBhvr>
                                    </p:animEffect>
                                  </p:childTnLst>
                                </p:cTn>
                              </p:par>
                            </p:childTnLst>
                          </p:cTn>
                        </p:par>
                        <p:par>
                          <p:cTn id="45" fill="hold">
                            <p:stCondLst>
                              <p:cond delay="2000"/>
                            </p:stCondLst>
                            <p:childTnLst>
                              <p:par>
                                <p:cTn id="46" presetID="22" presetClass="entr" presetSubtype="8" fill="hold"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wipe(left)">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53" dur="500"/>
                                        <p:tgtEl>
                                          <p:spTgt spid="6">
                                            <p:txEl>
                                              <p:pRg st="4294967295" end="429496729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6">
                                            <p:txEl>
                                              <p:pRg st="0" end="0"/>
                                            </p:txEl>
                                          </p:spTgt>
                                        </p:tgtEl>
                                        <p:attrNameLst>
                                          <p:attrName>style.visibility</p:attrName>
                                        </p:attrNameLst>
                                      </p:cBhvr>
                                      <p:to>
                                        <p:strVal val="visible"/>
                                      </p:to>
                                    </p:set>
                                    <p:animEffect transition="in" filter="wipe(left)">
                                      <p:cBhvr>
                                        <p:cTn id="58" dur="500"/>
                                        <p:tgtEl>
                                          <p:spTgt spid="6">
                                            <p:txEl>
                                              <p:pRg st="0" end="0"/>
                                            </p:txEl>
                                          </p:spTgt>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par>
                          <p:cTn id="63" fill="hold">
                            <p:stCondLst>
                              <p:cond delay="1000"/>
                            </p:stCondLst>
                            <p:childTnLst>
                              <p:par>
                                <p:cTn id="64" presetID="1" presetClass="entr" presetSubtype="0"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8">
                                            <p:txEl>
                                              <p:pRg st="4294967295" end="4294967295"/>
                                            </p:txEl>
                                          </p:spTgt>
                                        </p:tgtEl>
                                        <p:attrNameLst>
                                          <p:attrName>style.visibility</p:attrName>
                                        </p:attrNameLst>
                                      </p:cBhvr>
                                      <p:to>
                                        <p:strVal val="visible"/>
                                      </p:to>
                                    </p:set>
                                    <p:animEffect transition="in" filter="wipe(left)">
                                      <p:cBhvr>
                                        <p:cTn id="72" dur="500"/>
                                        <p:tgtEl>
                                          <p:spTgt spid="8">
                                            <p:txEl>
                                              <p:pRg st="4294967295" end="429496729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8">
                                            <p:txEl>
                                              <p:pRg st="0" end="0"/>
                                            </p:txEl>
                                          </p:spTgt>
                                        </p:tgtEl>
                                        <p:attrNameLst>
                                          <p:attrName>style.visibility</p:attrName>
                                        </p:attrNameLst>
                                      </p:cBhvr>
                                      <p:to>
                                        <p:strVal val="visible"/>
                                      </p:to>
                                    </p:set>
                                    <p:animEffect transition="in" filter="wipe(left)">
                                      <p:cBhvr>
                                        <p:cTn id="77" dur="500"/>
                                        <p:tgtEl>
                                          <p:spTgt spid="8">
                                            <p:txEl>
                                              <p:pRg st="0" end="0"/>
                                            </p:txEl>
                                          </p:spTgt>
                                        </p:tgtEl>
                                      </p:cBhvr>
                                    </p:animEffect>
                                  </p:childTnLst>
                                </p:cTn>
                              </p:par>
                            </p:childTnLst>
                          </p:cTn>
                        </p:par>
                        <p:par>
                          <p:cTn id="78" fill="hold">
                            <p:stCondLst>
                              <p:cond delay="500"/>
                            </p:stCondLst>
                            <p:childTnLst>
                              <p:par>
                                <p:cTn id="79" presetID="22" presetClass="entr" presetSubtype="8" fill="hold" nodeType="after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500"/>
                                        <p:tgtEl>
                                          <p:spTgt spid="9"/>
                                        </p:tgtEl>
                                      </p:cBhvr>
                                    </p:animEffect>
                                  </p:childTnLst>
                                </p:cTn>
                              </p:par>
                            </p:childTnLst>
                          </p:cTn>
                        </p:par>
                        <p:par>
                          <p:cTn id="82" fill="hold">
                            <p:stCondLst>
                              <p:cond delay="1000"/>
                            </p:stCondLst>
                            <p:childTnLst>
                              <p:par>
                                <p:cTn id="83" presetID="22" presetClass="entr" presetSubtype="8" fill="hold" grpId="0" nodeType="afterEffect">
                                  <p:stCondLst>
                                    <p:cond delay="0"/>
                                  </p:stCondLst>
                                  <p:childTnLst>
                                    <p:set>
                                      <p:cBhvr>
                                        <p:cTn id="84"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85" dur="500"/>
                                        <p:tgtEl>
                                          <p:spTgt spid="10">
                                            <p:txEl>
                                              <p:pRg st="4294967295" end="4294967295"/>
                                            </p:txEl>
                                          </p:spTgt>
                                        </p:tgtEl>
                                      </p:cBhvr>
                                    </p:animEffect>
                                  </p:childTnLst>
                                </p:cTn>
                              </p:par>
                            </p:childTnLst>
                          </p:cTn>
                        </p:par>
                        <p:par>
                          <p:cTn id="86" fill="hold">
                            <p:stCondLst>
                              <p:cond delay="1500"/>
                            </p:stCondLst>
                            <p:childTnLst>
                              <p:par>
                                <p:cTn id="87" presetID="22" presetClass="entr" presetSubtype="8" fill="hold" grpId="0" nodeType="afterEffect">
                                  <p:stCondLst>
                                    <p:cond delay="0"/>
                                  </p:stCondLst>
                                  <p:childTnLst>
                                    <p:set>
                                      <p:cBhvr>
                                        <p:cTn id="88"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89" dur="500"/>
                                        <p:tgtEl>
                                          <p:spTgt spid="10">
                                            <p:txEl>
                                              <p:pRg st="4294967295" end="4294967295"/>
                                            </p:txEl>
                                          </p:spTgt>
                                        </p:tgtEl>
                                      </p:cBhvr>
                                    </p:animEffect>
                                  </p:childTnLst>
                                </p:cTn>
                              </p:par>
                            </p:childTnLst>
                          </p:cTn>
                        </p:par>
                        <p:par>
                          <p:cTn id="90" fill="hold">
                            <p:stCondLst>
                              <p:cond delay="2000"/>
                            </p:stCondLst>
                            <p:childTnLst>
                              <p:par>
                                <p:cTn id="91" presetID="22" presetClass="entr" presetSubtype="8" fill="hold" grpId="0" nodeType="afterEffect">
                                  <p:stCondLst>
                                    <p:cond delay="0"/>
                                  </p:stCondLst>
                                  <p:childTnLst>
                                    <p:set>
                                      <p:cBhvr>
                                        <p:cTn id="92" dur="1" fill="hold">
                                          <p:stCondLst>
                                            <p:cond delay="0"/>
                                          </p:stCondLst>
                                        </p:cTn>
                                        <p:tgtEl>
                                          <p:spTgt spid="10">
                                            <p:txEl>
                                              <p:pRg st="0" end="0"/>
                                            </p:txEl>
                                          </p:spTgt>
                                        </p:tgtEl>
                                        <p:attrNameLst>
                                          <p:attrName>style.visibility</p:attrName>
                                        </p:attrNameLst>
                                      </p:cBhvr>
                                      <p:to>
                                        <p:strVal val="visible"/>
                                      </p:to>
                                    </p:set>
                                    <p:animEffect transition="in" filter="wipe(left)">
                                      <p:cBhvr>
                                        <p:cTn id="93" dur="500"/>
                                        <p:tgtEl>
                                          <p:spTgt spid="10">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wipe(left)">
                                      <p:cBhvr>
                                        <p:cTn id="98" dur="500"/>
                                        <p:tgtEl>
                                          <p:spTgt spid="40"/>
                                        </p:tgtEl>
                                      </p:cBhvr>
                                    </p:animEffect>
                                  </p:childTnLst>
                                </p:cTn>
                              </p:par>
                            </p:childTnLst>
                          </p:cTn>
                        </p:par>
                        <p:par>
                          <p:cTn id="99" fill="hold">
                            <p:stCondLst>
                              <p:cond delay="500"/>
                            </p:stCondLst>
                            <p:childTnLst>
                              <p:par>
                                <p:cTn id="100" presetID="1" presetClass="entr" presetSubtype="0" fill="hold" grpId="0" nodeType="afterEffect">
                                  <p:stCondLst>
                                    <p:cond delay="0"/>
                                  </p:stCondLst>
                                  <p:childTnLst>
                                    <p:set>
                                      <p:cBhvr>
                                        <p:cTn id="101" dur="1" fill="hold">
                                          <p:stCondLst>
                                            <p:cond delay="0"/>
                                          </p:stCondLst>
                                        </p:cTn>
                                        <p:tgtEl>
                                          <p:spTgt spid="39"/>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3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108" dur="500"/>
                                        <p:tgtEl>
                                          <p:spTgt spid="11">
                                            <p:txEl>
                                              <p:pRg st="4294967295" end="4294967295"/>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113" dur="500"/>
                                        <p:tgtEl>
                                          <p:spTgt spid="11">
                                            <p:txEl>
                                              <p:pRg st="4294967295" end="4294967295"/>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1">
                                            <p:txEl>
                                              <p:pRg st="0" end="0"/>
                                            </p:txEl>
                                          </p:spTgt>
                                        </p:tgtEl>
                                        <p:attrNameLst>
                                          <p:attrName>style.visibility</p:attrName>
                                        </p:attrNameLst>
                                      </p:cBhvr>
                                      <p:to>
                                        <p:strVal val="visible"/>
                                      </p:to>
                                    </p:set>
                                    <p:animEffect transition="in" filter="wipe(left)">
                                      <p:cBhvr>
                                        <p:cTn id="118" dur="500"/>
                                        <p:tgtEl>
                                          <p:spTgt spid="11">
                                            <p:txEl>
                                              <p:pRg st="0" end="0"/>
                                            </p:txEl>
                                          </p:spTgt>
                                        </p:tgtEl>
                                      </p:cBhvr>
                                    </p:animEffect>
                                  </p:childTnLst>
                                </p:cTn>
                              </p:par>
                            </p:childTnLst>
                          </p:cTn>
                        </p:par>
                        <p:par>
                          <p:cTn id="119" fill="hold">
                            <p:stCondLst>
                              <p:cond delay="500"/>
                            </p:stCondLst>
                            <p:childTnLst>
                              <p:par>
                                <p:cTn id="120" presetID="22" presetClass="entr" presetSubtype="8" fill="hold" grpId="0" nodeType="afterEffect">
                                  <p:stCondLst>
                                    <p:cond delay="0"/>
                                  </p:stCondLst>
                                  <p:childTnLst>
                                    <p:set>
                                      <p:cBhvr>
                                        <p:cTn id="121" dur="1" fill="hold">
                                          <p:stCondLst>
                                            <p:cond delay="0"/>
                                          </p:stCondLst>
                                        </p:cTn>
                                        <p:tgtEl>
                                          <p:spTgt spid="12">
                                            <p:txEl>
                                              <p:pRg st="4294967295" end="4294967295"/>
                                            </p:txEl>
                                          </p:spTgt>
                                        </p:tgtEl>
                                        <p:attrNameLst>
                                          <p:attrName>style.visibility</p:attrName>
                                        </p:attrNameLst>
                                      </p:cBhvr>
                                      <p:to>
                                        <p:strVal val="visible"/>
                                      </p:to>
                                    </p:set>
                                    <p:animEffect transition="in" filter="wipe(left)">
                                      <p:cBhvr>
                                        <p:cTn id="122" dur="500"/>
                                        <p:tgtEl>
                                          <p:spTgt spid="12">
                                            <p:txEl>
                                              <p:pRg st="4294967295" end="4294967295"/>
                                            </p:txEl>
                                          </p:spTgt>
                                        </p:tgtEl>
                                      </p:cBhvr>
                                    </p:animEffect>
                                  </p:childTnLst>
                                </p:cTn>
                              </p:par>
                            </p:childTnLst>
                          </p:cTn>
                        </p:par>
                        <p:par>
                          <p:cTn id="123" fill="hold">
                            <p:stCondLst>
                              <p:cond delay="1000"/>
                            </p:stCondLst>
                            <p:childTnLst>
                              <p:par>
                                <p:cTn id="124" presetID="22" presetClass="entr" presetSubtype="8" fill="hold" grpId="0" nodeType="afterEffect">
                                  <p:stCondLst>
                                    <p:cond delay="0"/>
                                  </p:stCondLst>
                                  <p:childTnLst>
                                    <p:set>
                                      <p:cBhvr>
                                        <p:cTn id="125" dur="1" fill="hold">
                                          <p:stCondLst>
                                            <p:cond delay="0"/>
                                          </p:stCondLst>
                                        </p:cTn>
                                        <p:tgtEl>
                                          <p:spTgt spid="12">
                                            <p:txEl>
                                              <p:pRg st="4294967295" end="4294967295"/>
                                            </p:txEl>
                                          </p:spTgt>
                                        </p:tgtEl>
                                        <p:attrNameLst>
                                          <p:attrName>style.visibility</p:attrName>
                                        </p:attrNameLst>
                                      </p:cBhvr>
                                      <p:to>
                                        <p:strVal val="visible"/>
                                      </p:to>
                                    </p:set>
                                    <p:animEffect transition="in" filter="wipe(left)">
                                      <p:cBhvr>
                                        <p:cTn id="126" dur="500"/>
                                        <p:tgtEl>
                                          <p:spTgt spid="12">
                                            <p:txEl>
                                              <p:pRg st="4294967295" end="4294967295"/>
                                            </p:txEl>
                                          </p:spTgt>
                                        </p:tgtEl>
                                      </p:cBhvr>
                                    </p:animEffect>
                                  </p:childTnLst>
                                </p:cTn>
                              </p:par>
                            </p:childTnLst>
                          </p:cTn>
                        </p:par>
                        <p:par>
                          <p:cTn id="127" fill="hold">
                            <p:stCondLst>
                              <p:cond delay="1500"/>
                            </p:stCondLst>
                            <p:childTnLst>
                              <p:par>
                                <p:cTn id="128" presetID="22" presetClass="entr" presetSubtype="8" fill="hold" grpId="0" nodeType="afterEffect">
                                  <p:stCondLst>
                                    <p:cond delay="0"/>
                                  </p:stCondLst>
                                  <p:childTnLst>
                                    <p:set>
                                      <p:cBhvr>
                                        <p:cTn id="129" dur="1" fill="hold">
                                          <p:stCondLst>
                                            <p:cond delay="0"/>
                                          </p:stCondLst>
                                        </p:cTn>
                                        <p:tgtEl>
                                          <p:spTgt spid="12">
                                            <p:txEl>
                                              <p:pRg st="0" end="0"/>
                                            </p:txEl>
                                          </p:spTgt>
                                        </p:tgtEl>
                                        <p:attrNameLst>
                                          <p:attrName>style.visibility</p:attrName>
                                        </p:attrNameLst>
                                      </p:cBhvr>
                                      <p:to>
                                        <p:strVal val="visible"/>
                                      </p:to>
                                    </p:set>
                                    <p:animEffect transition="in" filter="wipe(left)">
                                      <p:cBhvr>
                                        <p:cTn id="130" dur="500"/>
                                        <p:tgtEl>
                                          <p:spTgt spid="12">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135" dur="500"/>
                                        <p:tgtEl>
                                          <p:spTgt spid="13">
                                            <p:txEl>
                                              <p:pRg st="4294967295" end="4294967295"/>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140" dur="500"/>
                                        <p:tgtEl>
                                          <p:spTgt spid="13">
                                            <p:txEl>
                                              <p:pRg st="4294967295" end="4294967295"/>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3">
                                            <p:txEl>
                                              <p:pRg st="0" end="0"/>
                                            </p:txEl>
                                          </p:spTgt>
                                        </p:tgtEl>
                                        <p:attrNameLst>
                                          <p:attrName>style.visibility</p:attrName>
                                        </p:attrNameLst>
                                      </p:cBhvr>
                                      <p:to>
                                        <p:strVal val="visible"/>
                                      </p:to>
                                    </p:set>
                                    <p:animEffect transition="in" filter="wipe(left)">
                                      <p:cBhvr>
                                        <p:cTn id="145" dur="500"/>
                                        <p:tgtEl>
                                          <p:spTgt spid="13">
                                            <p:txEl>
                                              <p:pRg st="0" end="0"/>
                                            </p:txEl>
                                          </p:spTgt>
                                        </p:tgtEl>
                                      </p:cBhvr>
                                    </p:animEffect>
                                  </p:childTnLst>
                                </p:cTn>
                              </p:par>
                            </p:childTnLst>
                          </p:cTn>
                        </p:par>
                        <p:par>
                          <p:cTn id="146" fill="hold">
                            <p:stCondLst>
                              <p:cond delay="500"/>
                            </p:stCondLst>
                            <p:childTnLst>
                              <p:par>
                                <p:cTn id="147" presetID="22" presetClass="entr" presetSubtype="8" fill="hold" nodeType="afterEffect">
                                  <p:stCondLst>
                                    <p:cond delay="0"/>
                                  </p:stCondLst>
                                  <p:childTnLst>
                                    <p:set>
                                      <p:cBhvr>
                                        <p:cTn id="148" dur="1" fill="hold">
                                          <p:stCondLst>
                                            <p:cond delay="0"/>
                                          </p:stCondLst>
                                        </p:cTn>
                                        <p:tgtEl>
                                          <p:spTgt spid="14"/>
                                        </p:tgtEl>
                                        <p:attrNameLst>
                                          <p:attrName>style.visibility</p:attrName>
                                        </p:attrNameLst>
                                      </p:cBhvr>
                                      <p:to>
                                        <p:strVal val="visible"/>
                                      </p:to>
                                    </p:set>
                                    <p:animEffect transition="in" filter="wipe(left)">
                                      <p:cBhvr>
                                        <p:cTn id="149" dur="500"/>
                                        <p:tgtEl>
                                          <p:spTgt spid="14"/>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54" dur="500"/>
                                        <p:tgtEl>
                                          <p:spTgt spid="15">
                                            <p:txEl>
                                              <p:pRg st="4294967295" end="4294967295"/>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59" dur="500"/>
                                        <p:tgtEl>
                                          <p:spTgt spid="15">
                                            <p:txEl>
                                              <p:pRg st="4294967295" end="4294967295"/>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5">
                                            <p:txEl>
                                              <p:pRg st="0" end="0"/>
                                            </p:txEl>
                                          </p:spTgt>
                                        </p:tgtEl>
                                        <p:attrNameLst>
                                          <p:attrName>style.visibility</p:attrName>
                                        </p:attrNameLst>
                                      </p:cBhvr>
                                      <p:to>
                                        <p:strVal val="visible"/>
                                      </p:to>
                                    </p:set>
                                    <p:animEffect transition="in" filter="wipe(left)">
                                      <p:cBhvr>
                                        <p:cTn id="164" dur="500"/>
                                        <p:tgtEl>
                                          <p:spTgt spid="15">
                                            <p:txEl>
                                              <p:pRg st="0" end="0"/>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6">
                                            <p:txEl>
                                              <p:pRg st="4294967295" end="4294967295"/>
                                            </p:txEl>
                                          </p:spTgt>
                                        </p:tgtEl>
                                        <p:attrNameLst>
                                          <p:attrName>style.visibility</p:attrName>
                                        </p:attrNameLst>
                                      </p:cBhvr>
                                      <p:to>
                                        <p:strVal val="visible"/>
                                      </p:to>
                                    </p:set>
                                    <p:animEffect transition="in" filter="wipe(left)">
                                      <p:cBhvr>
                                        <p:cTn id="169" dur="500"/>
                                        <p:tgtEl>
                                          <p:spTgt spid="16">
                                            <p:txEl>
                                              <p:pRg st="4294967295" end="4294967295"/>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16">
                                            <p:txEl>
                                              <p:pRg st="4294967295" end="4294967295"/>
                                            </p:txEl>
                                          </p:spTgt>
                                        </p:tgtEl>
                                        <p:attrNameLst>
                                          <p:attrName>style.visibility</p:attrName>
                                        </p:attrNameLst>
                                      </p:cBhvr>
                                      <p:to>
                                        <p:strVal val="visible"/>
                                      </p:to>
                                    </p:set>
                                    <p:animEffect transition="in" filter="wipe(left)">
                                      <p:cBhvr>
                                        <p:cTn id="174" dur="500"/>
                                        <p:tgtEl>
                                          <p:spTgt spid="16">
                                            <p:txEl>
                                              <p:pRg st="4294967295" end="4294967295"/>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16">
                                            <p:txEl>
                                              <p:pRg st="0" end="0"/>
                                            </p:txEl>
                                          </p:spTgt>
                                        </p:tgtEl>
                                        <p:attrNameLst>
                                          <p:attrName>style.visibility</p:attrName>
                                        </p:attrNameLst>
                                      </p:cBhvr>
                                      <p:to>
                                        <p:strVal val="visible"/>
                                      </p:to>
                                    </p:set>
                                    <p:animEffect transition="in" filter="wipe(left)">
                                      <p:cBhvr>
                                        <p:cTn id="179" dur="500"/>
                                        <p:tgtEl>
                                          <p:spTgt spid="16">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nodeType="clickEffect">
                                  <p:stCondLst>
                                    <p:cond delay="0"/>
                                  </p:stCondLst>
                                  <p:childTnLst>
                                    <p:set>
                                      <p:cBhvr>
                                        <p:cTn id="183" dur="1" fill="hold">
                                          <p:stCondLst>
                                            <p:cond delay="0"/>
                                          </p:stCondLst>
                                        </p:cTn>
                                        <p:tgtEl>
                                          <p:spTgt spid="17"/>
                                        </p:tgtEl>
                                        <p:attrNameLst>
                                          <p:attrName>style.visibility</p:attrName>
                                        </p:attrNameLst>
                                      </p:cBhvr>
                                      <p:to>
                                        <p:strVal val="visible"/>
                                      </p:to>
                                    </p:set>
                                    <p:animEffect transition="in" filter="wipe(left)">
                                      <p:cBhvr>
                                        <p:cTn id="184" dur="500"/>
                                        <p:tgtEl>
                                          <p:spTgt spid="17"/>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89" dur="500"/>
                                        <p:tgtEl>
                                          <p:spTgt spid="18">
                                            <p:txEl>
                                              <p:pRg st="4294967295" end="4294967295"/>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94" dur="500"/>
                                        <p:tgtEl>
                                          <p:spTgt spid="18">
                                            <p:txEl>
                                              <p:pRg st="4294967295" end="4294967295"/>
                                            </p:txEl>
                                          </p:spTgt>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8" fill="hold" grpId="0" nodeType="clickEffect">
                                  <p:stCondLst>
                                    <p:cond delay="0"/>
                                  </p:stCondLst>
                                  <p:childTnLst>
                                    <p:set>
                                      <p:cBhvr>
                                        <p:cTn id="198" dur="1" fill="hold">
                                          <p:stCondLst>
                                            <p:cond delay="0"/>
                                          </p:stCondLst>
                                        </p:cTn>
                                        <p:tgtEl>
                                          <p:spTgt spid="18">
                                            <p:txEl>
                                              <p:pRg st="0" end="0"/>
                                            </p:txEl>
                                          </p:spTgt>
                                        </p:tgtEl>
                                        <p:attrNameLst>
                                          <p:attrName>style.visibility</p:attrName>
                                        </p:attrNameLst>
                                      </p:cBhvr>
                                      <p:to>
                                        <p:strVal val="visible"/>
                                      </p:to>
                                    </p:set>
                                    <p:animEffect transition="in" filter="wipe(left)">
                                      <p:cBhvr>
                                        <p:cTn id="199" dur="500"/>
                                        <p:tgtEl>
                                          <p:spTgt spid="18">
                                            <p:txEl>
                                              <p:pRg st="0" end="0"/>
                                            </p:txEl>
                                          </p:spTgt>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8" fill="hold" grpId="0" nodeType="clickEffect">
                                  <p:stCondLst>
                                    <p:cond delay="0"/>
                                  </p:stCondLst>
                                  <p:childTnLst>
                                    <p:set>
                                      <p:cBhvr>
                                        <p:cTn id="203"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204" dur="500"/>
                                        <p:tgtEl>
                                          <p:spTgt spid="19">
                                            <p:txEl>
                                              <p:pRg st="4294967295" end="4294967295"/>
                                            </p:txEl>
                                          </p:spTgt>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grpId="0" nodeType="clickEffect">
                                  <p:stCondLst>
                                    <p:cond delay="0"/>
                                  </p:stCondLst>
                                  <p:childTnLst>
                                    <p:set>
                                      <p:cBhvr>
                                        <p:cTn id="208"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209" dur="500"/>
                                        <p:tgtEl>
                                          <p:spTgt spid="19">
                                            <p:txEl>
                                              <p:pRg st="4294967295" end="4294967295"/>
                                            </p:txEl>
                                          </p:spTgt>
                                        </p:tgtEl>
                                      </p:cBhvr>
                                    </p:animEffect>
                                  </p:childTnLst>
                                </p:cTn>
                              </p:par>
                            </p:childTnLst>
                          </p:cTn>
                        </p:par>
                      </p:childTnLst>
                    </p:cTn>
                  </p:par>
                  <p:par>
                    <p:cTn id="210" fill="hold">
                      <p:stCondLst>
                        <p:cond delay="indefinite"/>
                      </p:stCondLst>
                      <p:childTnLst>
                        <p:par>
                          <p:cTn id="211" fill="hold">
                            <p:stCondLst>
                              <p:cond delay="0"/>
                            </p:stCondLst>
                            <p:childTnLst>
                              <p:par>
                                <p:cTn id="212" presetID="22" presetClass="entr" presetSubtype="8" fill="hold" grpId="0" nodeType="clickEffect">
                                  <p:stCondLst>
                                    <p:cond delay="0"/>
                                  </p:stCondLst>
                                  <p:childTnLst>
                                    <p:set>
                                      <p:cBhvr>
                                        <p:cTn id="213" dur="1" fill="hold">
                                          <p:stCondLst>
                                            <p:cond delay="0"/>
                                          </p:stCondLst>
                                        </p:cTn>
                                        <p:tgtEl>
                                          <p:spTgt spid="19">
                                            <p:txEl>
                                              <p:pRg st="0" end="0"/>
                                            </p:txEl>
                                          </p:spTgt>
                                        </p:tgtEl>
                                        <p:attrNameLst>
                                          <p:attrName>style.visibility</p:attrName>
                                        </p:attrNameLst>
                                      </p:cBhvr>
                                      <p:to>
                                        <p:strVal val="visible"/>
                                      </p:to>
                                    </p:set>
                                    <p:animEffect transition="in" filter="wipe(left)">
                                      <p:cBhvr>
                                        <p:cTn id="214" dur="500"/>
                                        <p:tgtEl>
                                          <p:spTgt spid="19">
                                            <p:txEl>
                                              <p:pRg st="0" end="0"/>
                                            </p:txEl>
                                          </p:spTgt>
                                        </p:tgtEl>
                                      </p:cBhvr>
                                    </p:animEffect>
                                  </p:childTnLst>
                                </p:cTn>
                              </p:par>
                            </p:childTnLst>
                          </p:cTn>
                        </p:par>
                      </p:childTnLst>
                    </p:cTn>
                  </p:par>
                  <p:par>
                    <p:cTn id="215" fill="hold">
                      <p:stCondLst>
                        <p:cond delay="indefinite"/>
                      </p:stCondLst>
                      <p:childTnLst>
                        <p:par>
                          <p:cTn id="216" fill="hold">
                            <p:stCondLst>
                              <p:cond delay="0"/>
                            </p:stCondLst>
                            <p:childTnLst>
                              <p:par>
                                <p:cTn id="217" presetID="22" presetClass="entr" presetSubtype="8" fill="hold" grpId="0" nodeType="clickEffect">
                                  <p:stCondLst>
                                    <p:cond delay="0"/>
                                  </p:stCondLst>
                                  <p:childTnLst>
                                    <p:set>
                                      <p:cBhvr>
                                        <p:cTn id="218" dur="1" fill="hold">
                                          <p:stCondLst>
                                            <p:cond delay="0"/>
                                          </p:stCondLst>
                                        </p:cTn>
                                        <p:tgtEl>
                                          <p:spTgt spid="20">
                                            <p:txEl>
                                              <p:pRg st="4294967295" end="4294967295"/>
                                            </p:txEl>
                                          </p:spTgt>
                                        </p:tgtEl>
                                        <p:attrNameLst>
                                          <p:attrName>style.visibility</p:attrName>
                                        </p:attrNameLst>
                                      </p:cBhvr>
                                      <p:to>
                                        <p:strVal val="visible"/>
                                      </p:to>
                                    </p:set>
                                    <p:animEffect transition="in" filter="wipe(left)">
                                      <p:cBhvr>
                                        <p:cTn id="219" dur="500"/>
                                        <p:tgtEl>
                                          <p:spTgt spid="20">
                                            <p:txEl>
                                              <p:pRg st="4294967295" end="4294967295"/>
                                            </p:txEl>
                                          </p:spTgt>
                                        </p:tgtEl>
                                      </p:cBhvr>
                                    </p:animEffect>
                                  </p:childTnLst>
                                </p:cTn>
                              </p:par>
                            </p:childTnLst>
                          </p:cTn>
                        </p:par>
                      </p:childTnLst>
                    </p:cTn>
                  </p:par>
                  <p:par>
                    <p:cTn id="220" fill="hold">
                      <p:stCondLst>
                        <p:cond delay="indefinite"/>
                      </p:stCondLst>
                      <p:childTnLst>
                        <p:par>
                          <p:cTn id="221" fill="hold">
                            <p:stCondLst>
                              <p:cond delay="0"/>
                            </p:stCondLst>
                            <p:childTnLst>
                              <p:par>
                                <p:cTn id="222" presetID="22" presetClass="entr" presetSubtype="8" fill="hold" grpId="0" nodeType="clickEffect">
                                  <p:stCondLst>
                                    <p:cond delay="0"/>
                                  </p:stCondLst>
                                  <p:childTnLst>
                                    <p:set>
                                      <p:cBhvr>
                                        <p:cTn id="223" dur="1" fill="hold">
                                          <p:stCondLst>
                                            <p:cond delay="0"/>
                                          </p:stCondLst>
                                        </p:cTn>
                                        <p:tgtEl>
                                          <p:spTgt spid="20">
                                            <p:txEl>
                                              <p:pRg st="4294967295" end="4294967295"/>
                                            </p:txEl>
                                          </p:spTgt>
                                        </p:tgtEl>
                                        <p:attrNameLst>
                                          <p:attrName>style.visibility</p:attrName>
                                        </p:attrNameLst>
                                      </p:cBhvr>
                                      <p:to>
                                        <p:strVal val="visible"/>
                                      </p:to>
                                    </p:set>
                                    <p:animEffect transition="in" filter="wipe(left)">
                                      <p:cBhvr>
                                        <p:cTn id="224" dur="500"/>
                                        <p:tgtEl>
                                          <p:spTgt spid="20">
                                            <p:txEl>
                                              <p:pRg st="4294967295" end="4294967295"/>
                                            </p:txEl>
                                          </p:spTgt>
                                        </p:tgtEl>
                                      </p:cBhvr>
                                    </p:animEffect>
                                  </p:childTnLst>
                                </p:cTn>
                              </p:par>
                            </p:childTnLst>
                          </p:cTn>
                        </p:par>
                      </p:childTnLst>
                    </p:cTn>
                  </p:par>
                  <p:par>
                    <p:cTn id="225" fill="hold">
                      <p:stCondLst>
                        <p:cond delay="indefinite"/>
                      </p:stCondLst>
                      <p:childTnLst>
                        <p:par>
                          <p:cTn id="226" fill="hold">
                            <p:stCondLst>
                              <p:cond delay="0"/>
                            </p:stCondLst>
                            <p:childTnLst>
                              <p:par>
                                <p:cTn id="227" presetID="22" presetClass="entr" presetSubtype="8" fill="hold" grpId="0" nodeType="clickEffect">
                                  <p:stCondLst>
                                    <p:cond delay="0"/>
                                  </p:stCondLst>
                                  <p:childTnLst>
                                    <p:set>
                                      <p:cBhvr>
                                        <p:cTn id="228" dur="1" fill="hold">
                                          <p:stCondLst>
                                            <p:cond delay="0"/>
                                          </p:stCondLst>
                                        </p:cTn>
                                        <p:tgtEl>
                                          <p:spTgt spid="20">
                                            <p:txEl>
                                              <p:pRg st="0" end="0"/>
                                            </p:txEl>
                                          </p:spTgt>
                                        </p:tgtEl>
                                        <p:attrNameLst>
                                          <p:attrName>style.visibility</p:attrName>
                                        </p:attrNameLst>
                                      </p:cBhvr>
                                      <p:to>
                                        <p:strVal val="visible"/>
                                      </p:to>
                                    </p:set>
                                    <p:animEffect transition="in" filter="wipe(left)">
                                      <p:cBhvr>
                                        <p:cTn id="229" dur="500"/>
                                        <p:tgtEl>
                                          <p:spTgt spid="20">
                                            <p:txEl>
                                              <p:pRg st="0" end="0"/>
                                            </p:txEl>
                                          </p:spTgt>
                                        </p:tgtEl>
                                      </p:cBhvr>
                                    </p:animEffect>
                                  </p:childTnLst>
                                </p:cTn>
                              </p:par>
                            </p:childTnLst>
                          </p:cTn>
                        </p:par>
                      </p:childTnLst>
                    </p:cTn>
                  </p:par>
                  <p:par>
                    <p:cTn id="230" fill="hold">
                      <p:stCondLst>
                        <p:cond delay="indefinite"/>
                      </p:stCondLst>
                      <p:childTnLst>
                        <p:par>
                          <p:cTn id="231" fill="hold">
                            <p:stCondLst>
                              <p:cond delay="0"/>
                            </p:stCondLst>
                            <p:childTnLst>
                              <p:par>
                                <p:cTn id="232" presetID="22" presetClass="entr" presetSubtype="8" fill="hold" nodeType="clickEffect">
                                  <p:stCondLst>
                                    <p:cond delay="0"/>
                                  </p:stCondLst>
                                  <p:childTnLst>
                                    <p:set>
                                      <p:cBhvr>
                                        <p:cTn id="233" dur="1" fill="hold">
                                          <p:stCondLst>
                                            <p:cond delay="0"/>
                                          </p:stCondLst>
                                        </p:cTn>
                                        <p:tgtEl>
                                          <p:spTgt spid="21"/>
                                        </p:tgtEl>
                                        <p:attrNameLst>
                                          <p:attrName>style.visibility</p:attrName>
                                        </p:attrNameLst>
                                      </p:cBhvr>
                                      <p:to>
                                        <p:strVal val="visible"/>
                                      </p:to>
                                    </p:set>
                                    <p:animEffect transition="in" filter="wipe(left)">
                                      <p:cBhvr>
                                        <p:cTn id="234" dur="500"/>
                                        <p:tgtEl>
                                          <p:spTgt spid="21"/>
                                        </p:tgtEl>
                                      </p:cBhvr>
                                    </p:animEffect>
                                  </p:childTnLst>
                                </p:cTn>
                              </p:par>
                            </p:childTnLst>
                          </p:cTn>
                        </p:par>
                      </p:childTnLst>
                    </p:cTn>
                  </p:par>
                  <p:par>
                    <p:cTn id="235" fill="hold">
                      <p:stCondLst>
                        <p:cond delay="indefinite"/>
                      </p:stCondLst>
                      <p:childTnLst>
                        <p:par>
                          <p:cTn id="236" fill="hold">
                            <p:stCondLst>
                              <p:cond delay="0"/>
                            </p:stCondLst>
                            <p:childTnLst>
                              <p:par>
                                <p:cTn id="237" presetID="22" presetClass="entr" presetSubtype="8" fill="hold" nodeType="clickEffect">
                                  <p:stCondLst>
                                    <p:cond delay="0"/>
                                  </p:stCondLst>
                                  <p:childTnLst>
                                    <p:set>
                                      <p:cBhvr>
                                        <p:cTn id="238" dur="1" fill="hold">
                                          <p:stCondLst>
                                            <p:cond delay="0"/>
                                          </p:stCondLst>
                                        </p:cTn>
                                        <p:tgtEl>
                                          <p:spTgt spid="22"/>
                                        </p:tgtEl>
                                        <p:attrNameLst>
                                          <p:attrName>style.visibility</p:attrName>
                                        </p:attrNameLst>
                                      </p:cBhvr>
                                      <p:to>
                                        <p:strVal val="visible"/>
                                      </p:to>
                                    </p:set>
                                    <p:animEffect transition="in" filter="wipe(left)">
                                      <p:cBhvr>
                                        <p:cTn id="239" dur="500"/>
                                        <p:tgtEl>
                                          <p:spTgt spid="22"/>
                                        </p:tgtEl>
                                      </p:cBhvr>
                                    </p:animEffect>
                                  </p:childTnLst>
                                </p:cTn>
                              </p:par>
                            </p:childTnLst>
                          </p:cTn>
                        </p:par>
                      </p:childTnLst>
                    </p:cTn>
                  </p:par>
                  <p:par>
                    <p:cTn id="240" fill="hold">
                      <p:stCondLst>
                        <p:cond delay="indefinite"/>
                      </p:stCondLst>
                      <p:childTnLst>
                        <p:par>
                          <p:cTn id="241" fill="hold">
                            <p:stCondLst>
                              <p:cond delay="0"/>
                            </p:stCondLst>
                            <p:childTnLst>
                              <p:par>
                                <p:cTn id="242" presetID="22" presetClass="entr" presetSubtype="8" fill="hold" grpId="0" nodeType="clickEffect">
                                  <p:stCondLst>
                                    <p:cond delay="0"/>
                                  </p:stCondLst>
                                  <p:childTnLst>
                                    <p:set>
                                      <p:cBhvr>
                                        <p:cTn id="243" dur="1" fill="hold">
                                          <p:stCondLst>
                                            <p:cond delay="0"/>
                                          </p:stCondLst>
                                        </p:cTn>
                                        <p:tgtEl>
                                          <p:spTgt spid="23">
                                            <p:txEl>
                                              <p:pRg st="4294967295" end="4294967295"/>
                                            </p:txEl>
                                          </p:spTgt>
                                        </p:tgtEl>
                                        <p:attrNameLst>
                                          <p:attrName>style.visibility</p:attrName>
                                        </p:attrNameLst>
                                      </p:cBhvr>
                                      <p:to>
                                        <p:strVal val="visible"/>
                                      </p:to>
                                    </p:set>
                                    <p:animEffect transition="in" filter="wipe(left)">
                                      <p:cBhvr>
                                        <p:cTn id="244" dur="500"/>
                                        <p:tgtEl>
                                          <p:spTgt spid="23">
                                            <p:txEl>
                                              <p:pRg st="4294967295" end="4294967295"/>
                                            </p:txEl>
                                          </p:spTgt>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ntr" presetSubtype="8" fill="hold" grpId="0" nodeType="clickEffect">
                                  <p:stCondLst>
                                    <p:cond delay="0"/>
                                  </p:stCondLst>
                                  <p:childTnLst>
                                    <p:set>
                                      <p:cBhvr>
                                        <p:cTn id="248" dur="1" fill="hold">
                                          <p:stCondLst>
                                            <p:cond delay="0"/>
                                          </p:stCondLst>
                                        </p:cTn>
                                        <p:tgtEl>
                                          <p:spTgt spid="23">
                                            <p:txEl>
                                              <p:pRg st="4294967295" end="4294967295"/>
                                            </p:txEl>
                                          </p:spTgt>
                                        </p:tgtEl>
                                        <p:attrNameLst>
                                          <p:attrName>style.visibility</p:attrName>
                                        </p:attrNameLst>
                                      </p:cBhvr>
                                      <p:to>
                                        <p:strVal val="visible"/>
                                      </p:to>
                                    </p:set>
                                    <p:animEffect transition="in" filter="wipe(left)">
                                      <p:cBhvr>
                                        <p:cTn id="249" dur="500"/>
                                        <p:tgtEl>
                                          <p:spTgt spid="23">
                                            <p:txEl>
                                              <p:pRg st="4294967295" end="4294967295"/>
                                            </p:txEl>
                                          </p:spTgt>
                                        </p:tgtEl>
                                      </p:cBhvr>
                                    </p:animEffect>
                                  </p:childTnLst>
                                </p:cTn>
                              </p:par>
                            </p:childTnLst>
                          </p:cTn>
                        </p:par>
                      </p:childTnLst>
                    </p:cTn>
                  </p:par>
                  <p:par>
                    <p:cTn id="250" fill="hold">
                      <p:stCondLst>
                        <p:cond delay="indefinite"/>
                      </p:stCondLst>
                      <p:childTnLst>
                        <p:par>
                          <p:cTn id="251" fill="hold">
                            <p:stCondLst>
                              <p:cond delay="0"/>
                            </p:stCondLst>
                            <p:childTnLst>
                              <p:par>
                                <p:cTn id="252" presetID="22" presetClass="entr" presetSubtype="8" fill="hold" grpId="0" nodeType="clickEffect">
                                  <p:stCondLst>
                                    <p:cond delay="0"/>
                                  </p:stCondLst>
                                  <p:childTnLst>
                                    <p:set>
                                      <p:cBhvr>
                                        <p:cTn id="253" dur="1" fill="hold">
                                          <p:stCondLst>
                                            <p:cond delay="0"/>
                                          </p:stCondLst>
                                        </p:cTn>
                                        <p:tgtEl>
                                          <p:spTgt spid="23">
                                            <p:txEl>
                                              <p:pRg st="0" end="0"/>
                                            </p:txEl>
                                          </p:spTgt>
                                        </p:tgtEl>
                                        <p:attrNameLst>
                                          <p:attrName>style.visibility</p:attrName>
                                        </p:attrNameLst>
                                      </p:cBhvr>
                                      <p:to>
                                        <p:strVal val="visible"/>
                                      </p:to>
                                    </p:set>
                                    <p:animEffect transition="in" filter="wipe(left)">
                                      <p:cBhvr>
                                        <p:cTn id="254" dur="500"/>
                                        <p:tgtEl>
                                          <p:spTgt spid="23">
                                            <p:txEl>
                                              <p:pRg st="0" end="0"/>
                                            </p:txEl>
                                          </p:spTgt>
                                        </p:tgtEl>
                                      </p:cBhvr>
                                    </p:animEffect>
                                  </p:childTnLst>
                                </p:cTn>
                              </p:par>
                            </p:childTnLst>
                          </p:cTn>
                        </p:par>
                      </p:childTnLst>
                    </p:cTn>
                  </p:par>
                  <p:par>
                    <p:cTn id="255" fill="hold">
                      <p:stCondLst>
                        <p:cond delay="indefinite"/>
                      </p:stCondLst>
                      <p:childTnLst>
                        <p:par>
                          <p:cTn id="256" fill="hold">
                            <p:stCondLst>
                              <p:cond delay="0"/>
                            </p:stCondLst>
                            <p:childTnLst>
                              <p:par>
                                <p:cTn id="257" presetID="22" presetClass="entr" presetSubtype="8" fill="hold" grpId="0" nodeType="clickEffect">
                                  <p:stCondLst>
                                    <p:cond delay="0"/>
                                  </p:stCondLst>
                                  <p:childTnLst>
                                    <p:set>
                                      <p:cBhvr>
                                        <p:cTn id="258" dur="1" fill="hold">
                                          <p:stCondLst>
                                            <p:cond delay="0"/>
                                          </p:stCondLst>
                                        </p:cTn>
                                        <p:tgtEl>
                                          <p:spTgt spid="24">
                                            <p:txEl>
                                              <p:pRg st="4294967295" end="4294967295"/>
                                            </p:txEl>
                                          </p:spTgt>
                                        </p:tgtEl>
                                        <p:attrNameLst>
                                          <p:attrName>style.visibility</p:attrName>
                                        </p:attrNameLst>
                                      </p:cBhvr>
                                      <p:to>
                                        <p:strVal val="visible"/>
                                      </p:to>
                                    </p:set>
                                    <p:animEffect transition="in" filter="wipe(left)">
                                      <p:cBhvr>
                                        <p:cTn id="259" dur="500"/>
                                        <p:tgtEl>
                                          <p:spTgt spid="24">
                                            <p:txEl>
                                              <p:pRg st="4294967295" end="4294967295"/>
                                            </p:txEl>
                                          </p:spTgt>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8" fill="hold" grpId="0" nodeType="clickEffect">
                                  <p:stCondLst>
                                    <p:cond delay="0"/>
                                  </p:stCondLst>
                                  <p:childTnLst>
                                    <p:set>
                                      <p:cBhvr>
                                        <p:cTn id="263" dur="1" fill="hold">
                                          <p:stCondLst>
                                            <p:cond delay="0"/>
                                          </p:stCondLst>
                                        </p:cTn>
                                        <p:tgtEl>
                                          <p:spTgt spid="24">
                                            <p:txEl>
                                              <p:pRg st="4294967295" end="4294967295"/>
                                            </p:txEl>
                                          </p:spTgt>
                                        </p:tgtEl>
                                        <p:attrNameLst>
                                          <p:attrName>style.visibility</p:attrName>
                                        </p:attrNameLst>
                                      </p:cBhvr>
                                      <p:to>
                                        <p:strVal val="visible"/>
                                      </p:to>
                                    </p:set>
                                    <p:animEffect transition="in" filter="wipe(left)">
                                      <p:cBhvr>
                                        <p:cTn id="264" dur="500"/>
                                        <p:tgtEl>
                                          <p:spTgt spid="24">
                                            <p:txEl>
                                              <p:pRg st="4294967295" end="4294967295"/>
                                            </p:txEl>
                                          </p:spTgt>
                                        </p:tgtEl>
                                      </p:cBhvr>
                                    </p:animEffect>
                                  </p:childTnLst>
                                </p:cTn>
                              </p:par>
                            </p:childTnLst>
                          </p:cTn>
                        </p:par>
                      </p:childTnLst>
                    </p:cTn>
                  </p:par>
                  <p:par>
                    <p:cTn id="265" fill="hold">
                      <p:stCondLst>
                        <p:cond delay="indefinite"/>
                      </p:stCondLst>
                      <p:childTnLst>
                        <p:par>
                          <p:cTn id="266" fill="hold">
                            <p:stCondLst>
                              <p:cond delay="0"/>
                            </p:stCondLst>
                            <p:childTnLst>
                              <p:par>
                                <p:cTn id="267" presetID="22" presetClass="entr" presetSubtype="8" fill="hold" grpId="0" nodeType="clickEffect">
                                  <p:stCondLst>
                                    <p:cond delay="0"/>
                                  </p:stCondLst>
                                  <p:childTnLst>
                                    <p:set>
                                      <p:cBhvr>
                                        <p:cTn id="268" dur="1" fill="hold">
                                          <p:stCondLst>
                                            <p:cond delay="0"/>
                                          </p:stCondLst>
                                        </p:cTn>
                                        <p:tgtEl>
                                          <p:spTgt spid="24">
                                            <p:txEl>
                                              <p:pRg st="0" end="0"/>
                                            </p:txEl>
                                          </p:spTgt>
                                        </p:tgtEl>
                                        <p:attrNameLst>
                                          <p:attrName>style.visibility</p:attrName>
                                        </p:attrNameLst>
                                      </p:cBhvr>
                                      <p:to>
                                        <p:strVal val="visible"/>
                                      </p:to>
                                    </p:set>
                                    <p:animEffect transition="in" filter="wipe(left)">
                                      <p:cBhvr>
                                        <p:cTn id="269" dur="500"/>
                                        <p:tgtEl>
                                          <p:spTgt spid="24">
                                            <p:txEl>
                                              <p:pRg st="0" end="0"/>
                                            </p:txEl>
                                          </p:spTgt>
                                        </p:tgtEl>
                                      </p:cBhvr>
                                    </p:animEffect>
                                  </p:childTnLst>
                                </p:cTn>
                              </p:par>
                            </p:childTnLst>
                          </p:cTn>
                        </p:par>
                      </p:childTnLst>
                    </p:cTn>
                  </p:par>
                  <p:par>
                    <p:cTn id="270" fill="hold">
                      <p:stCondLst>
                        <p:cond delay="indefinite"/>
                      </p:stCondLst>
                      <p:childTnLst>
                        <p:par>
                          <p:cTn id="271" fill="hold">
                            <p:stCondLst>
                              <p:cond delay="0"/>
                            </p:stCondLst>
                            <p:childTnLst>
                              <p:par>
                                <p:cTn id="272" presetID="22" presetClass="entr" presetSubtype="8" fill="hold" grpId="0" nodeType="clickEffect">
                                  <p:stCondLst>
                                    <p:cond delay="0"/>
                                  </p:stCondLst>
                                  <p:childTnLst>
                                    <p:set>
                                      <p:cBhvr>
                                        <p:cTn id="273" dur="1" fill="hold">
                                          <p:stCondLst>
                                            <p:cond delay="0"/>
                                          </p:stCondLst>
                                        </p:cTn>
                                        <p:tgtEl>
                                          <p:spTgt spid="25">
                                            <p:txEl>
                                              <p:pRg st="4294967295" end="4294967295"/>
                                            </p:txEl>
                                          </p:spTgt>
                                        </p:tgtEl>
                                        <p:attrNameLst>
                                          <p:attrName>style.visibility</p:attrName>
                                        </p:attrNameLst>
                                      </p:cBhvr>
                                      <p:to>
                                        <p:strVal val="visible"/>
                                      </p:to>
                                    </p:set>
                                    <p:animEffect transition="in" filter="wipe(left)">
                                      <p:cBhvr>
                                        <p:cTn id="274" dur="500"/>
                                        <p:tgtEl>
                                          <p:spTgt spid="25">
                                            <p:txEl>
                                              <p:pRg st="4294967295" end="4294967295"/>
                                            </p:txEl>
                                          </p:spTgt>
                                        </p:tgtEl>
                                      </p:cBhvr>
                                    </p:animEffect>
                                  </p:childTnLst>
                                </p:cTn>
                              </p:par>
                            </p:childTnLst>
                          </p:cTn>
                        </p:par>
                      </p:childTnLst>
                    </p:cTn>
                  </p:par>
                  <p:par>
                    <p:cTn id="275" fill="hold">
                      <p:stCondLst>
                        <p:cond delay="indefinite"/>
                      </p:stCondLst>
                      <p:childTnLst>
                        <p:par>
                          <p:cTn id="276" fill="hold">
                            <p:stCondLst>
                              <p:cond delay="0"/>
                            </p:stCondLst>
                            <p:childTnLst>
                              <p:par>
                                <p:cTn id="277" presetID="22" presetClass="entr" presetSubtype="8" fill="hold" grpId="0" nodeType="clickEffect">
                                  <p:stCondLst>
                                    <p:cond delay="0"/>
                                  </p:stCondLst>
                                  <p:childTnLst>
                                    <p:set>
                                      <p:cBhvr>
                                        <p:cTn id="278" dur="1" fill="hold">
                                          <p:stCondLst>
                                            <p:cond delay="0"/>
                                          </p:stCondLst>
                                        </p:cTn>
                                        <p:tgtEl>
                                          <p:spTgt spid="25">
                                            <p:txEl>
                                              <p:pRg st="4294967295" end="4294967295"/>
                                            </p:txEl>
                                          </p:spTgt>
                                        </p:tgtEl>
                                        <p:attrNameLst>
                                          <p:attrName>style.visibility</p:attrName>
                                        </p:attrNameLst>
                                      </p:cBhvr>
                                      <p:to>
                                        <p:strVal val="visible"/>
                                      </p:to>
                                    </p:set>
                                    <p:animEffect transition="in" filter="wipe(left)">
                                      <p:cBhvr>
                                        <p:cTn id="279" dur="500"/>
                                        <p:tgtEl>
                                          <p:spTgt spid="25">
                                            <p:txEl>
                                              <p:pRg st="4294967295" end="4294967295"/>
                                            </p:txEl>
                                          </p:spTgt>
                                        </p:tgtEl>
                                      </p:cBhvr>
                                    </p:animEffect>
                                  </p:childTnLst>
                                </p:cTn>
                              </p:par>
                            </p:childTnLst>
                          </p:cTn>
                        </p:par>
                      </p:childTnLst>
                    </p:cTn>
                  </p:par>
                  <p:par>
                    <p:cTn id="280" fill="hold">
                      <p:stCondLst>
                        <p:cond delay="indefinite"/>
                      </p:stCondLst>
                      <p:childTnLst>
                        <p:par>
                          <p:cTn id="281" fill="hold">
                            <p:stCondLst>
                              <p:cond delay="0"/>
                            </p:stCondLst>
                            <p:childTnLst>
                              <p:par>
                                <p:cTn id="282" presetID="22" presetClass="entr" presetSubtype="8" fill="hold" grpId="0" nodeType="clickEffect">
                                  <p:stCondLst>
                                    <p:cond delay="0"/>
                                  </p:stCondLst>
                                  <p:childTnLst>
                                    <p:set>
                                      <p:cBhvr>
                                        <p:cTn id="283" dur="1" fill="hold">
                                          <p:stCondLst>
                                            <p:cond delay="0"/>
                                          </p:stCondLst>
                                        </p:cTn>
                                        <p:tgtEl>
                                          <p:spTgt spid="25">
                                            <p:txEl>
                                              <p:pRg st="0" end="0"/>
                                            </p:txEl>
                                          </p:spTgt>
                                        </p:tgtEl>
                                        <p:attrNameLst>
                                          <p:attrName>style.visibility</p:attrName>
                                        </p:attrNameLst>
                                      </p:cBhvr>
                                      <p:to>
                                        <p:strVal val="visible"/>
                                      </p:to>
                                    </p:set>
                                    <p:animEffect transition="in" filter="wipe(left)">
                                      <p:cBhvr>
                                        <p:cTn id="284" dur="500"/>
                                        <p:tgtEl>
                                          <p:spTgt spid="25">
                                            <p:txEl>
                                              <p:pRg st="0" end="0"/>
                                            </p:txEl>
                                          </p:spTgt>
                                        </p:tgtEl>
                                      </p:cBhvr>
                                    </p:animEffect>
                                  </p:childTnLst>
                                </p:cTn>
                              </p:par>
                            </p:childTnLst>
                          </p:cTn>
                        </p:par>
                      </p:childTnLst>
                    </p:cTn>
                  </p:par>
                  <p:par>
                    <p:cTn id="285" fill="hold">
                      <p:stCondLst>
                        <p:cond delay="indefinite"/>
                      </p:stCondLst>
                      <p:childTnLst>
                        <p:par>
                          <p:cTn id="286" fill="hold">
                            <p:stCondLst>
                              <p:cond delay="0"/>
                            </p:stCondLst>
                            <p:childTnLst>
                              <p:par>
                                <p:cTn id="287" presetID="22" presetClass="entr" presetSubtype="8" fill="hold" grpId="0" nodeType="clickEffect">
                                  <p:stCondLst>
                                    <p:cond delay="0"/>
                                  </p:stCondLst>
                                  <p:childTnLst>
                                    <p:set>
                                      <p:cBhvr>
                                        <p:cTn id="288" dur="1" fill="hold">
                                          <p:stCondLst>
                                            <p:cond delay="0"/>
                                          </p:stCondLst>
                                        </p:cTn>
                                        <p:tgtEl>
                                          <p:spTgt spid="26">
                                            <p:txEl>
                                              <p:pRg st="4294967295" end="4294967295"/>
                                            </p:txEl>
                                          </p:spTgt>
                                        </p:tgtEl>
                                        <p:attrNameLst>
                                          <p:attrName>style.visibility</p:attrName>
                                        </p:attrNameLst>
                                      </p:cBhvr>
                                      <p:to>
                                        <p:strVal val="visible"/>
                                      </p:to>
                                    </p:set>
                                    <p:animEffect transition="in" filter="wipe(left)">
                                      <p:cBhvr>
                                        <p:cTn id="289" dur="500"/>
                                        <p:tgtEl>
                                          <p:spTgt spid="26">
                                            <p:txEl>
                                              <p:pRg st="4294967295" end="4294967295"/>
                                            </p:txEl>
                                          </p:spTgt>
                                        </p:tgtEl>
                                      </p:cBhvr>
                                    </p:animEffect>
                                  </p:childTnLst>
                                </p:cTn>
                              </p:par>
                            </p:childTnLst>
                          </p:cTn>
                        </p:par>
                      </p:childTnLst>
                    </p:cTn>
                  </p:par>
                  <p:par>
                    <p:cTn id="290" fill="hold">
                      <p:stCondLst>
                        <p:cond delay="indefinite"/>
                      </p:stCondLst>
                      <p:childTnLst>
                        <p:par>
                          <p:cTn id="291" fill="hold">
                            <p:stCondLst>
                              <p:cond delay="0"/>
                            </p:stCondLst>
                            <p:childTnLst>
                              <p:par>
                                <p:cTn id="292" presetID="22" presetClass="entr" presetSubtype="8" fill="hold" grpId="0" nodeType="clickEffect">
                                  <p:stCondLst>
                                    <p:cond delay="0"/>
                                  </p:stCondLst>
                                  <p:childTnLst>
                                    <p:set>
                                      <p:cBhvr>
                                        <p:cTn id="293" dur="1" fill="hold">
                                          <p:stCondLst>
                                            <p:cond delay="0"/>
                                          </p:stCondLst>
                                        </p:cTn>
                                        <p:tgtEl>
                                          <p:spTgt spid="26">
                                            <p:txEl>
                                              <p:pRg st="4294967295" end="4294967295"/>
                                            </p:txEl>
                                          </p:spTgt>
                                        </p:tgtEl>
                                        <p:attrNameLst>
                                          <p:attrName>style.visibility</p:attrName>
                                        </p:attrNameLst>
                                      </p:cBhvr>
                                      <p:to>
                                        <p:strVal val="visible"/>
                                      </p:to>
                                    </p:set>
                                    <p:animEffect transition="in" filter="wipe(left)">
                                      <p:cBhvr>
                                        <p:cTn id="294" dur="500"/>
                                        <p:tgtEl>
                                          <p:spTgt spid="26">
                                            <p:txEl>
                                              <p:pRg st="4294967295" end="4294967295"/>
                                            </p:txEl>
                                          </p:spTgt>
                                        </p:tgtEl>
                                      </p:cBhvr>
                                    </p:animEffect>
                                  </p:childTnLst>
                                </p:cTn>
                              </p:par>
                            </p:childTnLst>
                          </p:cTn>
                        </p:par>
                      </p:childTnLst>
                    </p:cTn>
                  </p:par>
                  <p:par>
                    <p:cTn id="295" fill="hold">
                      <p:stCondLst>
                        <p:cond delay="indefinite"/>
                      </p:stCondLst>
                      <p:childTnLst>
                        <p:par>
                          <p:cTn id="296" fill="hold">
                            <p:stCondLst>
                              <p:cond delay="0"/>
                            </p:stCondLst>
                            <p:childTnLst>
                              <p:par>
                                <p:cTn id="297" presetID="22" presetClass="entr" presetSubtype="8" fill="hold" grpId="0" nodeType="clickEffect">
                                  <p:stCondLst>
                                    <p:cond delay="0"/>
                                  </p:stCondLst>
                                  <p:childTnLst>
                                    <p:set>
                                      <p:cBhvr>
                                        <p:cTn id="298" dur="1" fill="hold">
                                          <p:stCondLst>
                                            <p:cond delay="0"/>
                                          </p:stCondLst>
                                        </p:cTn>
                                        <p:tgtEl>
                                          <p:spTgt spid="26">
                                            <p:txEl>
                                              <p:pRg st="0" end="0"/>
                                            </p:txEl>
                                          </p:spTgt>
                                        </p:tgtEl>
                                        <p:attrNameLst>
                                          <p:attrName>style.visibility</p:attrName>
                                        </p:attrNameLst>
                                      </p:cBhvr>
                                      <p:to>
                                        <p:strVal val="visible"/>
                                      </p:to>
                                    </p:set>
                                    <p:animEffect transition="in" filter="wipe(left)">
                                      <p:cBhvr>
                                        <p:cTn id="299"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4" grpId="0" autoUpdateAnimBg="0" uiExpand="1" build="p"/>
      <p:bldP spid="5" grpId="0" advAuto="0" autoUpdateAnimBg="0" uiExpand="1" build="p"/>
      <p:bldP spid="6" grpId="0" autoUpdateAnimBg="0" build="p"/>
      <p:bldP spid="8" grpId="0" autoUpdateAnimBg="0" build="p"/>
      <p:bldP spid="10" grpId="0" advAuto="0" autoUpdateAnimBg="0" uiExpand="1" build="p"/>
      <p:bldP spid="11" grpId="0" autoUpdateAnimBg="0" uiExpand="1" build="p"/>
      <p:bldP spid="12" grpId="0" advAuto="0" autoUpdateAnimBg="0" uiExpand="1" build="p"/>
      <p:bldP spid="13" grpId="0" autoUpdateAnimBg="0" uiExpand="1" build="p"/>
      <p:bldP spid="15" grpId="0" autoUpdateAnimBg="0" build="p"/>
      <p:bldP spid="16" grpId="0" autoUpdateAnimBg="0" build="p"/>
      <p:bldP spid="18" grpId="0" autoUpdateAnimBg="0" build="p"/>
      <p:bldP spid="19" grpId="0" autoUpdateAnimBg="0" build="p"/>
      <p:bldP spid="20" grpId="0" autoUpdateAnimBg="0" build="p"/>
      <p:bldP spid="23" grpId="0" autoUpdateAnimBg="0" build="p"/>
      <p:bldP spid="24" grpId="0" autoUpdateAnimBg="0" build="p"/>
      <p:bldP spid="25" grpId="0" autoUpdateAnimBg="0" build="p"/>
      <p:bldP spid="26" grpId="0" autoUpdateAnimBg="0" build="p"/>
      <p:bldP spid="40" grpId="0" bldLvl="0" animBg="1"/>
      <p:bldP spid="36" grpId="0" animBg="1"/>
      <p:bldP spid="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423988" y="467360"/>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对映射</a:t>
            </a:r>
            <a:endParaRPr kumimoji="1" lang="zh-CN" altLang="en-US" sz="2800" b="1">
              <a:latin typeface="黑体" panose="02010609060101010101" charset="-122"/>
              <a:ea typeface="黑体" panose="02010609060101010101" charset="-122"/>
            </a:endParaRPr>
          </a:p>
        </p:txBody>
      </p:sp>
      <p:sp>
        <p:nvSpPr>
          <p:cNvPr id="4" name="Text Box 4"/>
          <p:cNvSpPr txBox="1">
            <a:spLocks noChangeArrowheads="1"/>
          </p:cNvSpPr>
          <p:nvPr/>
        </p:nvSpPr>
        <p:spPr bwMode="auto">
          <a:xfrm>
            <a:off x="2093595" y="989013"/>
            <a:ext cx="5403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若</a:t>
            </a:r>
            <a:endParaRPr kumimoji="1" lang="zh-CN" altLang="en-US" sz="2800" b="1">
              <a:latin typeface="黑体" panose="02010609060101010101" charset="-122"/>
              <a:ea typeface="黑体" panose="02010609060101010101" charset="-122"/>
            </a:endParaRPr>
          </a:p>
        </p:txBody>
      </p:sp>
      <p:graphicFrame>
        <p:nvGraphicFramePr>
          <p:cNvPr id="5" name="Object 5"/>
          <p:cNvGraphicFramePr>
            <a:graphicFrameLocks noChangeAspect="1"/>
          </p:cNvGraphicFramePr>
          <p:nvPr/>
        </p:nvGraphicFramePr>
        <p:xfrm>
          <a:off x="2579370" y="1029018"/>
          <a:ext cx="1477963" cy="442912"/>
        </p:xfrm>
        <a:graphic>
          <a:graphicData uri="http://schemas.openxmlformats.org/presentationml/2006/ole">
            <mc:AlternateContent xmlns:mc="http://schemas.openxmlformats.org/markup-compatibility/2006">
              <mc:Choice xmlns:v="urn:schemas-microsoft-com:vml" Requires="v">
                <p:oleObj spid="_x0000_s11867" name="Equation" r:id="rId1" imgW="34137600" imgH="9448800" progId="Equation.DSMT4">
                  <p:embed/>
                </p:oleObj>
              </mc:Choice>
              <mc:Fallback>
                <p:oleObj name="Equation" r:id="rId1" imgW="34137600" imgH="9448800" progId="Equation.DSMT4">
                  <p:embed/>
                  <p:pic>
                    <p:nvPicPr>
                      <p:cNvPr id="0" name="图片 11866"/>
                      <p:cNvPicPr>
                        <a:picLocks noChangeAspect="1"/>
                      </p:cNvPicPr>
                      <p:nvPr/>
                    </p:nvPicPr>
                    <p:blipFill>
                      <a:blip r:embed="rId2"/>
                      <a:stretch>
                        <a:fillRect/>
                      </a:stretch>
                    </p:blipFill>
                    <p:spPr>
                      <a:xfrm>
                        <a:off x="2579370" y="1029018"/>
                        <a:ext cx="1477963" cy="442912"/>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3924300" y="961390"/>
            <a:ext cx="29813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dirty="0">
                <a:latin typeface="黑体" panose="02010609060101010101" charset="-122"/>
                <a:ea typeface="黑体" panose="02010609060101010101" charset="-122"/>
              </a:rPr>
              <a:t>,</a:t>
            </a:r>
            <a:r>
              <a:rPr kumimoji="1" lang="zh-CN" altLang="en-US" sz="2800" b="1" dirty="0">
                <a:latin typeface="黑体" panose="02010609060101010101" charset="-122"/>
                <a:ea typeface="黑体" panose="02010609060101010101" charset="-122"/>
              </a:rPr>
              <a:t>则称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a:t>
            </a:r>
            <a:r>
              <a:rPr kumimoji="1" lang="en-US" altLang="zh-CN" sz="2800" b="1" dirty="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为</a:t>
            </a:r>
            <a:r>
              <a:rPr kumimoji="1" lang="zh-CN" altLang="en-US" sz="2800" b="1" dirty="0">
                <a:solidFill>
                  <a:schemeClr val="accent5">
                    <a:lumMod val="60000"/>
                    <a:lumOff val="40000"/>
                  </a:schemeClr>
                </a:solidFill>
                <a:latin typeface="黑体" panose="02010609060101010101" charset="-122"/>
                <a:ea typeface="黑体" panose="02010609060101010101" charset="-122"/>
              </a:rPr>
              <a:t>满射</a:t>
            </a:r>
            <a:r>
              <a:rPr kumimoji="1" lang="en-US" altLang="zh-CN" sz="2800" dirty="0">
                <a:latin typeface="黑体" panose="02010609060101010101" charset="-122"/>
                <a:ea typeface="黑体" panose="02010609060101010101" charset="-122"/>
              </a:rPr>
              <a:t>; </a:t>
            </a:r>
            <a:endParaRPr kumimoji="1" lang="en-US" altLang="zh-CN" sz="2800" dirty="0">
              <a:latin typeface="黑体" panose="02010609060101010101" charset="-122"/>
              <a:ea typeface="黑体" panose="02010609060101010101" charset="-122"/>
            </a:endParaRPr>
          </a:p>
        </p:txBody>
      </p:sp>
      <p:sp>
        <p:nvSpPr>
          <p:cNvPr id="8" name="Oval 8"/>
          <p:cNvSpPr>
            <a:spLocks noChangeArrowheads="1"/>
          </p:cNvSpPr>
          <p:nvPr/>
        </p:nvSpPr>
        <p:spPr bwMode="auto">
          <a:xfrm>
            <a:off x="3365500" y="1788795"/>
            <a:ext cx="1026795" cy="824230"/>
          </a:xfrm>
          <a:prstGeom prst="ellipse">
            <a:avLst/>
          </a:prstGeom>
          <a:solidFill>
            <a:srgbClr val="0066C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graphicFrame>
        <p:nvGraphicFramePr>
          <p:cNvPr id="9" name="Object 9"/>
          <p:cNvGraphicFramePr>
            <a:graphicFrameLocks noChangeAspect="1"/>
          </p:cNvGraphicFramePr>
          <p:nvPr/>
        </p:nvGraphicFramePr>
        <p:xfrm>
          <a:off x="3461385" y="1934845"/>
          <a:ext cx="399415" cy="372110"/>
        </p:xfrm>
        <a:graphic>
          <a:graphicData uri="http://schemas.openxmlformats.org/presentationml/2006/ole">
            <mc:AlternateContent xmlns:mc="http://schemas.openxmlformats.org/markup-compatibility/2006">
              <mc:Choice xmlns:v="urn:schemas-microsoft-com:vml" Requires="v">
                <p:oleObj spid="_x0000_s11868" name="Equation" r:id="rId3" imgW="156210" imgH="133985" progId="Equation.3">
                  <p:embed/>
                </p:oleObj>
              </mc:Choice>
              <mc:Fallback>
                <p:oleObj name="Equation" r:id="rId3" imgW="156210" imgH="133985" progId="Equation.3">
                  <p:embed/>
                  <p:pic>
                    <p:nvPicPr>
                      <p:cNvPr id="0" name="图片 11867"/>
                      <p:cNvPicPr>
                        <a:picLocks noChangeAspect="1"/>
                      </p:cNvPicPr>
                      <p:nvPr/>
                    </p:nvPicPr>
                    <p:blipFill>
                      <a:blip r:embed="rId4"/>
                      <a:stretch>
                        <a:fillRect/>
                      </a:stretch>
                    </p:blipFill>
                    <p:spPr>
                      <a:xfrm>
                        <a:off x="3461385" y="1934845"/>
                        <a:ext cx="399415" cy="372110"/>
                      </a:xfrm>
                      <a:prstGeom prst="rect">
                        <a:avLst/>
                      </a:prstGeom>
                      <a:noFill/>
                      <a:ln w="9525">
                        <a:noFill/>
                      </a:ln>
                    </p:spPr>
                  </p:pic>
                </p:oleObj>
              </mc:Fallback>
            </mc:AlternateContent>
          </a:graphicData>
        </a:graphic>
      </p:graphicFrame>
      <p:sp>
        <p:nvSpPr>
          <p:cNvPr id="11" name="Oval 11"/>
          <p:cNvSpPr>
            <a:spLocks noChangeArrowheads="1"/>
          </p:cNvSpPr>
          <p:nvPr/>
        </p:nvSpPr>
        <p:spPr bwMode="auto">
          <a:xfrm>
            <a:off x="4942205" y="1651635"/>
            <a:ext cx="1770380" cy="1227455"/>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graphicFrame>
        <p:nvGraphicFramePr>
          <p:cNvPr id="12" name="Object 12"/>
          <p:cNvGraphicFramePr>
            <a:graphicFrameLocks noChangeAspect="1"/>
          </p:cNvGraphicFramePr>
          <p:nvPr/>
        </p:nvGraphicFramePr>
        <p:xfrm>
          <a:off x="5215890" y="2080260"/>
          <a:ext cx="299720" cy="356235"/>
        </p:xfrm>
        <a:graphic>
          <a:graphicData uri="http://schemas.openxmlformats.org/presentationml/2006/ole">
            <mc:AlternateContent xmlns:mc="http://schemas.openxmlformats.org/markup-compatibility/2006">
              <mc:Choice xmlns:v="urn:schemas-microsoft-com:vml" Requires="v">
                <p:oleObj spid="_x0000_s11869" name="Equation" r:id="rId5" imgW="111760" imgH="133985" progId="Equation.3">
                  <p:embed/>
                </p:oleObj>
              </mc:Choice>
              <mc:Fallback>
                <p:oleObj name="Equation" r:id="rId5" imgW="111760" imgH="133985" progId="Equation.3">
                  <p:embed/>
                  <p:pic>
                    <p:nvPicPr>
                      <p:cNvPr id="0" name="图片 11868"/>
                      <p:cNvPicPr>
                        <a:picLocks noChangeAspect="1"/>
                      </p:cNvPicPr>
                      <p:nvPr/>
                    </p:nvPicPr>
                    <p:blipFill>
                      <a:blip r:embed="rId6"/>
                      <a:stretch>
                        <a:fillRect/>
                      </a:stretch>
                    </p:blipFill>
                    <p:spPr>
                      <a:xfrm>
                        <a:off x="5215890" y="2080260"/>
                        <a:ext cx="299720" cy="356235"/>
                      </a:xfrm>
                      <a:prstGeom prst="rect">
                        <a:avLst/>
                      </a:prstGeom>
                      <a:noFill/>
                      <a:ln w="9525">
                        <a:noFill/>
                      </a:ln>
                    </p:spPr>
                  </p:pic>
                </p:oleObj>
              </mc:Fallback>
            </mc:AlternateContent>
          </a:graphicData>
        </a:graphic>
      </p:graphicFrame>
      <p:graphicFrame>
        <p:nvGraphicFramePr>
          <p:cNvPr id="13" name="Object 13"/>
          <p:cNvGraphicFramePr>
            <a:graphicFrameLocks noChangeAspect="1"/>
          </p:cNvGraphicFramePr>
          <p:nvPr/>
        </p:nvGraphicFramePr>
        <p:xfrm>
          <a:off x="4400550" y="1844675"/>
          <a:ext cx="446088" cy="552450"/>
        </p:xfrm>
        <a:graphic>
          <a:graphicData uri="http://schemas.openxmlformats.org/presentationml/2006/ole">
            <mc:AlternateContent xmlns:mc="http://schemas.openxmlformats.org/markup-compatibility/2006">
              <mc:Choice xmlns:v="urn:schemas-microsoft-com:vml" Requires="v">
                <p:oleObj spid="_x0000_s11870" name="Equation" r:id="rId7" imgW="3657600" imgH="4876800" progId="Equation.DSMT4">
                  <p:embed/>
                </p:oleObj>
              </mc:Choice>
              <mc:Fallback>
                <p:oleObj name="Equation" r:id="rId7" imgW="3657600" imgH="4876800" progId="Equation.DSMT4">
                  <p:embed/>
                  <p:pic>
                    <p:nvPicPr>
                      <p:cNvPr id="0" name="图片 11869"/>
                      <p:cNvPicPr>
                        <a:picLocks noChangeAspect="1"/>
                      </p:cNvPicPr>
                      <p:nvPr/>
                    </p:nvPicPr>
                    <p:blipFill>
                      <a:blip r:embed="rId8"/>
                      <a:stretch>
                        <a:fillRect/>
                      </a:stretch>
                    </p:blipFill>
                    <p:spPr>
                      <a:xfrm>
                        <a:off x="4400550" y="1844675"/>
                        <a:ext cx="446088" cy="552450"/>
                      </a:xfrm>
                      <a:prstGeom prst="rect">
                        <a:avLst/>
                      </a:prstGeom>
                      <a:noFill/>
                      <a:ln w="9525">
                        <a:noFill/>
                      </a:ln>
                    </p:spPr>
                  </p:pic>
                </p:oleObj>
              </mc:Fallback>
            </mc:AlternateContent>
          </a:graphicData>
        </a:graphic>
      </p:graphicFrame>
      <p:sp>
        <p:nvSpPr>
          <p:cNvPr id="15" name="Freeform 15"/>
          <p:cNvSpPr/>
          <p:nvPr/>
        </p:nvSpPr>
        <p:spPr bwMode="auto">
          <a:xfrm>
            <a:off x="4051300" y="1668780"/>
            <a:ext cx="1438910" cy="206375"/>
          </a:xfrm>
          <a:custGeom>
            <a:avLst/>
            <a:gdLst>
              <a:gd name="T0" fmla="*/ 0 w 1920"/>
              <a:gd name="T1" fmla="*/ 46 h 192"/>
              <a:gd name="T2" fmla="*/ 38 w 1920"/>
              <a:gd name="T3" fmla="*/ 0 h 192"/>
              <a:gd name="T4" fmla="*/ 77 w 1920"/>
              <a:gd name="T5" fmla="*/ 46 h 192"/>
              <a:gd name="T6" fmla="*/ 0 60000 65536"/>
              <a:gd name="T7" fmla="*/ 0 60000 65536"/>
              <a:gd name="T8" fmla="*/ 0 60000 65536"/>
            </a:gdLst>
            <a:ahLst/>
            <a:cxnLst>
              <a:cxn ang="T6">
                <a:pos x="T0" y="T1"/>
              </a:cxn>
              <a:cxn ang="T7">
                <a:pos x="T2" y="T3"/>
              </a:cxn>
              <a:cxn ang="T8">
                <a:pos x="T4" y="T5"/>
              </a:cxn>
            </a:cxnLst>
            <a:rect l="0" t="0" r="r" b="b"/>
            <a:pathLst>
              <a:path w="1920" h="192">
                <a:moveTo>
                  <a:pt x="0" y="192"/>
                </a:moveTo>
                <a:cubicBezTo>
                  <a:pt x="320" y="96"/>
                  <a:pt x="640" y="0"/>
                  <a:pt x="960" y="0"/>
                </a:cubicBezTo>
                <a:cubicBezTo>
                  <a:pt x="1280" y="0"/>
                  <a:pt x="1600" y="96"/>
                  <a:pt x="1920" y="19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sp>
        <p:nvSpPr>
          <p:cNvPr id="16" name="Oval 16"/>
          <p:cNvSpPr>
            <a:spLocks noChangeArrowheads="1"/>
          </p:cNvSpPr>
          <p:nvPr/>
        </p:nvSpPr>
        <p:spPr bwMode="auto">
          <a:xfrm>
            <a:off x="3992880" y="1857375"/>
            <a:ext cx="58420" cy="5905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17" name="Oval 17"/>
          <p:cNvSpPr>
            <a:spLocks noChangeArrowheads="1"/>
          </p:cNvSpPr>
          <p:nvPr/>
        </p:nvSpPr>
        <p:spPr bwMode="auto">
          <a:xfrm>
            <a:off x="5489575" y="1874520"/>
            <a:ext cx="58420" cy="5905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19" name="Oval 19"/>
          <p:cNvSpPr>
            <a:spLocks noChangeArrowheads="1"/>
          </p:cNvSpPr>
          <p:nvPr/>
        </p:nvSpPr>
        <p:spPr bwMode="auto">
          <a:xfrm>
            <a:off x="3924300" y="2171700"/>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20" name="Freeform 20"/>
          <p:cNvSpPr/>
          <p:nvPr/>
        </p:nvSpPr>
        <p:spPr bwMode="auto">
          <a:xfrm>
            <a:off x="3982720" y="1875155"/>
            <a:ext cx="1438275" cy="320040"/>
          </a:xfrm>
          <a:custGeom>
            <a:avLst/>
            <a:gdLst>
              <a:gd name="T0" fmla="*/ 0 w 1008"/>
              <a:gd name="T1" fmla="*/ 224 h 224"/>
              <a:gd name="T2" fmla="*/ 336 w 1008"/>
              <a:gd name="T3" fmla="*/ 32 h 224"/>
              <a:gd name="T4" fmla="*/ 1008 w 1008"/>
              <a:gd name="T5" fmla="*/ 32 h 224"/>
              <a:gd name="T6" fmla="*/ 0 60000 65536"/>
              <a:gd name="T7" fmla="*/ 0 60000 65536"/>
              <a:gd name="T8" fmla="*/ 0 60000 65536"/>
            </a:gdLst>
            <a:ahLst/>
            <a:cxnLst>
              <a:cxn ang="T6">
                <a:pos x="T0" y="T1"/>
              </a:cxn>
              <a:cxn ang="T7">
                <a:pos x="T2" y="T3"/>
              </a:cxn>
              <a:cxn ang="T8">
                <a:pos x="T4" y="T5"/>
              </a:cxn>
            </a:cxnLst>
            <a:rect l="0" t="0" r="r" b="b"/>
            <a:pathLst>
              <a:path w="1008" h="224">
                <a:moveTo>
                  <a:pt x="0" y="224"/>
                </a:moveTo>
                <a:cubicBezTo>
                  <a:pt x="84" y="144"/>
                  <a:pt x="168" y="64"/>
                  <a:pt x="336" y="32"/>
                </a:cubicBezTo>
                <a:cubicBezTo>
                  <a:pt x="504" y="0"/>
                  <a:pt x="756" y="16"/>
                  <a:pt x="1008" y="3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sp>
        <p:nvSpPr>
          <p:cNvPr id="22" name="Oval 22"/>
          <p:cNvSpPr>
            <a:spLocks noChangeArrowheads="1"/>
          </p:cNvSpPr>
          <p:nvPr/>
        </p:nvSpPr>
        <p:spPr bwMode="auto">
          <a:xfrm>
            <a:off x="5420995" y="2659380"/>
            <a:ext cx="58420" cy="5905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23" name="Oval 23"/>
          <p:cNvSpPr>
            <a:spLocks noChangeArrowheads="1"/>
          </p:cNvSpPr>
          <p:nvPr/>
        </p:nvSpPr>
        <p:spPr bwMode="auto">
          <a:xfrm>
            <a:off x="3924300" y="2372995"/>
            <a:ext cx="58420" cy="5905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24" name="Freeform 24"/>
          <p:cNvSpPr/>
          <p:nvPr/>
        </p:nvSpPr>
        <p:spPr bwMode="auto">
          <a:xfrm>
            <a:off x="3982720" y="2354580"/>
            <a:ext cx="1438910" cy="321310"/>
          </a:xfrm>
          <a:custGeom>
            <a:avLst/>
            <a:gdLst>
              <a:gd name="T0" fmla="*/ 0 w 1008"/>
              <a:gd name="T1" fmla="*/ 32 h 224"/>
              <a:gd name="T2" fmla="*/ 528 w 1008"/>
              <a:gd name="T3" fmla="*/ 32 h 224"/>
              <a:gd name="T4" fmla="*/ 1008 w 1008"/>
              <a:gd name="T5" fmla="*/ 224 h 224"/>
              <a:gd name="T6" fmla="*/ 0 60000 65536"/>
              <a:gd name="T7" fmla="*/ 0 60000 65536"/>
              <a:gd name="T8" fmla="*/ 0 60000 65536"/>
            </a:gdLst>
            <a:ahLst/>
            <a:cxnLst>
              <a:cxn ang="T6">
                <a:pos x="T0" y="T1"/>
              </a:cxn>
              <a:cxn ang="T7">
                <a:pos x="T2" y="T3"/>
              </a:cxn>
              <a:cxn ang="T8">
                <a:pos x="T4" y="T5"/>
              </a:cxn>
            </a:cxnLst>
            <a:rect l="0" t="0" r="r" b="b"/>
            <a:pathLst>
              <a:path w="1008" h="224">
                <a:moveTo>
                  <a:pt x="0" y="32"/>
                </a:moveTo>
                <a:cubicBezTo>
                  <a:pt x="180" y="16"/>
                  <a:pt x="360" y="0"/>
                  <a:pt x="528" y="32"/>
                </a:cubicBezTo>
                <a:cubicBezTo>
                  <a:pt x="696" y="64"/>
                  <a:pt x="852" y="144"/>
                  <a:pt x="1008" y="224"/>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graphicFrame>
        <p:nvGraphicFramePr>
          <p:cNvPr id="25" name="Object 25"/>
          <p:cNvGraphicFramePr>
            <a:graphicFrameLocks noChangeAspect="1"/>
          </p:cNvGraphicFramePr>
          <p:nvPr/>
        </p:nvGraphicFramePr>
        <p:xfrm>
          <a:off x="5492750" y="2079625"/>
          <a:ext cx="1093788" cy="438150"/>
        </p:xfrm>
        <a:graphic>
          <a:graphicData uri="http://schemas.openxmlformats.org/presentationml/2006/ole">
            <mc:AlternateContent xmlns:mc="http://schemas.openxmlformats.org/markup-compatibility/2006">
              <mc:Choice xmlns:v="urn:schemas-microsoft-com:vml" Requires="v">
                <p:oleObj spid="_x0000_s11871" name="Equation" r:id="rId9" imgW="535305" imgH="178435" progId="Equation.3">
                  <p:embed/>
                </p:oleObj>
              </mc:Choice>
              <mc:Fallback>
                <p:oleObj name="Equation" r:id="rId9" imgW="535305" imgH="178435" progId="Equation.3">
                  <p:embed/>
                  <p:pic>
                    <p:nvPicPr>
                      <p:cNvPr id="0" name="图片 11870"/>
                      <p:cNvPicPr>
                        <a:picLocks noChangeAspect="1"/>
                      </p:cNvPicPr>
                      <p:nvPr/>
                    </p:nvPicPr>
                    <p:blipFill>
                      <a:blip r:embed="rId10"/>
                      <a:stretch>
                        <a:fillRect/>
                      </a:stretch>
                    </p:blipFill>
                    <p:spPr>
                      <a:xfrm>
                        <a:off x="5492750" y="2079625"/>
                        <a:ext cx="1093788" cy="438150"/>
                      </a:xfrm>
                      <a:prstGeom prst="rect">
                        <a:avLst/>
                      </a:prstGeom>
                      <a:noFill/>
                      <a:ln w="9525">
                        <a:noFill/>
                      </a:ln>
                    </p:spPr>
                  </p:pic>
                </p:oleObj>
              </mc:Fallback>
            </mc:AlternateContent>
          </a:graphicData>
        </a:graphic>
      </p:graphicFrame>
      <p:sp>
        <p:nvSpPr>
          <p:cNvPr id="26" name="Rectangle 26"/>
          <p:cNvSpPr>
            <a:spLocks noChangeArrowheads="1"/>
          </p:cNvSpPr>
          <p:nvPr/>
        </p:nvSpPr>
        <p:spPr bwMode="auto">
          <a:xfrm>
            <a:off x="2093595" y="2878455"/>
            <a:ext cx="609600" cy="53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r>
              <a:rPr kumimoji="1" lang="zh-CN" altLang="en-US" sz="2800" b="1">
                <a:latin typeface="黑体" panose="02010609060101010101" charset="-122"/>
                <a:ea typeface="黑体" panose="02010609060101010101" charset="-122"/>
              </a:rPr>
              <a:t>若</a:t>
            </a:r>
            <a:endParaRPr kumimoji="1" lang="zh-CN" altLang="en-US" sz="2800" b="1">
              <a:latin typeface="黑体" panose="02010609060101010101" charset="-122"/>
              <a:ea typeface="黑体" panose="02010609060101010101" charset="-122"/>
            </a:endParaRPr>
          </a:p>
        </p:txBody>
      </p:sp>
      <p:sp>
        <p:nvSpPr>
          <p:cNvPr id="28" name="Text Box 28"/>
          <p:cNvSpPr txBox="1">
            <a:spLocks noChangeArrowheads="1"/>
          </p:cNvSpPr>
          <p:nvPr/>
        </p:nvSpPr>
        <p:spPr bwMode="auto">
          <a:xfrm>
            <a:off x="5547995" y="2963545"/>
            <a:ext cx="7200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有 </a:t>
            </a:r>
            <a:endParaRPr kumimoji="1" lang="zh-CN" altLang="en-US" sz="2800" b="1">
              <a:latin typeface="黑体" panose="02010609060101010101" charset="-122"/>
              <a:ea typeface="黑体" panose="02010609060101010101" charset="-122"/>
            </a:endParaRPr>
          </a:p>
        </p:txBody>
      </p:sp>
      <p:graphicFrame>
        <p:nvGraphicFramePr>
          <p:cNvPr id="29" name="Object 29"/>
          <p:cNvGraphicFramePr>
            <a:graphicFrameLocks noChangeAspect="1"/>
          </p:cNvGraphicFramePr>
          <p:nvPr/>
        </p:nvGraphicFramePr>
        <p:xfrm>
          <a:off x="2997200" y="3465513"/>
          <a:ext cx="2028825" cy="479425"/>
        </p:xfrm>
        <a:graphic>
          <a:graphicData uri="http://schemas.openxmlformats.org/presentationml/2006/ole">
            <mc:AlternateContent xmlns:mc="http://schemas.openxmlformats.org/markup-compatibility/2006">
              <mc:Choice xmlns:v="urn:schemas-microsoft-com:vml" Requires="v">
                <p:oleObj spid="_x0000_s11873" name="Equation" r:id="rId11" imgW="47548800" imgH="10363200" progId="Equation.DSMT4">
                  <p:embed/>
                </p:oleObj>
              </mc:Choice>
              <mc:Fallback>
                <p:oleObj name="Equation" r:id="rId11" imgW="47548800" imgH="10363200" progId="Equation.DSMT4">
                  <p:embed/>
                  <p:pic>
                    <p:nvPicPr>
                      <p:cNvPr id="0" name="图片 11872"/>
                      <p:cNvPicPr>
                        <a:picLocks noChangeAspect="1"/>
                      </p:cNvPicPr>
                      <p:nvPr/>
                    </p:nvPicPr>
                    <p:blipFill>
                      <a:blip r:embed="rId12">
                        <a:biLevel thresh="50000"/>
                        <a:grayscl/>
                      </a:blip>
                      <a:stretch>
                        <a:fillRect/>
                      </a:stretch>
                    </p:blipFill>
                    <p:spPr>
                      <a:xfrm>
                        <a:off x="2997200" y="3465513"/>
                        <a:ext cx="2028825" cy="479425"/>
                      </a:xfrm>
                      <a:prstGeom prst="rect">
                        <a:avLst/>
                      </a:prstGeom>
                      <a:noFill/>
                      <a:ln w="9525">
                        <a:noFill/>
                      </a:ln>
                    </p:spPr>
                  </p:pic>
                </p:oleObj>
              </mc:Fallback>
            </mc:AlternateContent>
          </a:graphicData>
        </a:graphic>
      </p:graphicFrame>
      <p:sp>
        <p:nvSpPr>
          <p:cNvPr id="30" name="Text Box 30"/>
          <p:cNvSpPr txBox="1">
            <a:spLocks noChangeArrowheads="1"/>
          </p:cNvSpPr>
          <p:nvPr/>
        </p:nvSpPr>
        <p:spPr bwMode="auto">
          <a:xfrm>
            <a:off x="2119313" y="4004310"/>
            <a:ext cx="24460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则称</a:t>
            </a:r>
            <a:r>
              <a:rPr kumimoji="1" lang="zh-CN" altLang="en-US" sz="2800" b="1" i="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为</a:t>
            </a:r>
            <a:r>
              <a:rPr kumimoji="1" lang="zh-CN" altLang="en-US" sz="2800" b="1" dirty="0">
                <a:solidFill>
                  <a:schemeClr val="accent5">
                    <a:lumMod val="60000"/>
                    <a:lumOff val="40000"/>
                  </a:schemeClr>
                </a:solidFill>
                <a:latin typeface="黑体" panose="02010609060101010101" charset="-122"/>
                <a:ea typeface="黑体" panose="02010609060101010101" charset="-122"/>
              </a:rPr>
              <a:t>单射</a:t>
            </a:r>
            <a:r>
              <a:rPr kumimoji="1" lang="en-US" altLang="zh-CN" sz="2800" b="1" dirty="0">
                <a:solidFill>
                  <a:schemeClr val="tx1"/>
                </a:solidFill>
                <a:latin typeface="黑体" panose="02010609060101010101" charset="-122"/>
                <a:ea typeface="黑体" panose="02010609060101010101" charset="-122"/>
              </a:rPr>
              <a:t>;</a:t>
            </a:r>
            <a:endParaRPr kumimoji="1" lang="en-US" altLang="zh-CN" sz="2800" b="1" dirty="0">
              <a:solidFill>
                <a:schemeClr val="tx1"/>
              </a:solidFill>
              <a:latin typeface="黑体" panose="02010609060101010101" charset="-122"/>
              <a:ea typeface="黑体" panose="02010609060101010101" charset="-122"/>
            </a:endParaRPr>
          </a:p>
        </p:txBody>
      </p:sp>
      <p:sp>
        <p:nvSpPr>
          <p:cNvPr id="31" name="Text Box 31"/>
          <p:cNvSpPr txBox="1">
            <a:spLocks noChangeArrowheads="1"/>
          </p:cNvSpPr>
          <p:nvPr/>
        </p:nvSpPr>
        <p:spPr bwMode="auto">
          <a:xfrm>
            <a:off x="2119630" y="4708525"/>
            <a:ext cx="40576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若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a:t>
            </a:r>
            <a:r>
              <a:rPr kumimoji="1" lang="en-US" altLang="zh-CN" sz="2800" b="1" dirty="0">
                <a:latin typeface="黑体" panose="02010609060101010101" charset="-122"/>
                <a:ea typeface="黑体" panose="02010609060101010101" charset="-122"/>
              </a:rPr>
              <a:t> </a:t>
            </a:r>
            <a:r>
              <a:rPr kumimoji="1" lang="zh-CN" altLang="en-US" sz="2800" b="1" dirty="0" smtClean="0">
                <a:latin typeface="黑体" panose="02010609060101010101" charset="-122"/>
                <a:ea typeface="黑体" panose="02010609060101010101" charset="-122"/>
              </a:rPr>
              <a:t>既是</a:t>
            </a:r>
            <a:r>
              <a:rPr kumimoji="1" lang="zh-CN" altLang="en-US" sz="2800" b="1" dirty="0">
                <a:latin typeface="黑体" panose="02010609060101010101" charset="-122"/>
                <a:ea typeface="黑体" panose="02010609060101010101" charset="-122"/>
              </a:rPr>
              <a:t>满射又是单射</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32" name="Text Box 32"/>
          <p:cNvSpPr txBox="1">
            <a:spLocks noChangeArrowheads="1"/>
          </p:cNvSpPr>
          <p:nvPr/>
        </p:nvSpPr>
        <p:spPr bwMode="auto">
          <a:xfrm>
            <a:off x="6052995" y="4708670"/>
            <a:ext cx="468376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则</a:t>
            </a:r>
            <a:r>
              <a:rPr kumimoji="1" lang="zh-CN" altLang="en-US" sz="2800" b="1" dirty="0" smtClean="0">
                <a:latin typeface="黑体" panose="02010609060101010101" charset="-122"/>
                <a:ea typeface="黑体" panose="02010609060101010101" charset="-122"/>
              </a:rPr>
              <a:t>称</a:t>
            </a:r>
            <a:r>
              <a:rPr kumimoji="1" lang="en-US" altLang="zh-CN" sz="2800" b="1" dirty="0" smtClean="0">
                <a:latin typeface="黑体" panose="02010609060101010101" charset="-122"/>
                <a:ea typeface="黑体" panose="02010609060101010101" charset="-122"/>
              </a:rPr>
              <a:t> </a:t>
            </a:r>
            <a:r>
              <a:rPr kumimoji="1" lang="en-US" altLang="zh-CN" sz="2800" b="1" i="1" dirty="0" smtClean="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为</a:t>
            </a:r>
            <a:r>
              <a:rPr kumimoji="1" lang="zh-CN" altLang="en-US" sz="2800" b="1" dirty="0">
                <a:solidFill>
                  <a:schemeClr val="accent5">
                    <a:lumMod val="60000"/>
                    <a:lumOff val="40000"/>
                  </a:schemeClr>
                </a:solidFill>
                <a:latin typeface="黑体" panose="02010609060101010101" charset="-122"/>
                <a:ea typeface="黑体" panose="02010609060101010101" charset="-122"/>
              </a:rPr>
              <a:t>双</a:t>
            </a:r>
            <a:r>
              <a:rPr kumimoji="1" lang="zh-CN" altLang="en-US" sz="2800" b="1" dirty="0" smtClean="0">
                <a:solidFill>
                  <a:schemeClr val="accent5">
                    <a:lumMod val="60000"/>
                    <a:lumOff val="40000"/>
                  </a:schemeClr>
                </a:solidFill>
                <a:latin typeface="黑体" panose="02010609060101010101" charset="-122"/>
                <a:ea typeface="黑体" panose="02010609060101010101" charset="-122"/>
              </a:rPr>
              <a:t>射</a:t>
            </a:r>
            <a:r>
              <a:rPr kumimoji="1" lang="en-US" altLang="zh-CN" sz="2800" b="1" dirty="0" smtClean="0">
                <a:solidFill>
                  <a:schemeClr val="tx2"/>
                </a:solidFill>
                <a:latin typeface="黑体" panose="02010609060101010101" charset="-122"/>
                <a:ea typeface="黑体" panose="02010609060101010101" charset="-122"/>
              </a:rPr>
              <a:t>,</a:t>
            </a:r>
            <a:r>
              <a:rPr kumimoji="1" lang="zh-CN" altLang="en-US" sz="2800" b="1" dirty="0" smtClean="0">
                <a:latin typeface="黑体" panose="02010609060101010101" charset="-122"/>
                <a:ea typeface="黑体" panose="02010609060101010101" charset="-122"/>
              </a:rPr>
              <a:t>或</a:t>
            </a:r>
            <a:r>
              <a:rPr kumimoji="1" lang="zh-CN" altLang="en-US" sz="2800" b="1" dirty="0">
                <a:solidFill>
                  <a:schemeClr val="accent5">
                    <a:lumMod val="60000"/>
                    <a:lumOff val="40000"/>
                  </a:schemeClr>
                </a:solidFill>
                <a:latin typeface="黑体" panose="02010609060101010101" charset="-122"/>
                <a:ea typeface="黑体" panose="02010609060101010101" charset="-122"/>
              </a:rPr>
              <a:t>一一映射</a:t>
            </a:r>
            <a:r>
              <a:rPr kumimoji="1" lang="en-US" altLang="zh-CN" sz="2800" b="1" dirty="0">
                <a:latin typeface="黑体" panose="02010609060101010101" charset="-122"/>
                <a:ea typeface="黑体" panose="02010609060101010101" charset="-122"/>
              </a:rPr>
              <a:t>. </a:t>
            </a:r>
            <a:endParaRPr kumimoji="1" lang="en-US" altLang="zh-CN" sz="2800" b="1" dirty="0">
              <a:latin typeface="黑体" panose="02010609060101010101" charset="-122"/>
              <a:ea typeface="黑体" panose="02010609060101010101" charset="-122"/>
            </a:endParaRPr>
          </a:p>
        </p:txBody>
      </p:sp>
      <p:sp>
        <p:nvSpPr>
          <p:cNvPr id="34" name="Oval 34"/>
          <p:cNvSpPr>
            <a:spLocks noChangeArrowheads="1"/>
          </p:cNvSpPr>
          <p:nvPr/>
        </p:nvSpPr>
        <p:spPr bwMode="auto">
          <a:xfrm>
            <a:off x="6875780" y="3051175"/>
            <a:ext cx="1028700" cy="822325"/>
          </a:xfrm>
          <a:prstGeom prst="ellipse">
            <a:avLst/>
          </a:prstGeom>
          <a:solidFill>
            <a:srgbClr val="0066C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graphicFrame>
        <p:nvGraphicFramePr>
          <p:cNvPr id="35" name="Object 35"/>
          <p:cNvGraphicFramePr>
            <a:graphicFrameLocks noChangeAspect="1"/>
          </p:cNvGraphicFramePr>
          <p:nvPr/>
        </p:nvGraphicFramePr>
        <p:xfrm>
          <a:off x="6944360" y="3256915"/>
          <a:ext cx="400050" cy="371475"/>
        </p:xfrm>
        <a:graphic>
          <a:graphicData uri="http://schemas.openxmlformats.org/presentationml/2006/ole">
            <mc:AlternateContent xmlns:mc="http://schemas.openxmlformats.org/markup-compatibility/2006">
              <mc:Choice xmlns:v="urn:schemas-microsoft-com:vml" Requires="v">
                <p:oleObj spid="_x0000_s11874" name="Equation" r:id="rId13" imgW="156210" imgH="133985" progId="Equation.3">
                  <p:embed/>
                </p:oleObj>
              </mc:Choice>
              <mc:Fallback>
                <p:oleObj name="Equation" r:id="rId13" imgW="156210" imgH="133985" progId="Equation.3">
                  <p:embed/>
                  <p:pic>
                    <p:nvPicPr>
                      <p:cNvPr id="0" name="图片 11873"/>
                      <p:cNvPicPr>
                        <a:picLocks noChangeAspect="1"/>
                      </p:cNvPicPr>
                      <p:nvPr/>
                    </p:nvPicPr>
                    <p:blipFill>
                      <a:blip r:embed="rId14"/>
                      <a:stretch>
                        <a:fillRect/>
                      </a:stretch>
                    </p:blipFill>
                    <p:spPr>
                      <a:xfrm>
                        <a:off x="6944360" y="3256915"/>
                        <a:ext cx="400050" cy="371475"/>
                      </a:xfrm>
                      <a:prstGeom prst="rect">
                        <a:avLst/>
                      </a:prstGeom>
                      <a:noFill/>
                      <a:ln w="9525">
                        <a:noFill/>
                      </a:ln>
                    </p:spPr>
                  </p:pic>
                </p:oleObj>
              </mc:Fallback>
            </mc:AlternateContent>
          </a:graphicData>
        </a:graphic>
      </p:graphicFrame>
      <p:sp>
        <p:nvSpPr>
          <p:cNvPr id="37" name="Oval 37"/>
          <p:cNvSpPr>
            <a:spLocks noChangeArrowheads="1"/>
          </p:cNvSpPr>
          <p:nvPr/>
        </p:nvSpPr>
        <p:spPr bwMode="auto">
          <a:xfrm>
            <a:off x="8521700" y="3051175"/>
            <a:ext cx="1714500" cy="1097280"/>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graphicFrame>
        <p:nvGraphicFramePr>
          <p:cNvPr id="38" name="Object 38"/>
          <p:cNvGraphicFramePr>
            <a:graphicFrameLocks noChangeAspect="1"/>
          </p:cNvGraphicFramePr>
          <p:nvPr/>
        </p:nvGraphicFramePr>
        <p:xfrm>
          <a:off x="9728835" y="3188335"/>
          <a:ext cx="301625" cy="355600"/>
        </p:xfrm>
        <a:graphic>
          <a:graphicData uri="http://schemas.openxmlformats.org/presentationml/2006/ole">
            <mc:AlternateContent xmlns:mc="http://schemas.openxmlformats.org/markup-compatibility/2006">
              <mc:Choice xmlns:v="urn:schemas-microsoft-com:vml" Requires="v">
                <p:oleObj spid="_x0000_s11875" name="Equation" r:id="rId15" imgW="111760" imgH="133985" progId="Equation.3">
                  <p:embed/>
                </p:oleObj>
              </mc:Choice>
              <mc:Fallback>
                <p:oleObj name="Equation" r:id="rId15" imgW="111760" imgH="133985" progId="Equation.3">
                  <p:embed/>
                  <p:pic>
                    <p:nvPicPr>
                      <p:cNvPr id="0" name="图片 11874"/>
                      <p:cNvPicPr>
                        <a:picLocks noChangeAspect="1"/>
                      </p:cNvPicPr>
                      <p:nvPr/>
                    </p:nvPicPr>
                    <p:blipFill>
                      <a:blip r:embed="rId16"/>
                      <a:stretch>
                        <a:fillRect/>
                      </a:stretch>
                    </p:blipFill>
                    <p:spPr>
                      <a:xfrm>
                        <a:off x="9728835" y="3188335"/>
                        <a:ext cx="301625" cy="355600"/>
                      </a:xfrm>
                      <a:prstGeom prst="rect">
                        <a:avLst/>
                      </a:prstGeom>
                      <a:noFill/>
                      <a:ln w="9525">
                        <a:noFill/>
                      </a:ln>
                    </p:spPr>
                  </p:pic>
                </p:oleObj>
              </mc:Fallback>
            </mc:AlternateContent>
          </a:graphicData>
        </a:graphic>
      </p:graphicFrame>
      <p:sp>
        <p:nvSpPr>
          <p:cNvPr id="40" name="Freeform 40"/>
          <p:cNvSpPr/>
          <p:nvPr/>
        </p:nvSpPr>
        <p:spPr bwMode="auto">
          <a:xfrm>
            <a:off x="7629525" y="3129280"/>
            <a:ext cx="1440180" cy="206375"/>
          </a:xfrm>
          <a:custGeom>
            <a:avLst/>
            <a:gdLst>
              <a:gd name="T0" fmla="*/ 0 w 1920"/>
              <a:gd name="T1" fmla="*/ 46 h 192"/>
              <a:gd name="T2" fmla="*/ 38 w 1920"/>
              <a:gd name="T3" fmla="*/ 0 h 192"/>
              <a:gd name="T4" fmla="*/ 77 w 1920"/>
              <a:gd name="T5" fmla="*/ 46 h 192"/>
              <a:gd name="T6" fmla="*/ 0 60000 65536"/>
              <a:gd name="T7" fmla="*/ 0 60000 65536"/>
              <a:gd name="T8" fmla="*/ 0 60000 65536"/>
            </a:gdLst>
            <a:ahLst/>
            <a:cxnLst>
              <a:cxn ang="T6">
                <a:pos x="T0" y="T1"/>
              </a:cxn>
              <a:cxn ang="T7">
                <a:pos x="T2" y="T3"/>
              </a:cxn>
              <a:cxn ang="T8">
                <a:pos x="T4" y="T5"/>
              </a:cxn>
            </a:cxnLst>
            <a:rect l="0" t="0" r="r" b="b"/>
            <a:pathLst>
              <a:path w="1920" h="192">
                <a:moveTo>
                  <a:pt x="0" y="192"/>
                </a:moveTo>
                <a:cubicBezTo>
                  <a:pt x="320" y="96"/>
                  <a:pt x="640" y="0"/>
                  <a:pt x="960" y="0"/>
                </a:cubicBezTo>
                <a:cubicBezTo>
                  <a:pt x="1280" y="0"/>
                  <a:pt x="1600" y="96"/>
                  <a:pt x="1920" y="19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sp>
        <p:nvSpPr>
          <p:cNvPr id="41" name="Oval 41"/>
          <p:cNvSpPr>
            <a:spLocks noChangeArrowheads="1"/>
          </p:cNvSpPr>
          <p:nvPr/>
        </p:nvSpPr>
        <p:spPr bwMode="auto">
          <a:xfrm>
            <a:off x="7571105" y="3317875"/>
            <a:ext cx="58420" cy="5905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42" name="Oval 42"/>
          <p:cNvSpPr>
            <a:spLocks noChangeArrowheads="1"/>
          </p:cNvSpPr>
          <p:nvPr/>
        </p:nvSpPr>
        <p:spPr bwMode="auto">
          <a:xfrm>
            <a:off x="9069705" y="3335020"/>
            <a:ext cx="58420" cy="5905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44" name="Freeform 44"/>
          <p:cNvSpPr/>
          <p:nvPr/>
        </p:nvSpPr>
        <p:spPr bwMode="auto">
          <a:xfrm>
            <a:off x="7620000" y="3335655"/>
            <a:ext cx="1440180" cy="205105"/>
          </a:xfrm>
          <a:custGeom>
            <a:avLst/>
            <a:gdLst>
              <a:gd name="T0" fmla="*/ 0 w 1920"/>
              <a:gd name="T1" fmla="*/ 46 h 192"/>
              <a:gd name="T2" fmla="*/ 38 w 1920"/>
              <a:gd name="T3" fmla="*/ 0 h 192"/>
              <a:gd name="T4" fmla="*/ 77 w 1920"/>
              <a:gd name="T5" fmla="*/ 46 h 192"/>
              <a:gd name="T6" fmla="*/ 0 60000 65536"/>
              <a:gd name="T7" fmla="*/ 0 60000 65536"/>
              <a:gd name="T8" fmla="*/ 0 60000 65536"/>
            </a:gdLst>
            <a:ahLst/>
            <a:cxnLst>
              <a:cxn ang="T6">
                <a:pos x="T0" y="T1"/>
              </a:cxn>
              <a:cxn ang="T7">
                <a:pos x="T2" y="T3"/>
              </a:cxn>
              <a:cxn ang="T8">
                <a:pos x="T4" y="T5"/>
              </a:cxn>
            </a:cxnLst>
            <a:rect l="0" t="0" r="r" b="b"/>
            <a:pathLst>
              <a:path w="1920" h="192">
                <a:moveTo>
                  <a:pt x="0" y="192"/>
                </a:moveTo>
                <a:cubicBezTo>
                  <a:pt x="320" y="96"/>
                  <a:pt x="640" y="0"/>
                  <a:pt x="960" y="0"/>
                </a:cubicBezTo>
                <a:cubicBezTo>
                  <a:pt x="1280" y="0"/>
                  <a:pt x="1600" y="96"/>
                  <a:pt x="1920" y="19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sp>
        <p:nvSpPr>
          <p:cNvPr id="45" name="Oval 45"/>
          <p:cNvSpPr>
            <a:spLocks noChangeArrowheads="1"/>
          </p:cNvSpPr>
          <p:nvPr/>
        </p:nvSpPr>
        <p:spPr bwMode="auto">
          <a:xfrm>
            <a:off x="7561580" y="3540760"/>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46" name="Oval 46"/>
          <p:cNvSpPr>
            <a:spLocks noChangeArrowheads="1"/>
          </p:cNvSpPr>
          <p:nvPr/>
        </p:nvSpPr>
        <p:spPr bwMode="auto">
          <a:xfrm>
            <a:off x="9060180" y="3540760"/>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48" name="Oval 48"/>
          <p:cNvSpPr>
            <a:spLocks noChangeArrowheads="1"/>
          </p:cNvSpPr>
          <p:nvPr/>
        </p:nvSpPr>
        <p:spPr bwMode="auto">
          <a:xfrm>
            <a:off x="9010650" y="3837305"/>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49" name="Oval 49"/>
          <p:cNvSpPr>
            <a:spLocks noChangeArrowheads="1"/>
          </p:cNvSpPr>
          <p:nvPr/>
        </p:nvSpPr>
        <p:spPr bwMode="auto">
          <a:xfrm>
            <a:off x="7571105" y="3657600"/>
            <a:ext cx="58420" cy="5842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sp>
        <p:nvSpPr>
          <p:cNvPr id="50" name="Freeform 50"/>
          <p:cNvSpPr/>
          <p:nvPr/>
        </p:nvSpPr>
        <p:spPr bwMode="auto">
          <a:xfrm>
            <a:off x="7629525" y="3530600"/>
            <a:ext cx="1371600" cy="296545"/>
          </a:xfrm>
          <a:custGeom>
            <a:avLst/>
            <a:gdLst>
              <a:gd name="T0" fmla="*/ 0 w 960"/>
              <a:gd name="T1" fmla="*/ 112 h 208"/>
              <a:gd name="T2" fmla="*/ 480 w 960"/>
              <a:gd name="T3" fmla="*/ 16 h 208"/>
              <a:gd name="T4" fmla="*/ 960 w 960"/>
              <a:gd name="T5" fmla="*/ 208 h 208"/>
              <a:gd name="T6" fmla="*/ 0 60000 65536"/>
              <a:gd name="T7" fmla="*/ 0 60000 65536"/>
              <a:gd name="T8" fmla="*/ 0 60000 65536"/>
            </a:gdLst>
            <a:ahLst/>
            <a:cxnLst>
              <a:cxn ang="T6">
                <a:pos x="T0" y="T1"/>
              </a:cxn>
              <a:cxn ang="T7">
                <a:pos x="T2" y="T3"/>
              </a:cxn>
              <a:cxn ang="T8">
                <a:pos x="T4" y="T5"/>
              </a:cxn>
            </a:cxnLst>
            <a:rect l="0" t="0" r="r" b="b"/>
            <a:pathLst>
              <a:path w="960" h="208">
                <a:moveTo>
                  <a:pt x="0" y="112"/>
                </a:moveTo>
                <a:cubicBezTo>
                  <a:pt x="160" y="56"/>
                  <a:pt x="320" y="0"/>
                  <a:pt x="480" y="16"/>
                </a:cubicBezTo>
                <a:cubicBezTo>
                  <a:pt x="640" y="32"/>
                  <a:pt x="800" y="120"/>
                  <a:pt x="960" y="208"/>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sp>
        <p:nvSpPr>
          <p:cNvPr id="51" name="Oval 51"/>
          <p:cNvSpPr>
            <a:spLocks noChangeArrowheads="1"/>
          </p:cNvSpPr>
          <p:nvPr/>
        </p:nvSpPr>
        <p:spPr bwMode="auto">
          <a:xfrm>
            <a:off x="8658225" y="3187700"/>
            <a:ext cx="823913" cy="822325"/>
          </a:xfrm>
          <a:prstGeom prst="ellipse">
            <a:avLst/>
          </a:prstGeom>
          <a:solidFill>
            <a:schemeClr val="accent2">
              <a:lumMod val="20000"/>
              <a:lumOff val="80000"/>
              <a:alpha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anose="02010609060101010101" charset="-122"/>
              <a:ea typeface="黑体" panose="02010609060101010101" charset="-122"/>
            </a:endParaRPr>
          </a:p>
        </p:txBody>
      </p:sp>
      <p:graphicFrame>
        <p:nvGraphicFramePr>
          <p:cNvPr id="53" name="Object 53"/>
          <p:cNvGraphicFramePr>
            <a:graphicFrameLocks noChangeAspect="1"/>
          </p:cNvGraphicFramePr>
          <p:nvPr/>
        </p:nvGraphicFramePr>
        <p:xfrm>
          <a:off x="6786245" y="3907790"/>
          <a:ext cx="838835" cy="393700"/>
        </p:xfrm>
        <a:graphic>
          <a:graphicData uri="http://schemas.openxmlformats.org/presentationml/2006/ole">
            <mc:AlternateContent xmlns:mc="http://schemas.openxmlformats.org/markup-compatibility/2006">
              <mc:Choice xmlns:v="urn:schemas-microsoft-com:vml" Requires="v">
                <p:oleObj spid="_x0000_s11876" name="Equation" r:id="rId17" imgW="20116800" imgH="9448800" progId="Equation.DSMT4">
                  <p:embed/>
                </p:oleObj>
              </mc:Choice>
              <mc:Fallback>
                <p:oleObj name="Equation" r:id="rId17" imgW="20116800" imgH="9448800" progId="Equation.DSMT4">
                  <p:embed/>
                  <p:pic>
                    <p:nvPicPr>
                      <p:cNvPr id="0" name="图片 11875"/>
                      <p:cNvPicPr>
                        <a:picLocks noChangeAspect="1"/>
                      </p:cNvPicPr>
                      <p:nvPr/>
                    </p:nvPicPr>
                    <p:blipFill>
                      <a:blip r:embed="rId18">
                        <a:biLevel thresh="50000"/>
                        <a:grayscl/>
                      </a:blip>
                      <a:stretch>
                        <a:fillRect/>
                      </a:stretch>
                    </p:blipFill>
                    <p:spPr>
                      <a:xfrm>
                        <a:off x="6786245" y="3907790"/>
                        <a:ext cx="838835" cy="393700"/>
                      </a:xfrm>
                      <a:prstGeom prst="rect">
                        <a:avLst/>
                      </a:prstGeom>
                      <a:noFill/>
                      <a:ln w="9525">
                        <a:noFill/>
                      </a:ln>
                    </p:spPr>
                  </p:pic>
                </p:oleObj>
              </mc:Fallback>
            </mc:AlternateContent>
          </a:graphicData>
        </a:graphic>
      </p:graphicFrame>
      <p:sp>
        <p:nvSpPr>
          <p:cNvPr id="54" name="Freeform 54"/>
          <p:cNvSpPr/>
          <p:nvPr/>
        </p:nvSpPr>
        <p:spPr bwMode="auto">
          <a:xfrm rot="10290650">
            <a:off x="7449185" y="3816350"/>
            <a:ext cx="1619885" cy="194310"/>
          </a:xfrm>
          <a:custGeom>
            <a:avLst/>
            <a:gdLst>
              <a:gd name="T0" fmla="*/ 0 w 1440"/>
              <a:gd name="T1" fmla="*/ 34 h 192"/>
              <a:gd name="T2" fmla="*/ 349 w 1440"/>
              <a:gd name="T3" fmla="*/ 0 h 192"/>
              <a:gd name="T4" fmla="*/ 232 w 1440"/>
              <a:gd name="T5" fmla="*/ 26 h 192"/>
              <a:gd name="T6" fmla="*/ 436 w 1440"/>
              <a:gd name="T7" fmla="*/ 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40" h="192">
                <a:moveTo>
                  <a:pt x="0" y="192"/>
                </a:moveTo>
                <a:lnTo>
                  <a:pt x="1152" y="0"/>
                </a:lnTo>
                <a:lnTo>
                  <a:pt x="768" y="144"/>
                </a:lnTo>
                <a:lnTo>
                  <a:pt x="1440" y="48"/>
                </a:lnTo>
              </a:path>
            </a:pathLst>
          </a:custGeom>
          <a:noFill/>
          <a:ln w="9525">
            <a:solidFill>
              <a:schemeClr val="tx1"/>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黑体" panose="02010609060101010101" charset="-122"/>
              <a:ea typeface="黑体" panose="02010609060101010101" charset="-122"/>
            </a:endParaRPr>
          </a:p>
        </p:txBody>
      </p:sp>
      <p:graphicFrame>
        <p:nvGraphicFramePr>
          <p:cNvPr id="55" name="Object 55"/>
          <p:cNvGraphicFramePr>
            <a:graphicFrameLocks noChangeAspect="1"/>
          </p:cNvGraphicFramePr>
          <p:nvPr/>
        </p:nvGraphicFramePr>
        <p:xfrm>
          <a:off x="8118475" y="2659063"/>
          <a:ext cx="463550" cy="550862"/>
        </p:xfrm>
        <a:graphic>
          <a:graphicData uri="http://schemas.openxmlformats.org/presentationml/2006/ole">
            <mc:AlternateContent xmlns:mc="http://schemas.openxmlformats.org/markup-compatibility/2006">
              <mc:Choice xmlns:v="urn:schemas-microsoft-com:vml" Requires="v">
                <p:oleObj spid="_x0000_s11877" name="Equation" r:id="rId19" imgW="3657600" imgH="4876800" progId="Equation.DSMT4">
                  <p:embed/>
                </p:oleObj>
              </mc:Choice>
              <mc:Fallback>
                <p:oleObj name="Equation" r:id="rId19" imgW="3657600" imgH="4876800" progId="Equation.DSMT4">
                  <p:embed/>
                  <p:pic>
                    <p:nvPicPr>
                      <p:cNvPr id="0" name="图片 11876"/>
                      <p:cNvPicPr>
                        <a:picLocks noChangeAspect="1"/>
                      </p:cNvPicPr>
                      <p:nvPr/>
                    </p:nvPicPr>
                    <p:blipFill>
                      <a:blip r:embed="rId20">
                        <a:biLevel thresh="50000"/>
                        <a:grayscl/>
                      </a:blip>
                      <a:stretch>
                        <a:fillRect/>
                      </a:stretch>
                    </p:blipFill>
                    <p:spPr>
                      <a:xfrm>
                        <a:off x="8118475" y="2659063"/>
                        <a:ext cx="463550" cy="550862"/>
                      </a:xfrm>
                      <a:prstGeom prst="rect">
                        <a:avLst/>
                      </a:prstGeom>
                      <a:noFill/>
                      <a:ln w="9525">
                        <a:noFill/>
                      </a:ln>
                    </p:spPr>
                  </p:pic>
                </p:oleObj>
              </mc:Fallback>
            </mc:AlternateContent>
          </a:graphicData>
        </a:graphic>
      </p:graphicFrame>
      <p:sp>
        <p:nvSpPr>
          <p:cNvPr id="56" name="AutoShape 56">
            <a:hlinkClick r:id="rId21" action="ppaction://hlinksldjump" highlightClick="1"/>
          </p:cNvPr>
          <p:cNvSpPr>
            <a:spLocks noChangeArrowheads="1"/>
          </p:cNvSpPr>
          <p:nvPr/>
        </p:nvSpPr>
        <p:spPr bwMode="auto">
          <a:xfrm>
            <a:off x="7054057" y="1006475"/>
            <a:ext cx="1295400" cy="431800"/>
          </a:xfrm>
          <a:prstGeom prst="actionButtonBlank">
            <a:avLst/>
          </a:prstGeom>
          <a:solidFill>
            <a:schemeClr val="accent5">
              <a:lumMod val="20000"/>
              <a:lumOff val="80000"/>
            </a:schemeClr>
          </a:solidFill>
          <a:ln w="9525">
            <a:solidFill>
              <a:srgbClr val="00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zh-CN" altLang="en-US" sz="2400" dirty="0">
                <a:latin typeface="黑体" panose="02010609060101010101" charset="-122"/>
                <a:ea typeface="黑体" panose="02010609060101010101" charset="-122"/>
              </a:rPr>
              <a:t>引例</a:t>
            </a:r>
            <a:r>
              <a:rPr kumimoji="1" lang="en-US" altLang="zh-CN" sz="2400" dirty="0">
                <a:latin typeface="黑体" panose="02010609060101010101" charset="-122"/>
                <a:ea typeface="黑体" panose="02010609060101010101" charset="-122"/>
              </a:rPr>
              <a:t>2, 3</a:t>
            </a:r>
            <a:endParaRPr kumimoji="1" lang="en-US" altLang="zh-CN" sz="2400" dirty="0">
              <a:latin typeface="黑体" panose="02010609060101010101" charset="-122"/>
              <a:ea typeface="黑体" panose="02010609060101010101" charset="-122"/>
            </a:endParaRPr>
          </a:p>
        </p:txBody>
      </p:sp>
      <p:sp>
        <p:nvSpPr>
          <p:cNvPr id="57" name="AutoShape 57">
            <a:hlinkClick r:id="rId21" action="ppaction://hlinksldjump" highlightClick="1"/>
          </p:cNvPr>
          <p:cNvSpPr>
            <a:spLocks noChangeArrowheads="1"/>
          </p:cNvSpPr>
          <p:nvPr/>
        </p:nvSpPr>
        <p:spPr bwMode="auto">
          <a:xfrm>
            <a:off x="4680673" y="4049385"/>
            <a:ext cx="990600" cy="431800"/>
          </a:xfrm>
          <a:prstGeom prst="actionButtonBlank">
            <a:avLst/>
          </a:prstGeom>
          <a:solidFill>
            <a:schemeClr val="accent5">
              <a:lumMod val="20000"/>
              <a:lumOff val="80000"/>
            </a:schemeClr>
          </a:solidFill>
          <a:ln w="9525">
            <a:solidFill>
              <a:srgbClr val="00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zh-CN" altLang="en-US" sz="2400" dirty="0">
                <a:latin typeface="黑体" panose="02010609060101010101" charset="-122"/>
                <a:ea typeface="黑体" panose="02010609060101010101" charset="-122"/>
              </a:rPr>
              <a:t>引例</a:t>
            </a:r>
            <a:r>
              <a:rPr kumimoji="1" lang="en-US" altLang="zh-CN" sz="2400" dirty="0">
                <a:latin typeface="黑体" panose="02010609060101010101" charset="-122"/>
                <a:ea typeface="黑体" panose="02010609060101010101" charset="-122"/>
              </a:rPr>
              <a:t>2</a:t>
            </a:r>
            <a:endParaRPr kumimoji="1" lang="en-US" altLang="zh-CN" sz="2400" dirty="0">
              <a:latin typeface="黑体" panose="02010609060101010101" charset="-122"/>
              <a:ea typeface="黑体" panose="02010609060101010101" charset="-122"/>
            </a:endParaRPr>
          </a:p>
        </p:txBody>
      </p:sp>
      <p:sp>
        <p:nvSpPr>
          <p:cNvPr id="58" name="AutoShape 58">
            <a:hlinkClick r:id="rId21" action="ppaction://hlinksldjump" highlightClick="1"/>
          </p:cNvPr>
          <p:cNvSpPr>
            <a:spLocks noChangeArrowheads="1"/>
          </p:cNvSpPr>
          <p:nvPr/>
        </p:nvSpPr>
        <p:spPr bwMode="auto">
          <a:xfrm>
            <a:off x="2288540" y="5404485"/>
            <a:ext cx="990600" cy="431800"/>
          </a:xfrm>
          <a:prstGeom prst="actionButtonBlank">
            <a:avLst/>
          </a:prstGeom>
          <a:solidFill>
            <a:schemeClr val="accent5">
              <a:lumMod val="20000"/>
              <a:lumOff val="80000"/>
            </a:schemeClr>
          </a:solidFill>
          <a:ln w="9525">
            <a:solidFill>
              <a:srgbClr val="0066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zh-CN" altLang="en-US" sz="2400">
                <a:latin typeface="黑体" panose="02010609060101010101" charset="-122"/>
                <a:ea typeface="黑体" panose="02010609060101010101" charset="-122"/>
              </a:rPr>
              <a:t>引例</a:t>
            </a:r>
            <a:r>
              <a:rPr kumimoji="1" lang="en-US" altLang="zh-CN" sz="2400">
                <a:latin typeface="黑体" panose="02010609060101010101" charset="-122"/>
                <a:ea typeface="黑体" panose="02010609060101010101" charset="-122"/>
              </a:rPr>
              <a:t>2</a:t>
            </a:r>
            <a:endParaRPr kumimoji="1" lang="en-US" altLang="zh-CN" sz="2400">
              <a:latin typeface="黑体" panose="02010609060101010101" charset="-122"/>
              <a:ea typeface="黑体" panose="02010609060101010101" charset="-122"/>
            </a:endParaRPr>
          </a:p>
        </p:txBody>
      </p:sp>
      <p:graphicFrame>
        <p:nvGraphicFramePr>
          <p:cNvPr id="7" name="Object 3"/>
          <p:cNvGraphicFramePr>
            <a:graphicFrameLocks noChangeAspect="1"/>
          </p:cNvGraphicFramePr>
          <p:nvPr/>
        </p:nvGraphicFramePr>
        <p:xfrm>
          <a:off x="2633980" y="507048"/>
          <a:ext cx="1570038" cy="442912"/>
        </p:xfrm>
        <a:graphic>
          <a:graphicData uri="http://schemas.openxmlformats.org/presentationml/2006/ole">
            <mc:AlternateContent xmlns:mc="http://schemas.openxmlformats.org/markup-compatibility/2006">
              <mc:Choice xmlns:v="urn:schemas-microsoft-com:vml" Requires="v">
                <p:oleObj spid="_x0000_s10" name="Equation" r:id="rId22" imgW="36576000" imgH="9448800" progId="Equation.DSMT4">
                  <p:embed/>
                </p:oleObj>
              </mc:Choice>
              <mc:Fallback>
                <p:oleObj name="Equation" r:id="rId22" imgW="36576000" imgH="9448800" progId="Equation.DSMT4">
                  <p:embed/>
                  <p:pic>
                    <p:nvPicPr>
                      <p:cNvPr id="0" name="图片 11264"/>
                      <p:cNvPicPr>
                        <a:picLocks noChangeAspect="1"/>
                      </p:cNvPicPr>
                      <p:nvPr/>
                    </p:nvPicPr>
                    <p:blipFill>
                      <a:blip r:embed="rId23">
                        <a:biLevel thresh="50000"/>
                        <a:grayscl/>
                      </a:blip>
                      <a:stretch>
                        <a:fillRect/>
                      </a:stretch>
                    </p:blipFill>
                    <p:spPr>
                      <a:xfrm>
                        <a:off x="2633980" y="507048"/>
                        <a:ext cx="1570038" cy="442912"/>
                      </a:xfrm>
                      <a:prstGeom prst="rect">
                        <a:avLst/>
                      </a:prstGeom>
                      <a:noFill/>
                      <a:ln w="9525">
                        <a:noFill/>
                      </a:ln>
                    </p:spPr>
                  </p:pic>
                </p:oleObj>
              </mc:Fallback>
            </mc:AlternateContent>
          </a:graphicData>
        </a:graphic>
      </p:graphicFrame>
      <p:graphicFrame>
        <p:nvGraphicFramePr>
          <p:cNvPr id="14" name="Object 27"/>
          <p:cNvGraphicFramePr>
            <a:graphicFrameLocks noChangeAspect="1"/>
          </p:cNvGraphicFramePr>
          <p:nvPr/>
        </p:nvGraphicFramePr>
        <p:xfrm>
          <a:off x="2600325" y="2963228"/>
          <a:ext cx="2889250" cy="479425"/>
        </p:xfrm>
        <a:graphic>
          <a:graphicData uri="http://schemas.openxmlformats.org/presentationml/2006/ole">
            <mc:AlternateContent xmlns:mc="http://schemas.openxmlformats.org/markup-compatibility/2006">
              <mc:Choice xmlns:v="urn:schemas-microsoft-com:vml" Requires="v">
                <p:oleObj spid="_x0000_s18" name="Equation" r:id="rId24" imgW="68275200" imgH="10363200" progId="Equation.DSMT4">
                  <p:embed/>
                </p:oleObj>
              </mc:Choice>
              <mc:Fallback>
                <p:oleObj name="Equation" r:id="rId24" imgW="68275200" imgH="10363200" progId="Equation.DSMT4">
                  <p:embed/>
                  <p:pic>
                    <p:nvPicPr>
                      <p:cNvPr id="0" name="图片 11871"/>
                      <p:cNvPicPr>
                        <a:picLocks noChangeAspect="1"/>
                      </p:cNvPicPr>
                      <p:nvPr/>
                    </p:nvPicPr>
                    <p:blipFill>
                      <a:blip r:embed="rId25">
                        <a:biLevel thresh="50000"/>
                        <a:grayscl/>
                      </a:blip>
                      <a:stretch>
                        <a:fillRect/>
                      </a:stretch>
                    </p:blipFill>
                    <p:spPr>
                      <a:xfrm>
                        <a:off x="2600325" y="2963228"/>
                        <a:ext cx="2889250" cy="47942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12" dur="500"/>
                                        <p:tgtEl>
                                          <p:spTgt spid="4">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17" dur="500"/>
                                        <p:tgtEl>
                                          <p:spTgt spid="4">
                                            <p:txEl>
                                              <p:pRg st="4294967295" end="429496729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36" dur="500"/>
                                        <p:tgtEl>
                                          <p:spTgt spid="6">
                                            <p:txEl>
                                              <p:pRg st="4294967295" end="429496729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41" dur="500"/>
                                        <p:tgtEl>
                                          <p:spTgt spid="6">
                                            <p:txEl>
                                              <p:pRg st="4294967295" end="429496729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
                                            <p:txEl>
                                              <p:pRg st="0" end="0"/>
                                            </p:txEl>
                                          </p:spTgt>
                                        </p:tgtEl>
                                        <p:attrNameLst>
                                          <p:attrName>style.visibility</p:attrName>
                                        </p:attrNameLst>
                                      </p:cBhvr>
                                      <p:to>
                                        <p:strVal val="visible"/>
                                      </p:to>
                                    </p:set>
                                    <p:animEffect transition="in" filter="wipe(left)">
                                      <p:cBhvr>
                                        <p:cTn id="46" dur="500"/>
                                        <p:tgtEl>
                                          <p:spTgt spid="6">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wipe(left)">
                                      <p:cBhvr>
                                        <p:cTn id="51" dur="500"/>
                                        <p:tgtEl>
                                          <p:spTgt spid="5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6">
                                            <p:txEl>
                                              <p:pRg st="0" end="0"/>
                                            </p:txEl>
                                          </p:spTgt>
                                        </p:tgtEl>
                                        <p:attrNameLst>
                                          <p:attrName>style.visibility</p:attrName>
                                        </p:attrNameLst>
                                      </p:cBhvr>
                                      <p:to>
                                        <p:strVal val="visible"/>
                                      </p:to>
                                    </p:set>
                                    <p:animEffect transition="in" filter="wipe(left)">
                                      <p:cBhvr>
                                        <p:cTn id="56" dur="500"/>
                                        <p:tgtEl>
                                          <p:spTgt spid="26">
                                            <p:txEl>
                                              <p:pRg st="0" end="0"/>
                                            </p:txEl>
                                          </p:spTgt>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left)">
                                      <p:cBhvr>
                                        <p:cTn id="60" dur="500"/>
                                        <p:tgtEl>
                                          <p:spTgt spid="1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65" dur="500"/>
                                        <p:tgtEl>
                                          <p:spTgt spid="28">
                                            <p:txEl>
                                              <p:pRg st="4294967295" end="429496729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70" dur="500"/>
                                        <p:tgtEl>
                                          <p:spTgt spid="28">
                                            <p:txEl>
                                              <p:pRg st="4294967295" end="429496729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8">
                                            <p:txEl>
                                              <p:pRg st="0" end="0"/>
                                            </p:txEl>
                                          </p:spTgt>
                                        </p:tgtEl>
                                        <p:attrNameLst>
                                          <p:attrName>style.visibility</p:attrName>
                                        </p:attrNameLst>
                                      </p:cBhvr>
                                      <p:to>
                                        <p:strVal val="visible"/>
                                      </p:to>
                                    </p:set>
                                    <p:animEffect transition="in" filter="wipe(left)">
                                      <p:cBhvr>
                                        <p:cTn id="75" dur="500"/>
                                        <p:tgtEl>
                                          <p:spTgt spid="28">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wipe(left)">
                                      <p:cBhvr>
                                        <p:cTn id="80" dur="500"/>
                                        <p:tgtEl>
                                          <p:spTgt spid="55"/>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left)">
                                      <p:cBhvr>
                                        <p:cTn id="84" dur="50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89" dur="500"/>
                                        <p:tgtEl>
                                          <p:spTgt spid="30">
                                            <p:txEl>
                                              <p:pRg st="4294967295" end="4294967295"/>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94" dur="500"/>
                                        <p:tgtEl>
                                          <p:spTgt spid="30">
                                            <p:txEl>
                                              <p:pRg st="4294967295" end="4294967295"/>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30">
                                            <p:txEl>
                                              <p:pRg st="0" end="0"/>
                                            </p:txEl>
                                          </p:spTgt>
                                        </p:tgtEl>
                                        <p:attrNameLst>
                                          <p:attrName>style.visibility</p:attrName>
                                        </p:attrNameLst>
                                      </p:cBhvr>
                                      <p:to>
                                        <p:strVal val="visible"/>
                                      </p:to>
                                    </p:set>
                                    <p:animEffect transition="in" filter="wipe(left)">
                                      <p:cBhvr>
                                        <p:cTn id="99" dur="500"/>
                                        <p:tgtEl>
                                          <p:spTgt spid="30">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wipe(left)">
                                      <p:cBhvr>
                                        <p:cTn id="104" dur="500"/>
                                        <p:tgtEl>
                                          <p:spTgt spid="5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57"/>
                                        </p:tgtEl>
                                        <p:attrNameLst>
                                          <p:attrName>style.visibility</p:attrName>
                                        </p:attrNameLst>
                                      </p:cBhvr>
                                      <p:to>
                                        <p:strVal val="visible"/>
                                      </p:to>
                                    </p:set>
                                    <p:animEffect transition="in" filter="wipe(left)">
                                      <p:cBhvr>
                                        <p:cTn id="109" dur="500"/>
                                        <p:tgtEl>
                                          <p:spTgt spid="57"/>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1">
                                            <p:txEl>
                                              <p:pRg st="4294967295" end="4294967295"/>
                                            </p:txEl>
                                          </p:spTgt>
                                        </p:tgtEl>
                                        <p:attrNameLst>
                                          <p:attrName>style.visibility</p:attrName>
                                        </p:attrNameLst>
                                      </p:cBhvr>
                                      <p:to>
                                        <p:strVal val="visible"/>
                                      </p:to>
                                    </p:set>
                                    <p:animEffect transition="in" filter="wipe(left)">
                                      <p:cBhvr>
                                        <p:cTn id="114" dur="500"/>
                                        <p:tgtEl>
                                          <p:spTgt spid="31">
                                            <p:txEl>
                                              <p:pRg st="4294967295" end="4294967295"/>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31">
                                            <p:txEl>
                                              <p:pRg st="4294967295" end="4294967295"/>
                                            </p:txEl>
                                          </p:spTgt>
                                        </p:tgtEl>
                                        <p:attrNameLst>
                                          <p:attrName>style.visibility</p:attrName>
                                        </p:attrNameLst>
                                      </p:cBhvr>
                                      <p:to>
                                        <p:strVal val="visible"/>
                                      </p:to>
                                    </p:set>
                                    <p:animEffect transition="in" filter="wipe(left)">
                                      <p:cBhvr>
                                        <p:cTn id="119" dur="500"/>
                                        <p:tgtEl>
                                          <p:spTgt spid="31">
                                            <p:txEl>
                                              <p:pRg st="4294967295" end="4294967295"/>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31">
                                            <p:txEl>
                                              <p:pRg st="0" end="0"/>
                                            </p:txEl>
                                          </p:spTgt>
                                        </p:tgtEl>
                                        <p:attrNameLst>
                                          <p:attrName>style.visibility</p:attrName>
                                        </p:attrNameLst>
                                      </p:cBhvr>
                                      <p:to>
                                        <p:strVal val="visible"/>
                                      </p:to>
                                    </p:set>
                                    <p:animEffect transition="in" filter="wipe(left)">
                                      <p:cBhvr>
                                        <p:cTn id="124" dur="500"/>
                                        <p:tgtEl>
                                          <p:spTgt spid="31">
                                            <p:txEl>
                                              <p:pRg st="0" end="0"/>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32">
                                            <p:txEl>
                                              <p:pRg st="4294967295" end="4294967295"/>
                                            </p:txEl>
                                          </p:spTgt>
                                        </p:tgtEl>
                                        <p:attrNameLst>
                                          <p:attrName>style.visibility</p:attrName>
                                        </p:attrNameLst>
                                      </p:cBhvr>
                                      <p:to>
                                        <p:strVal val="visible"/>
                                      </p:to>
                                    </p:set>
                                    <p:animEffect transition="in" filter="wipe(left)">
                                      <p:cBhvr>
                                        <p:cTn id="129" dur="500"/>
                                        <p:tgtEl>
                                          <p:spTgt spid="32">
                                            <p:txEl>
                                              <p:pRg st="4294967295" end="4294967295"/>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32">
                                            <p:txEl>
                                              <p:pRg st="4294967295" end="4294967295"/>
                                            </p:txEl>
                                          </p:spTgt>
                                        </p:tgtEl>
                                        <p:attrNameLst>
                                          <p:attrName>style.visibility</p:attrName>
                                        </p:attrNameLst>
                                      </p:cBhvr>
                                      <p:to>
                                        <p:strVal val="visible"/>
                                      </p:to>
                                    </p:set>
                                    <p:animEffect transition="in" filter="wipe(left)">
                                      <p:cBhvr>
                                        <p:cTn id="134" dur="500"/>
                                        <p:tgtEl>
                                          <p:spTgt spid="32">
                                            <p:txEl>
                                              <p:pRg st="4294967295" end="4294967295"/>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32">
                                            <p:txEl>
                                              <p:pRg st="0" end="0"/>
                                            </p:txEl>
                                          </p:spTgt>
                                        </p:tgtEl>
                                        <p:attrNameLst>
                                          <p:attrName>style.visibility</p:attrName>
                                        </p:attrNameLst>
                                      </p:cBhvr>
                                      <p:to>
                                        <p:strVal val="visible"/>
                                      </p:to>
                                    </p:set>
                                    <p:animEffect transition="in" filter="wipe(left)">
                                      <p:cBhvr>
                                        <p:cTn id="139" dur="500"/>
                                        <p:tgtEl>
                                          <p:spTgt spid="32">
                                            <p:txEl>
                                              <p:pRg st="0" end="0"/>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wipe(left)">
                                      <p:cBhvr>
                                        <p:cTn id="14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6" grpId="0" autoUpdateAnimBg="0" uiExpand="1" build="p"/>
      <p:bldP spid="26" grpId="0" autoUpdateAnimBg="0" build="p"/>
      <p:bldP spid="28" grpId="0" autoUpdateAnimBg="0" build="p"/>
      <p:bldP spid="30" grpId="0" autoUpdateAnimBg="0" build="p"/>
      <p:bldP spid="31" grpId="0" autoUpdateAnimBg="0" build="p"/>
      <p:bldP spid="32" grpId="0" autoUpdateAnimBg="0" build="p"/>
      <p:bldP spid="51" grpId="0" bldLvl="0" animBg="1"/>
      <p:bldP spid="56" grpId="0" bldLvl="0" animBg="1" autoUpdateAnimBg="0"/>
      <p:bldP spid="57" grpId="0" bldLvl="0" animBg="1" autoUpdateAnimBg="0"/>
      <p:bldP spid="58"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10405" y="1203882"/>
            <a:ext cx="7201297" cy="5382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572260" y="483870"/>
            <a:ext cx="6970395" cy="583565"/>
          </a:xfrm>
          <a:prstGeom prst="rect">
            <a:avLst/>
          </a:prstGeom>
          <a:noFill/>
        </p:spPr>
        <p:txBody>
          <a:bodyPr wrap="square" rtlCol="0">
            <a:spAutoFit/>
          </a:bodyPr>
          <a:lstStyle/>
          <a:p>
            <a:r>
              <a:rPr lang="zh-CN" altLang="en-US" sz="3200" b="1" dirty="0" smtClean="0">
                <a:latin typeface="黑体" panose="02010609060101010101" charset="-122"/>
                <a:ea typeface="黑体" panose="02010609060101010101" charset="-122"/>
              </a:rPr>
              <a:t>关于映射的几个主要概念的图示：</a:t>
            </a:r>
            <a:endParaRPr lang="zh-CN" altLang="en-US" sz="3200" b="1" dirty="0" smtClean="0">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406968" y="4504055"/>
            <a:ext cx="28359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i="1">
                <a:latin typeface="Times New Roman" panose="02020603050405020304" pitchFamily="18" charset="0"/>
                <a:ea typeface="黑体" panose="02010609060101010101" charset="-122"/>
                <a:cs typeface="Times New Roman" panose="02020603050405020304" pitchFamily="18" charset="0"/>
              </a:rPr>
              <a:t>X</a:t>
            </a:r>
            <a:r>
              <a:rPr lang="en-US" altLang="zh-CN" sz="2800" b="1">
                <a:latin typeface="Times New Roman" panose="02020603050405020304" pitchFamily="18" charset="0"/>
                <a:ea typeface="黑体" panose="02010609060101010101" charset="-122"/>
                <a:cs typeface="Times New Roman" panose="02020603050405020304" pitchFamily="18" charset="0"/>
              </a:rPr>
              <a:t> </a:t>
            </a:r>
            <a:r>
              <a:rPr lang="en-US" altLang="zh-CN" sz="2800" b="1">
                <a:latin typeface="黑体" panose="02010609060101010101" charset="-122"/>
                <a:ea typeface="黑体" panose="02010609060101010101" charset="-122"/>
              </a:rPr>
              <a:t>(</a:t>
            </a:r>
            <a:r>
              <a:rPr lang="zh-CN" altLang="en-US" sz="2800" b="1">
                <a:latin typeface="黑体" panose="02010609060101010101" charset="-122"/>
                <a:ea typeface="黑体" panose="02010609060101010101" charset="-122"/>
              </a:rPr>
              <a:t>数集或点集</a:t>
            </a:r>
            <a:r>
              <a:rPr lang="en-US" altLang="zh-CN" sz="2800" b="1">
                <a:latin typeface="黑体" panose="02010609060101010101" charset="-122"/>
                <a:ea typeface="黑体" panose="02010609060101010101" charset="-122"/>
              </a:rPr>
              <a:t>) </a:t>
            </a:r>
            <a:endParaRPr lang="en-US" altLang="zh-CN" sz="2800" b="1">
              <a:latin typeface="黑体" panose="02010609060101010101" charset="-122"/>
              <a:ea typeface="黑体" panose="02010609060101010101" charset="-122"/>
            </a:endParaRPr>
          </a:p>
        </p:txBody>
      </p:sp>
      <p:sp>
        <p:nvSpPr>
          <p:cNvPr id="3" name="Rectangle 3"/>
          <p:cNvSpPr txBox="1">
            <a:spLocks noChangeArrowheads="1"/>
          </p:cNvSpPr>
          <p:nvPr/>
        </p:nvSpPr>
        <p:spPr>
          <a:xfrm>
            <a:off x="1545590" y="646430"/>
            <a:ext cx="12954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7030A0"/>
                </a:solidFill>
                <a:latin typeface="黑体" panose="02010609060101010101" charset="-122"/>
                <a:ea typeface="黑体" panose="02010609060101010101" charset="-122"/>
                <a:cs typeface="+mn-cs"/>
              </a:rPr>
              <a:t>注:</a:t>
            </a:r>
            <a:endParaRPr lang="en-US" altLang="zh-CN" sz="3200" b="1" dirty="0" smtClean="0">
              <a:solidFill>
                <a:srgbClr val="7030A0"/>
              </a:solidFill>
              <a:latin typeface="黑体" panose="02010609060101010101" charset="-122"/>
              <a:ea typeface="黑体" panose="02010609060101010101" charset="-122"/>
            </a:endParaRPr>
          </a:p>
        </p:txBody>
      </p:sp>
      <p:sp>
        <p:nvSpPr>
          <p:cNvPr id="4" name="Text Box 4"/>
          <p:cNvSpPr txBox="1">
            <a:spLocks noChangeArrowheads="1"/>
          </p:cNvSpPr>
          <p:nvPr/>
        </p:nvSpPr>
        <p:spPr bwMode="auto">
          <a:xfrm>
            <a:off x="4894580" y="1249045"/>
            <a:ext cx="536765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在不同数学分支中有不同的惯用 </a:t>
            </a:r>
            <a:endParaRPr kumimoji="1" lang="zh-CN" altLang="en-US" sz="2800" b="1">
              <a:latin typeface="黑体" panose="02010609060101010101" charset="-122"/>
              <a:ea typeface="黑体" panose="02010609060101010101" charset="-122"/>
            </a:endParaRPr>
          </a:p>
        </p:txBody>
      </p:sp>
      <p:sp>
        <p:nvSpPr>
          <p:cNvPr id="5" name="Text Box 5"/>
          <p:cNvSpPr txBox="1">
            <a:spLocks noChangeArrowheads="1"/>
          </p:cNvSpPr>
          <p:nvPr/>
        </p:nvSpPr>
        <p:spPr bwMode="auto">
          <a:xfrm>
            <a:off x="2406968" y="2785745"/>
            <a:ext cx="169926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a:latin typeface="Times New Roman" panose="02020603050405020304" pitchFamily="18" charset="0"/>
                <a:ea typeface="黑体" panose="02010609060101010101" charset="-122"/>
                <a:cs typeface="Times New Roman" panose="02020603050405020304" pitchFamily="18" charset="0"/>
              </a:rPr>
              <a:t>X </a:t>
            </a:r>
            <a:r>
              <a:rPr kumimoji="1" lang="en-US" altLang="zh-CN" sz="2800" b="1">
                <a:latin typeface="黑体" panose="02010609060101010101" charset="-122"/>
                <a:ea typeface="黑体" panose="02010609060101010101" charset="-122"/>
              </a:rPr>
              <a:t>(≠</a:t>
            </a:r>
            <a:r>
              <a:rPr kumimoji="1" lang="en-US" altLang="zh-CN" sz="2800" b="1">
                <a:latin typeface="黑体" panose="02010609060101010101" charset="-122"/>
                <a:ea typeface="黑体" panose="02010609060101010101" charset="-122"/>
                <a:cs typeface="Times New Roman" panose="02020603050405020304" pitchFamily="18" charset="0"/>
                <a:sym typeface="Symbol" panose="05050102010706020507" pitchFamily="18" charset="2"/>
              </a:rPr>
              <a:t></a:t>
            </a:r>
            <a:r>
              <a:rPr kumimoji="1" lang="en-US" altLang="zh-CN" sz="2800" b="1">
                <a:latin typeface="黑体" panose="02010609060101010101" charset="-122"/>
                <a:ea typeface="黑体" panose="02010609060101010101" charset="-122"/>
                <a:sym typeface="Symbol" panose="05050102010706020507" pitchFamily="18" charset="2"/>
              </a:rPr>
              <a:t>) </a:t>
            </a:r>
            <a:endParaRPr kumimoji="1" lang="en-US" altLang="zh-CN" sz="2800" b="1">
              <a:latin typeface="黑体" panose="02010609060101010101" charset="-122"/>
              <a:ea typeface="黑体" panose="02010609060101010101" charset="-122"/>
              <a:sym typeface="Symbol" panose="05050102010706020507" pitchFamily="18" charset="2"/>
            </a:endParaRPr>
          </a:p>
        </p:txBody>
      </p:sp>
      <p:sp>
        <p:nvSpPr>
          <p:cNvPr id="6" name="Text Box 6"/>
          <p:cNvSpPr txBox="1">
            <a:spLocks noChangeArrowheads="1"/>
          </p:cNvSpPr>
          <p:nvPr/>
        </p:nvSpPr>
        <p:spPr bwMode="auto">
          <a:xfrm>
            <a:off x="5186363" y="2785428"/>
            <a:ext cx="147447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a:latin typeface="Times New Roman" panose="02020603050405020304" pitchFamily="18" charset="0"/>
                <a:ea typeface="黑体" panose="02010609060101010101" charset="-122"/>
                <a:cs typeface="Times New Roman" panose="02020603050405020304" pitchFamily="18" charset="0"/>
              </a:rPr>
              <a:t>Y</a:t>
            </a:r>
            <a:r>
              <a:rPr kumimoji="1" lang="en-US" altLang="zh-CN" sz="2800" b="1">
                <a:latin typeface="黑体" panose="02010609060101010101" charset="-122"/>
                <a:ea typeface="黑体" panose="02010609060101010101" charset="-122"/>
              </a:rPr>
              <a:t>(</a:t>
            </a:r>
            <a:r>
              <a:rPr kumimoji="1" lang="zh-CN" altLang="en-US" sz="2800" b="1">
                <a:latin typeface="黑体" panose="02010609060101010101" charset="-122"/>
                <a:ea typeface="黑体" panose="02010609060101010101" charset="-122"/>
              </a:rPr>
              <a:t>数集</a:t>
            </a:r>
            <a:r>
              <a:rPr kumimoji="1" lang="en-US" altLang="zh-CN" sz="2800" b="1">
                <a:latin typeface="黑体" panose="02010609060101010101" charset="-122"/>
                <a:ea typeface="黑体" panose="02010609060101010101" charset="-122"/>
              </a:rPr>
              <a:t>)</a:t>
            </a:r>
            <a:endParaRPr kumimoji="1" lang="en-US" altLang="zh-CN" sz="2800" b="1">
              <a:latin typeface="黑体" panose="02010609060101010101" charset="-122"/>
              <a:ea typeface="黑体" panose="02010609060101010101" charset="-122"/>
            </a:endParaRPr>
          </a:p>
        </p:txBody>
      </p:sp>
      <p:sp>
        <p:nvSpPr>
          <p:cNvPr id="7" name="Line 7"/>
          <p:cNvSpPr>
            <a:spLocks noChangeShapeType="1"/>
          </p:cNvSpPr>
          <p:nvPr/>
        </p:nvSpPr>
        <p:spPr bwMode="auto">
          <a:xfrm>
            <a:off x="3994468" y="3084830"/>
            <a:ext cx="900112"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graphicFrame>
        <p:nvGraphicFramePr>
          <p:cNvPr id="8" name="Object 8"/>
          <p:cNvGraphicFramePr>
            <a:graphicFrameLocks noChangeAspect="1"/>
          </p:cNvGraphicFramePr>
          <p:nvPr/>
        </p:nvGraphicFramePr>
        <p:xfrm>
          <a:off x="4364673" y="2641918"/>
          <a:ext cx="330200" cy="442912"/>
        </p:xfrm>
        <a:graphic>
          <a:graphicData uri="http://schemas.openxmlformats.org/presentationml/2006/ole">
            <mc:AlternateContent xmlns:mc="http://schemas.openxmlformats.org/markup-compatibility/2006">
              <mc:Choice xmlns:v="urn:schemas-microsoft-com:vml" Requires="v">
                <p:oleObj spid="_x0000_s12289" name="Equation" r:id="rId1" imgW="6705600" imgH="9448800" progId="Equation.DSMT4">
                  <p:embed/>
                </p:oleObj>
              </mc:Choice>
              <mc:Fallback>
                <p:oleObj name="Equation" r:id="rId1" imgW="6705600" imgH="9448800" progId="Equation.DSMT4">
                  <p:embed/>
                  <p:pic>
                    <p:nvPicPr>
                      <p:cNvPr id="0" name="图片 12288"/>
                      <p:cNvPicPr>
                        <a:picLocks noChangeAspect="1"/>
                      </p:cNvPicPr>
                      <p:nvPr/>
                    </p:nvPicPr>
                    <p:blipFill>
                      <a:blip r:embed="rId2"/>
                      <a:stretch>
                        <a:fillRect/>
                      </a:stretch>
                    </p:blipFill>
                    <p:spPr>
                      <a:xfrm>
                        <a:off x="4364673" y="2641918"/>
                        <a:ext cx="330200" cy="442912"/>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6547485" y="2785428"/>
            <a:ext cx="30410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称为</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黑体" panose="02010609060101010101" charset="-122"/>
                <a:ea typeface="黑体" panose="02010609060101010101" charset="-122"/>
              </a:rPr>
              <a:t>上的</a:t>
            </a:r>
            <a:r>
              <a:rPr kumimoji="1" lang="zh-CN" altLang="en-US" sz="2800" b="1" dirty="0">
                <a:solidFill>
                  <a:schemeClr val="accent5">
                    <a:lumMod val="60000"/>
                    <a:lumOff val="40000"/>
                  </a:schemeClr>
                </a:solidFill>
                <a:latin typeface="黑体" panose="02010609060101010101" charset="-122"/>
                <a:ea typeface="黑体" panose="02010609060101010101" charset="-122"/>
              </a:rPr>
              <a:t>泛函</a:t>
            </a:r>
            <a:endParaRPr kumimoji="1" lang="zh-CN" altLang="en-US" sz="2800" b="1" dirty="0">
              <a:solidFill>
                <a:schemeClr val="accent5">
                  <a:lumMod val="60000"/>
                  <a:lumOff val="40000"/>
                </a:schemeClr>
              </a:solidFill>
              <a:latin typeface="黑体" panose="02010609060101010101" charset="-122"/>
              <a:ea typeface="黑体" panose="02010609060101010101" charset="-122"/>
            </a:endParaRPr>
          </a:p>
        </p:txBody>
      </p:sp>
      <p:sp>
        <p:nvSpPr>
          <p:cNvPr id="10" name="Text Box 10"/>
          <p:cNvSpPr txBox="1">
            <a:spLocks noChangeArrowheads="1"/>
          </p:cNvSpPr>
          <p:nvPr/>
        </p:nvSpPr>
        <p:spPr bwMode="auto">
          <a:xfrm>
            <a:off x="2406968" y="3644900"/>
            <a:ext cx="169926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a:latin typeface="黑体" panose="02010609060101010101" charset="-122"/>
                <a:ea typeface="黑体" panose="02010609060101010101" charset="-122"/>
              </a:rPr>
              <a:t>(≠</a:t>
            </a:r>
            <a:r>
              <a:rPr kumimoji="1" lang="en-US" altLang="zh-CN" sz="2800" b="1">
                <a:latin typeface="黑体" panose="02010609060101010101" charset="-122"/>
                <a:ea typeface="黑体" panose="02010609060101010101" charset="-122"/>
                <a:cs typeface="Times New Roman" panose="02020603050405020304" pitchFamily="18" charset="0"/>
                <a:sym typeface="Symbol" panose="05050102010706020507" pitchFamily="18" charset="2"/>
              </a:rPr>
              <a:t></a:t>
            </a:r>
            <a:r>
              <a:rPr kumimoji="1" lang="en-US" altLang="zh-CN" sz="2800" b="1">
                <a:latin typeface="黑体" panose="02010609060101010101" charset="-122"/>
                <a:ea typeface="黑体" panose="02010609060101010101" charset="-122"/>
                <a:sym typeface="Symbol" panose="05050102010706020507" pitchFamily="18" charset="2"/>
              </a:rPr>
              <a:t>) </a:t>
            </a:r>
            <a:endParaRPr kumimoji="1" lang="en-US" altLang="zh-CN" sz="2800" b="1">
              <a:latin typeface="黑体" panose="02010609060101010101" charset="-122"/>
              <a:ea typeface="黑体" panose="02010609060101010101" charset="-122"/>
              <a:sym typeface="Symbol" panose="05050102010706020507" pitchFamily="18" charset="2"/>
            </a:endParaRPr>
          </a:p>
        </p:txBody>
      </p:sp>
      <p:sp>
        <p:nvSpPr>
          <p:cNvPr id="11" name="Text Box 11"/>
          <p:cNvSpPr txBox="1">
            <a:spLocks noChangeArrowheads="1"/>
          </p:cNvSpPr>
          <p:nvPr/>
        </p:nvSpPr>
        <p:spPr bwMode="auto">
          <a:xfrm>
            <a:off x="5186363" y="3644583"/>
            <a:ext cx="50927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a:latin typeface="Times New Roman" panose="02020603050405020304" pitchFamily="18" charset="0"/>
                <a:ea typeface="黑体" panose="02010609060101010101" charset="-122"/>
                <a:cs typeface="Times New Roman" panose="02020603050405020304" pitchFamily="18" charset="0"/>
              </a:rPr>
              <a:t>X </a:t>
            </a:r>
            <a:endParaRPr kumimoji="1" lang="en-US" altLang="zh-CN" sz="2800" b="1" i="1">
              <a:latin typeface="Times New Roman" panose="02020603050405020304" pitchFamily="18" charset="0"/>
              <a:ea typeface="黑体" panose="02010609060101010101" charset="-122"/>
              <a:cs typeface="Times New Roman" panose="02020603050405020304" pitchFamily="18" charset="0"/>
            </a:endParaRPr>
          </a:p>
        </p:txBody>
      </p:sp>
      <p:sp>
        <p:nvSpPr>
          <p:cNvPr id="12" name="Line 12"/>
          <p:cNvSpPr>
            <a:spLocks noChangeShapeType="1"/>
          </p:cNvSpPr>
          <p:nvPr/>
        </p:nvSpPr>
        <p:spPr bwMode="auto">
          <a:xfrm>
            <a:off x="3994468" y="3905885"/>
            <a:ext cx="900112"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14" name="Text Box 14"/>
          <p:cNvSpPr txBox="1">
            <a:spLocks noChangeArrowheads="1"/>
          </p:cNvSpPr>
          <p:nvPr/>
        </p:nvSpPr>
        <p:spPr bwMode="auto">
          <a:xfrm>
            <a:off x="6474460" y="3644583"/>
            <a:ext cx="32207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kumimoji="1" lang="zh-CN" altLang="en-US" sz="2800" b="1" dirty="0">
                <a:latin typeface="黑体" panose="02010609060101010101" charset="-122"/>
                <a:ea typeface="黑体" panose="02010609060101010101" charset="-122"/>
              </a:rPr>
              <a:t>称为</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黑体" panose="02010609060101010101" charset="-122"/>
                <a:ea typeface="黑体" panose="02010609060101010101" charset="-122"/>
              </a:rPr>
              <a:t>上的</a:t>
            </a:r>
            <a:r>
              <a:rPr kumimoji="1" lang="zh-CN" altLang="en-US" sz="2800" b="1" dirty="0">
                <a:solidFill>
                  <a:schemeClr val="accent5">
                    <a:lumMod val="60000"/>
                    <a:lumOff val="40000"/>
                  </a:schemeClr>
                </a:solidFill>
                <a:latin typeface="黑体" panose="02010609060101010101" charset="-122"/>
                <a:ea typeface="黑体" panose="02010609060101010101" charset="-122"/>
              </a:rPr>
              <a:t>变换 </a:t>
            </a:r>
            <a:endParaRPr kumimoji="1" lang="zh-CN" altLang="en-US" sz="2800" b="1" dirty="0">
              <a:solidFill>
                <a:schemeClr val="accent5">
                  <a:lumMod val="60000"/>
                  <a:lumOff val="40000"/>
                </a:schemeClr>
              </a:solidFill>
              <a:latin typeface="黑体" panose="02010609060101010101" charset="-122"/>
              <a:ea typeface="黑体" panose="02010609060101010101" charset="-122"/>
            </a:endParaRPr>
          </a:p>
        </p:txBody>
      </p:sp>
      <p:sp>
        <p:nvSpPr>
          <p:cNvPr id="15" name="Text Box 15"/>
          <p:cNvSpPr txBox="1">
            <a:spLocks noChangeArrowheads="1"/>
          </p:cNvSpPr>
          <p:nvPr/>
        </p:nvSpPr>
        <p:spPr bwMode="auto">
          <a:xfrm>
            <a:off x="6012815" y="4503738"/>
            <a:ext cx="6191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latin typeface="Times New Roman" panose="02020603050405020304" pitchFamily="18" charset="0"/>
                <a:ea typeface="黑体" panose="02010609060101010101" charset="-122"/>
                <a:cs typeface="Times New Roman" panose="02020603050405020304" pitchFamily="18" charset="0"/>
              </a:rPr>
              <a:t>R</a:t>
            </a:r>
            <a:r>
              <a:rPr lang="en-US" altLang="zh-CN" sz="2800" b="1">
                <a:latin typeface="黑体" panose="02010609060101010101" charset="-122"/>
                <a:ea typeface="黑体" panose="02010609060101010101" charset="-122"/>
              </a:rPr>
              <a:t> </a:t>
            </a:r>
            <a:endParaRPr lang="en-US" altLang="zh-CN" sz="2800" b="1">
              <a:latin typeface="黑体" panose="02010609060101010101" charset="-122"/>
              <a:ea typeface="黑体" panose="02010609060101010101" charset="-122"/>
            </a:endParaRPr>
          </a:p>
        </p:txBody>
      </p:sp>
      <p:sp>
        <p:nvSpPr>
          <p:cNvPr id="16" name="Line 16"/>
          <p:cNvSpPr>
            <a:spLocks noChangeShapeType="1"/>
          </p:cNvSpPr>
          <p:nvPr/>
        </p:nvSpPr>
        <p:spPr bwMode="auto">
          <a:xfrm>
            <a:off x="5080635" y="4765040"/>
            <a:ext cx="900113"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黑体" panose="02010609060101010101" charset="-122"/>
              <a:ea typeface="黑体" panose="02010609060101010101" charset="-122"/>
            </a:endParaRPr>
          </a:p>
        </p:txBody>
      </p:sp>
      <p:sp>
        <p:nvSpPr>
          <p:cNvPr id="18" name="Text Box 18"/>
          <p:cNvSpPr txBox="1">
            <a:spLocks noChangeArrowheads="1"/>
          </p:cNvSpPr>
          <p:nvPr/>
        </p:nvSpPr>
        <p:spPr bwMode="auto">
          <a:xfrm>
            <a:off x="6474460" y="4503738"/>
            <a:ext cx="420243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i="1" dirty="0">
                <a:latin typeface="黑体" panose="02010609060101010101" charset="-122"/>
                <a:ea typeface="黑体" panose="02010609060101010101" charset="-122"/>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 </a:t>
            </a:r>
            <a:r>
              <a:rPr lang="zh-CN" altLang="en-US" sz="2800" b="1" dirty="0">
                <a:latin typeface="黑体" panose="02010609060101010101" charset="-122"/>
                <a:ea typeface="黑体" panose="02010609060101010101" charset="-122"/>
              </a:rPr>
              <a:t>称为定义在</a:t>
            </a:r>
            <a:r>
              <a:rPr lang="zh-CN" altLang="en-US" sz="2800" b="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黑体" panose="02010609060101010101" charset="-122"/>
                <a:ea typeface="黑体" panose="02010609060101010101" charset="-122"/>
              </a:rPr>
              <a:t>上的</a:t>
            </a:r>
            <a:r>
              <a:rPr lang="zh-CN" altLang="en-US" sz="2800" b="1" dirty="0">
                <a:solidFill>
                  <a:schemeClr val="accent5">
                    <a:lumMod val="60000"/>
                    <a:lumOff val="40000"/>
                  </a:schemeClr>
                </a:solidFill>
                <a:latin typeface="黑体" panose="02010609060101010101" charset="-122"/>
                <a:ea typeface="黑体" panose="02010609060101010101" charset="-122"/>
              </a:rPr>
              <a:t>函数</a:t>
            </a:r>
            <a:endParaRPr lang="zh-CN" altLang="en-US" sz="2800" b="1" dirty="0">
              <a:solidFill>
                <a:schemeClr val="accent5">
                  <a:lumMod val="60000"/>
                  <a:lumOff val="40000"/>
                </a:schemeClr>
              </a:solidFill>
              <a:latin typeface="黑体" panose="02010609060101010101" charset="-122"/>
              <a:ea typeface="黑体" panose="02010609060101010101" charset="-122"/>
            </a:endParaRPr>
          </a:p>
        </p:txBody>
      </p:sp>
      <p:sp>
        <p:nvSpPr>
          <p:cNvPr id="19" name="Text Box 19"/>
          <p:cNvSpPr txBox="1">
            <a:spLocks noChangeArrowheads="1"/>
          </p:cNvSpPr>
          <p:nvPr/>
        </p:nvSpPr>
        <p:spPr bwMode="auto">
          <a:xfrm>
            <a:off x="2198370" y="1254760"/>
            <a:ext cx="30448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映射又称为</a:t>
            </a:r>
            <a:r>
              <a:rPr kumimoji="1" lang="zh-CN" altLang="en-US" sz="2800" b="1">
                <a:solidFill>
                  <a:schemeClr val="accent5">
                    <a:lumMod val="60000"/>
                    <a:lumOff val="40000"/>
                  </a:schemeClr>
                </a:solidFill>
                <a:latin typeface="黑体" panose="02010609060101010101" charset="-122"/>
                <a:ea typeface="黑体" panose="02010609060101010101" charset="-122"/>
              </a:rPr>
              <a:t>算子</a:t>
            </a:r>
            <a:r>
              <a:rPr kumimoji="1" lang="en-US" altLang="zh-CN" sz="2800" b="1">
                <a:latin typeface="黑体" panose="02010609060101010101" charset="-122"/>
                <a:ea typeface="黑体" panose="02010609060101010101" charset="-122"/>
              </a:rPr>
              <a:t>. </a:t>
            </a:r>
            <a:endParaRPr kumimoji="1" lang="en-US" altLang="zh-CN" sz="2800" b="1">
              <a:latin typeface="黑体" panose="02010609060101010101" charset="-122"/>
              <a:ea typeface="黑体" panose="02010609060101010101" charset="-122"/>
            </a:endParaRPr>
          </a:p>
        </p:txBody>
      </p:sp>
      <p:sp>
        <p:nvSpPr>
          <p:cNvPr id="20" name="Text Box 20"/>
          <p:cNvSpPr txBox="1">
            <a:spLocks noChangeArrowheads="1"/>
          </p:cNvSpPr>
          <p:nvPr/>
        </p:nvSpPr>
        <p:spPr bwMode="auto">
          <a:xfrm>
            <a:off x="1545590" y="1964690"/>
            <a:ext cx="23317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名称</a:t>
            </a:r>
            <a:r>
              <a:rPr kumimoji="1" lang="en-US" altLang="zh-CN" sz="2800" b="1">
                <a:latin typeface="黑体" panose="02010609060101010101" charset="-122"/>
                <a:ea typeface="黑体" panose="02010609060101010101" charset="-122"/>
              </a:rPr>
              <a:t>. </a:t>
            </a:r>
            <a:r>
              <a:rPr kumimoji="1" lang="zh-CN" altLang="en-US" sz="2800" b="1">
                <a:latin typeface="黑体" panose="02010609060101010101" charset="-122"/>
                <a:ea typeface="黑体" panose="02010609060101010101" charset="-122"/>
              </a:rPr>
              <a:t>例如</a:t>
            </a:r>
            <a:r>
              <a:rPr kumimoji="1" lang="en-US" altLang="zh-CN" sz="2800" b="1">
                <a:latin typeface="黑体" panose="02010609060101010101" charset="-122"/>
                <a:ea typeface="黑体" panose="02010609060101010101" charset="-122"/>
              </a:rPr>
              <a:t>:</a:t>
            </a:r>
            <a:r>
              <a:rPr kumimoji="1" lang="en-US" altLang="zh-CN" sz="2800" b="1">
                <a:latin typeface="黑体" panose="02010609060101010101" charset="-122"/>
                <a:ea typeface="黑体" panose="02010609060101010101" charset="-122"/>
              </a:rPr>
              <a:t> </a:t>
            </a:r>
            <a:endParaRPr kumimoji="1" lang="en-US" altLang="zh-CN" sz="2800" b="1">
              <a:latin typeface="黑体" panose="02010609060101010101" charset="-122"/>
              <a:ea typeface="黑体" panose="02010609060101010101" charset="-122"/>
            </a:endParaRPr>
          </a:p>
        </p:txBody>
      </p:sp>
      <p:graphicFrame>
        <p:nvGraphicFramePr>
          <p:cNvPr id="21" name="对象 20"/>
          <p:cNvGraphicFramePr>
            <a:graphicFrameLocks noChangeAspect="1"/>
          </p:cNvGraphicFramePr>
          <p:nvPr/>
        </p:nvGraphicFramePr>
        <p:xfrm>
          <a:off x="4365284" y="3445331"/>
          <a:ext cx="330200" cy="442912"/>
        </p:xfrm>
        <a:graphic>
          <a:graphicData uri="http://schemas.openxmlformats.org/presentationml/2006/ole">
            <mc:AlternateContent xmlns:mc="http://schemas.openxmlformats.org/markup-compatibility/2006">
              <mc:Choice xmlns:v="urn:schemas-microsoft-com:vml" Requires="v">
                <p:oleObj spid="_x0000_s12441" name="Equation" r:id="rId3" imgW="323215" imgH="457200" progId="Equation.DSMT4">
                  <p:embed/>
                </p:oleObj>
              </mc:Choice>
              <mc:Fallback>
                <p:oleObj name="Equation" r:id="rId3" imgW="323215" imgH="457200" progId="Equation.DSMT4">
                  <p:embed/>
                  <p:pic>
                    <p:nvPicPr>
                      <p:cNvPr id="0" name="图片 12440"/>
                      <p:cNvPicPr>
                        <a:picLocks noChangeAspect="1"/>
                      </p:cNvPicPr>
                      <p:nvPr/>
                    </p:nvPicPr>
                    <p:blipFill>
                      <a:blip r:embed="rId4"/>
                      <a:stretch>
                        <a:fillRect/>
                      </a:stretch>
                    </p:blipFill>
                    <p:spPr>
                      <a:xfrm>
                        <a:off x="4365284" y="3445331"/>
                        <a:ext cx="330200" cy="442912"/>
                      </a:xfrm>
                      <a:prstGeom prst="rect">
                        <a:avLst/>
                      </a:prstGeom>
                      <a:noFill/>
                      <a:ln w="9525">
                        <a:noFill/>
                      </a:ln>
                    </p:spPr>
                  </p:pic>
                </p:oleObj>
              </mc:Fallback>
            </mc:AlternateContent>
          </a:graphicData>
        </a:graphic>
      </p:graphicFrame>
      <p:graphicFrame>
        <p:nvGraphicFramePr>
          <p:cNvPr id="22" name="对象 21"/>
          <p:cNvGraphicFramePr>
            <a:graphicFrameLocks noChangeAspect="1"/>
          </p:cNvGraphicFramePr>
          <p:nvPr/>
        </p:nvGraphicFramePr>
        <p:xfrm>
          <a:off x="5365651" y="4322128"/>
          <a:ext cx="330200" cy="442912"/>
        </p:xfrm>
        <a:graphic>
          <a:graphicData uri="http://schemas.openxmlformats.org/presentationml/2006/ole">
            <mc:AlternateContent xmlns:mc="http://schemas.openxmlformats.org/markup-compatibility/2006">
              <mc:Choice xmlns:v="urn:schemas-microsoft-com:vml" Requires="v">
                <p:oleObj spid="_x0000_s12442" name="Equation" r:id="rId5" imgW="323215" imgH="457200" progId="Equation.DSMT4">
                  <p:embed/>
                </p:oleObj>
              </mc:Choice>
              <mc:Fallback>
                <p:oleObj name="Equation" r:id="rId5" imgW="323215" imgH="457200" progId="Equation.DSMT4">
                  <p:embed/>
                  <p:pic>
                    <p:nvPicPr>
                      <p:cNvPr id="0" name="图片 12441"/>
                      <p:cNvPicPr>
                        <a:picLocks noChangeAspect="1"/>
                      </p:cNvPicPr>
                      <p:nvPr/>
                    </p:nvPicPr>
                    <p:blipFill>
                      <a:blip r:embed="rId6"/>
                      <a:stretch>
                        <a:fillRect/>
                      </a:stretch>
                    </p:blipFill>
                    <p:spPr>
                      <a:xfrm>
                        <a:off x="5365651" y="4322128"/>
                        <a:ext cx="330200" cy="44291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7" dur="500"/>
                                        <p:tgtEl>
                                          <p:spTgt spid="19">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12" dur="500"/>
                                        <p:tgtEl>
                                          <p:spTgt spid="19">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animEffect transition="in" filter="wipe(left)">
                                      <p:cBhvr>
                                        <p:cTn id="17" dur="500"/>
                                        <p:tgtEl>
                                          <p:spTgt spid="1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22" dur="500"/>
                                        <p:tgtEl>
                                          <p:spTgt spid="4">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4294967295" end="4294967295"/>
                                            </p:txEl>
                                          </p:spTgt>
                                        </p:tgtEl>
                                        <p:attrNameLst>
                                          <p:attrName>style.visibility</p:attrName>
                                        </p:attrNameLst>
                                      </p:cBhvr>
                                      <p:to>
                                        <p:strVal val="visible"/>
                                      </p:to>
                                    </p:set>
                                    <p:animEffect transition="in" filter="wipe(left)">
                                      <p:cBhvr>
                                        <p:cTn id="27" dur="500"/>
                                        <p:tgtEl>
                                          <p:spTgt spid="4">
                                            <p:txEl>
                                              <p:pRg st="4294967295" end="4294967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wipe(left)">
                                      <p:cBhvr>
                                        <p:cTn id="32" dur="500"/>
                                        <p:tgtEl>
                                          <p:spTgt spid="4">
                                            <p:txEl>
                                              <p:pRg st="0" end="0"/>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0">
                                            <p:txEl>
                                              <p:pRg st="4294967295" end="4294967295"/>
                                            </p:txEl>
                                          </p:spTgt>
                                        </p:tgtEl>
                                        <p:attrNameLst>
                                          <p:attrName>style.visibility</p:attrName>
                                        </p:attrNameLst>
                                      </p:cBhvr>
                                      <p:to>
                                        <p:strVal val="visible"/>
                                      </p:to>
                                    </p:set>
                                    <p:animEffect transition="in" filter="wipe(left)">
                                      <p:cBhvr>
                                        <p:cTn id="36" dur="500"/>
                                        <p:tgtEl>
                                          <p:spTgt spid="20">
                                            <p:txEl>
                                              <p:pRg st="4294967295" end="4294967295"/>
                                            </p:txEl>
                                          </p:spTgt>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20">
                                            <p:txEl>
                                              <p:pRg st="4294967295" end="4294967295"/>
                                            </p:txEl>
                                          </p:spTgt>
                                        </p:tgtEl>
                                        <p:attrNameLst>
                                          <p:attrName>style.visibility</p:attrName>
                                        </p:attrNameLst>
                                      </p:cBhvr>
                                      <p:to>
                                        <p:strVal val="visible"/>
                                      </p:to>
                                    </p:set>
                                    <p:animEffect transition="in" filter="wipe(left)">
                                      <p:cBhvr>
                                        <p:cTn id="40" dur="500"/>
                                        <p:tgtEl>
                                          <p:spTgt spid="20">
                                            <p:txEl>
                                              <p:pRg st="4294967295" end="4294967295"/>
                                            </p:txEl>
                                          </p:spTgt>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Effect transition="in" filter="wipe(left)">
                                      <p:cBhvr>
                                        <p:cTn id="44" dur="500"/>
                                        <p:tgtEl>
                                          <p:spTgt spid="20">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49" dur="500"/>
                                        <p:tgtEl>
                                          <p:spTgt spid="5">
                                            <p:txEl>
                                              <p:pRg st="4294967295" end="429496729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54" dur="500"/>
                                        <p:tgtEl>
                                          <p:spTgt spid="5">
                                            <p:txEl>
                                              <p:pRg st="4294967295" end="429496729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
                                            <p:txEl>
                                              <p:pRg st="0" end="0"/>
                                            </p:txEl>
                                          </p:spTgt>
                                        </p:tgtEl>
                                        <p:attrNameLst>
                                          <p:attrName>style.visibility</p:attrName>
                                        </p:attrNameLst>
                                      </p:cBhvr>
                                      <p:to>
                                        <p:strVal val="visible"/>
                                      </p:to>
                                    </p:set>
                                    <p:animEffect transition="in" filter="wipe(left)">
                                      <p:cBhvr>
                                        <p:cTn id="59" dur="500"/>
                                        <p:tgtEl>
                                          <p:spTgt spid="5">
                                            <p:txEl>
                                              <p:pRg st="0" end="0"/>
                                            </p:txEl>
                                          </p:spTgt>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wipe(left)">
                                      <p:cBhvr>
                                        <p:cTn id="63" dur="500"/>
                                        <p:tgtEl>
                                          <p:spTgt spid="8"/>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wipe(left)">
                                      <p:cBhvr>
                                        <p:cTn id="67" dur="500"/>
                                        <p:tgtEl>
                                          <p:spTgt spid="7"/>
                                        </p:tgtEl>
                                      </p:cBhvr>
                                    </p:animEffect>
                                  </p:childTnLst>
                                </p:cTn>
                              </p:par>
                            </p:childTnLst>
                          </p:cTn>
                        </p:par>
                        <p:par>
                          <p:cTn id="68" fill="hold">
                            <p:stCondLst>
                              <p:cond delay="1500"/>
                            </p:stCondLst>
                            <p:childTnLst>
                              <p:par>
                                <p:cTn id="69" presetID="22" presetClass="entr" presetSubtype="8" fill="hold" grpId="0" nodeType="afterEffect">
                                  <p:stCondLst>
                                    <p:cond delay="0"/>
                                  </p:stCondLst>
                                  <p:childTnLst>
                                    <p:set>
                                      <p:cBhvr>
                                        <p:cTn id="70"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71" dur="500"/>
                                        <p:tgtEl>
                                          <p:spTgt spid="6">
                                            <p:txEl>
                                              <p:pRg st="4294967295" end="4294967295"/>
                                            </p:txEl>
                                          </p:spTgt>
                                        </p:tgtEl>
                                      </p:cBhvr>
                                    </p:animEffect>
                                  </p:childTnLst>
                                </p:cTn>
                              </p:par>
                            </p:childTnLst>
                          </p:cTn>
                        </p:par>
                        <p:par>
                          <p:cTn id="72" fill="hold">
                            <p:stCondLst>
                              <p:cond delay="2000"/>
                            </p:stCondLst>
                            <p:childTnLst>
                              <p:par>
                                <p:cTn id="73" presetID="22" presetClass="entr" presetSubtype="8" fill="hold" grpId="0" nodeType="afterEffect">
                                  <p:stCondLst>
                                    <p:cond delay="0"/>
                                  </p:stCondLst>
                                  <p:childTnLst>
                                    <p:set>
                                      <p:cBhvr>
                                        <p:cTn id="74"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75" dur="500"/>
                                        <p:tgtEl>
                                          <p:spTgt spid="6">
                                            <p:txEl>
                                              <p:pRg st="4294967295" end="4294967295"/>
                                            </p:txEl>
                                          </p:spTgt>
                                        </p:tgtEl>
                                      </p:cBhvr>
                                    </p:animEffect>
                                  </p:childTnLst>
                                </p:cTn>
                              </p:par>
                            </p:childTnLst>
                          </p:cTn>
                        </p:par>
                        <p:par>
                          <p:cTn id="76" fill="hold">
                            <p:stCondLst>
                              <p:cond delay="2500"/>
                            </p:stCondLst>
                            <p:childTnLst>
                              <p:par>
                                <p:cTn id="77" presetID="22" presetClass="entr" presetSubtype="8" fill="hold" grpId="0" nodeType="afterEffect">
                                  <p:stCondLst>
                                    <p:cond delay="0"/>
                                  </p:stCondLst>
                                  <p:childTnLst>
                                    <p:set>
                                      <p:cBhvr>
                                        <p:cTn id="78" dur="1" fill="hold">
                                          <p:stCondLst>
                                            <p:cond delay="0"/>
                                          </p:stCondLst>
                                        </p:cTn>
                                        <p:tgtEl>
                                          <p:spTgt spid="6">
                                            <p:txEl>
                                              <p:pRg st="0" end="0"/>
                                            </p:txEl>
                                          </p:spTgt>
                                        </p:tgtEl>
                                        <p:attrNameLst>
                                          <p:attrName>style.visibility</p:attrName>
                                        </p:attrNameLst>
                                      </p:cBhvr>
                                      <p:to>
                                        <p:strVal val="visible"/>
                                      </p:to>
                                    </p:set>
                                    <p:animEffect transition="in" filter="wipe(left)">
                                      <p:cBhvr>
                                        <p:cTn id="79" dur="500"/>
                                        <p:tgtEl>
                                          <p:spTgt spid="6">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9">
                                            <p:txEl>
                                              <p:pRg st="4294967295" end="4294967295"/>
                                            </p:txEl>
                                          </p:spTgt>
                                        </p:tgtEl>
                                        <p:attrNameLst>
                                          <p:attrName>style.visibility</p:attrName>
                                        </p:attrNameLst>
                                      </p:cBhvr>
                                      <p:to>
                                        <p:strVal val="visible"/>
                                      </p:to>
                                    </p:set>
                                    <p:animEffect transition="in" filter="wipe(left)">
                                      <p:cBhvr>
                                        <p:cTn id="84" dur="500"/>
                                        <p:tgtEl>
                                          <p:spTgt spid="9">
                                            <p:txEl>
                                              <p:pRg st="4294967295" end="429496729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9">
                                            <p:txEl>
                                              <p:pRg st="4294967295" end="4294967295"/>
                                            </p:txEl>
                                          </p:spTgt>
                                        </p:tgtEl>
                                        <p:attrNameLst>
                                          <p:attrName>style.visibility</p:attrName>
                                        </p:attrNameLst>
                                      </p:cBhvr>
                                      <p:to>
                                        <p:strVal val="visible"/>
                                      </p:to>
                                    </p:set>
                                    <p:animEffect transition="in" filter="wipe(left)">
                                      <p:cBhvr>
                                        <p:cTn id="89" dur="500"/>
                                        <p:tgtEl>
                                          <p:spTgt spid="9">
                                            <p:txEl>
                                              <p:pRg st="4294967295" end="4294967295"/>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9">
                                            <p:txEl>
                                              <p:pRg st="0" end="0"/>
                                            </p:txEl>
                                          </p:spTgt>
                                        </p:tgtEl>
                                        <p:attrNameLst>
                                          <p:attrName>style.visibility</p:attrName>
                                        </p:attrNameLst>
                                      </p:cBhvr>
                                      <p:to>
                                        <p:strVal val="visible"/>
                                      </p:to>
                                    </p:set>
                                    <p:animEffect transition="in" filter="wipe(left)">
                                      <p:cBhvr>
                                        <p:cTn id="94" dur="500"/>
                                        <p:tgtEl>
                                          <p:spTgt spid="9">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99" dur="500"/>
                                        <p:tgtEl>
                                          <p:spTgt spid="10">
                                            <p:txEl>
                                              <p:pRg st="4294967295" end="4294967295"/>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104" dur="500"/>
                                        <p:tgtEl>
                                          <p:spTgt spid="10">
                                            <p:txEl>
                                              <p:pRg st="4294967295" end="4294967295"/>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0">
                                            <p:txEl>
                                              <p:pRg st="0" end="0"/>
                                            </p:txEl>
                                          </p:spTgt>
                                        </p:tgtEl>
                                        <p:attrNameLst>
                                          <p:attrName>style.visibility</p:attrName>
                                        </p:attrNameLst>
                                      </p:cBhvr>
                                      <p:to>
                                        <p:strVal val="visible"/>
                                      </p:to>
                                    </p:set>
                                    <p:animEffect transition="in" filter="wipe(left)">
                                      <p:cBhvr>
                                        <p:cTn id="109" dur="500"/>
                                        <p:tgtEl>
                                          <p:spTgt spid="10">
                                            <p:txEl>
                                              <p:pRg st="0" end="0"/>
                                            </p:txEl>
                                          </p:spTgt>
                                        </p:tgtEl>
                                      </p:cBhvr>
                                    </p:animEffect>
                                  </p:childTnLst>
                                </p:cTn>
                              </p:par>
                            </p:childTnLst>
                          </p:cTn>
                        </p:par>
                        <p:par>
                          <p:cTn id="110" fill="hold">
                            <p:stCondLst>
                              <p:cond delay="500"/>
                            </p:stCondLst>
                            <p:childTnLst>
                              <p:par>
                                <p:cTn id="111" presetID="22" presetClass="entr" presetSubtype="8" fill="hold" nodeType="afterEffect">
                                  <p:stCondLst>
                                    <p:cond delay="0"/>
                                  </p:stCondLst>
                                  <p:childTnLst>
                                    <p:set>
                                      <p:cBhvr>
                                        <p:cTn id="112" dur="1" fill="hold">
                                          <p:stCondLst>
                                            <p:cond delay="0"/>
                                          </p:stCondLst>
                                        </p:cTn>
                                        <p:tgtEl>
                                          <p:spTgt spid="21"/>
                                        </p:tgtEl>
                                        <p:attrNameLst>
                                          <p:attrName>style.visibility</p:attrName>
                                        </p:attrNameLst>
                                      </p:cBhvr>
                                      <p:to>
                                        <p:strVal val="visible"/>
                                      </p:to>
                                    </p:set>
                                    <p:animEffect transition="in" filter="wipe(left)">
                                      <p:cBhvr>
                                        <p:cTn id="113" dur="500"/>
                                        <p:tgtEl>
                                          <p:spTgt spid="21"/>
                                        </p:tgtEl>
                                      </p:cBhvr>
                                    </p:animEffect>
                                  </p:childTnLst>
                                </p:cTn>
                              </p:par>
                            </p:childTnLst>
                          </p:cTn>
                        </p:par>
                        <p:par>
                          <p:cTn id="114" fill="hold">
                            <p:stCondLst>
                              <p:cond delay="1000"/>
                            </p:stCondLst>
                            <p:childTnLst>
                              <p:par>
                                <p:cTn id="115" presetID="22" presetClass="entr" presetSubtype="8" fill="hold" grpId="0" nodeType="afterEffect">
                                  <p:stCondLst>
                                    <p:cond delay="0"/>
                                  </p:stCondLst>
                                  <p:childTnLst>
                                    <p:set>
                                      <p:cBhvr>
                                        <p:cTn id="116" dur="1" fill="hold">
                                          <p:stCondLst>
                                            <p:cond delay="0"/>
                                          </p:stCondLst>
                                        </p:cTn>
                                        <p:tgtEl>
                                          <p:spTgt spid="12"/>
                                        </p:tgtEl>
                                        <p:attrNameLst>
                                          <p:attrName>style.visibility</p:attrName>
                                        </p:attrNameLst>
                                      </p:cBhvr>
                                      <p:to>
                                        <p:strVal val="visible"/>
                                      </p:to>
                                    </p:set>
                                    <p:animEffect transition="in" filter="wipe(left)">
                                      <p:cBhvr>
                                        <p:cTn id="117" dur="500"/>
                                        <p:tgtEl>
                                          <p:spTgt spid="12"/>
                                        </p:tgtEl>
                                      </p:cBhvr>
                                    </p:animEffect>
                                  </p:childTnLst>
                                </p:cTn>
                              </p:par>
                            </p:childTnLst>
                          </p:cTn>
                        </p:par>
                        <p:par>
                          <p:cTn id="118" fill="hold">
                            <p:stCondLst>
                              <p:cond delay="1500"/>
                            </p:stCondLst>
                            <p:childTnLst>
                              <p:par>
                                <p:cTn id="119" presetID="22" presetClass="entr" presetSubtype="8" fill="hold" grpId="0" nodeType="afterEffect">
                                  <p:stCondLst>
                                    <p:cond delay="0"/>
                                  </p:stCondLst>
                                  <p:childTnLst>
                                    <p:set>
                                      <p:cBhvr>
                                        <p:cTn id="120"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121" dur="500"/>
                                        <p:tgtEl>
                                          <p:spTgt spid="11">
                                            <p:txEl>
                                              <p:pRg st="4294967295" end="4294967295"/>
                                            </p:txEl>
                                          </p:spTgt>
                                        </p:tgtEl>
                                      </p:cBhvr>
                                    </p:animEffect>
                                  </p:childTnLst>
                                </p:cTn>
                              </p:par>
                            </p:childTnLst>
                          </p:cTn>
                        </p:par>
                        <p:par>
                          <p:cTn id="122" fill="hold">
                            <p:stCondLst>
                              <p:cond delay="2000"/>
                            </p:stCondLst>
                            <p:childTnLst>
                              <p:par>
                                <p:cTn id="123" presetID="22" presetClass="entr" presetSubtype="8" fill="hold" grpId="0" nodeType="afterEffect">
                                  <p:stCondLst>
                                    <p:cond delay="0"/>
                                  </p:stCondLst>
                                  <p:childTnLst>
                                    <p:set>
                                      <p:cBhvr>
                                        <p:cTn id="124"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125" dur="500"/>
                                        <p:tgtEl>
                                          <p:spTgt spid="11">
                                            <p:txEl>
                                              <p:pRg st="4294967295" end="4294967295"/>
                                            </p:txEl>
                                          </p:spTgt>
                                        </p:tgtEl>
                                      </p:cBhvr>
                                    </p:animEffect>
                                  </p:childTnLst>
                                </p:cTn>
                              </p:par>
                            </p:childTnLst>
                          </p:cTn>
                        </p:par>
                        <p:par>
                          <p:cTn id="126" fill="hold">
                            <p:stCondLst>
                              <p:cond delay="2500"/>
                            </p:stCondLst>
                            <p:childTnLst>
                              <p:par>
                                <p:cTn id="127" presetID="22" presetClass="entr" presetSubtype="8" fill="hold" grpId="0" nodeType="afterEffect">
                                  <p:stCondLst>
                                    <p:cond delay="0"/>
                                  </p:stCondLst>
                                  <p:childTnLst>
                                    <p:set>
                                      <p:cBhvr>
                                        <p:cTn id="128" dur="1" fill="hold">
                                          <p:stCondLst>
                                            <p:cond delay="0"/>
                                          </p:stCondLst>
                                        </p:cTn>
                                        <p:tgtEl>
                                          <p:spTgt spid="11">
                                            <p:txEl>
                                              <p:pRg st="0" end="0"/>
                                            </p:txEl>
                                          </p:spTgt>
                                        </p:tgtEl>
                                        <p:attrNameLst>
                                          <p:attrName>style.visibility</p:attrName>
                                        </p:attrNameLst>
                                      </p:cBhvr>
                                      <p:to>
                                        <p:strVal val="visible"/>
                                      </p:to>
                                    </p:set>
                                    <p:animEffect transition="in" filter="wipe(left)">
                                      <p:cBhvr>
                                        <p:cTn id="129" dur="500"/>
                                        <p:tgtEl>
                                          <p:spTgt spid="11">
                                            <p:txEl>
                                              <p:pRg st="0" end="0"/>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4">
                                            <p:txEl>
                                              <p:pRg st="4294967295" end="4294967295"/>
                                            </p:txEl>
                                          </p:spTgt>
                                        </p:tgtEl>
                                        <p:attrNameLst>
                                          <p:attrName>style.visibility</p:attrName>
                                        </p:attrNameLst>
                                      </p:cBhvr>
                                      <p:to>
                                        <p:strVal val="visible"/>
                                      </p:to>
                                    </p:set>
                                    <p:animEffect transition="in" filter="wipe(left)">
                                      <p:cBhvr>
                                        <p:cTn id="134" dur="500"/>
                                        <p:tgtEl>
                                          <p:spTgt spid="14">
                                            <p:txEl>
                                              <p:pRg st="4294967295" end="4294967295"/>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14">
                                            <p:txEl>
                                              <p:pRg st="4294967295" end="4294967295"/>
                                            </p:txEl>
                                          </p:spTgt>
                                        </p:tgtEl>
                                        <p:attrNameLst>
                                          <p:attrName>style.visibility</p:attrName>
                                        </p:attrNameLst>
                                      </p:cBhvr>
                                      <p:to>
                                        <p:strVal val="visible"/>
                                      </p:to>
                                    </p:set>
                                    <p:animEffect transition="in" filter="wipe(left)">
                                      <p:cBhvr>
                                        <p:cTn id="139" dur="500"/>
                                        <p:tgtEl>
                                          <p:spTgt spid="14">
                                            <p:txEl>
                                              <p:pRg st="4294967295" end="4294967295"/>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14">
                                            <p:txEl>
                                              <p:pRg st="0" end="0"/>
                                            </p:txEl>
                                          </p:spTgt>
                                        </p:tgtEl>
                                        <p:attrNameLst>
                                          <p:attrName>style.visibility</p:attrName>
                                        </p:attrNameLst>
                                      </p:cBhvr>
                                      <p:to>
                                        <p:strVal val="visible"/>
                                      </p:to>
                                    </p:set>
                                    <p:animEffect transition="in" filter="wipe(left)">
                                      <p:cBhvr>
                                        <p:cTn id="144" dur="500"/>
                                        <p:tgtEl>
                                          <p:spTgt spid="14">
                                            <p:txEl>
                                              <p:pRg st="0" end="0"/>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2">
                                            <p:txEl>
                                              <p:pRg st="4294967295" end="4294967295"/>
                                            </p:txEl>
                                          </p:spTgt>
                                        </p:tgtEl>
                                        <p:attrNameLst>
                                          <p:attrName>style.visibility</p:attrName>
                                        </p:attrNameLst>
                                      </p:cBhvr>
                                      <p:to>
                                        <p:strVal val="visible"/>
                                      </p:to>
                                    </p:set>
                                    <p:animEffect transition="in" filter="wipe(left)">
                                      <p:cBhvr>
                                        <p:cTn id="149" dur="500"/>
                                        <p:tgtEl>
                                          <p:spTgt spid="2">
                                            <p:txEl>
                                              <p:pRg st="4294967295" end="4294967295"/>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2">
                                            <p:txEl>
                                              <p:pRg st="4294967295" end="4294967295"/>
                                            </p:txEl>
                                          </p:spTgt>
                                        </p:tgtEl>
                                        <p:attrNameLst>
                                          <p:attrName>style.visibility</p:attrName>
                                        </p:attrNameLst>
                                      </p:cBhvr>
                                      <p:to>
                                        <p:strVal val="visible"/>
                                      </p:to>
                                    </p:set>
                                    <p:animEffect transition="in" filter="wipe(left)">
                                      <p:cBhvr>
                                        <p:cTn id="154" dur="500"/>
                                        <p:tgtEl>
                                          <p:spTgt spid="2">
                                            <p:txEl>
                                              <p:pRg st="4294967295" end="4294967295"/>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2">
                                            <p:txEl>
                                              <p:pRg st="0" end="0"/>
                                            </p:txEl>
                                          </p:spTgt>
                                        </p:tgtEl>
                                        <p:attrNameLst>
                                          <p:attrName>style.visibility</p:attrName>
                                        </p:attrNameLst>
                                      </p:cBhvr>
                                      <p:to>
                                        <p:strVal val="visible"/>
                                      </p:to>
                                    </p:set>
                                    <p:animEffect transition="in" filter="wipe(left)">
                                      <p:cBhvr>
                                        <p:cTn id="159" dur="500"/>
                                        <p:tgtEl>
                                          <p:spTgt spid="2">
                                            <p:txEl>
                                              <p:pRg st="0" end="0"/>
                                            </p:txEl>
                                          </p:spTgt>
                                        </p:tgtEl>
                                      </p:cBhvr>
                                    </p:animEffect>
                                  </p:childTnLst>
                                </p:cTn>
                              </p:par>
                            </p:childTnLst>
                          </p:cTn>
                        </p:par>
                        <p:par>
                          <p:cTn id="160" fill="hold">
                            <p:stCondLst>
                              <p:cond delay="500"/>
                            </p:stCondLst>
                            <p:childTnLst>
                              <p:par>
                                <p:cTn id="161" presetID="22" presetClass="entr" presetSubtype="8" fill="hold" nodeType="afterEffect">
                                  <p:stCondLst>
                                    <p:cond delay="0"/>
                                  </p:stCondLst>
                                  <p:childTnLst>
                                    <p:set>
                                      <p:cBhvr>
                                        <p:cTn id="162" dur="1" fill="hold">
                                          <p:stCondLst>
                                            <p:cond delay="0"/>
                                          </p:stCondLst>
                                        </p:cTn>
                                        <p:tgtEl>
                                          <p:spTgt spid="22"/>
                                        </p:tgtEl>
                                        <p:attrNameLst>
                                          <p:attrName>style.visibility</p:attrName>
                                        </p:attrNameLst>
                                      </p:cBhvr>
                                      <p:to>
                                        <p:strVal val="visible"/>
                                      </p:to>
                                    </p:set>
                                    <p:animEffect transition="in" filter="wipe(left)">
                                      <p:cBhvr>
                                        <p:cTn id="163" dur="500"/>
                                        <p:tgtEl>
                                          <p:spTgt spid="22"/>
                                        </p:tgtEl>
                                      </p:cBhvr>
                                    </p:animEffect>
                                  </p:childTnLst>
                                </p:cTn>
                              </p:par>
                            </p:childTnLst>
                          </p:cTn>
                        </p:par>
                        <p:par>
                          <p:cTn id="164" fill="hold">
                            <p:stCondLst>
                              <p:cond delay="1000"/>
                            </p:stCondLst>
                            <p:childTnLst>
                              <p:par>
                                <p:cTn id="165" presetID="22" presetClass="entr" presetSubtype="8" fill="hold" grpId="0" nodeType="afterEffect">
                                  <p:stCondLst>
                                    <p:cond delay="0"/>
                                  </p:stCondLst>
                                  <p:childTnLst>
                                    <p:set>
                                      <p:cBhvr>
                                        <p:cTn id="166" dur="1" fill="hold">
                                          <p:stCondLst>
                                            <p:cond delay="0"/>
                                          </p:stCondLst>
                                        </p:cTn>
                                        <p:tgtEl>
                                          <p:spTgt spid="16"/>
                                        </p:tgtEl>
                                        <p:attrNameLst>
                                          <p:attrName>style.visibility</p:attrName>
                                        </p:attrNameLst>
                                      </p:cBhvr>
                                      <p:to>
                                        <p:strVal val="visible"/>
                                      </p:to>
                                    </p:set>
                                    <p:animEffect transition="in" filter="wipe(left)">
                                      <p:cBhvr>
                                        <p:cTn id="167" dur="500"/>
                                        <p:tgtEl>
                                          <p:spTgt spid="16"/>
                                        </p:tgtEl>
                                      </p:cBhvr>
                                    </p:animEffect>
                                  </p:childTnLst>
                                </p:cTn>
                              </p:par>
                            </p:childTnLst>
                          </p:cTn>
                        </p:par>
                        <p:par>
                          <p:cTn id="168" fill="hold">
                            <p:stCondLst>
                              <p:cond delay="1500"/>
                            </p:stCondLst>
                            <p:childTnLst>
                              <p:par>
                                <p:cTn id="169" presetID="22" presetClass="entr" presetSubtype="8" fill="hold" grpId="0" nodeType="afterEffect">
                                  <p:stCondLst>
                                    <p:cond delay="0"/>
                                  </p:stCondLst>
                                  <p:childTnLst>
                                    <p:set>
                                      <p:cBhvr>
                                        <p:cTn id="170"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71" dur="500"/>
                                        <p:tgtEl>
                                          <p:spTgt spid="15">
                                            <p:txEl>
                                              <p:pRg st="4294967295" end="4294967295"/>
                                            </p:txEl>
                                          </p:spTgt>
                                        </p:tgtEl>
                                      </p:cBhvr>
                                    </p:animEffect>
                                  </p:childTnLst>
                                </p:cTn>
                              </p:par>
                            </p:childTnLst>
                          </p:cTn>
                        </p:par>
                        <p:par>
                          <p:cTn id="172" fill="hold">
                            <p:stCondLst>
                              <p:cond delay="2000"/>
                            </p:stCondLst>
                            <p:childTnLst>
                              <p:par>
                                <p:cTn id="173" presetID="22" presetClass="entr" presetSubtype="8" fill="hold" grpId="0" nodeType="afterEffect">
                                  <p:stCondLst>
                                    <p:cond delay="0"/>
                                  </p:stCondLst>
                                  <p:childTnLst>
                                    <p:set>
                                      <p:cBhvr>
                                        <p:cTn id="174"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75" dur="500"/>
                                        <p:tgtEl>
                                          <p:spTgt spid="15">
                                            <p:txEl>
                                              <p:pRg st="4294967295" end="4294967295"/>
                                            </p:txEl>
                                          </p:spTgt>
                                        </p:tgtEl>
                                      </p:cBhvr>
                                    </p:animEffect>
                                  </p:childTnLst>
                                </p:cTn>
                              </p:par>
                            </p:childTnLst>
                          </p:cTn>
                        </p:par>
                        <p:par>
                          <p:cTn id="176" fill="hold">
                            <p:stCondLst>
                              <p:cond delay="2500"/>
                            </p:stCondLst>
                            <p:childTnLst>
                              <p:par>
                                <p:cTn id="177" presetID="22" presetClass="entr" presetSubtype="8" fill="hold" grpId="0" nodeType="afterEffect">
                                  <p:stCondLst>
                                    <p:cond delay="0"/>
                                  </p:stCondLst>
                                  <p:childTnLst>
                                    <p:set>
                                      <p:cBhvr>
                                        <p:cTn id="178" dur="1" fill="hold">
                                          <p:stCondLst>
                                            <p:cond delay="0"/>
                                          </p:stCondLst>
                                        </p:cTn>
                                        <p:tgtEl>
                                          <p:spTgt spid="15">
                                            <p:txEl>
                                              <p:pRg st="0" end="0"/>
                                            </p:txEl>
                                          </p:spTgt>
                                        </p:tgtEl>
                                        <p:attrNameLst>
                                          <p:attrName>style.visibility</p:attrName>
                                        </p:attrNameLst>
                                      </p:cBhvr>
                                      <p:to>
                                        <p:strVal val="visible"/>
                                      </p:to>
                                    </p:set>
                                    <p:animEffect transition="in" filter="wipe(left)">
                                      <p:cBhvr>
                                        <p:cTn id="179" dur="500"/>
                                        <p:tgtEl>
                                          <p:spTgt spid="15">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84" dur="500"/>
                                        <p:tgtEl>
                                          <p:spTgt spid="18">
                                            <p:txEl>
                                              <p:pRg st="4294967295" end="4294967295"/>
                                            </p:txEl>
                                          </p:spTgt>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89" dur="500"/>
                                        <p:tgtEl>
                                          <p:spTgt spid="18">
                                            <p:txEl>
                                              <p:pRg st="4294967295" end="4294967295"/>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18">
                                            <p:txEl>
                                              <p:pRg st="0" end="0"/>
                                            </p:txEl>
                                          </p:spTgt>
                                        </p:tgtEl>
                                        <p:attrNameLst>
                                          <p:attrName>style.visibility</p:attrName>
                                        </p:attrNameLst>
                                      </p:cBhvr>
                                      <p:to>
                                        <p:strVal val="visible"/>
                                      </p:to>
                                    </p:set>
                                    <p:animEffect transition="in" filter="wipe(left)">
                                      <p:cBhvr>
                                        <p:cTn id="194"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4" grpId="0" autoUpdateAnimBg="0" uiExpand="1" build="p"/>
      <p:bldP spid="5" grpId="0" autoUpdateAnimBg="0" uiExpand="1" build="p"/>
      <p:bldP spid="6" grpId="0" advAuto="0" autoUpdateAnimBg="0" uiExpand="1" build="p"/>
      <p:bldP spid="7" grpId="0" bldLvl="0" animBg="1"/>
      <p:bldP spid="9" grpId="0" autoUpdateAnimBg="0" uiExpand="1" build="p"/>
      <p:bldP spid="10" grpId="0" autoUpdateAnimBg="0" uiExpand="1" build="p"/>
      <p:bldP spid="11" grpId="0" advAuto="0" autoUpdateAnimBg="0" uiExpand="1" build="p"/>
      <p:bldP spid="12" grpId="0" bldLvl="0" animBg="1"/>
      <p:bldP spid="14" grpId="0" autoUpdateAnimBg="0" uiExpand="1" build="p"/>
      <p:bldP spid="15" grpId="0" advAuto="0" autoUpdateAnimBg="0" uiExpand="1" build="p"/>
      <p:bldP spid="16" grpId="0" bldLvl="0" animBg="1"/>
      <p:bldP spid="18" grpId="0" autoUpdateAnimBg="0" uiExpand="1" build="p"/>
      <p:bldP spid="19" grpId="0" autoUpdateAnimBg="0" uiExpand="1" build="p"/>
      <p:bldP spid="20" grpId="0" advAuto="0" autoUpdateAnimBg="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ChangeArrowheads="1"/>
          </p:cNvSpPr>
          <p:nvPr/>
        </p:nvSpPr>
        <p:spPr bwMode="auto">
          <a:xfrm>
            <a:off x="6981825" y="1614863"/>
            <a:ext cx="1447800" cy="533400"/>
          </a:xfrm>
          <a:prstGeom prst="wedgeRectCallout">
            <a:avLst>
              <a:gd name="adj1" fmla="val -92106"/>
              <a:gd name="adj2" fmla="val 72023"/>
            </a:avLst>
          </a:prstGeom>
          <a:solidFill>
            <a:schemeClr val="accent5">
              <a:lumMod val="20000"/>
              <a:lumOff val="8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kumimoji="1" lang="zh-CN" altLang="en-US" sz="2800" b="1">
                <a:latin typeface="黑体" panose="02010609060101010101" charset="-122"/>
                <a:ea typeface="黑体" panose="02010609060101010101" charset="-122"/>
              </a:rPr>
              <a:t>定义域</a:t>
            </a:r>
            <a:endParaRPr kumimoji="1" lang="zh-CN" altLang="en-US" sz="2800" b="1">
              <a:latin typeface="黑体" panose="02010609060101010101" charset="-122"/>
              <a:ea typeface="黑体" panose="02010609060101010101" charset="-122"/>
            </a:endParaRPr>
          </a:p>
        </p:txBody>
      </p:sp>
      <p:sp>
        <p:nvSpPr>
          <p:cNvPr id="3" name="Rectangle 3"/>
          <p:cNvSpPr txBox="1">
            <a:spLocks noChangeArrowheads="1"/>
          </p:cNvSpPr>
          <p:nvPr/>
        </p:nvSpPr>
        <p:spPr>
          <a:xfrm>
            <a:off x="1571625" y="292576"/>
            <a:ext cx="22860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charset="-122"/>
                <a:ea typeface="楷体" panose="02010609060101010101" charset="-122"/>
                <a:cs typeface="楷体" panose="02010609060101010101" charset="-122"/>
              </a:rPr>
              <a:t>2.函数</a:t>
            </a:r>
            <a:endParaRPr lang="zh-CN" altLang="en-US" sz="3200" b="1" dirty="0">
              <a:solidFill>
                <a:srgbClr val="0000FF"/>
              </a:solidFill>
              <a:latin typeface="楷体" panose="02010609060101010101" charset="-122"/>
              <a:ea typeface="楷体" panose="02010609060101010101" charset="-122"/>
              <a:cs typeface="楷体" panose="02010609060101010101" charset="-122"/>
            </a:endParaRPr>
          </a:p>
        </p:txBody>
      </p:sp>
      <p:sp>
        <p:nvSpPr>
          <p:cNvPr id="4" name="Text Box 4"/>
          <p:cNvSpPr txBox="1">
            <a:spLocks noChangeArrowheads="1"/>
          </p:cNvSpPr>
          <p:nvPr/>
        </p:nvSpPr>
        <p:spPr bwMode="auto">
          <a:xfrm>
            <a:off x="2470150" y="627856"/>
            <a:ext cx="3098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kumimoji="1" lang="zh-CN" altLang="zh-CN" sz="2800">
              <a:latin typeface="Times New Roman" panose="02020603050405020304" pitchFamily="18" charset="0"/>
              <a:ea typeface="楷体_GB2312" pitchFamily="49" charset="-122"/>
            </a:endParaRPr>
          </a:p>
        </p:txBody>
      </p:sp>
      <p:sp>
        <p:nvSpPr>
          <p:cNvPr id="5" name="Text Box 6"/>
          <p:cNvSpPr txBox="1">
            <a:spLocks noChangeArrowheads="1"/>
          </p:cNvSpPr>
          <p:nvPr/>
        </p:nvSpPr>
        <p:spPr bwMode="auto">
          <a:xfrm>
            <a:off x="1571625" y="978276"/>
            <a:ext cx="3276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黑体" panose="02010609060101010101" charset="-122"/>
                <a:ea typeface="黑体" panose="02010609060101010101" charset="-122"/>
              </a:rPr>
              <a:t>定义</a:t>
            </a:r>
            <a:r>
              <a:rPr kumimoji="1" lang="en-US" altLang="zh-CN" sz="2800" b="1" dirty="0">
                <a:solidFill>
                  <a:srgbClr val="7030A0"/>
                </a:solidFill>
                <a:latin typeface="黑体" panose="02010609060101010101" charset="-122"/>
                <a:ea typeface="黑体" panose="02010609060101010101" charset="-122"/>
              </a:rPr>
              <a:t>1.1.3 </a:t>
            </a:r>
            <a:r>
              <a:rPr kumimoji="1" lang="zh-CN" altLang="en-US" sz="2800" b="1" dirty="0" smtClean="0">
                <a:latin typeface="黑体" panose="02010609060101010101" charset="-122"/>
                <a:ea typeface="黑体" panose="02010609060101010101" charset="-122"/>
              </a:rPr>
              <a:t>设</a:t>
            </a:r>
            <a:r>
              <a:rPr kumimoji="1" lang="zh-CN" altLang="en-US" sz="2800" b="1" dirty="0">
                <a:latin typeface="黑体" panose="02010609060101010101" charset="-122"/>
                <a:ea typeface="黑体" panose="02010609060101010101" charset="-122"/>
              </a:rPr>
              <a:t>数集</a:t>
            </a:r>
            <a:endParaRPr kumimoji="1" lang="zh-CN" altLang="en-US" sz="2800" b="1" dirty="0">
              <a:latin typeface="黑体" panose="02010609060101010101" charset="-122"/>
              <a:ea typeface="黑体" panose="02010609060101010101" charset="-122"/>
            </a:endParaRPr>
          </a:p>
        </p:txBody>
      </p:sp>
      <p:graphicFrame>
        <p:nvGraphicFramePr>
          <p:cNvPr id="6" name="Object 7"/>
          <p:cNvGraphicFramePr>
            <a:graphicFrameLocks noChangeAspect="1"/>
          </p:cNvGraphicFramePr>
          <p:nvPr/>
        </p:nvGraphicFramePr>
        <p:xfrm>
          <a:off x="4544378" y="1061085"/>
          <a:ext cx="1139825" cy="436563"/>
        </p:xfrm>
        <a:graphic>
          <a:graphicData uri="http://schemas.openxmlformats.org/presentationml/2006/ole">
            <mc:AlternateContent xmlns:mc="http://schemas.openxmlformats.org/markup-compatibility/2006">
              <mc:Choice xmlns:v="urn:schemas-microsoft-com:vml" Requires="v">
                <p:oleObj spid="_x0000_s13313" name="Equation" r:id="rId1" imgW="26212800" imgH="9144000" progId="Equation.DSMT4">
                  <p:embed/>
                </p:oleObj>
              </mc:Choice>
              <mc:Fallback>
                <p:oleObj name="Equation" r:id="rId1" imgW="26212800" imgH="9144000" progId="Equation.DSMT4">
                  <p:embed/>
                  <p:pic>
                    <p:nvPicPr>
                      <p:cNvPr id="0" name="图片 13312"/>
                      <p:cNvPicPr>
                        <a:picLocks noChangeAspect="1"/>
                      </p:cNvPicPr>
                      <p:nvPr/>
                    </p:nvPicPr>
                    <p:blipFill>
                      <a:blip r:embed="rId2"/>
                      <a:stretch>
                        <a:fillRect/>
                      </a:stretch>
                    </p:blipFill>
                    <p:spPr>
                      <a:xfrm>
                        <a:off x="4544378" y="1061085"/>
                        <a:ext cx="1139825" cy="436563"/>
                      </a:xfrm>
                      <a:prstGeom prst="rect">
                        <a:avLst/>
                      </a:prstGeom>
                      <a:noFill/>
                      <a:ln w="9525">
                        <a:noFill/>
                      </a:ln>
                    </p:spPr>
                  </p:pic>
                </p:oleObj>
              </mc:Fallback>
            </mc:AlternateContent>
          </a:graphicData>
        </a:graphic>
      </p:graphicFrame>
      <p:sp>
        <p:nvSpPr>
          <p:cNvPr id="7" name="Text Box 8"/>
          <p:cNvSpPr txBox="1">
            <a:spLocks noChangeArrowheads="1"/>
          </p:cNvSpPr>
          <p:nvPr/>
        </p:nvSpPr>
        <p:spPr bwMode="auto">
          <a:xfrm>
            <a:off x="5672138" y="962401"/>
            <a:ext cx="1612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则称映射</a:t>
            </a:r>
            <a:endParaRPr kumimoji="1" lang="zh-CN" altLang="en-US" sz="2800" b="1">
              <a:latin typeface="黑体" panose="02010609060101010101" charset="-122"/>
              <a:ea typeface="黑体" panose="02010609060101010101" charset="-122"/>
            </a:endParaRPr>
          </a:p>
        </p:txBody>
      </p:sp>
      <p:graphicFrame>
        <p:nvGraphicFramePr>
          <p:cNvPr id="8" name="Object 9"/>
          <p:cNvGraphicFramePr>
            <a:graphicFrameLocks noChangeAspect="1"/>
          </p:cNvGraphicFramePr>
          <p:nvPr/>
        </p:nvGraphicFramePr>
        <p:xfrm>
          <a:off x="7200900" y="1038225"/>
          <a:ext cx="1568450" cy="442913"/>
        </p:xfrm>
        <a:graphic>
          <a:graphicData uri="http://schemas.openxmlformats.org/presentationml/2006/ole">
            <mc:AlternateContent xmlns:mc="http://schemas.openxmlformats.org/markup-compatibility/2006">
              <mc:Choice xmlns:v="urn:schemas-microsoft-com:vml" Requires="v">
                <p:oleObj spid="_x0000_s14043" name="Equation" r:id="rId3" imgW="36576000" imgH="9448800" progId="Equation.DSMT4">
                  <p:embed/>
                </p:oleObj>
              </mc:Choice>
              <mc:Fallback>
                <p:oleObj name="Equation" r:id="rId3" imgW="36576000" imgH="9448800" progId="Equation.DSMT4">
                  <p:embed/>
                  <p:pic>
                    <p:nvPicPr>
                      <p:cNvPr id="0" name="图片 14042"/>
                      <p:cNvPicPr>
                        <a:picLocks noChangeAspect="1"/>
                      </p:cNvPicPr>
                      <p:nvPr/>
                    </p:nvPicPr>
                    <p:blipFill>
                      <a:blip r:embed="rId4">
                        <a:biLevel thresh="50000"/>
                        <a:grayscl/>
                      </a:blip>
                      <a:stretch>
                        <a:fillRect/>
                      </a:stretch>
                    </p:blipFill>
                    <p:spPr>
                      <a:xfrm>
                        <a:off x="7200900" y="1038225"/>
                        <a:ext cx="1568450" cy="442913"/>
                      </a:xfrm>
                      <a:prstGeom prst="rect">
                        <a:avLst/>
                      </a:prstGeom>
                      <a:noFill/>
                      <a:ln w="9525">
                        <a:noFill/>
                      </a:ln>
                    </p:spPr>
                  </p:pic>
                </p:oleObj>
              </mc:Fallback>
            </mc:AlternateContent>
          </a:graphicData>
        </a:graphic>
      </p:graphicFrame>
      <p:sp>
        <p:nvSpPr>
          <p:cNvPr id="9" name="Text Box 10"/>
          <p:cNvSpPr txBox="1">
            <a:spLocks noChangeArrowheads="1"/>
          </p:cNvSpPr>
          <p:nvPr/>
        </p:nvSpPr>
        <p:spPr bwMode="auto">
          <a:xfrm>
            <a:off x="8734425" y="962401"/>
            <a:ext cx="1612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为定义在</a:t>
            </a:r>
            <a:endParaRPr kumimoji="1" lang="zh-CN" altLang="en-US" sz="2800" b="1">
              <a:latin typeface="黑体" panose="02010609060101010101" charset="-122"/>
              <a:ea typeface="黑体" panose="02010609060101010101" charset="-122"/>
            </a:endParaRPr>
          </a:p>
        </p:txBody>
      </p:sp>
      <p:sp>
        <p:nvSpPr>
          <p:cNvPr id="10" name="Text Box 11"/>
          <p:cNvSpPr txBox="1">
            <a:spLocks noChangeArrowheads="1"/>
          </p:cNvSpPr>
          <p:nvPr/>
        </p:nvSpPr>
        <p:spPr bwMode="auto">
          <a:xfrm>
            <a:off x="1680845" y="1554221"/>
            <a:ext cx="204914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D</a:t>
            </a:r>
            <a:r>
              <a:rPr kumimoji="1" lang="zh-CN" altLang="en-US" sz="2800" b="1" dirty="0">
                <a:latin typeface="黑体" panose="02010609060101010101" charset="-122"/>
                <a:ea typeface="黑体" panose="02010609060101010101" charset="-122"/>
              </a:rPr>
              <a:t>上的函数</a:t>
            </a:r>
            <a:r>
              <a:rPr kumimoji="1" lang="en-US" altLang="zh-CN" sz="2800" b="1" dirty="0">
                <a:latin typeface="黑体" panose="02010609060101010101" charset="-122"/>
                <a:ea typeface="黑体" panose="02010609060101010101" charset="-122"/>
              </a:rPr>
              <a:t>,</a:t>
            </a:r>
            <a:endParaRPr kumimoji="1" lang="en-US" altLang="zh-CN" sz="2800" b="1" dirty="0">
              <a:latin typeface="黑体" panose="02010609060101010101" charset="-122"/>
              <a:ea typeface="黑体" panose="02010609060101010101" charset="-122"/>
            </a:endParaRPr>
          </a:p>
        </p:txBody>
      </p:sp>
      <p:sp>
        <p:nvSpPr>
          <p:cNvPr id="11" name="Text Box 12"/>
          <p:cNvSpPr txBox="1">
            <a:spLocks noChangeArrowheads="1"/>
          </p:cNvSpPr>
          <p:nvPr/>
        </p:nvSpPr>
        <p:spPr bwMode="auto">
          <a:xfrm>
            <a:off x="3564890" y="1554221"/>
            <a:ext cx="8978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记为</a:t>
            </a:r>
            <a:endParaRPr kumimoji="1" lang="zh-CN" altLang="en-US" sz="2800" b="1">
              <a:latin typeface="黑体" panose="02010609060101010101" charset="-122"/>
              <a:ea typeface="黑体" panose="02010609060101010101" charset="-122"/>
            </a:endParaRPr>
          </a:p>
        </p:txBody>
      </p:sp>
      <p:graphicFrame>
        <p:nvGraphicFramePr>
          <p:cNvPr id="12" name="Object 13"/>
          <p:cNvGraphicFramePr>
            <a:graphicFrameLocks noChangeAspect="1"/>
          </p:cNvGraphicFramePr>
          <p:nvPr/>
        </p:nvGraphicFramePr>
        <p:xfrm>
          <a:off x="3954463" y="2130425"/>
          <a:ext cx="2319337" cy="441325"/>
        </p:xfrm>
        <a:graphic>
          <a:graphicData uri="http://schemas.openxmlformats.org/presentationml/2006/ole">
            <mc:AlternateContent xmlns:mc="http://schemas.openxmlformats.org/markup-compatibility/2006">
              <mc:Choice xmlns:v="urn:schemas-microsoft-com:vml" Requires="v">
                <p:oleObj spid="_x0000_s14044" name="Equation" r:id="rId5" imgW="54559200" imgH="9448800" progId="Equation.DSMT4">
                  <p:embed/>
                </p:oleObj>
              </mc:Choice>
              <mc:Fallback>
                <p:oleObj name="Equation" r:id="rId5" imgW="54559200" imgH="9448800" progId="Equation.DSMT4">
                  <p:embed/>
                  <p:pic>
                    <p:nvPicPr>
                      <p:cNvPr id="0" name="图片 14043"/>
                      <p:cNvPicPr>
                        <a:picLocks noChangeAspect="1"/>
                      </p:cNvPicPr>
                      <p:nvPr/>
                    </p:nvPicPr>
                    <p:blipFill>
                      <a:blip r:embed="rId6"/>
                      <a:stretch>
                        <a:fillRect/>
                      </a:stretch>
                    </p:blipFill>
                    <p:spPr>
                      <a:xfrm>
                        <a:off x="3954463" y="2130425"/>
                        <a:ext cx="2319337" cy="441325"/>
                      </a:xfrm>
                      <a:prstGeom prst="rect">
                        <a:avLst/>
                      </a:prstGeom>
                      <a:noFill/>
                      <a:ln w="9525">
                        <a:noFill/>
                      </a:ln>
                    </p:spPr>
                  </p:pic>
                </p:oleObj>
              </mc:Fallback>
            </mc:AlternateContent>
          </a:graphicData>
        </a:graphic>
      </p:graphicFrame>
      <p:sp>
        <p:nvSpPr>
          <p:cNvPr id="13" name="Text Box 14"/>
          <p:cNvSpPr txBox="1">
            <a:spLocks noChangeArrowheads="1"/>
          </p:cNvSpPr>
          <p:nvPr/>
        </p:nvSpPr>
        <p:spPr bwMode="auto">
          <a:xfrm>
            <a:off x="1571625" y="3533198"/>
            <a:ext cx="31184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2800" b="1" i="1">
                <a:latin typeface="黑体" panose="02010609060101010101" charset="-122"/>
                <a:ea typeface="黑体" panose="02010609060101010101" charset="-122"/>
              </a:rPr>
              <a:t> </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f </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D</a:t>
            </a:r>
            <a:r>
              <a:rPr kumimoji="1" lang="en-US" altLang="zh-CN" sz="2800" b="1">
                <a:latin typeface="Times New Roman" panose="02020603050405020304" pitchFamily="18" charset="0"/>
                <a:ea typeface="黑体" panose="02010609060101010101" charset="-122"/>
                <a:cs typeface="Times New Roman" panose="02020603050405020304" pitchFamily="18" charset="0"/>
              </a:rPr>
              <a:t> ) </a:t>
            </a:r>
            <a:r>
              <a:rPr kumimoji="1" lang="zh-CN" altLang="en-US" sz="2800" b="1">
                <a:latin typeface="黑体" panose="02010609060101010101" charset="-122"/>
                <a:ea typeface="黑体" panose="02010609060101010101" charset="-122"/>
              </a:rPr>
              <a:t>称为</a:t>
            </a:r>
            <a:r>
              <a:rPr kumimoji="1" lang="zh-CN" altLang="en-US" sz="2800" b="1">
                <a:solidFill>
                  <a:schemeClr val="accent5">
                    <a:lumMod val="60000"/>
                    <a:lumOff val="40000"/>
                  </a:schemeClr>
                </a:solidFill>
                <a:latin typeface="黑体" panose="02010609060101010101" charset="-122"/>
                <a:ea typeface="黑体" panose="02010609060101010101" charset="-122"/>
              </a:rPr>
              <a:t>值域</a:t>
            </a:r>
            <a:r>
              <a:rPr kumimoji="1" lang="en-US" altLang="zh-CN" sz="2800" b="1">
                <a:solidFill>
                  <a:schemeClr val="tx1"/>
                </a:solidFill>
                <a:latin typeface="黑体" panose="02010609060101010101" charset="-122"/>
                <a:ea typeface="黑体" panose="02010609060101010101" charset="-122"/>
              </a:rPr>
              <a:t>.</a:t>
            </a:r>
            <a:r>
              <a:rPr kumimoji="1" lang="zh-CN" altLang="en-US" sz="2800" b="1">
                <a:latin typeface="黑体" panose="02010609060101010101" charset="-122"/>
                <a:ea typeface="黑体" panose="02010609060101010101" charset="-122"/>
              </a:rPr>
              <a:t> </a:t>
            </a:r>
            <a:endParaRPr kumimoji="1" lang="zh-CN" altLang="en-US" sz="2800" b="1">
              <a:latin typeface="黑体" panose="02010609060101010101" charset="-122"/>
              <a:ea typeface="黑体" panose="02010609060101010101" charset="-122"/>
            </a:endParaRPr>
          </a:p>
        </p:txBody>
      </p:sp>
      <p:sp>
        <p:nvSpPr>
          <p:cNvPr id="14" name="Text Box 15"/>
          <p:cNvSpPr txBox="1">
            <a:spLocks noChangeArrowheads="1"/>
          </p:cNvSpPr>
          <p:nvPr/>
        </p:nvSpPr>
        <p:spPr bwMode="auto">
          <a:xfrm>
            <a:off x="1680845" y="4296886"/>
            <a:ext cx="2286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黑体" panose="02010609060101010101" charset="-122"/>
                <a:ea typeface="黑体" panose="02010609060101010101" charset="-122"/>
              </a:rPr>
              <a:t>函数图形:</a:t>
            </a:r>
            <a:endParaRPr kumimoji="1" lang="en-US" altLang="zh-CN" sz="2800" b="1" dirty="0">
              <a:solidFill>
                <a:schemeClr val="tx2"/>
              </a:solidFill>
              <a:latin typeface="黑体" panose="02010609060101010101" charset="-122"/>
              <a:ea typeface="黑体" panose="02010609060101010101" charset="-122"/>
            </a:endParaRPr>
          </a:p>
        </p:txBody>
      </p:sp>
      <p:graphicFrame>
        <p:nvGraphicFramePr>
          <p:cNvPr id="15" name="Object 16"/>
          <p:cNvGraphicFramePr>
            <a:graphicFrameLocks noChangeAspect="1"/>
          </p:cNvGraphicFramePr>
          <p:nvPr/>
        </p:nvGraphicFramePr>
        <p:xfrm>
          <a:off x="2471738" y="4922203"/>
          <a:ext cx="4518025" cy="598487"/>
        </p:xfrm>
        <a:graphic>
          <a:graphicData uri="http://schemas.openxmlformats.org/presentationml/2006/ole">
            <mc:AlternateContent xmlns:mc="http://schemas.openxmlformats.org/markup-compatibility/2006">
              <mc:Choice xmlns:v="urn:schemas-microsoft-com:vml" Requires="v">
                <p:oleObj spid="_x0000_s14045" name="Equation" r:id="rId7" imgW="107289600" imgH="12801600" progId="Equation.DSMT4">
                  <p:embed/>
                </p:oleObj>
              </mc:Choice>
              <mc:Fallback>
                <p:oleObj name="Equation" r:id="rId7" imgW="107289600" imgH="12801600" progId="Equation.DSMT4">
                  <p:embed/>
                  <p:pic>
                    <p:nvPicPr>
                      <p:cNvPr id="0" name="图片 14044"/>
                      <p:cNvPicPr>
                        <a:picLocks noChangeAspect="1"/>
                      </p:cNvPicPr>
                      <p:nvPr/>
                    </p:nvPicPr>
                    <p:blipFill>
                      <a:blip r:embed="rId8"/>
                      <a:stretch>
                        <a:fillRect/>
                      </a:stretch>
                    </p:blipFill>
                    <p:spPr>
                      <a:xfrm>
                        <a:off x="2471738" y="4922203"/>
                        <a:ext cx="4518025" cy="598487"/>
                      </a:xfrm>
                      <a:prstGeom prst="rect">
                        <a:avLst/>
                      </a:prstGeom>
                      <a:noFill/>
                      <a:ln w="9525">
                        <a:noFill/>
                      </a:ln>
                    </p:spPr>
                  </p:pic>
                </p:oleObj>
              </mc:Fallback>
            </mc:AlternateContent>
          </a:graphicData>
        </a:graphic>
      </p:graphicFrame>
      <p:graphicFrame>
        <p:nvGraphicFramePr>
          <p:cNvPr id="16" name="Object 17"/>
          <p:cNvGraphicFramePr>
            <a:graphicFrameLocks noChangeAspect="1"/>
          </p:cNvGraphicFramePr>
          <p:nvPr/>
        </p:nvGraphicFramePr>
        <p:xfrm>
          <a:off x="5959475" y="5043488"/>
          <a:ext cx="890588" cy="361950"/>
        </p:xfrm>
        <a:graphic>
          <a:graphicData uri="http://schemas.openxmlformats.org/presentationml/2006/ole">
            <mc:AlternateContent xmlns:mc="http://schemas.openxmlformats.org/markup-compatibility/2006">
              <mc:Choice xmlns:v="urn:schemas-microsoft-com:vml" Requires="v">
                <p:oleObj spid="_x0000_s14046" name="Equation" r:id="rId9" imgW="20116800" imgH="7315200" progId="Equation.DSMT4">
                  <p:embed/>
                </p:oleObj>
              </mc:Choice>
              <mc:Fallback>
                <p:oleObj name="Equation" r:id="rId9" imgW="20116800" imgH="7315200" progId="Equation.DSMT4">
                  <p:embed/>
                  <p:pic>
                    <p:nvPicPr>
                      <p:cNvPr id="0" name="图片 14045"/>
                      <p:cNvPicPr>
                        <a:picLocks noChangeAspect="1"/>
                      </p:cNvPicPr>
                      <p:nvPr/>
                    </p:nvPicPr>
                    <p:blipFill>
                      <a:blip r:embed="rId10"/>
                      <a:stretch>
                        <a:fillRect/>
                      </a:stretch>
                    </p:blipFill>
                    <p:spPr>
                      <a:xfrm>
                        <a:off x="5959475" y="5043488"/>
                        <a:ext cx="890588" cy="361950"/>
                      </a:xfrm>
                      <a:prstGeom prst="rect">
                        <a:avLst/>
                      </a:prstGeom>
                      <a:noFill/>
                      <a:ln w="9525">
                        <a:noFill/>
                      </a:ln>
                    </p:spPr>
                  </p:pic>
                </p:oleObj>
              </mc:Fallback>
            </mc:AlternateContent>
          </a:graphicData>
        </a:graphic>
      </p:graphicFrame>
      <p:graphicFrame>
        <p:nvGraphicFramePr>
          <p:cNvPr id="17" name="Object 18"/>
          <p:cNvGraphicFramePr>
            <a:graphicFrameLocks noChangeAspect="1"/>
          </p:cNvGraphicFramePr>
          <p:nvPr/>
        </p:nvGraphicFramePr>
        <p:xfrm>
          <a:off x="4462463" y="5016500"/>
          <a:ext cx="1482725" cy="442913"/>
        </p:xfrm>
        <a:graphic>
          <a:graphicData uri="http://schemas.openxmlformats.org/presentationml/2006/ole">
            <mc:AlternateContent xmlns:mc="http://schemas.openxmlformats.org/markup-compatibility/2006">
              <mc:Choice xmlns:v="urn:schemas-microsoft-com:vml" Requires="v">
                <p:oleObj spid="_x0000_s14047" name="Equation" r:id="rId11" imgW="34442400" imgH="9448800" progId="Equation.DSMT4">
                  <p:embed/>
                </p:oleObj>
              </mc:Choice>
              <mc:Fallback>
                <p:oleObj name="Equation" r:id="rId11" imgW="34442400" imgH="9448800" progId="Equation.DSMT4">
                  <p:embed/>
                  <p:pic>
                    <p:nvPicPr>
                      <p:cNvPr id="0" name="图片 14046"/>
                      <p:cNvPicPr>
                        <a:picLocks noChangeAspect="1"/>
                      </p:cNvPicPr>
                      <p:nvPr/>
                    </p:nvPicPr>
                    <p:blipFill>
                      <a:blip r:embed="rId12"/>
                      <a:stretch>
                        <a:fillRect/>
                      </a:stretch>
                    </p:blipFill>
                    <p:spPr>
                      <a:xfrm>
                        <a:off x="4462463" y="5016500"/>
                        <a:ext cx="1482725" cy="442913"/>
                      </a:xfrm>
                      <a:prstGeom prst="rect">
                        <a:avLst/>
                      </a:prstGeom>
                      <a:noFill/>
                      <a:ln w="9525">
                        <a:noFill/>
                      </a:ln>
                    </p:spPr>
                  </p:pic>
                </p:oleObj>
              </mc:Fallback>
            </mc:AlternateContent>
          </a:graphicData>
        </a:graphic>
      </p:graphicFrame>
      <p:sp>
        <p:nvSpPr>
          <p:cNvPr id="18" name="Line 19"/>
          <p:cNvSpPr>
            <a:spLocks noChangeShapeType="1"/>
          </p:cNvSpPr>
          <p:nvPr/>
        </p:nvSpPr>
        <p:spPr bwMode="auto">
          <a:xfrm>
            <a:off x="7515225" y="4939506"/>
            <a:ext cx="2743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sp>
        <p:nvSpPr>
          <p:cNvPr id="19" name="Line 20"/>
          <p:cNvSpPr>
            <a:spLocks noChangeShapeType="1"/>
          </p:cNvSpPr>
          <p:nvPr/>
        </p:nvSpPr>
        <p:spPr bwMode="auto">
          <a:xfrm flipV="1">
            <a:off x="7743825" y="3491706"/>
            <a:ext cx="0" cy="1752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20" name="Object 21"/>
          <p:cNvGraphicFramePr>
            <a:graphicFrameLocks noChangeAspect="1"/>
          </p:cNvGraphicFramePr>
          <p:nvPr/>
        </p:nvGraphicFramePr>
        <p:xfrm>
          <a:off x="10083800" y="4978400"/>
          <a:ext cx="273050" cy="290513"/>
        </p:xfrm>
        <a:graphic>
          <a:graphicData uri="http://schemas.openxmlformats.org/presentationml/2006/ole">
            <mc:AlternateContent xmlns:mc="http://schemas.openxmlformats.org/markup-compatibility/2006">
              <mc:Choice xmlns:v="urn:schemas-microsoft-com:vml" Requires="v">
                <p:oleObj spid="_x0000_s14048" name="Equation" r:id="rId13" imgW="5181600" imgH="5486400" progId="Equation.DSMT4">
                  <p:embed/>
                </p:oleObj>
              </mc:Choice>
              <mc:Fallback>
                <p:oleObj name="Equation" r:id="rId13" imgW="5181600" imgH="5486400" progId="Equation.DSMT4">
                  <p:embed/>
                  <p:pic>
                    <p:nvPicPr>
                      <p:cNvPr id="0" name="图片 14047"/>
                      <p:cNvPicPr>
                        <a:picLocks noChangeAspect="1"/>
                      </p:cNvPicPr>
                      <p:nvPr/>
                    </p:nvPicPr>
                    <p:blipFill>
                      <a:blip r:embed="rId14"/>
                      <a:stretch>
                        <a:fillRect/>
                      </a:stretch>
                    </p:blipFill>
                    <p:spPr>
                      <a:xfrm>
                        <a:off x="10083800" y="4978400"/>
                        <a:ext cx="273050" cy="290513"/>
                      </a:xfrm>
                      <a:prstGeom prst="rect">
                        <a:avLst/>
                      </a:prstGeom>
                      <a:noFill/>
                      <a:ln w="9525">
                        <a:noFill/>
                      </a:ln>
                    </p:spPr>
                  </p:pic>
                </p:oleObj>
              </mc:Fallback>
            </mc:AlternateContent>
          </a:graphicData>
        </a:graphic>
      </p:graphicFrame>
      <p:graphicFrame>
        <p:nvGraphicFramePr>
          <p:cNvPr id="21" name="Object 22"/>
          <p:cNvGraphicFramePr>
            <a:graphicFrameLocks noChangeAspect="1"/>
          </p:cNvGraphicFramePr>
          <p:nvPr/>
        </p:nvGraphicFramePr>
        <p:xfrm>
          <a:off x="7453313" y="3778250"/>
          <a:ext cx="306387" cy="363538"/>
        </p:xfrm>
        <a:graphic>
          <a:graphicData uri="http://schemas.openxmlformats.org/presentationml/2006/ole">
            <mc:AlternateContent xmlns:mc="http://schemas.openxmlformats.org/markup-compatibility/2006">
              <mc:Choice xmlns:v="urn:schemas-microsoft-com:vml" Requires="v">
                <p:oleObj spid="_x0000_s14049" name="Equation" r:id="rId15" imgW="5791200" imgH="7315200" progId="Equation.DSMT4">
                  <p:embed/>
                </p:oleObj>
              </mc:Choice>
              <mc:Fallback>
                <p:oleObj name="Equation" r:id="rId15" imgW="5791200" imgH="7315200" progId="Equation.DSMT4">
                  <p:embed/>
                  <p:pic>
                    <p:nvPicPr>
                      <p:cNvPr id="0" name="图片 14048"/>
                      <p:cNvPicPr>
                        <a:picLocks noChangeAspect="1"/>
                      </p:cNvPicPr>
                      <p:nvPr/>
                    </p:nvPicPr>
                    <p:blipFill>
                      <a:blip r:embed="rId16"/>
                      <a:stretch>
                        <a:fillRect/>
                      </a:stretch>
                    </p:blipFill>
                    <p:spPr>
                      <a:xfrm>
                        <a:off x="7453313" y="3778250"/>
                        <a:ext cx="306387" cy="363538"/>
                      </a:xfrm>
                      <a:prstGeom prst="rect">
                        <a:avLst/>
                      </a:prstGeom>
                      <a:noFill/>
                      <a:ln w="9525">
                        <a:noFill/>
                      </a:ln>
                    </p:spPr>
                  </p:pic>
                </p:oleObj>
              </mc:Fallback>
            </mc:AlternateContent>
          </a:graphicData>
        </a:graphic>
      </p:graphicFrame>
      <p:graphicFrame>
        <p:nvGraphicFramePr>
          <p:cNvPr id="22" name="Object 23"/>
          <p:cNvGraphicFramePr>
            <a:graphicFrameLocks noChangeAspect="1"/>
          </p:cNvGraphicFramePr>
          <p:nvPr/>
        </p:nvGraphicFramePr>
        <p:xfrm>
          <a:off x="8056563" y="5302250"/>
          <a:ext cx="1673225" cy="441325"/>
        </p:xfrm>
        <a:graphic>
          <a:graphicData uri="http://schemas.openxmlformats.org/presentationml/2006/ole">
            <mc:AlternateContent xmlns:mc="http://schemas.openxmlformats.org/markup-compatibility/2006">
              <mc:Choice xmlns:v="urn:schemas-microsoft-com:vml" Requires="v">
                <p:oleObj spid="_x0000_s14050" name="Equation" r:id="rId17" imgW="44805600" imgH="9448800" progId="Equation.DSMT4">
                  <p:embed/>
                </p:oleObj>
              </mc:Choice>
              <mc:Fallback>
                <p:oleObj name="Equation" r:id="rId17" imgW="44805600" imgH="9448800" progId="Equation.DSMT4">
                  <p:embed/>
                  <p:pic>
                    <p:nvPicPr>
                      <p:cNvPr id="0" name="图片 14049"/>
                      <p:cNvPicPr>
                        <a:picLocks noChangeAspect="1"/>
                      </p:cNvPicPr>
                      <p:nvPr/>
                    </p:nvPicPr>
                    <p:blipFill>
                      <a:blip r:embed="rId18"/>
                      <a:stretch>
                        <a:fillRect/>
                      </a:stretch>
                    </p:blipFill>
                    <p:spPr>
                      <a:xfrm>
                        <a:off x="8056563" y="5302250"/>
                        <a:ext cx="1673225" cy="441325"/>
                      </a:xfrm>
                      <a:prstGeom prst="rect">
                        <a:avLst/>
                      </a:prstGeom>
                      <a:noFill/>
                      <a:ln w="9525">
                        <a:noFill/>
                      </a:ln>
                    </p:spPr>
                  </p:pic>
                </p:oleObj>
              </mc:Fallback>
            </mc:AlternateContent>
          </a:graphicData>
        </a:graphic>
      </p:graphicFrame>
      <p:graphicFrame>
        <p:nvGraphicFramePr>
          <p:cNvPr id="23" name="Object 24"/>
          <p:cNvGraphicFramePr>
            <a:graphicFrameLocks noChangeAspect="1"/>
          </p:cNvGraphicFramePr>
          <p:nvPr/>
        </p:nvGraphicFramePr>
        <p:xfrm>
          <a:off x="8094663" y="4978400"/>
          <a:ext cx="288925" cy="290513"/>
        </p:xfrm>
        <a:graphic>
          <a:graphicData uri="http://schemas.openxmlformats.org/presentationml/2006/ole">
            <mc:AlternateContent xmlns:mc="http://schemas.openxmlformats.org/markup-compatibility/2006">
              <mc:Choice xmlns:v="urn:schemas-microsoft-com:vml" Requires="v">
                <p:oleObj spid="_x0000_s14051" name="Equation" r:id="rId19" imgW="5486400" imgH="5486400" progId="Equation.DSMT4">
                  <p:embed/>
                </p:oleObj>
              </mc:Choice>
              <mc:Fallback>
                <p:oleObj name="Equation" r:id="rId19" imgW="5486400" imgH="5486400" progId="Equation.DSMT4">
                  <p:embed/>
                  <p:pic>
                    <p:nvPicPr>
                      <p:cNvPr id="0" name="图片 14050"/>
                      <p:cNvPicPr>
                        <a:picLocks noChangeAspect="1"/>
                      </p:cNvPicPr>
                      <p:nvPr/>
                    </p:nvPicPr>
                    <p:blipFill>
                      <a:blip r:embed="rId20"/>
                      <a:stretch>
                        <a:fillRect/>
                      </a:stretch>
                    </p:blipFill>
                    <p:spPr>
                      <a:xfrm>
                        <a:off x="8094663" y="4978400"/>
                        <a:ext cx="288925" cy="290513"/>
                      </a:xfrm>
                      <a:prstGeom prst="rect">
                        <a:avLst/>
                      </a:prstGeom>
                      <a:noFill/>
                      <a:ln w="9525">
                        <a:noFill/>
                      </a:ln>
                    </p:spPr>
                  </p:pic>
                </p:oleObj>
              </mc:Fallback>
            </mc:AlternateContent>
          </a:graphicData>
        </a:graphic>
      </p:graphicFrame>
      <p:graphicFrame>
        <p:nvGraphicFramePr>
          <p:cNvPr id="24" name="Object 25"/>
          <p:cNvGraphicFramePr>
            <a:graphicFrameLocks noChangeAspect="1"/>
          </p:cNvGraphicFramePr>
          <p:nvPr/>
        </p:nvGraphicFramePr>
        <p:xfrm>
          <a:off x="9488488" y="4921250"/>
          <a:ext cx="257175" cy="366713"/>
        </p:xfrm>
        <a:graphic>
          <a:graphicData uri="http://schemas.openxmlformats.org/presentationml/2006/ole">
            <mc:AlternateContent xmlns:mc="http://schemas.openxmlformats.org/markup-compatibility/2006">
              <mc:Choice xmlns:v="urn:schemas-microsoft-com:vml" Requires="v">
                <p:oleObj spid="_x0000_s14052" name="Equation" r:id="rId21" imgW="4876800" imgH="7620000" progId="Equation.DSMT4">
                  <p:embed/>
                </p:oleObj>
              </mc:Choice>
              <mc:Fallback>
                <p:oleObj name="Equation" r:id="rId21" imgW="4876800" imgH="7620000" progId="Equation.DSMT4">
                  <p:embed/>
                  <p:pic>
                    <p:nvPicPr>
                      <p:cNvPr id="0" name="图片 14051"/>
                      <p:cNvPicPr>
                        <a:picLocks noChangeAspect="1"/>
                      </p:cNvPicPr>
                      <p:nvPr/>
                    </p:nvPicPr>
                    <p:blipFill>
                      <a:blip r:embed="rId22"/>
                      <a:stretch>
                        <a:fillRect/>
                      </a:stretch>
                    </p:blipFill>
                    <p:spPr>
                      <a:xfrm>
                        <a:off x="9488488" y="4921250"/>
                        <a:ext cx="257175" cy="366713"/>
                      </a:xfrm>
                      <a:prstGeom prst="rect">
                        <a:avLst/>
                      </a:prstGeom>
                      <a:noFill/>
                      <a:ln w="9525">
                        <a:noFill/>
                      </a:ln>
                    </p:spPr>
                  </p:pic>
                </p:oleObj>
              </mc:Fallback>
            </mc:AlternateContent>
          </a:graphicData>
        </a:graphic>
      </p:graphicFrame>
      <p:sp>
        <p:nvSpPr>
          <p:cNvPr id="25" name="Line 26"/>
          <p:cNvSpPr>
            <a:spLocks noChangeShapeType="1"/>
          </p:cNvSpPr>
          <p:nvPr/>
        </p:nvSpPr>
        <p:spPr bwMode="auto">
          <a:xfrm>
            <a:off x="8201025" y="4558506"/>
            <a:ext cx="0" cy="3810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sp>
        <p:nvSpPr>
          <p:cNvPr id="26" name="Line 27"/>
          <p:cNvSpPr>
            <a:spLocks noChangeShapeType="1"/>
          </p:cNvSpPr>
          <p:nvPr/>
        </p:nvSpPr>
        <p:spPr bwMode="auto">
          <a:xfrm>
            <a:off x="9572625" y="3644106"/>
            <a:ext cx="0" cy="12954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27" name="Object 28"/>
          <p:cNvGraphicFramePr>
            <a:graphicFrameLocks noChangeAspect="1"/>
          </p:cNvGraphicFramePr>
          <p:nvPr/>
        </p:nvGraphicFramePr>
        <p:xfrm>
          <a:off x="8713788" y="4978400"/>
          <a:ext cx="271462" cy="290513"/>
        </p:xfrm>
        <a:graphic>
          <a:graphicData uri="http://schemas.openxmlformats.org/presentationml/2006/ole">
            <mc:AlternateContent xmlns:mc="http://schemas.openxmlformats.org/markup-compatibility/2006">
              <mc:Choice xmlns:v="urn:schemas-microsoft-com:vml" Requires="v">
                <p:oleObj spid="_x0000_s14053" name="Equation" r:id="rId23" imgW="5181600" imgH="5486400" progId="Equation.DSMT4">
                  <p:embed/>
                </p:oleObj>
              </mc:Choice>
              <mc:Fallback>
                <p:oleObj name="Equation" r:id="rId23" imgW="5181600" imgH="5486400" progId="Equation.DSMT4">
                  <p:embed/>
                  <p:pic>
                    <p:nvPicPr>
                      <p:cNvPr id="0" name="图片 14052"/>
                      <p:cNvPicPr>
                        <a:picLocks noChangeAspect="1"/>
                      </p:cNvPicPr>
                      <p:nvPr/>
                    </p:nvPicPr>
                    <p:blipFill>
                      <a:blip r:embed="rId24"/>
                      <a:stretch>
                        <a:fillRect/>
                      </a:stretch>
                    </p:blipFill>
                    <p:spPr>
                      <a:xfrm>
                        <a:off x="8713788" y="4978400"/>
                        <a:ext cx="271462" cy="290513"/>
                      </a:xfrm>
                      <a:prstGeom prst="rect">
                        <a:avLst/>
                      </a:prstGeom>
                      <a:noFill/>
                      <a:ln w="9525">
                        <a:noFill/>
                      </a:ln>
                    </p:spPr>
                  </p:pic>
                </p:oleObj>
              </mc:Fallback>
            </mc:AlternateContent>
          </a:graphicData>
        </a:graphic>
      </p:graphicFrame>
      <p:sp>
        <p:nvSpPr>
          <p:cNvPr id="28" name="Line 29"/>
          <p:cNvSpPr>
            <a:spLocks noChangeShapeType="1"/>
          </p:cNvSpPr>
          <p:nvPr/>
        </p:nvSpPr>
        <p:spPr bwMode="auto">
          <a:xfrm flipV="1">
            <a:off x="8810625" y="3872706"/>
            <a:ext cx="0" cy="10668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sp>
        <p:nvSpPr>
          <p:cNvPr id="29" name="Line 30"/>
          <p:cNvSpPr>
            <a:spLocks noChangeShapeType="1"/>
          </p:cNvSpPr>
          <p:nvPr/>
        </p:nvSpPr>
        <p:spPr bwMode="auto">
          <a:xfrm flipH="1">
            <a:off x="7705725" y="3874599"/>
            <a:ext cx="10795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30" name="Object 31"/>
          <p:cNvGraphicFramePr>
            <a:graphicFrameLocks noChangeAspect="1"/>
          </p:cNvGraphicFramePr>
          <p:nvPr/>
        </p:nvGraphicFramePr>
        <p:xfrm>
          <a:off x="7394575" y="3421063"/>
          <a:ext cx="306388" cy="361950"/>
        </p:xfrm>
        <a:graphic>
          <a:graphicData uri="http://schemas.openxmlformats.org/presentationml/2006/ole">
            <mc:AlternateContent xmlns:mc="http://schemas.openxmlformats.org/markup-compatibility/2006">
              <mc:Choice xmlns:v="urn:schemas-microsoft-com:vml" Requires="v">
                <p:oleObj spid="_x0000_s14054" name="Equation" r:id="rId25" imgW="5791200" imgH="7315200" progId="Equation.DSMT4">
                  <p:embed/>
                </p:oleObj>
              </mc:Choice>
              <mc:Fallback>
                <p:oleObj name="Equation" r:id="rId25" imgW="5791200" imgH="7315200" progId="Equation.DSMT4">
                  <p:embed/>
                  <p:pic>
                    <p:nvPicPr>
                      <p:cNvPr id="0" name="图片 14053"/>
                      <p:cNvPicPr>
                        <a:picLocks noChangeAspect="1"/>
                      </p:cNvPicPr>
                      <p:nvPr/>
                    </p:nvPicPr>
                    <p:blipFill>
                      <a:blip r:embed="rId26"/>
                      <a:stretch>
                        <a:fillRect/>
                      </a:stretch>
                    </p:blipFill>
                    <p:spPr>
                      <a:xfrm>
                        <a:off x="7394575" y="3421063"/>
                        <a:ext cx="306388" cy="361950"/>
                      </a:xfrm>
                      <a:prstGeom prst="rect">
                        <a:avLst/>
                      </a:prstGeom>
                      <a:noFill/>
                      <a:ln w="9525">
                        <a:noFill/>
                      </a:ln>
                    </p:spPr>
                  </p:pic>
                </p:oleObj>
              </mc:Fallback>
            </mc:AlternateContent>
          </a:graphicData>
        </a:graphic>
      </p:graphicFrame>
      <p:sp>
        <p:nvSpPr>
          <p:cNvPr id="32" name="Line 33"/>
          <p:cNvSpPr>
            <a:spLocks noChangeShapeType="1"/>
          </p:cNvSpPr>
          <p:nvPr/>
        </p:nvSpPr>
        <p:spPr bwMode="auto">
          <a:xfrm>
            <a:off x="8201025" y="4886960"/>
            <a:ext cx="0" cy="762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sp>
        <p:nvSpPr>
          <p:cNvPr id="33" name="Line 34"/>
          <p:cNvSpPr>
            <a:spLocks noChangeShapeType="1"/>
          </p:cNvSpPr>
          <p:nvPr/>
        </p:nvSpPr>
        <p:spPr bwMode="auto">
          <a:xfrm>
            <a:off x="9572625" y="4886960"/>
            <a:ext cx="0" cy="762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黑体" panose="02010609060101010101" charset="-122"/>
              <a:ea typeface="黑体" panose="02010609060101010101" charset="-122"/>
            </a:endParaRPr>
          </a:p>
        </p:txBody>
      </p:sp>
      <p:graphicFrame>
        <p:nvGraphicFramePr>
          <p:cNvPr id="34" name="Object 35"/>
          <p:cNvGraphicFramePr>
            <a:graphicFrameLocks noChangeAspect="1"/>
          </p:cNvGraphicFramePr>
          <p:nvPr/>
        </p:nvGraphicFramePr>
        <p:xfrm>
          <a:off x="2843213" y="5690235"/>
          <a:ext cx="1762125" cy="441325"/>
        </p:xfrm>
        <a:graphic>
          <a:graphicData uri="http://schemas.openxmlformats.org/presentationml/2006/ole">
            <mc:AlternateContent xmlns:mc="http://schemas.openxmlformats.org/markup-compatibility/2006">
              <mc:Choice xmlns:v="urn:schemas-microsoft-com:vml" Requires="v">
                <p:oleObj spid="_x0000_s14055" name="Equation" r:id="rId27" imgW="41148000" imgH="9448800" progId="Equation.DSMT4">
                  <p:embed/>
                </p:oleObj>
              </mc:Choice>
              <mc:Fallback>
                <p:oleObj name="Equation" r:id="rId27" imgW="41148000" imgH="9448800" progId="Equation.DSMT4">
                  <p:embed/>
                  <p:pic>
                    <p:nvPicPr>
                      <p:cNvPr id="0" name="图片 14054"/>
                      <p:cNvPicPr>
                        <a:picLocks noChangeAspect="1"/>
                      </p:cNvPicPr>
                      <p:nvPr/>
                    </p:nvPicPr>
                    <p:blipFill>
                      <a:blip r:embed="rId28"/>
                      <a:stretch>
                        <a:fillRect/>
                      </a:stretch>
                    </p:blipFill>
                    <p:spPr>
                      <a:xfrm>
                        <a:off x="2843213" y="5690235"/>
                        <a:ext cx="1762125" cy="441325"/>
                      </a:xfrm>
                      <a:prstGeom prst="rect">
                        <a:avLst/>
                      </a:prstGeom>
                      <a:noFill/>
                      <a:ln w="9525">
                        <a:noFill/>
                      </a:ln>
                    </p:spPr>
                  </p:pic>
                </p:oleObj>
              </mc:Fallback>
            </mc:AlternateContent>
          </a:graphicData>
        </a:graphic>
      </p:graphicFrame>
      <p:sp>
        <p:nvSpPr>
          <p:cNvPr id="35" name="Freeform 36"/>
          <p:cNvSpPr/>
          <p:nvPr/>
        </p:nvSpPr>
        <p:spPr bwMode="auto">
          <a:xfrm>
            <a:off x="8201025" y="3606006"/>
            <a:ext cx="1371600" cy="952500"/>
          </a:xfrm>
          <a:custGeom>
            <a:avLst/>
            <a:gdLst>
              <a:gd name="T0" fmla="*/ 0 w 864"/>
              <a:gd name="T1" fmla="*/ 2147483647 h 600"/>
              <a:gd name="T2" fmla="*/ 2147483647 w 864"/>
              <a:gd name="T3" fmla="*/ 2147483647 h 600"/>
              <a:gd name="T4" fmla="*/ 2147483647 w 864"/>
              <a:gd name="T5" fmla="*/ 2147483647 h 600"/>
              <a:gd name="T6" fmla="*/ 2147483647 w 864"/>
              <a:gd name="T7" fmla="*/ 2147483647 h 600"/>
              <a:gd name="T8" fmla="*/ 2147483647 w 864"/>
              <a:gd name="T9" fmla="*/ 2147483647 h 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600">
                <a:moveTo>
                  <a:pt x="0" y="600"/>
                </a:moveTo>
                <a:cubicBezTo>
                  <a:pt x="40" y="372"/>
                  <a:pt x="80" y="144"/>
                  <a:pt x="144" y="72"/>
                </a:cubicBezTo>
                <a:cubicBezTo>
                  <a:pt x="208" y="0"/>
                  <a:pt x="296" y="96"/>
                  <a:pt x="384" y="168"/>
                </a:cubicBezTo>
                <a:cubicBezTo>
                  <a:pt x="472" y="240"/>
                  <a:pt x="592" y="528"/>
                  <a:pt x="672" y="504"/>
                </a:cubicBezTo>
                <a:cubicBezTo>
                  <a:pt x="752" y="480"/>
                  <a:pt x="808" y="252"/>
                  <a:pt x="864" y="24"/>
                </a:cubicBezTo>
              </a:path>
            </a:pathLst>
          </a:custGeom>
          <a:ln w="12700"/>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0">
            <a:schemeClr val="accent5"/>
          </a:fillRef>
          <a:effectRef idx="0">
            <a:schemeClr val="accent5"/>
          </a:effectRef>
          <a:fontRef idx="minor">
            <a:schemeClr val="tx1"/>
          </a:fontRef>
        </p:style>
        <p:txBody>
          <a:bodyPr/>
          <a:lstStyle/>
          <a:p>
            <a:endParaRPr lang="zh-CN" altLang="en-US" b="1">
              <a:latin typeface="黑体" panose="02010609060101010101" charset="-122"/>
              <a:ea typeface="黑体" panose="02010609060101010101" charset="-122"/>
            </a:endParaRPr>
          </a:p>
        </p:txBody>
      </p:sp>
      <p:sp>
        <p:nvSpPr>
          <p:cNvPr id="36" name="AutoShape 37"/>
          <p:cNvSpPr>
            <a:spLocks noChangeArrowheads="1"/>
          </p:cNvSpPr>
          <p:nvPr/>
        </p:nvSpPr>
        <p:spPr bwMode="auto">
          <a:xfrm>
            <a:off x="5153025" y="2681663"/>
            <a:ext cx="1447800" cy="533400"/>
          </a:xfrm>
          <a:prstGeom prst="wedgeRectCallout">
            <a:avLst>
              <a:gd name="adj1" fmla="val -57500"/>
              <a:gd name="adj2" fmla="val -91677"/>
            </a:avLst>
          </a:prstGeom>
          <a:solidFill>
            <a:schemeClr val="accent5">
              <a:lumMod val="20000"/>
              <a:lumOff val="8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kumimoji="1" lang="zh-CN" altLang="en-US" sz="2800" b="1">
                <a:latin typeface="黑体" panose="02010609060101010101" charset="-122"/>
                <a:ea typeface="黑体" panose="02010609060101010101" charset="-122"/>
              </a:rPr>
              <a:t>自变量</a:t>
            </a:r>
            <a:endParaRPr kumimoji="1" lang="zh-CN" altLang="en-US" sz="2800" b="1">
              <a:latin typeface="黑体" panose="02010609060101010101" charset="-122"/>
              <a:ea typeface="黑体" panose="02010609060101010101" charset="-122"/>
            </a:endParaRPr>
          </a:p>
        </p:txBody>
      </p:sp>
      <p:sp>
        <p:nvSpPr>
          <p:cNvPr id="37" name="AutoShape 38"/>
          <p:cNvSpPr>
            <a:spLocks noChangeArrowheads="1"/>
          </p:cNvSpPr>
          <p:nvPr/>
        </p:nvSpPr>
        <p:spPr bwMode="auto">
          <a:xfrm>
            <a:off x="2333625" y="2757863"/>
            <a:ext cx="1447800" cy="533400"/>
          </a:xfrm>
          <a:prstGeom prst="wedgeRectCallout">
            <a:avLst>
              <a:gd name="adj1" fmla="val 56579"/>
              <a:gd name="adj2" fmla="val -92264"/>
            </a:avLst>
          </a:prstGeom>
          <a:solidFill>
            <a:schemeClr val="accent5">
              <a:lumMod val="20000"/>
              <a:lumOff val="8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kumimoji="1" lang="zh-CN" altLang="en-US" sz="2800" b="1">
                <a:latin typeface="黑体" panose="02010609060101010101" charset="-122"/>
                <a:ea typeface="黑体" panose="02010609060101010101" charset="-122"/>
              </a:rPr>
              <a:t>因变量</a:t>
            </a:r>
            <a:endParaRPr kumimoji="1" lang="zh-CN" altLang="en-US" sz="2800" b="1">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xEl>
                                              <p:pRg st="4294967295" end="4294967295"/>
                                            </p:txEl>
                                          </p:spTgt>
                                        </p:tgtEl>
                                        <p:attrNameLst>
                                          <p:attrName>style.visibility</p:attrName>
                                        </p:attrNameLst>
                                      </p:cBhvr>
                                      <p:to>
                                        <p:strVal val="visible"/>
                                      </p:to>
                                    </p:set>
                                    <p:animEffect transition="in" filter="wipe(left)">
                                      <p:cBhvr>
                                        <p:cTn id="16" dur="500"/>
                                        <p:tgtEl>
                                          <p:spTgt spid="7">
                                            <p:txEl>
                                              <p:pRg st="4294967295" end="429496729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xEl>
                                              <p:pRg st="4294967295" end="4294967295"/>
                                            </p:txEl>
                                          </p:spTgt>
                                        </p:tgtEl>
                                        <p:attrNameLst>
                                          <p:attrName>style.visibility</p:attrName>
                                        </p:attrNameLst>
                                      </p:cBhvr>
                                      <p:to>
                                        <p:strVal val="visible"/>
                                      </p:to>
                                    </p:set>
                                    <p:animEffect transition="in" filter="wipe(left)">
                                      <p:cBhvr>
                                        <p:cTn id="30" dur="500"/>
                                        <p:tgtEl>
                                          <p:spTgt spid="9">
                                            <p:txEl>
                                              <p:pRg st="4294967295" end="429496729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wipe(left)">
                                      <p:cBhvr>
                                        <p:cTn id="35" dur="500"/>
                                        <p:tgtEl>
                                          <p:spTgt spid="9">
                                            <p:txEl>
                                              <p:pRg st="0" end="0"/>
                                            </p:txEl>
                                          </p:spTgt>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39" dur="500"/>
                                        <p:tgtEl>
                                          <p:spTgt spid="10">
                                            <p:txEl>
                                              <p:pRg st="4294967295" end="4294967295"/>
                                            </p:txEl>
                                          </p:spTgt>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43" dur="500"/>
                                        <p:tgtEl>
                                          <p:spTgt spid="10">
                                            <p:txEl>
                                              <p:pRg st="4294967295" end="4294967295"/>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10">
                                            <p:txEl>
                                              <p:pRg st="0" end="0"/>
                                            </p:txEl>
                                          </p:spTgt>
                                        </p:tgtEl>
                                        <p:attrNameLst>
                                          <p:attrName>style.visibility</p:attrName>
                                        </p:attrNameLst>
                                      </p:cBhvr>
                                      <p:to>
                                        <p:strVal val="visible"/>
                                      </p:to>
                                    </p:set>
                                    <p:animEffect transition="in" filter="wipe(left)">
                                      <p:cBhvr>
                                        <p:cTn id="47" dur="500"/>
                                        <p:tgtEl>
                                          <p:spTgt spid="1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52" dur="500"/>
                                        <p:tgtEl>
                                          <p:spTgt spid="11">
                                            <p:txEl>
                                              <p:pRg st="4294967295" end="429496729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57" dur="500"/>
                                        <p:tgtEl>
                                          <p:spTgt spid="11">
                                            <p:txEl>
                                              <p:pRg st="4294967295" end="429496729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
                                            <p:txEl>
                                              <p:pRg st="0" end="0"/>
                                            </p:txEl>
                                          </p:spTgt>
                                        </p:tgtEl>
                                        <p:attrNameLst>
                                          <p:attrName>style.visibility</p:attrName>
                                        </p:attrNameLst>
                                      </p:cBhvr>
                                      <p:to>
                                        <p:strVal val="visible"/>
                                      </p:to>
                                    </p:set>
                                    <p:animEffect transition="in" filter="wipe(left)">
                                      <p:cBhvr>
                                        <p:cTn id="62" dur="500"/>
                                        <p:tgtEl>
                                          <p:spTgt spid="11">
                                            <p:txEl>
                                              <p:pRg st="0" end="0"/>
                                            </p:txEl>
                                          </p:spTgt>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down)">
                                      <p:cBhvr>
                                        <p:cTn id="71" dur="500"/>
                                        <p:tgtEl>
                                          <p:spTgt spid="3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wipe(up)">
                                      <p:cBhvr>
                                        <p:cTn id="76" dur="500"/>
                                        <p:tgtEl>
                                          <p:spTgt spid="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wipe(down)">
                                      <p:cBhvr>
                                        <p:cTn id="81" dur="500"/>
                                        <p:tgtEl>
                                          <p:spTgt spid="3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86" dur="500"/>
                                        <p:tgtEl>
                                          <p:spTgt spid="13">
                                            <p:txEl>
                                              <p:pRg st="4294967295" end="429496729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91" dur="500"/>
                                        <p:tgtEl>
                                          <p:spTgt spid="13">
                                            <p:txEl>
                                              <p:pRg st="4294967295" end="4294967295"/>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3">
                                            <p:txEl>
                                              <p:pRg st="0" end="0"/>
                                            </p:txEl>
                                          </p:spTgt>
                                        </p:tgtEl>
                                        <p:attrNameLst>
                                          <p:attrName>style.visibility</p:attrName>
                                        </p:attrNameLst>
                                      </p:cBhvr>
                                      <p:to>
                                        <p:strVal val="visible"/>
                                      </p:to>
                                    </p:set>
                                    <p:animEffect transition="in" filter="wipe(left)">
                                      <p:cBhvr>
                                        <p:cTn id="96" dur="500"/>
                                        <p:tgtEl>
                                          <p:spTgt spid="13">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wipe(left)">
                                      <p:cBhvr>
                                        <p:cTn id="101" dur="500"/>
                                        <p:tgtEl>
                                          <p:spTgt spid="1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wipe(left)">
                                      <p:cBhvr>
                                        <p:cTn id="106" dur="500"/>
                                        <p:tgtEl>
                                          <p:spTgt spid="15"/>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7"/>
                                        </p:tgtEl>
                                        <p:attrNameLst>
                                          <p:attrName>style.visibility</p:attrName>
                                        </p:attrNameLst>
                                      </p:cBhvr>
                                      <p:to>
                                        <p:strVal val="visible"/>
                                      </p:to>
                                    </p:set>
                                    <p:animEffect transition="in" filter="wipe(left)">
                                      <p:cBhvr>
                                        <p:cTn id="111" dur="500"/>
                                        <p:tgtEl>
                                          <p:spTgt spid="17"/>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16"/>
                                        </p:tgtEl>
                                        <p:attrNameLst>
                                          <p:attrName>style.visibility</p:attrName>
                                        </p:attrNameLst>
                                      </p:cBhvr>
                                      <p:to>
                                        <p:strVal val="visible"/>
                                      </p:to>
                                    </p:set>
                                    <p:animEffect transition="in" filter="wipe(left)">
                                      <p:cBhvr>
                                        <p:cTn id="116" dur="500"/>
                                        <p:tgtEl>
                                          <p:spTgt spid="16"/>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8"/>
                                        </p:tgtEl>
                                        <p:attrNameLst>
                                          <p:attrName>style.visibility</p:attrName>
                                        </p:attrNameLst>
                                      </p:cBhvr>
                                      <p:to>
                                        <p:strVal val="visible"/>
                                      </p:to>
                                    </p:set>
                                    <p:animEffect transition="in" filter="wipe(left)">
                                      <p:cBhvr>
                                        <p:cTn id="121" dur="500"/>
                                        <p:tgtEl>
                                          <p:spTgt spid="18"/>
                                        </p:tgtEl>
                                      </p:cBhvr>
                                    </p:animEffect>
                                  </p:childTnLst>
                                </p:cTn>
                              </p:par>
                            </p:childTnLst>
                          </p:cTn>
                        </p:par>
                        <p:par>
                          <p:cTn id="122" fill="hold">
                            <p:stCondLst>
                              <p:cond delay="500"/>
                            </p:stCondLst>
                            <p:childTnLst>
                              <p:par>
                                <p:cTn id="123" presetID="22" presetClass="entr" presetSubtype="8" fill="hold" nodeType="afterEffect">
                                  <p:stCondLst>
                                    <p:cond delay="0"/>
                                  </p:stCondLst>
                                  <p:childTnLst>
                                    <p:set>
                                      <p:cBhvr>
                                        <p:cTn id="124" dur="1" fill="hold">
                                          <p:stCondLst>
                                            <p:cond delay="0"/>
                                          </p:stCondLst>
                                        </p:cTn>
                                        <p:tgtEl>
                                          <p:spTgt spid="20"/>
                                        </p:tgtEl>
                                        <p:attrNameLst>
                                          <p:attrName>style.visibility</p:attrName>
                                        </p:attrNameLst>
                                      </p:cBhvr>
                                      <p:to>
                                        <p:strVal val="visible"/>
                                      </p:to>
                                    </p:set>
                                    <p:animEffect transition="in" filter="wipe(left)">
                                      <p:cBhvr>
                                        <p:cTn id="125" dur="500"/>
                                        <p:tgtEl>
                                          <p:spTgt spid="20"/>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grpId="0" nodeType="click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wipe(down)">
                                      <p:cBhvr>
                                        <p:cTn id="130" dur="500"/>
                                        <p:tgtEl>
                                          <p:spTgt spid="19"/>
                                        </p:tgtEl>
                                      </p:cBhvr>
                                    </p:animEffec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21"/>
                                        </p:tgtEl>
                                        <p:attrNameLst>
                                          <p:attrName>style.visibility</p:attrName>
                                        </p:attrNameLst>
                                      </p:cBhvr>
                                      <p:to>
                                        <p:strVal val="visible"/>
                                      </p:to>
                                    </p:set>
                                    <p:animEffect transition="in" filter="wipe(left)">
                                      <p:cBhvr>
                                        <p:cTn id="134" dur="500"/>
                                        <p:tgtEl>
                                          <p:spTgt spid="21"/>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22"/>
                                        </p:tgtEl>
                                        <p:attrNameLst>
                                          <p:attrName>style.visibility</p:attrName>
                                        </p:attrNameLst>
                                      </p:cBhvr>
                                      <p:to>
                                        <p:strVal val="visible"/>
                                      </p:to>
                                    </p:set>
                                    <p:animEffect transition="in" filter="wipe(left)">
                                      <p:cBhvr>
                                        <p:cTn id="139" dur="500"/>
                                        <p:tgtEl>
                                          <p:spTgt spid="22"/>
                                        </p:tgtEl>
                                      </p:cBhvr>
                                    </p:animEffect>
                                  </p:childTnLst>
                                </p:cTn>
                              </p:par>
                            </p:childTnLst>
                          </p:cTn>
                        </p:par>
                        <p:par>
                          <p:cTn id="140" fill="hold">
                            <p:stCondLst>
                              <p:cond delay="500"/>
                            </p:stCondLst>
                            <p:childTnLst>
                              <p:par>
                                <p:cTn id="141" presetID="22" presetClass="entr" presetSubtype="8" fill="hold" nodeType="afterEffect">
                                  <p:stCondLst>
                                    <p:cond delay="0"/>
                                  </p:stCondLst>
                                  <p:childTnLst>
                                    <p:set>
                                      <p:cBhvr>
                                        <p:cTn id="142" dur="1" fill="hold">
                                          <p:stCondLst>
                                            <p:cond delay="0"/>
                                          </p:stCondLst>
                                        </p:cTn>
                                        <p:tgtEl>
                                          <p:spTgt spid="23"/>
                                        </p:tgtEl>
                                        <p:attrNameLst>
                                          <p:attrName>style.visibility</p:attrName>
                                        </p:attrNameLst>
                                      </p:cBhvr>
                                      <p:to>
                                        <p:strVal val="visible"/>
                                      </p:to>
                                    </p:set>
                                    <p:animEffect transition="in" filter="wipe(left)">
                                      <p:cBhvr>
                                        <p:cTn id="143" dur="500"/>
                                        <p:tgtEl>
                                          <p:spTgt spid="23"/>
                                        </p:tgtEl>
                                      </p:cBhvr>
                                    </p:animEffect>
                                  </p:childTnLst>
                                </p:cTn>
                              </p:par>
                            </p:childTnLst>
                          </p:cTn>
                        </p:par>
                        <p:par>
                          <p:cTn id="144" fill="hold">
                            <p:stCondLst>
                              <p:cond delay="1000"/>
                            </p:stCondLst>
                            <p:childTnLst>
                              <p:par>
                                <p:cTn id="145" presetID="22" presetClass="entr" presetSubtype="8" fill="hold" nodeType="afterEffect">
                                  <p:stCondLst>
                                    <p:cond delay="0"/>
                                  </p:stCondLst>
                                  <p:childTnLst>
                                    <p:set>
                                      <p:cBhvr>
                                        <p:cTn id="146" dur="1" fill="hold">
                                          <p:stCondLst>
                                            <p:cond delay="0"/>
                                          </p:stCondLst>
                                        </p:cTn>
                                        <p:tgtEl>
                                          <p:spTgt spid="24"/>
                                        </p:tgtEl>
                                        <p:attrNameLst>
                                          <p:attrName>style.visibility</p:attrName>
                                        </p:attrNameLst>
                                      </p:cBhvr>
                                      <p:to>
                                        <p:strVal val="visible"/>
                                      </p:to>
                                    </p:set>
                                    <p:animEffect transition="in" filter="wipe(left)">
                                      <p:cBhvr>
                                        <p:cTn id="147" dur="500"/>
                                        <p:tgtEl>
                                          <p:spTgt spid="24"/>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27"/>
                                        </p:tgtEl>
                                        <p:attrNameLst>
                                          <p:attrName>style.visibility</p:attrName>
                                        </p:attrNameLst>
                                      </p:cBhvr>
                                      <p:to>
                                        <p:strVal val="visible"/>
                                      </p:to>
                                    </p:set>
                                    <p:animEffect transition="in" filter="wipe(left)">
                                      <p:cBhvr>
                                        <p:cTn id="152" dur="500"/>
                                        <p:tgtEl>
                                          <p:spTgt spid="27"/>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4" fill="hold" grpId="0" nodeType="clickEffect">
                                  <p:stCondLst>
                                    <p:cond delay="0"/>
                                  </p:stCondLst>
                                  <p:childTnLst>
                                    <p:set>
                                      <p:cBhvr>
                                        <p:cTn id="156" dur="1" fill="hold">
                                          <p:stCondLst>
                                            <p:cond delay="0"/>
                                          </p:stCondLst>
                                        </p:cTn>
                                        <p:tgtEl>
                                          <p:spTgt spid="28"/>
                                        </p:tgtEl>
                                        <p:attrNameLst>
                                          <p:attrName>style.visibility</p:attrName>
                                        </p:attrNameLst>
                                      </p:cBhvr>
                                      <p:to>
                                        <p:strVal val="visible"/>
                                      </p:to>
                                    </p:set>
                                    <p:animEffect transition="in" filter="wipe(down)">
                                      <p:cBhvr>
                                        <p:cTn id="157" dur="500"/>
                                        <p:tgtEl>
                                          <p:spTgt spid="28"/>
                                        </p:tgtEl>
                                      </p:cBhvr>
                                    </p:animEffect>
                                  </p:childTnLst>
                                </p:cTn>
                              </p:par>
                            </p:childTnLst>
                          </p:cTn>
                        </p:par>
                        <p:par>
                          <p:cTn id="158" fill="hold">
                            <p:stCondLst>
                              <p:cond delay="500"/>
                            </p:stCondLst>
                            <p:childTnLst>
                              <p:par>
                                <p:cTn id="159" presetID="22" presetClass="entr" presetSubtype="2" fill="hold" grpId="0" nodeType="afterEffect">
                                  <p:stCondLst>
                                    <p:cond delay="0"/>
                                  </p:stCondLst>
                                  <p:childTnLst>
                                    <p:set>
                                      <p:cBhvr>
                                        <p:cTn id="160" dur="1" fill="hold">
                                          <p:stCondLst>
                                            <p:cond delay="0"/>
                                          </p:stCondLst>
                                        </p:cTn>
                                        <p:tgtEl>
                                          <p:spTgt spid="29"/>
                                        </p:tgtEl>
                                        <p:attrNameLst>
                                          <p:attrName>style.visibility</p:attrName>
                                        </p:attrNameLst>
                                      </p:cBhvr>
                                      <p:to>
                                        <p:strVal val="visible"/>
                                      </p:to>
                                    </p:set>
                                    <p:animEffect transition="in" filter="wipe(right)">
                                      <p:cBhvr>
                                        <p:cTn id="161" dur="500"/>
                                        <p:tgtEl>
                                          <p:spTgt spid="29"/>
                                        </p:tgtEl>
                                      </p:cBhvr>
                                    </p:animEffect>
                                  </p:childTnLst>
                                </p:cTn>
                              </p:par>
                            </p:childTnLst>
                          </p:cTn>
                        </p:par>
                        <p:par>
                          <p:cTn id="162" fill="hold">
                            <p:stCondLst>
                              <p:cond delay="1000"/>
                            </p:stCondLst>
                            <p:childTnLst>
                              <p:par>
                                <p:cTn id="163" presetID="22" presetClass="entr" presetSubtype="8" fill="hold" nodeType="afterEffect">
                                  <p:stCondLst>
                                    <p:cond delay="0"/>
                                  </p:stCondLst>
                                  <p:childTnLst>
                                    <p:set>
                                      <p:cBhvr>
                                        <p:cTn id="164" dur="1" fill="hold">
                                          <p:stCondLst>
                                            <p:cond delay="0"/>
                                          </p:stCondLst>
                                        </p:cTn>
                                        <p:tgtEl>
                                          <p:spTgt spid="30"/>
                                        </p:tgtEl>
                                        <p:attrNameLst>
                                          <p:attrName>style.visibility</p:attrName>
                                        </p:attrNameLst>
                                      </p:cBhvr>
                                      <p:to>
                                        <p:strVal val="visible"/>
                                      </p:to>
                                    </p:set>
                                    <p:animEffect transition="in" filter="wipe(left)">
                                      <p:cBhvr>
                                        <p:cTn id="165" dur="500"/>
                                        <p:tgtEl>
                                          <p:spTgt spid="30"/>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4" fill="hold" grpId="0" nodeType="clickEffect">
                                  <p:stCondLst>
                                    <p:cond delay="0"/>
                                  </p:stCondLst>
                                  <p:childTnLst>
                                    <p:set>
                                      <p:cBhvr>
                                        <p:cTn id="169" dur="1" fill="hold">
                                          <p:stCondLst>
                                            <p:cond delay="0"/>
                                          </p:stCondLst>
                                        </p:cTn>
                                        <p:tgtEl>
                                          <p:spTgt spid="25"/>
                                        </p:tgtEl>
                                        <p:attrNameLst>
                                          <p:attrName>style.visibility</p:attrName>
                                        </p:attrNameLst>
                                      </p:cBhvr>
                                      <p:to>
                                        <p:strVal val="visible"/>
                                      </p:to>
                                    </p:set>
                                    <p:animEffect transition="in" filter="wipe(down)">
                                      <p:cBhvr>
                                        <p:cTn id="170" dur="500"/>
                                        <p:tgtEl>
                                          <p:spTgt spid="25"/>
                                        </p:tgtEl>
                                      </p:cBhvr>
                                    </p:animEffect>
                                  </p:childTnLst>
                                </p:cTn>
                              </p:par>
                            </p:childTnLst>
                          </p:cTn>
                        </p:par>
                        <p:par>
                          <p:cTn id="171" fill="hold">
                            <p:stCondLst>
                              <p:cond delay="500"/>
                            </p:stCondLst>
                            <p:childTnLst>
                              <p:par>
                                <p:cTn id="172" presetID="22" presetClass="entr" presetSubtype="4" fill="hold" grpId="0" nodeType="afterEffect">
                                  <p:stCondLst>
                                    <p:cond delay="0"/>
                                  </p:stCondLst>
                                  <p:childTnLst>
                                    <p:set>
                                      <p:cBhvr>
                                        <p:cTn id="173" dur="1" fill="hold">
                                          <p:stCondLst>
                                            <p:cond delay="0"/>
                                          </p:stCondLst>
                                        </p:cTn>
                                        <p:tgtEl>
                                          <p:spTgt spid="26"/>
                                        </p:tgtEl>
                                        <p:attrNameLst>
                                          <p:attrName>style.visibility</p:attrName>
                                        </p:attrNameLst>
                                      </p:cBhvr>
                                      <p:to>
                                        <p:strVal val="visible"/>
                                      </p:to>
                                    </p:set>
                                    <p:animEffect transition="in" filter="wipe(down)">
                                      <p:cBhvr>
                                        <p:cTn id="174" dur="500"/>
                                        <p:tgtEl>
                                          <p:spTgt spid="26"/>
                                        </p:tgtEl>
                                      </p:cBhvr>
                                    </p:animEffect>
                                  </p:childTnLst>
                                </p:cTn>
                              </p:par>
                            </p:childTnLst>
                          </p:cTn>
                        </p:par>
                        <p:par>
                          <p:cTn id="175" fill="hold">
                            <p:stCondLst>
                              <p:cond delay="1000"/>
                            </p:stCondLst>
                            <p:childTnLst>
                              <p:par>
                                <p:cTn id="176" presetID="22" presetClass="entr" presetSubtype="8" fill="hold" grpId="0" nodeType="afterEffect">
                                  <p:stCondLst>
                                    <p:cond delay="0"/>
                                  </p:stCondLst>
                                  <p:childTnLst>
                                    <p:set>
                                      <p:cBhvr>
                                        <p:cTn id="177" dur="1" fill="hold">
                                          <p:stCondLst>
                                            <p:cond delay="0"/>
                                          </p:stCondLst>
                                        </p:cTn>
                                        <p:tgtEl>
                                          <p:spTgt spid="35"/>
                                        </p:tgtEl>
                                        <p:attrNameLst>
                                          <p:attrName>style.visibility</p:attrName>
                                        </p:attrNameLst>
                                      </p:cBhvr>
                                      <p:to>
                                        <p:strVal val="visible"/>
                                      </p:to>
                                    </p:set>
                                    <p:animEffect transition="in" filter="wipe(left)">
                                      <p:cBhvr>
                                        <p:cTn id="178" dur="500"/>
                                        <p:tgtEl>
                                          <p:spTgt spid="35"/>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nodeType="clickEffect">
                                  <p:stCondLst>
                                    <p:cond delay="0"/>
                                  </p:stCondLst>
                                  <p:childTnLst>
                                    <p:set>
                                      <p:cBhvr>
                                        <p:cTn id="182" dur="1" fill="hold">
                                          <p:stCondLst>
                                            <p:cond delay="0"/>
                                          </p:stCondLst>
                                        </p:cTn>
                                        <p:tgtEl>
                                          <p:spTgt spid="34"/>
                                        </p:tgtEl>
                                        <p:attrNameLst>
                                          <p:attrName>style.visibility</p:attrName>
                                        </p:attrNameLst>
                                      </p:cBhvr>
                                      <p:to>
                                        <p:strVal val="visible"/>
                                      </p:to>
                                    </p:set>
                                    <p:animEffect transition="in" filter="wipe(left)">
                                      <p:cBhvr>
                                        <p:cTn id="18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P spid="5" grpId="0" autoUpdateAnimBg="0"/>
      <p:bldP spid="7" grpId="0" autoUpdateAnimBg="0" build="p"/>
      <p:bldP spid="9" grpId="0" autoUpdateAnimBg="0" build="p"/>
      <p:bldP spid="10" grpId="0" advAuto="0" autoUpdateAnimBg="0" uiExpand="1" build="p"/>
      <p:bldP spid="11" grpId="0" autoUpdateAnimBg="0" uiExpand="1" build="p"/>
      <p:bldP spid="13" grpId="0" autoUpdateAnimBg="0" uiExpand="1" build="p"/>
      <p:bldP spid="14" grpId="0" autoUpdateAnimBg="0"/>
      <p:bldP spid="18" grpId="0" bldLvl="0" animBg="1"/>
      <p:bldP spid="19" grpId="0" bldLvl="0" animBg="1"/>
      <p:bldP spid="25" grpId="0" bldLvl="0" animBg="1"/>
      <p:bldP spid="26" grpId="0" bldLvl="0" animBg="1"/>
      <p:bldP spid="28" grpId="0" bldLvl="0" animBg="1"/>
      <p:bldP spid="29" grpId="0" bldLvl="0" animBg="1"/>
      <p:bldP spid="35" grpId="0" bldLvl="0" animBg="1"/>
      <p:bldP spid="36" grpId="0" bldLvl="0" animBg="1" autoUpdateAnimBg="0"/>
      <p:bldP spid="37"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3009900" y="457200"/>
          <a:ext cx="1104900" cy="381000"/>
        </p:xfrm>
        <a:graphic>
          <a:graphicData uri="http://schemas.openxmlformats.org/presentationml/2006/ole">
            <mc:AlternateContent xmlns:mc="http://schemas.openxmlformats.org/markup-compatibility/2006">
              <mc:Choice xmlns:v="urn:schemas-microsoft-com:vml" Requires="v">
                <p:oleObj spid="_x0000_s14337" name="Equation" r:id="rId1" imgW="26517600" imgH="9144000" progId="Equation.DSMT4">
                  <p:embed/>
                </p:oleObj>
              </mc:Choice>
              <mc:Fallback>
                <p:oleObj name="Equation" r:id="rId1" imgW="26517600" imgH="9144000" progId="Equation.DSMT4">
                  <p:embed/>
                  <p:pic>
                    <p:nvPicPr>
                      <p:cNvPr id="0" name="图片 14336"/>
                      <p:cNvPicPr>
                        <a:picLocks noChangeAspect="1"/>
                      </p:cNvPicPr>
                      <p:nvPr/>
                    </p:nvPicPr>
                    <p:blipFill>
                      <a:blip r:embed="rId2"/>
                      <a:stretch>
                        <a:fillRect/>
                      </a:stretch>
                    </p:blipFill>
                    <p:spPr>
                      <a:xfrm>
                        <a:off x="3009900" y="457200"/>
                        <a:ext cx="1104900" cy="381000"/>
                      </a:xfrm>
                      <a:prstGeom prst="rect">
                        <a:avLst/>
                      </a:prstGeom>
                      <a:noFill/>
                      <a:ln w="9525">
                        <a:noFill/>
                      </a:ln>
                    </p:spPr>
                  </p:pic>
                </p:oleObj>
              </mc:Fallback>
            </mc:AlternateContent>
          </a:graphicData>
        </a:graphic>
      </p:graphicFrame>
      <p:sp>
        <p:nvSpPr>
          <p:cNvPr id="6" name="Line 5"/>
          <p:cNvSpPr>
            <a:spLocks noChangeShapeType="1"/>
          </p:cNvSpPr>
          <p:nvPr/>
        </p:nvSpPr>
        <p:spPr bwMode="auto">
          <a:xfrm flipV="1">
            <a:off x="4276725" y="638175"/>
            <a:ext cx="10795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7" name="Line 6"/>
          <p:cNvSpPr>
            <a:spLocks noChangeShapeType="1"/>
          </p:cNvSpPr>
          <p:nvPr/>
        </p:nvSpPr>
        <p:spPr bwMode="auto">
          <a:xfrm>
            <a:off x="4276725" y="523875"/>
            <a:ext cx="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8" name="Object 7"/>
          <p:cNvGraphicFramePr>
            <a:graphicFrameLocks noChangeAspect="1"/>
          </p:cNvGraphicFramePr>
          <p:nvPr/>
        </p:nvGraphicFramePr>
        <p:xfrm>
          <a:off x="4495800" y="101600"/>
          <a:ext cx="584200" cy="598805"/>
        </p:xfrm>
        <a:graphic>
          <a:graphicData uri="http://schemas.openxmlformats.org/presentationml/2006/ole">
            <mc:AlternateContent xmlns:mc="http://schemas.openxmlformats.org/markup-compatibility/2006">
              <mc:Choice xmlns:v="urn:schemas-microsoft-com:vml" Requires="v">
                <p:oleObj spid="_x0000_s15059" name="Equation" r:id="rId3" imgW="3657600" imgH="4876800" progId="Equation.DSMT4">
                  <p:embed/>
                </p:oleObj>
              </mc:Choice>
              <mc:Fallback>
                <p:oleObj name="Equation" r:id="rId3" imgW="3657600" imgH="4876800" progId="Equation.DSMT4">
                  <p:embed/>
                  <p:pic>
                    <p:nvPicPr>
                      <p:cNvPr id="0" name="图片 15058"/>
                      <p:cNvPicPr>
                        <a:picLocks noChangeAspect="1"/>
                      </p:cNvPicPr>
                      <p:nvPr/>
                    </p:nvPicPr>
                    <p:blipFill>
                      <a:blip r:embed="rId4"/>
                      <a:stretch>
                        <a:fillRect/>
                      </a:stretch>
                    </p:blipFill>
                    <p:spPr>
                      <a:xfrm>
                        <a:off x="4495800" y="101600"/>
                        <a:ext cx="584200" cy="598805"/>
                      </a:xfrm>
                      <a:prstGeom prst="rect">
                        <a:avLst/>
                      </a:prstGeom>
                      <a:noFill/>
                      <a:ln w="9525">
                        <a:noFill/>
                      </a:ln>
                    </p:spPr>
                  </p:pic>
                </p:oleObj>
              </mc:Fallback>
            </mc:AlternateContent>
          </a:graphicData>
        </a:graphic>
      </p:graphicFrame>
      <p:graphicFrame>
        <p:nvGraphicFramePr>
          <p:cNvPr id="5" name="Object 8"/>
          <p:cNvGraphicFramePr>
            <a:graphicFrameLocks noChangeAspect="1"/>
          </p:cNvGraphicFramePr>
          <p:nvPr/>
        </p:nvGraphicFramePr>
        <p:xfrm>
          <a:off x="5356225" y="355600"/>
          <a:ext cx="4749800" cy="482600"/>
        </p:xfrm>
        <a:graphic>
          <a:graphicData uri="http://schemas.openxmlformats.org/presentationml/2006/ole">
            <mc:AlternateContent xmlns:mc="http://schemas.openxmlformats.org/markup-compatibility/2006">
              <mc:Choice xmlns:v="urn:schemas-microsoft-com:vml" Requires="v">
                <p:oleObj spid="_x0000_s15060" name="Equation" r:id="rId5" imgW="113995200" imgH="11582400" progId="Equation.DSMT4">
                  <p:embed/>
                </p:oleObj>
              </mc:Choice>
              <mc:Fallback>
                <p:oleObj name="Equation" r:id="rId5" imgW="113995200" imgH="11582400" progId="Equation.DSMT4">
                  <p:embed/>
                  <p:pic>
                    <p:nvPicPr>
                      <p:cNvPr id="0" name="图片 15059"/>
                      <p:cNvPicPr>
                        <a:picLocks noChangeAspect="1"/>
                      </p:cNvPicPr>
                      <p:nvPr/>
                    </p:nvPicPr>
                    <p:blipFill>
                      <a:blip r:embed="rId6"/>
                      <a:stretch>
                        <a:fillRect/>
                      </a:stretch>
                    </p:blipFill>
                    <p:spPr>
                      <a:xfrm>
                        <a:off x="5356225" y="355600"/>
                        <a:ext cx="4749800" cy="482600"/>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4038600" y="838200"/>
            <a:ext cx="2209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r>
              <a:rPr kumimoji="1" lang="zh-CN" altLang="en-US" sz="2800" b="1">
                <a:latin typeface="Times New Roman" panose="02020603050405020304" pitchFamily="18" charset="0"/>
                <a:ea typeface="黑体" panose="02010609060101010101" charset="-122"/>
                <a:cs typeface="Times New Roman" panose="02020603050405020304" pitchFamily="18" charset="0"/>
              </a:rPr>
              <a:t>对应规则</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0" name="Text Box 10"/>
          <p:cNvSpPr txBox="1">
            <a:spLocks noChangeArrowheads="1"/>
          </p:cNvSpPr>
          <p:nvPr/>
        </p:nvSpPr>
        <p:spPr bwMode="auto">
          <a:xfrm>
            <a:off x="7086600" y="838200"/>
            <a:ext cx="1219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r>
              <a:rPr kumimoji="1" lang="zh-CN" altLang="en-US" sz="2800" b="1">
                <a:latin typeface="Times New Roman" panose="02020603050405020304" pitchFamily="18" charset="0"/>
                <a:ea typeface="黑体" panose="02010609060101010101" charset="-122"/>
                <a:cs typeface="Times New Roman" panose="02020603050405020304" pitchFamily="18" charset="0"/>
              </a:rPr>
              <a:t>值域</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1" name="Text Box 11"/>
          <p:cNvSpPr txBox="1">
            <a:spLocks noChangeArrowheads="1"/>
          </p:cNvSpPr>
          <p:nvPr/>
        </p:nvSpPr>
        <p:spPr bwMode="auto">
          <a:xfrm>
            <a:off x="1676400" y="838200"/>
            <a:ext cx="16764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r>
              <a:rPr kumimoji="1" lang="zh-CN" altLang="en-US" sz="2800" b="1">
                <a:latin typeface="Times New Roman" panose="02020603050405020304" pitchFamily="18" charset="0"/>
                <a:ea typeface="黑体" panose="02010609060101010101" charset="-122"/>
                <a:cs typeface="Times New Roman" panose="02020603050405020304" pitchFamily="18" charset="0"/>
              </a:rPr>
              <a:t>定义域</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2" name="Freeform 12"/>
          <p:cNvSpPr/>
          <p:nvPr/>
        </p:nvSpPr>
        <p:spPr bwMode="auto">
          <a:xfrm>
            <a:off x="3124200" y="838200"/>
            <a:ext cx="838200" cy="304800"/>
          </a:xfrm>
          <a:custGeom>
            <a:avLst/>
            <a:gdLst>
              <a:gd name="T0" fmla="*/ 0 w 528"/>
              <a:gd name="T1" fmla="*/ 2147483647 h 192"/>
              <a:gd name="T2" fmla="*/ 2147483647 w 528"/>
              <a:gd name="T3" fmla="*/ 2147483647 h 192"/>
              <a:gd name="T4" fmla="*/ 2147483647 w 528"/>
              <a:gd name="T5" fmla="*/ 0 h 192"/>
              <a:gd name="T6" fmla="*/ 0 60000 65536"/>
              <a:gd name="T7" fmla="*/ 0 60000 65536"/>
              <a:gd name="T8" fmla="*/ 0 60000 65536"/>
            </a:gdLst>
            <a:ahLst/>
            <a:cxnLst>
              <a:cxn ang="T6">
                <a:pos x="T0" y="T1"/>
              </a:cxn>
              <a:cxn ang="T7">
                <a:pos x="T2" y="T3"/>
              </a:cxn>
              <a:cxn ang="T8">
                <a:pos x="T4" y="T5"/>
              </a:cxn>
            </a:cxnLst>
            <a:rect l="0" t="0" r="r" b="b"/>
            <a:pathLst>
              <a:path w="528" h="192">
                <a:moveTo>
                  <a:pt x="0" y="192"/>
                </a:moveTo>
                <a:lnTo>
                  <a:pt x="528" y="192"/>
                </a:lnTo>
                <a:lnTo>
                  <a:pt x="528"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3" name="Line 13"/>
          <p:cNvSpPr>
            <a:spLocks noChangeShapeType="1"/>
          </p:cNvSpPr>
          <p:nvPr/>
        </p:nvSpPr>
        <p:spPr bwMode="auto">
          <a:xfrm>
            <a:off x="1752600" y="1460500"/>
            <a:ext cx="8610600"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4" name="Text Box 14"/>
          <p:cNvSpPr txBox="1">
            <a:spLocks noChangeArrowheads="1"/>
          </p:cNvSpPr>
          <p:nvPr/>
        </p:nvSpPr>
        <p:spPr bwMode="auto">
          <a:xfrm>
            <a:off x="1814195" y="3072765"/>
            <a:ext cx="21482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例如</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charset="-122"/>
                <a:cs typeface="Times New Roman" panose="02020603050405020304" pitchFamily="18" charset="0"/>
              </a:rPr>
              <a:t>反正弦</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5" name="Object 15"/>
          <p:cNvGraphicFramePr>
            <a:graphicFrameLocks noChangeAspect="1"/>
          </p:cNvGraphicFramePr>
          <p:nvPr/>
        </p:nvGraphicFramePr>
        <p:xfrm>
          <a:off x="4038468" y="3138905"/>
          <a:ext cx="2705040" cy="393480"/>
        </p:xfrm>
        <a:graphic>
          <a:graphicData uri="http://schemas.openxmlformats.org/presentationml/2006/ole">
            <mc:AlternateContent xmlns:mc="http://schemas.openxmlformats.org/markup-compatibility/2006">
              <mc:Choice xmlns:v="urn:schemas-microsoft-com:vml" Requires="v">
                <p:oleObj spid="_x0000_s15061" name="Equation" r:id="rId7" imgW="64922400" imgH="9448800" progId="Equation.DSMT4">
                  <p:embed/>
                </p:oleObj>
              </mc:Choice>
              <mc:Fallback>
                <p:oleObj name="Equation" r:id="rId7" imgW="64922400" imgH="9448800" progId="Equation.DSMT4">
                  <p:embed/>
                  <p:pic>
                    <p:nvPicPr>
                      <p:cNvPr id="0" name="图片 15060"/>
                      <p:cNvPicPr>
                        <a:picLocks noChangeAspect="1"/>
                      </p:cNvPicPr>
                      <p:nvPr/>
                    </p:nvPicPr>
                    <p:blipFill>
                      <a:blip r:embed="rId8">
                        <a:biLevel thresh="50000"/>
                        <a:grayscl/>
                      </a:blip>
                      <a:stretch>
                        <a:fillRect/>
                      </a:stretch>
                    </p:blipFill>
                    <p:spPr>
                      <a:xfrm>
                        <a:off x="4038468" y="3138905"/>
                        <a:ext cx="2705040" cy="393480"/>
                      </a:xfrm>
                      <a:prstGeom prst="rect">
                        <a:avLst/>
                      </a:prstGeom>
                      <a:noFill/>
                      <a:ln w="9525">
                        <a:noFill/>
                      </a:ln>
                    </p:spPr>
                  </p:pic>
                </p:oleObj>
              </mc:Fallback>
            </mc:AlternateContent>
          </a:graphicData>
        </a:graphic>
      </p:graphicFrame>
      <p:graphicFrame>
        <p:nvGraphicFramePr>
          <p:cNvPr id="16" name="Object 16"/>
          <p:cNvGraphicFramePr>
            <a:graphicFrameLocks noChangeAspect="1"/>
          </p:cNvGraphicFramePr>
          <p:nvPr/>
        </p:nvGraphicFramePr>
        <p:xfrm>
          <a:off x="3911584" y="3874870"/>
          <a:ext cx="1752480" cy="393480"/>
        </p:xfrm>
        <a:graphic>
          <a:graphicData uri="http://schemas.openxmlformats.org/presentationml/2006/ole">
            <mc:AlternateContent xmlns:mc="http://schemas.openxmlformats.org/markup-compatibility/2006">
              <mc:Choice xmlns:v="urn:schemas-microsoft-com:vml" Requires="v">
                <p:oleObj spid="_x0000_s15062" name="Equation" r:id="rId9" imgW="42062400" imgH="9448800" progId="Equation.DSMT4">
                  <p:embed/>
                </p:oleObj>
              </mc:Choice>
              <mc:Fallback>
                <p:oleObj name="Equation" r:id="rId9" imgW="42062400" imgH="9448800" progId="Equation.DSMT4">
                  <p:embed/>
                  <p:pic>
                    <p:nvPicPr>
                      <p:cNvPr id="0" name="图片 15061"/>
                      <p:cNvPicPr>
                        <a:picLocks noChangeAspect="1"/>
                      </p:cNvPicPr>
                      <p:nvPr/>
                    </p:nvPicPr>
                    <p:blipFill>
                      <a:blip r:embed="rId10">
                        <a:biLevel thresh="50000"/>
                        <a:grayscl/>
                      </a:blip>
                      <a:stretch>
                        <a:fillRect/>
                      </a:stretch>
                    </p:blipFill>
                    <p:spPr>
                      <a:xfrm>
                        <a:off x="3911584" y="3874870"/>
                        <a:ext cx="1752480" cy="393480"/>
                      </a:xfrm>
                      <a:prstGeom prst="rect">
                        <a:avLst/>
                      </a:prstGeom>
                      <a:noFill/>
                      <a:ln w="9525">
                        <a:noFill/>
                      </a:ln>
                    </p:spPr>
                  </p:pic>
                </p:oleObj>
              </mc:Fallback>
            </mc:AlternateContent>
          </a:graphicData>
        </a:graphic>
      </p:graphicFrame>
      <p:graphicFrame>
        <p:nvGraphicFramePr>
          <p:cNvPr id="17" name="Object 17"/>
          <p:cNvGraphicFramePr>
            <a:graphicFrameLocks noChangeAspect="1"/>
          </p:cNvGraphicFramePr>
          <p:nvPr/>
        </p:nvGraphicFramePr>
        <p:xfrm>
          <a:off x="6878955" y="3855790"/>
          <a:ext cx="2234880" cy="431640"/>
        </p:xfrm>
        <a:graphic>
          <a:graphicData uri="http://schemas.openxmlformats.org/presentationml/2006/ole">
            <mc:AlternateContent xmlns:mc="http://schemas.openxmlformats.org/markup-compatibility/2006">
              <mc:Choice xmlns:v="urn:schemas-microsoft-com:vml" Requires="v">
                <p:oleObj spid="_x0000_s15063" name="Equation" r:id="rId11" imgW="53644800" imgH="10363200" progId="Equation.DSMT4">
                  <p:embed/>
                </p:oleObj>
              </mc:Choice>
              <mc:Fallback>
                <p:oleObj name="Equation" r:id="rId11" imgW="53644800" imgH="10363200" progId="Equation.DSMT4">
                  <p:embed/>
                  <p:pic>
                    <p:nvPicPr>
                      <p:cNvPr id="0" name="图片 15062"/>
                      <p:cNvPicPr>
                        <a:picLocks noChangeAspect="1"/>
                      </p:cNvPicPr>
                      <p:nvPr/>
                    </p:nvPicPr>
                    <p:blipFill>
                      <a:blip r:embed="rId12">
                        <a:biLevel thresh="50000"/>
                        <a:grayscl/>
                      </a:blip>
                      <a:stretch>
                        <a:fillRect/>
                      </a:stretch>
                    </p:blipFill>
                    <p:spPr>
                      <a:xfrm>
                        <a:off x="6878955" y="3855790"/>
                        <a:ext cx="2234880" cy="431640"/>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1752600" y="1613535"/>
            <a:ext cx="1600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en-US" altLang="zh-CN" sz="2800" b="1" dirty="0">
                <a:solidFill>
                  <a:schemeClr val="tx2"/>
                </a:solidFill>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定义域</a:t>
            </a:r>
            <a:r>
              <a:rPr kumimoji="1" lang="zh-CN" altLang="en-US" sz="2800" b="1" dirty="0" smtClean="0">
                <a:solidFill>
                  <a:schemeClr val="tx2"/>
                </a:solidFill>
                <a:latin typeface="Times New Roman" panose="02020603050405020304" pitchFamily="18" charset="0"/>
                <a:ea typeface="黑体" panose="02010609060101010101" charset="-122"/>
                <a:cs typeface="Times New Roman" panose="02020603050405020304" pitchFamily="18" charset="0"/>
              </a:rPr>
              <a:t>：</a:t>
            </a:r>
            <a:endParaRPr kumimoji="1" lang="zh-CN" altLang="en-US" sz="2800" b="1" dirty="0">
              <a:solidFill>
                <a:schemeClr val="tx2"/>
              </a:solidFill>
              <a:latin typeface="Times New Roman" panose="02020603050405020304" pitchFamily="18" charset="0"/>
              <a:ea typeface="黑体" panose="02010609060101010101" charset="-122"/>
              <a:cs typeface="Times New Roman" panose="02020603050405020304" pitchFamily="18" charset="0"/>
            </a:endParaRPr>
          </a:p>
        </p:txBody>
      </p:sp>
      <p:sp>
        <p:nvSpPr>
          <p:cNvPr id="20" name="Text Box 20"/>
          <p:cNvSpPr txBox="1">
            <a:spLocks noChangeArrowheads="1"/>
          </p:cNvSpPr>
          <p:nvPr/>
        </p:nvSpPr>
        <p:spPr bwMode="auto">
          <a:xfrm>
            <a:off x="1752600" y="2335213"/>
            <a:ext cx="40608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en-US" altLang="zh-CN" sz="2800" b="1" dirty="0">
                <a:solidFill>
                  <a:schemeClr val="tx2"/>
                </a:solidFill>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solidFill>
                  <a:schemeClr val="tx1"/>
                </a:solidFill>
                <a:latin typeface="Times New Roman" panose="02020603050405020304" pitchFamily="18" charset="0"/>
                <a:ea typeface="黑体" panose="02010609060101010101" charset="-122"/>
                <a:cs typeface="Times New Roman" panose="02020603050405020304" pitchFamily="18" charset="0"/>
              </a:rPr>
              <a:t>函数</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的表示方法</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solidFill>
                <a:schemeClr val="tx2"/>
              </a:solidFill>
              <a:latin typeface="Times New Roman" panose="02020603050405020304" pitchFamily="18" charset="0"/>
              <a:ea typeface="黑体" panose="02010609060101010101" charset="-122"/>
              <a:cs typeface="Times New Roman" panose="02020603050405020304" pitchFamily="18" charset="0"/>
            </a:endParaRPr>
          </a:p>
        </p:txBody>
      </p:sp>
      <p:sp>
        <p:nvSpPr>
          <p:cNvPr id="21" name="Text Box 21"/>
          <p:cNvSpPr txBox="1">
            <a:spLocks noChangeArrowheads="1"/>
          </p:cNvSpPr>
          <p:nvPr/>
        </p:nvSpPr>
        <p:spPr bwMode="auto">
          <a:xfrm>
            <a:off x="4844098" y="2373630"/>
            <a:ext cx="1447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解析法</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22" name="Text Box 22"/>
          <p:cNvSpPr txBox="1">
            <a:spLocks noChangeArrowheads="1"/>
          </p:cNvSpPr>
          <p:nvPr/>
        </p:nvSpPr>
        <p:spPr bwMode="auto">
          <a:xfrm>
            <a:off x="5980748" y="2363470"/>
            <a:ext cx="16922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、图象法</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23" name="Text Box 23"/>
          <p:cNvSpPr txBox="1">
            <a:spLocks noChangeArrowheads="1"/>
          </p:cNvSpPr>
          <p:nvPr/>
        </p:nvSpPr>
        <p:spPr bwMode="auto">
          <a:xfrm>
            <a:off x="7478078" y="2363470"/>
            <a:ext cx="1752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、列表法</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24" name="Text Box 24"/>
          <p:cNvSpPr txBox="1">
            <a:spLocks noChangeArrowheads="1"/>
          </p:cNvSpPr>
          <p:nvPr/>
        </p:nvSpPr>
        <p:spPr bwMode="auto">
          <a:xfrm>
            <a:off x="3414646" y="1605915"/>
            <a:ext cx="7018404"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使表达式及实际问题都有意义的</a:t>
            </a:r>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自变量集合</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25" name="Text Box 25"/>
          <p:cNvSpPr txBox="1">
            <a:spLocks noChangeArrowheads="1"/>
          </p:cNvSpPr>
          <p:nvPr/>
        </p:nvSpPr>
        <p:spPr bwMode="auto">
          <a:xfrm>
            <a:off x="2707005" y="3766820"/>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定义域</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26" name="Text Box 26"/>
          <p:cNvSpPr txBox="1">
            <a:spLocks noChangeArrowheads="1"/>
          </p:cNvSpPr>
          <p:nvPr/>
        </p:nvSpPr>
        <p:spPr bwMode="auto">
          <a:xfrm>
            <a:off x="5981065" y="3808730"/>
            <a:ext cx="8978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值域</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8" name="Object 28"/>
          <p:cNvGraphicFramePr>
            <a:graphicFrameLocks noChangeAspect="1"/>
          </p:cNvGraphicFramePr>
          <p:nvPr/>
        </p:nvGraphicFramePr>
        <p:xfrm>
          <a:off x="10363200" y="6068695"/>
          <a:ext cx="215900" cy="228600"/>
        </p:xfrm>
        <a:graphic>
          <a:graphicData uri="http://schemas.openxmlformats.org/presentationml/2006/ole">
            <mc:AlternateContent xmlns:mc="http://schemas.openxmlformats.org/markup-compatibility/2006">
              <mc:Choice xmlns:v="urn:schemas-microsoft-com:vml" Requires="v">
                <p:oleObj spid="_x0000_s15064" name="Equation" r:id="rId13" imgW="5181600" imgH="5486400" progId="Equation.DSMT4">
                  <p:embed/>
                </p:oleObj>
              </mc:Choice>
              <mc:Fallback>
                <p:oleObj name="Equation" r:id="rId13" imgW="5181600" imgH="5486400" progId="Equation.DSMT4">
                  <p:embed/>
                  <p:pic>
                    <p:nvPicPr>
                      <p:cNvPr id="0" name="图片 15063"/>
                      <p:cNvPicPr>
                        <a:picLocks noChangeAspect="1"/>
                      </p:cNvPicPr>
                      <p:nvPr/>
                    </p:nvPicPr>
                    <p:blipFill>
                      <a:blip r:embed="rId14">
                        <a:biLevel thresh="50000"/>
                        <a:grayscl/>
                      </a:blip>
                      <a:stretch>
                        <a:fillRect/>
                      </a:stretch>
                    </p:blipFill>
                    <p:spPr>
                      <a:xfrm>
                        <a:off x="10363200" y="6068695"/>
                        <a:ext cx="215900" cy="228600"/>
                      </a:xfrm>
                      <a:prstGeom prst="rect">
                        <a:avLst/>
                      </a:prstGeom>
                      <a:noFill/>
                      <a:ln w="9525">
                        <a:noFill/>
                      </a:ln>
                    </p:spPr>
                  </p:pic>
                </p:oleObj>
              </mc:Fallback>
            </mc:AlternateContent>
          </a:graphicData>
        </a:graphic>
      </p:graphicFrame>
      <p:sp>
        <p:nvSpPr>
          <p:cNvPr id="29" name="Line 29"/>
          <p:cNvSpPr>
            <a:spLocks noChangeShapeType="1"/>
          </p:cNvSpPr>
          <p:nvPr/>
        </p:nvSpPr>
        <p:spPr bwMode="auto">
          <a:xfrm flipV="1">
            <a:off x="8841105" y="6021070"/>
            <a:ext cx="16700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0" name="Line 30"/>
          <p:cNvSpPr>
            <a:spLocks noChangeShapeType="1"/>
          </p:cNvSpPr>
          <p:nvPr/>
        </p:nvSpPr>
        <p:spPr bwMode="auto">
          <a:xfrm>
            <a:off x="9601200" y="4743450"/>
            <a:ext cx="0" cy="1440180"/>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1" name="Object 31"/>
          <p:cNvGraphicFramePr>
            <a:graphicFrameLocks noChangeAspect="1"/>
          </p:cNvGraphicFramePr>
          <p:nvPr/>
        </p:nvGraphicFramePr>
        <p:xfrm>
          <a:off x="9553575" y="4585970"/>
          <a:ext cx="241300" cy="304800"/>
        </p:xfrm>
        <a:graphic>
          <a:graphicData uri="http://schemas.openxmlformats.org/presentationml/2006/ole">
            <mc:AlternateContent xmlns:mc="http://schemas.openxmlformats.org/markup-compatibility/2006">
              <mc:Choice xmlns:v="urn:schemas-microsoft-com:vml" Requires="v">
                <p:oleObj spid="_x0000_s15065" name="Equation" r:id="rId15" imgW="5791200" imgH="7315200" progId="Equation.DSMT4">
                  <p:embed/>
                </p:oleObj>
              </mc:Choice>
              <mc:Fallback>
                <p:oleObj name="Equation" r:id="rId15" imgW="5791200" imgH="7315200" progId="Equation.DSMT4">
                  <p:embed/>
                  <p:pic>
                    <p:nvPicPr>
                      <p:cNvPr id="0" name="图片 15064"/>
                      <p:cNvPicPr>
                        <a:picLocks noChangeAspect="1"/>
                      </p:cNvPicPr>
                      <p:nvPr/>
                    </p:nvPicPr>
                    <p:blipFill>
                      <a:blip r:embed="rId16">
                        <a:biLevel thresh="50000"/>
                        <a:grayscl/>
                      </a:blip>
                      <a:stretch>
                        <a:fillRect/>
                      </a:stretch>
                    </p:blipFill>
                    <p:spPr>
                      <a:xfrm>
                        <a:off x="9553575" y="4585970"/>
                        <a:ext cx="241300" cy="304800"/>
                      </a:xfrm>
                      <a:prstGeom prst="rect">
                        <a:avLst/>
                      </a:prstGeom>
                      <a:noFill/>
                      <a:ln w="9525">
                        <a:noFill/>
                      </a:ln>
                    </p:spPr>
                  </p:pic>
                </p:oleObj>
              </mc:Fallback>
            </mc:AlternateContent>
          </a:graphicData>
        </a:graphic>
      </p:graphicFrame>
      <p:graphicFrame>
        <p:nvGraphicFramePr>
          <p:cNvPr id="32" name="Object 32"/>
          <p:cNvGraphicFramePr>
            <a:graphicFrameLocks noChangeAspect="1"/>
          </p:cNvGraphicFramePr>
          <p:nvPr/>
        </p:nvGraphicFramePr>
        <p:xfrm>
          <a:off x="9604375" y="6019800"/>
          <a:ext cx="215900" cy="228600"/>
        </p:xfrm>
        <a:graphic>
          <a:graphicData uri="http://schemas.openxmlformats.org/presentationml/2006/ole">
            <mc:AlternateContent xmlns:mc="http://schemas.openxmlformats.org/markup-compatibility/2006">
              <mc:Choice xmlns:v="urn:schemas-microsoft-com:vml" Requires="v">
                <p:oleObj spid="_x0000_s15066" name="Equation" r:id="rId17" imgW="5181600" imgH="5486400" progId="Equation.DSMT4">
                  <p:embed/>
                </p:oleObj>
              </mc:Choice>
              <mc:Fallback>
                <p:oleObj name="Equation" r:id="rId17" imgW="5181600" imgH="5486400" progId="Equation.DSMT4">
                  <p:embed/>
                  <p:pic>
                    <p:nvPicPr>
                      <p:cNvPr id="0" name="图片 15065"/>
                      <p:cNvPicPr>
                        <a:picLocks noChangeAspect="1"/>
                      </p:cNvPicPr>
                      <p:nvPr/>
                    </p:nvPicPr>
                    <p:blipFill>
                      <a:blip r:embed="rId18">
                        <a:biLevel thresh="50000"/>
                        <a:grayscl/>
                      </a:blip>
                      <a:stretch>
                        <a:fillRect/>
                      </a:stretch>
                    </p:blipFill>
                    <p:spPr>
                      <a:xfrm>
                        <a:off x="9604375" y="6019800"/>
                        <a:ext cx="215900" cy="228600"/>
                      </a:xfrm>
                      <a:prstGeom prst="rect">
                        <a:avLst/>
                      </a:prstGeom>
                      <a:noFill/>
                      <a:ln w="9525">
                        <a:noFill/>
                      </a:ln>
                    </p:spPr>
                  </p:pic>
                </p:oleObj>
              </mc:Fallback>
            </mc:AlternateContent>
          </a:graphicData>
        </a:graphic>
      </p:graphicFrame>
      <p:graphicFrame>
        <p:nvGraphicFramePr>
          <p:cNvPr id="33" name="Object 33"/>
          <p:cNvGraphicFramePr>
            <a:graphicFrameLocks noChangeAspect="1"/>
          </p:cNvGraphicFramePr>
          <p:nvPr/>
        </p:nvGraphicFramePr>
        <p:xfrm>
          <a:off x="9689828" y="4890781"/>
          <a:ext cx="888840" cy="482400"/>
        </p:xfrm>
        <a:graphic>
          <a:graphicData uri="http://schemas.openxmlformats.org/presentationml/2006/ole">
            <mc:AlternateContent xmlns:mc="http://schemas.openxmlformats.org/markup-compatibility/2006">
              <mc:Choice xmlns:v="urn:schemas-microsoft-com:vml" Requires="v">
                <p:oleObj spid="_x0000_s15067" name="Equation" r:id="rId19" imgW="21336000" imgH="11582400" progId="Equation.DSMT4">
                  <p:embed/>
                </p:oleObj>
              </mc:Choice>
              <mc:Fallback>
                <p:oleObj name="Equation" r:id="rId19" imgW="21336000" imgH="11582400" progId="Equation.DSMT4">
                  <p:embed/>
                  <p:pic>
                    <p:nvPicPr>
                      <p:cNvPr id="0" name="图片 15066"/>
                      <p:cNvPicPr>
                        <a:picLocks noChangeAspect="1"/>
                      </p:cNvPicPr>
                      <p:nvPr/>
                    </p:nvPicPr>
                    <p:blipFill>
                      <a:blip r:embed="rId20">
                        <a:biLevel thresh="50000"/>
                        <a:grayscl/>
                      </a:blip>
                      <a:stretch>
                        <a:fillRect/>
                      </a:stretch>
                    </p:blipFill>
                    <p:spPr>
                      <a:xfrm>
                        <a:off x="9689828" y="4890781"/>
                        <a:ext cx="888840" cy="482400"/>
                      </a:xfrm>
                      <a:prstGeom prst="rect">
                        <a:avLst/>
                      </a:prstGeom>
                      <a:noFill/>
                      <a:ln w="9525">
                        <a:noFill/>
                      </a:ln>
                    </p:spPr>
                  </p:pic>
                </p:oleObj>
              </mc:Fallback>
            </mc:AlternateContent>
          </a:graphicData>
        </a:graphic>
      </p:graphicFrame>
      <p:graphicFrame>
        <p:nvGraphicFramePr>
          <p:cNvPr id="34" name="Object 34"/>
          <p:cNvGraphicFramePr>
            <a:graphicFrameLocks noChangeAspect="1"/>
          </p:cNvGraphicFramePr>
          <p:nvPr/>
        </p:nvGraphicFramePr>
        <p:xfrm>
          <a:off x="4823203" y="4492338"/>
          <a:ext cx="1968480" cy="1015920"/>
        </p:xfrm>
        <a:graphic>
          <a:graphicData uri="http://schemas.openxmlformats.org/presentationml/2006/ole">
            <mc:AlternateContent xmlns:mc="http://schemas.openxmlformats.org/markup-compatibility/2006">
              <mc:Choice xmlns:v="urn:schemas-microsoft-com:vml" Requires="v">
                <p:oleObj spid="_x0000_s15068" name="Equation" r:id="rId21" imgW="47244000" imgH="24384000" progId="Equation.DSMT4">
                  <p:embed/>
                </p:oleObj>
              </mc:Choice>
              <mc:Fallback>
                <p:oleObj name="Equation" r:id="rId21" imgW="47244000" imgH="24384000" progId="Equation.DSMT4">
                  <p:embed/>
                  <p:pic>
                    <p:nvPicPr>
                      <p:cNvPr id="0" name="图片 15067"/>
                      <p:cNvPicPr>
                        <a:picLocks noChangeAspect="1"/>
                      </p:cNvPicPr>
                      <p:nvPr/>
                    </p:nvPicPr>
                    <p:blipFill>
                      <a:blip r:embed="rId22">
                        <a:biLevel thresh="50000"/>
                        <a:grayscl/>
                      </a:blip>
                      <a:stretch>
                        <a:fillRect/>
                      </a:stretch>
                    </p:blipFill>
                    <p:spPr>
                      <a:xfrm>
                        <a:off x="4823203" y="4492338"/>
                        <a:ext cx="1968480" cy="1015920"/>
                      </a:xfrm>
                      <a:prstGeom prst="rect">
                        <a:avLst/>
                      </a:prstGeom>
                      <a:noFill/>
                      <a:ln w="9525">
                        <a:noFill/>
                      </a:ln>
                    </p:spPr>
                  </p:pic>
                </p:oleObj>
              </mc:Fallback>
            </mc:AlternateContent>
          </a:graphicData>
        </a:graphic>
      </p:graphicFrame>
      <p:sp>
        <p:nvSpPr>
          <p:cNvPr id="35" name="Text Box 35"/>
          <p:cNvSpPr txBox="1">
            <a:spLocks noChangeArrowheads="1"/>
          </p:cNvSpPr>
          <p:nvPr/>
        </p:nvSpPr>
        <p:spPr bwMode="auto">
          <a:xfrm>
            <a:off x="1903095" y="4740593"/>
            <a:ext cx="28632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又如</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charset="-122"/>
                <a:cs typeface="Times New Roman" panose="02020603050405020304" pitchFamily="18" charset="0"/>
              </a:rPr>
              <a:t>绝对值函数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37" name="Line 37"/>
          <p:cNvSpPr>
            <a:spLocks noChangeShapeType="1"/>
          </p:cNvSpPr>
          <p:nvPr/>
        </p:nvSpPr>
        <p:spPr bwMode="auto">
          <a:xfrm flipV="1">
            <a:off x="9601200" y="5257800"/>
            <a:ext cx="762000" cy="762000"/>
          </a:xfrm>
          <a:prstGeom prst="line">
            <a:avLst/>
          </a:prstGeom>
          <a:noFill/>
          <a:ln w="2222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8" name="Line 38"/>
          <p:cNvSpPr>
            <a:spLocks noChangeShapeType="1"/>
          </p:cNvSpPr>
          <p:nvPr/>
        </p:nvSpPr>
        <p:spPr bwMode="auto">
          <a:xfrm flipH="1" flipV="1">
            <a:off x="8841105" y="5257800"/>
            <a:ext cx="763270" cy="763905"/>
          </a:xfrm>
          <a:prstGeom prst="line">
            <a:avLst/>
          </a:prstGeom>
          <a:noFill/>
          <a:ln w="2222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9" name="Object 39"/>
          <p:cNvGraphicFramePr>
            <a:graphicFrameLocks noChangeAspect="1"/>
          </p:cNvGraphicFramePr>
          <p:nvPr/>
        </p:nvGraphicFramePr>
        <p:xfrm>
          <a:off x="6751638" y="4437112"/>
          <a:ext cx="1371600" cy="393480"/>
        </p:xfrm>
        <a:graphic>
          <a:graphicData uri="http://schemas.openxmlformats.org/presentationml/2006/ole">
            <mc:AlternateContent xmlns:mc="http://schemas.openxmlformats.org/markup-compatibility/2006">
              <mc:Choice xmlns:v="urn:schemas-microsoft-com:vml" Requires="v">
                <p:oleObj spid="_x0000_s15069" name="Equation" r:id="rId23" imgW="32918400" imgH="9448800" progId="Equation.DSMT4">
                  <p:embed/>
                </p:oleObj>
              </mc:Choice>
              <mc:Fallback>
                <p:oleObj name="Equation" r:id="rId23" imgW="32918400" imgH="9448800" progId="Equation.DSMT4">
                  <p:embed/>
                  <p:pic>
                    <p:nvPicPr>
                      <p:cNvPr id="0" name="图片 15068"/>
                      <p:cNvPicPr>
                        <a:picLocks noChangeAspect="1"/>
                      </p:cNvPicPr>
                      <p:nvPr/>
                    </p:nvPicPr>
                    <p:blipFill>
                      <a:blip r:embed="rId24">
                        <a:biLevel thresh="50000"/>
                        <a:grayscl/>
                      </a:blip>
                      <a:stretch>
                        <a:fillRect/>
                      </a:stretch>
                    </p:blipFill>
                    <p:spPr>
                      <a:xfrm>
                        <a:off x="6751638" y="4437112"/>
                        <a:ext cx="1371600" cy="393480"/>
                      </a:xfrm>
                      <a:prstGeom prst="rect">
                        <a:avLst/>
                      </a:prstGeom>
                      <a:noFill/>
                      <a:ln w="9525">
                        <a:noFill/>
                      </a:ln>
                    </p:spPr>
                  </p:pic>
                </p:oleObj>
              </mc:Fallback>
            </mc:AlternateContent>
          </a:graphicData>
        </a:graphic>
      </p:graphicFrame>
      <p:graphicFrame>
        <p:nvGraphicFramePr>
          <p:cNvPr id="40" name="Object 40"/>
          <p:cNvGraphicFramePr>
            <a:graphicFrameLocks noChangeAspect="1"/>
          </p:cNvGraphicFramePr>
          <p:nvPr/>
        </p:nvGraphicFramePr>
        <p:xfrm>
          <a:off x="6781920" y="5114351"/>
          <a:ext cx="1523880" cy="393480"/>
        </p:xfrm>
        <a:graphic>
          <a:graphicData uri="http://schemas.openxmlformats.org/presentationml/2006/ole">
            <mc:AlternateContent xmlns:mc="http://schemas.openxmlformats.org/markup-compatibility/2006">
              <mc:Choice xmlns:v="urn:schemas-microsoft-com:vml" Requires="v">
                <p:oleObj spid="_x0000_s15070" name="Equation" r:id="rId25" imgW="36576000" imgH="9448800" progId="Equation.DSMT4">
                  <p:embed/>
                </p:oleObj>
              </mc:Choice>
              <mc:Fallback>
                <p:oleObj name="Equation" r:id="rId25" imgW="36576000" imgH="9448800" progId="Equation.DSMT4">
                  <p:embed/>
                  <p:pic>
                    <p:nvPicPr>
                      <p:cNvPr id="0" name="图片 15069"/>
                      <p:cNvPicPr>
                        <a:picLocks noChangeAspect="1"/>
                      </p:cNvPicPr>
                      <p:nvPr/>
                    </p:nvPicPr>
                    <p:blipFill>
                      <a:blip r:embed="rId26">
                        <a:biLevel thresh="50000"/>
                        <a:grayscl/>
                      </a:blip>
                      <a:stretch>
                        <a:fillRect/>
                      </a:stretch>
                    </p:blipFill>
                    <p:spPr>
                      <a:xfrm>
                        <a:off x="6781920" y="5114351"/>
                        <a:ext cx="1523880" cy="393480"/>
                      </a:xfrm>
                      <a:prstGeom prst="rect">
                        <a:avLst/>
                      </a:prstGeom>
                      <a:noFill/>
                      <a:ln w="9525">
                        <a:noFill/>
                      </a:ln>
                    </p:spPr>
                  </p:pic>
                </p:oleObj>
              </mc:Fallback>
            </mc:AlternateContent>
          </a:graphicData>
        </a:graphic>
      </p:graphicFrame>
      <p:sp>
        <p:nvSpPr>
          <p:cNvPr id="41" name="Text Box 41"/>
          <p:cNvSpPr txBox="1">
            <a:spLocks noChangeArrowheads="1"/>
          </p:cNvSpPr>
          <p:nvPr/>
        </p:nvSpPr>
        <p:spPr bwMode="auto">
          <a:xfrm>
            <a:off x="2859405" y="5342890"/>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定义域</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2" name="Object 42"/>
          <p:cNvGraphicFramePr>
            <a:graphicFrameLocks noChangeAspect="1"/>
          </p:cNvGraphicFramePr>
          <p:nvPr/>
        </p:nvGraphicFramePr>
        <p:xfrm>
          <a:off x="4346458" y="5463381"/>
          <a:ext cx="939600" cy="291960"/>
        </p:xfrm>
        <a:graphic>
          <a:graphicData uri="http://schemas.openxmlformats.org/presentationml/2006/ole">
            <mc:AlternateContent xmlns:mc="http://schemas.openxmlformats.org/markup-compatibility/2006">
              <mc:Choice xmlns:v="urn:schemas-microsoft-com:vml" Requires="v">
                <p:oleObj spid="_x0000_s15071" name="Equation" r:id="rId27" imgW="22555200" imgH="7010400" progId="Equation.DSMT4">
                  <p:embed/>
                </p:oleObj>
              </mc:Choice>
              <mc:Fallback>
                <p:oleObj name="Equation" r:id="rId27" imgW="22555200" imgH="7010400" progId="Equation.DSMT4">
                  <p:embed/>
                  <p:pic>
                    <p:nvPicPr>
                      <p:cNvPr id="0" name="图片 15070"/>
                      <p:cNvPicPr>
                        <a:picLocks noChangeAspect="1"/>
                      </p:cNvPicPr>
                      <p:nvPr/>
                    </p:nvPicPr>
                    <p:blipFill>
                      <a:blip r:embed="rId28">
                        <a:biLevel thresh="50000"/>
                        <a:grayscl/>
                      </a:blip>
                      <a:stretch>
                        <a:fillRect/>
                      </a:stretch>
                    </p:blipFill>
                    <p:spPr>
                      <a:xfrm>
                        <a:off x="4346458" y="5463381"/>
                        <a:ext cx="939600" cy="291960"/>
                      </a:xfrm>
                      <a:prstGeom prst="rect">
                        <a:avLst/>
                      </a:prstGeom>
                      <a:noFill/>
                      <a:ln w="9525">
                        <a:noFill/>
                      </a:ln>
                    </p:spPr>
                  </p:pic>
                </p:oleObj>
              </mc:Fallback>
            </mc:AlternateContent>
          </a:graphicData>
        </a:graphic>
      </p:graphicFrame>
      <p:sp>
        <p:nvSpPr>
          <p:cNvPr id="43" name="Text Box 43"/>
          <p:cNvSpPr txBox="1">
            <a:spLocks noChangeArrowheads="1"/>
          </p:cNvSpPr>
          <p:nvPr/>
        </p:nvSpPr>
        <p:spPr bwMode="auto">
          <a:xfrm>
            <a:off x="2861310" y="5888038"/>
            <a:ext cx="12534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值    域</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4" name="Object 44"/>
          <p:cNvGraphicFramePr>
            <a:graphicFrameLocks noChangeAspect="1"/>
          </p:cNvGraphicFramePr>
          <p:nvPr/>
        </p:nvGraphicFramePr>
        <p:xfrm>
          <a:off x="4276725" y="5918835"/>
          <a:ext cx="2374900" cy="439738"/>
        </p:xfrm>
        <a:graphic>
          <a:graphicData uri="http://schemas.openxmlformats.org/presentationml/2006/ole">
            <mc:AlternateContent xmlns:mc="http://schemas.openxmlformats.org/markup-compatibility/2006">
              <mc:Choice xmlns:v="urn:schemas-microsoft-com:vml" Requires="v">
                <p:oleObj spid="_x0000_s15072" name="Equation" r:id="rId29" imgW="55778400" imgH="9448800" progId="Equation.DSMT4">
                  <p:embed/>
                </p:oleObj>
              </mc:Choice>
              <mc:Fallback>
                <p:oleObj name="Equation" r:id="rId29" imgW="55778400" imgH="9448800" progId="Equation.DSMT4">
                  <p:embed/>
                  <p:pic>
                    <p:nvPicPr>
                      <p:cNvPr id="0" name="图片 15071"/>
                      <p:cNvPicPr>
                        <a:picLocks noChangeAspect="1"/>
                      </p:cNvPicPr>
                      <p:nvPr/>
                    </p:nvPicPr>
                    <p:blipFill>
                      <a:blip r:embed="rId30">
                        <a:biLevel thresh="50000"/>
                        <a:grayscl/>
                      </a:blip>
                      <a:stretch>
                        <a:fillRect/>
                      </a:stretch>
                    </p:blipFill>
                    <p:spPr>
                      <a:xfrm>
                        <a:off x="4276725" y="5918835"/>
                        <a:ext cx="2374900" cy="4397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xEl>
                                              <p:pRg st="4294967295" end="4294967295"/>
                                            </p:txEl>
                                          </p:spTgt>
                                        </p:tgtEl>
                                        <p:attrNameLst>
                                          <p:attrName>style.visibility</p:attrName>
                                        </p:attrNameLst>
                                      </p:cBhvr>
                                      <p:to>
                                        <p:strVal val="visible"/>
                                      </p:to>
                                    </p:set>
                                    <p:animEffect transition="in" filter="wipe(left)">
                                      <p:cBhvr>
                                        <p:cTn id="11" dur="500"/>
                                        <p:tgtEl>
                                          <p:spTgt spid="24">
                                            <p:txEl>
                                              <p:pRg st="4294967295" end="4294967295"/>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
                                            <p:txEl>
                                              <p:pRg st="4294967295" end="4294967295"/>
                                            </p:txEl>
                                          </p:spTgt>
                                        </p:tgtEl>
                                        <p:attrNameLst>
                                          <p:attrName>style.visibility</p:attrName>
                                        </p:attrNameLst>
                                      </p:cBhvr>
                                      <p:to>
                                        <p:strVal val="visible"/>
                                      </p:to>
                                    </p:set>
                                    <p:animEffect transition="in" filter="wipe(left)">
                                      <p:cBhvr>
                                        <p:cTn id="15" dur="500"/>
                                        <p:tgtEl>
                                          <p:spTgt spid="24">
                                            <p:txEl>
                                              <p:pRg st="4294967295" end="4294967295"/>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animEffect transition="in" filter="wipe(left)">
                                      <p:cBhvr>
                                        <p:cTn id="19" dur="500"/>
                                        <p:tgtEl>
                                          <p:spTgt spid="24">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left)">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4">
                                            <p:txEl>
                                              <p:pRg st="4294967295" end="4294967295"/>
                                            </p:txEl>
                                          </p:spTgt>
                                        </p:tgtEl>
                                        <p:attrNameLst>
                                          <p:attrName>style.visibility</p:attrName>
                                        </p:attrNameLst>
                                      </p:cBhvr>
                                      <p:to>
                                        <p:strVal val="visible"/>
                                      </p:to>
                                    </p:set>
                                    <p:animEffect transition="in" filter="wipe(left)">
                                      <p:cBhvr>
                                        <p:cTn id="44" dur="500"/>
                                        <p:tgtEl>
                                          <p:spTgt spid="14">
                                            <p:txEl>
                                              <p:pRg st="4294967295" end="429496729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
                                            <p:txEl>
                                              <p:pRg st="4294967295" end="4294967295"/>
                                            </p:txEl>
                                          </p:spTgt>
                                        </p:tgtEl>
                                        <p:attrNameLst>
                                          <p:attrName>style.visibility</p:attrName>
                                        </p:attrNameLst>
                                      </p:cBhvr>
                                      <p:to>
                                        <p:strVal val="visible"/>
                                      </p:to>
                                    </p:set>
                                    <p:animEffect transition="in" filter="wipe(left)">
                                      <p:cBhvr>
                                        <p:cTn id="49" dur="500"/>
                                        <p:tgtEl>
                                          <p:spTgt spid="14">
                                            <p:txEl>
                                              <p:pRg st="4294967295" end="429496729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
                                            <p:txEl>
                                              <p:pRg st="0" end="0"/>
                                            </p:txEl>
                                          </p:spTgt>
                                        </p:tgtEl>
                                        <p:attrNameLst>
                                          <p:attrName>style.visibility</p:attrName>
                                        </p:attrNameLst>
                                      </p:cBhvr>
                                      <p:to>
                                        <p:strVal val="visible"/>
                                      </p:to>
                                    </p:set>
                                    <p:animEffect transition="in" filter="wipe(left)">
                                      <p:cBhvr>
                                        <p:cTn id="54" dur="500"/>
                                        <p:tgtEl>
                                          <p:spTgt spid="14">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left)">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5">
                                            <p:txEl>
                                              <p:pRg st="4294967295" end="4294967295"/>
                                            </p:txEl>
                                          </p:spTgt>
                                        </p:tgtEl>
                                        <p:attrNameLst>
                                          <p:attrName>style.visibility</p:attrName>
                                        </p:attrNameLst>
                                      </p:cBhvr>
                                      <p:to>
                                        <p:strVal val="visible"/>
                                      </p:to>
                                    </p:set>
                                    <p:animEffect transition="in" filter="wipe(left)">
                                      <p:cBhvr>
                                        <p:cTn id="64" dur="500"/>
                                        <p:tgtEl>
                                          <p:spTgt spid="25">
                                            <p:txEl>
                                              <p:pRg st="4294967295" end="4294967295"/>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5">
                                            <p:txEl>
                                              <p:pRg st="4294967295" end="4294967295"/>
                                            </p:txEl>
                                          </p:spTgt>
                                        </p:tgtEl>
                                        <p:attrNameLst>
                                          <p:attrName>style.visibility</p:attrName>
                                        </p:attrNameLst>
                                      </p:cBhvr>
                                      <p:to>
                                        <p:strVal val="visible"/>
                                      </p:to>
                                    </p:set>
                                    <p:animEffect transition="in" filter="wipe(left)">
                                      <p:cBhvr>
                                        <p:cTn id="69" dur="500"/>
                                        <p:tgtEl>
                                          <p:spTgt spid="25">
                                            <p:txEl>
                                              <p:pRg st="4294967295" end="4294967295"/>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5">
                                            <p:txEl>
                                              <p:pRg st="0" end="0"/>
                                            </p:txEl>
                                          </p:spTgt>
                                        </p:tgtEl>
                                        <p:attrNameLst>
                                          <p:attrName>style.visibility</p:attrName>
                                        </p:attrNameLst>
                                      </p:cBhvr>
                                      <p:to>
                                        <p:strVal val="visible"/>
                                      </p:to>
                                    </p:set>
                                    <p:animEffect transition="in" filter="wipe(left)">
                                      <p:cBhvr>
                                        <p:cTn id="74" dur="500"/>
                                        <p:tgtEl>
                                          <p:spTgt spid="25">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6">
                                            <p:txEl>
                                              <p:pRg st="4294967295" end="4294967295"/>
                                            </p:txEl>
                                          </p:spTgt>
                                        </p:tgtEl>
                                        <p:attrNameLst>
                                          <p:attrName>style.visibility</p:attrName>
                                        </p:attrNameLst>
                                      </p:cBhvr>
                                      <p:to>
                                        <p:strVal val="visible"/>
                                      </p:to>
                                    </p:set>
                                    <p:animEffect transition="in" filter="wipe(left)">
                                      <p:cBhvr>
                                        <p:cTn id="84" dur="500"/>
                                        <p:tgtEl>
                                          <p:spTgt spid="26">
                                            <p:txEl>
                                              <p:pRg st="4294967295" end="429496729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6">
                                            <p:txEl>
                                              <p:pRg st="4294967295" end="4294967295"/>
                                            </p:txEl>
                                          </p:spTgt>
                                        </p:tgtEl>
                                        <p:attrNameLst>
                                          <p:attrName>style.visibility</p:attrName>
                                        </p:attrNameLst>
                                      </p:cBhvr>
                                      <p:to>
                                        <p:strVal val="visible"/>
                                      </p:to>
                                    </p:set>
                                    <p:animEffect transition="in" filter="wipe(left)">
                                      <p:cBhvr>
                                        <p:cTn id="89" dur="500"/>
                                        <p:tgtEl>
                                          <p:spTgt spid="26">
                                            <p:txEl>
                                              <p:pRg st="4294967295" end="4294967295"/>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6">
                                            <p:txEl>
                                              <p:pRg st="0" end="0"/>
                                            </p:txEl>
                                          </p:spTgt>
                                        </p:tgtEl>
                                        <p:attrNameLst>
                                          <p:attrName>style.visibility</p:attrName>
                                        </p:attrNameLst>
                                      </p:cBhvr>
                                      <p:to>
                                        <p:strVal val="visible"/>
                                      </p:to>
                                    </p:set>
                                    <p:animEffect transition="in" filter="wipe(left)">
                                      <p:cBhvr>
                                        <p:cTn id="94" dur="500"/>
                                        <p:tgtEl>
                                          <p:spTgt spid="26">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wipe(left)">
                                      <p:cBhvr>
                                        <p:cTn id="99" dur="500"/>
                                        <p:tgtEl>
                                          <p:spTgt spid="17"/>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35">
                                            <p:txEl>
                                              <p:pRg st="4294967295" end="4294967295"/>
                                            </p:txEl>
                                          </p:spTgt>
                                        </p:tgtEl>
                                        <p:attrNameLst>
                                          <p:attrName>style.visibility</p:attrName>
                                        </p:attrNameLst>
                                      </p:cBhvr>
                                      <p:to>
                                        <p:strVal val="visible"/>
                                      </p:to>
                                    </p:set>
                                    <p:animEffect transition="in" filter="wipe(left)">
                                      <p:cBhvr>
                                        <p:cTn id="104" dur="500"/>
                                        <p:tgtEl>
                                          <p:spTgt spid="35">
                                            <p:txEl>
                                              <p:pRg st="4294967295" end="4294967295"/>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35">
                                            <p:txEl>
                                              <p:pRg st="4294967295" end="4294967295"/>
                                            </p:txEl>
                                          </p:spTgt>
                                        </p:tgtEl>
                                        <p:attrNameLst>
                                          <p:attrName>style.visibility</p:attrName>
                                        </p:attrNameLst>
                                      </p:cBhvr>
                                      <p:to>
                                        <p:strVal val="visible"/>
                                      </p:to>
                                    </p:set>
                                    <p:animEffect transition="in" filter="wipe(left)">
                                      <p:cBhvr>
                                        <p:cTn id="109" dur="500"/>
                                        <p:tgtEl>
                                          <p:spTgt spid="35">
                                            <p:txEl>
                                              <p:pRg st="4294967295" end="4294967295"/>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5">
                                            <p:txEl>
                                              <p:pRg st="0" end="0"/>
                                            </p:txEl>
                                          </p:spTgt>
                                        </p:tgtEl>
                                        <p:attrNameLst>
                                          <p:attrName>style.visibility</p:attrName>
                                        </p:attrNameLst>
                                      </p:cBhvr>
                                      <p:to>
                                        <p:strVal val="visible"/>
                                      </p:to>
                                    </p:set>
                                    <p:animEffect transition="in" filter="wipe(left)">
                                      <p:cBhvr>
                                        <p:cTn id="114" dur="500"/>
                                        <p:tgtEl>
                                          <p:spTgt spid="35">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34"/>
                                        </p:tgtEl>
                                        <p:attrNameLst>
                                          <p:attrName>style.visibility</p:attrName>
                                        </p:attrNameLst>
                                      </p:cBhvr>
                                      <p:to>
                                        <p:strVal val="visible"/>
                                      </p:to>
                                    </p:set>
                                    <p:animEffect transition="in" filter="wipe(left)">
                                      <p:cBhvr>
                                        <p:cTn id="119" dur="500"/>
                                        <p:tgtEl>
                                          <p:spTgt spid="3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39"/>
                                        </p:tgtEl>
                                        <p:attrNameLst>
                                          <p:attrName>style.visibility</p:attrName>
                                        </p:attrNameLst>
                                      </p:cBhvr>
                                      <p:to>
                                        <p:strVal val="visible"/>
                                      </p:to>
                                    </p:set>
                                    <p:animEffect transition="in" filter="wipe(left)">
                                      <p:cBhvr>
                                        <p:cTn id="124" dur="500"/>
                                        <p:tgtEl>
                                          <p:spTgt spid="39"/>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wipe(left)">
                                      <p:cBhvr>
                                        <p:cTn id="129" dur="500"/>
                                        <p:tgtEl>
                                          <p:spTgt spid="40"/>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0"/>
                                        </p:tgtEl>
                                        <p:attrNameLst>
                                          <p:attrName>style.visibility</p:attrName>
                                        </p:attrNameLst>
                                      </p:cBhvr>
                                      <p:to>
                                        <p:strVal val="visible"/>
                                      </p:to>
                                    </p:set>
                                  </p:childTnLst>
                                </p:cTn>
                              </p:par>
                              <p:par>
                                <p:cTn id="134" presetID="1" presetClass="entr" presetSubtype="0" fill="hold" nodeType="withEffect">
                                  <p:stCondLst>
                                    <p:cond delay="0"/>
                                  </p:stCondLst>
                                  <p:childTnLst>
                                    <p:set>
                                      <p:cBhvr>
                                        <p:cTn id="135" dur="1" fill="hold">
                                          <p:stCondLst>
                                            <p:cond delay="0"/>
                                          </p:stCondLst>
                                        </p:cTn>
                                        <p:tgtEl>
                                          <p:spTgt spid="31"/>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29"/>
                                        </p:tgtEl>
                                        <p:attrNameLst>
                                          <p:attrName>style.visibility</p:attrName>
                                        </p:attrNameLst>
                                      </p:cBhvr>
                                      <p:to>
                                        <p:strVal val="visible"/>
                                      </p:to>
                                    </p:set>
                                  </p:childTnLst>
                                </p:cTn>
                              </p:par>
                              <p:par>
                                <p:cTn id="138" presetID="1" presetClass="entr" presetSubtype="0" fill="hold" nodeType="withEffect">
                                  <p:stCondLst>
                                    <p:cond delay="0"/>
                                  </p:stCondLst>
                                  <p:childTnLst>
                                    <p:set>
                                      <p:cBhvr>
                                        <p:cTn id="139" dur="1" fill="hold">
                                          <p:stCondLst>
                                            <p:cond delay="0"/>
                                          </p:stCondLst>
                                        </p:cTn>
                                        <p:tgtEl>
                                          <p:spTgt spid="28"/>
                                        </p:tgtEl>
                                        <p:attrNameLst>
                                          <p:attrName>style.visibility</p:attrName>
                                        </p:attrNameLst>
                                      </p:cBhvr>
                                      <p:to>
                                        <p:strVal val="visible"/>
                                      </p:to>
                                    </p:set>
                                  </p:childTnLst>
                                </p:cTn>
                              </p:par>
                            </p:childTnLst>
                          </p:cTn>
                        </p:par>
                        <p:par>
                          <p:cTn id="140" fill="hold">
                            <p:stCondLst>
                              <p:cond delay="0"/>
                            </p:stCondLst>
                            <p:childTnLst>
                              <p:par>
                                <p:cTn id="141" presetID="22" presetClass="entr" presetSubtype="8" fill="hold" nodeType="afterEffect">
                                  <p:stCondLst>
                                    <p:cond delay="0"/>
                                  </p:stCondLst>
                                  <p:childTnLst>
                                    <p:set>
                                      <p:cBhvr>
                                        <p:cTn id="142" dur="1" fill="hold">
                                          <p:stCondLst>
                                            <p:cond delay="0"/>
                                          </p:stCondLst>
                                        </p:cTn>
                                        <p:tgtEl>
                                          <p:spTgt spid="38"/>
                                        </p:tgtEl>
                                        <p:attrNameLst>
                                          <p:attrName>style.visibility</p:attrName>
                                        </p:attrNameLst>
                                      </p:cBhvr>
                                      <p:to>
                                        <p:strVal val="visible"/>
                                      </p:to>
                                    </p:set>
                                    <p:animEffect transition="in" filter="wipe(left)">
                                      <p:cBhvr>
                                        <p:cTn id="143" dur="500"/>
                                        <p:tgtEl>
                                          <p:spTgt spid="38"/>
                                        </p:tgtEl>
                                      </p:cBhvr>
                                    </p:animEffect>
                                  </p:childTnLst>
                                </p:cTn>
                              </p:par>
                            </p:childTnLst>
                          </p:cTn>
                        </p:par>
                        <p:par>
                          <p:cTn id="144" fill="hold">
                            <p:stCondLst>
                              <p:cond delay="500"/>
                            </p:stCondLst>
                            <p:childTnLst>
                              <p:par>
                                <p:cTn id="145" presetID="22" presetClass="entr" presetSubtype="8" fill="hold" nodeType="afterEffect">
                                  <p:stCondLst>
                                    <p:cond delay="0"/>
                                  </p:stCondLst>
                                  <p:childTnLst>
                                    <p:set>
                                      <p:cBhvr>
                                        <p:cTn id="146" dur="1" fill="hold">
                                          <p:stCondLst>
                                            <p:cond delay="0"/>
                                          </p:stCondLst>
                                        </p:cTn>
                                        <p:tgtEl>
                                          <p:spTgt spid="37"/>
                                        </p:tgtEl>
                                        <p:attrNameLst>
                                          <p:attrName>style.visibility</p:attrName>
                                        </p:attrNameLst>
                                      </p:cBhvr>
                                      <p:to>
                                        <p:strVal val="visible"/>
                                      </p:to>
                                    </p:set>
                                    <p:animEffect transition="in" filter="wipe(left)">
                                      <p:cBhvr>
                                        <p:cTn id="147" dur="500"/>
                                        <p:tgtEl>
                                          <p:spTgt spid="37"/>
                                        </p:tgtEl>
                                      </p:cBhvr>
                                    </p:animEffect>
                                  </p:childTnLst>
                                </p:cTn>
                              </p:par>
                            </p:childTnLst>
                          </p:cTn>
                        </p:par>
                        <p:par>
                          <p:cTn id="148" fill="hold">
                            <p:stCondLst>
                              <p:cond delay="1000"/>
                            </p:stCondLst>
                            <p:childTnLst>
                              <p:par>
                                <p:cTn id="149" presetID="22" presetClass="entr" presetSubtype="8" fill="hold" nodeType="afterEffect">
                                  <p:stCondLst>
                                    <p:cond delay="0"/>
                                  </p:stCondLst>
                                  <p:childTnLst>
                                    <p:set>
                                      <p:cBhvr>
                                        <p:cTn id="150" dur="1" fill="hold">
                                          <p:stCondLst>
                                            <p:cond delay="0"/>
                                          </p:stCondLst>
                                        </p:cTn>
                                        <p:tgtEl>
                                          <p:spTgt spid="33"/>
                                        </p:tgtEl>
                                        <p:attrNameLst>
                                          <p:attrName>style.visibility</p:attrName>
                                        </p:attrNameLst>
                                      </p:cBhvr>
                                      <p:to>
                                        <p:strVal val="visible"/>
                                      </p:to>
                                    </p:set>
                                    <p:animEffect transition="in" filter="wipe(left)">
                                      <p:cBhvr>
                                        <p:cTn id="151" dur="500"/>
                                        <p:tgtEl>
                                          <p:spTgt spid="33"/>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156" dur="500"/>
                                        <p:tgtEl>
                                          <p:spTgt spid="41">
                                            <p:txEl>
                                              <p:pRg st="4294967295" end="4294967295"/>
                                            </p:tx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161" dur="500"/>
                                        <p:tgtEl>
                                          <p:spTgt spid="41">
                                            <p:txEl>
                                              <p:pRg st="4294967295" end="4294967295"/>
                                            </p:txEl>
                                          </p:spTgt>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41">
                                            <p:txEl>
                                              <p:pRg st="0" end="0"/>
                                            </p:txEl>
                                          </p:spTgt>
                                        </p:tgtEl>
                                        <p:attrNameLst>
                                          <p:attrName>style.visibility</p:attrName>
                                        </p:attrNameLst>
                                      </p:cBhvr>
                                      <p:to>
                                        <p:strVal val="visible"/>
                                      </p:to>
                                    </p:set>
                                    <p:animEffect transition="in" filter="wipe(left)">
                                      <p:cBhvr>
                                        <p:cTn id="166" dur="500"/>
                                        <p:tgtEl>
                                          <p:spTgt spid="41">
                                            <p:txEl>
                                              <p:pRg st="0" end="0"/>
                                            </p:txEl>
                                          </p:spTgt>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42"/>
                                        </p:tgtEl>
                                        <p:attrNameLst>
                                          <p:attrName>style.visibility</p:attrName>
                                        </p:attrNameLst>
                                      </p:cBhvr>
                                      <p:to>
                                        <p:strVal val="visible"/>
                                      </p:to>
                                    </p:set>
                                    <p:animEffect transition="in" filter="wipe(left)">
                                      <p:cBhvr>
                                        <p:cTn id="171" dur="500"/>
                                        <p:tgtEl>
                                          <p:spTgt spid="42"/>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43">
                                            <p:txEl>
                                              <p:pRg st="4294967295" end="4294967295"/>
                                            </p:txEl>
                                          </p:spTgt>
                                        </p:tgtEl>
                                        <p:attrNameLst>
                                          <p:attrName>style.visibility</p:attrName>
                                        </p:attrNameLst>
                                      </p:cBhvr>
                                      <p:to>
                                        <p:strVal val="visible"/>
                                      </p:to>
                                    </p:set>
                                    <p:animEffect transition="in" filter="wipe(left)">
                                      <p:cBhvr>
                                        <p:cTn id="176" dur="500"/>
                                        <p:tgtEl>
                                          <p:spTgt spid="43">
                                            <p:txEl>
                                              <p:pRg st="4294967295" end="4294967295"/>
                                            </p:txEl>
                                          </p:spTgt>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43">
                                            <p:txEl>
                                              <p:pRg st="4294967295" end="4294967295"/>
                                            </p:txEl>
                                          </p:spTgt>
                                        </p:tgtEl>
                                        <p:attrNameLst>
                                          <p:attrName>style.visibility</p:attrName>
                                        </p:attrNameLst>
                                      </p:cBhvr>
                                      <p:to>
                                        <p:strVal val="visible"/>
                                      </p:to>
                                    </p:set>
                                    <p:animEffect transition="in" filter="wipe(left)">
                                      <p:cBhvr>
                                        <p:cTn id="181" dur="500"/>
                                        <p:tgtEl>
                                          <p:spTgt spid="43">
                                            <p:txEl>
                                              <p:pRg st="4294967295" end="4294967295"/>
                                            </p:txEl>
                                          </p:spTgt>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43">
                                            <p:txEl>
                                              <p:pRg st="0" end="0"/>
                                            </p:txEl>
                                          </p:spTgt>
                                        </p:tgtEl>
                                        <p:attrNameLst>
                                          <p:attrName>style.visibility</p:attrName>
                                        </p:attrNameLst>
                                      </p:cBhvr>
                                      <p:to>
                                        <p:strVal val="visible"/>
                                      </p:to>
                                    </p:set>
                                    <p:animEffect transition="in" filter="wipe(left)">
                                      <p:cBhvr>
                                        <p:cTn id="186" dur="500"/>
                                        <p:tgtEl>
                                          <p:spTgt spid="43">
                                            <p:txEl>
                                              <p:pRg st="0" end="0"/>
                                            </p:txEl>
                                          </p:spTgt>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8" fill="hold" nodeType="clickEffect">
                                  <p:stCondLst>
                                    <p:cond delay="0"/>
                                  </p:stCondLst>
                                  <p:childTnLst>
                                    <p:set>
                                      <p:cBhvr>
                                        <p:cTn id="190" dur="1" fill="hold">
                                          <p:stCondLst>
                                            <p:cond delay="0"/>
                                          </p:stCondLst>
                                        </p:cTn>
                                        <p:tgtEl>
                                          <p:spTgt spid="44"/>
                                        </p:tgtEl>
                                        <p:attrNameLst>
                                          <p:attrName>style.visibility</p:attrName>
                                        </p:attrNameLst>
                                      </p:cBhvr>
                                      <p:to>
                                        <p:strVal val="visible"/>
                                      </p:to>
                                    </p:set>
                                    <p:animEffect transition="in" filter="wipe(left)">
                                      <p:cBhvr>
                                        <p:cTn id="19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uiExpand="1" build="p"/>
      <p:bldP spid="18" grpId="0" autoUpdateAnimBg="0" build="p"/>
      <p:bldP spid="20" grpId="0" autoUpdateAnimBg="0"/>
      <p:bldP spid="21" grpId="0" autoUpdateAnimBg="0"/>
      <p:bldP spid="22" grpId="0" autoUpdateAnimBg="0"/>
      <p:bldP spid="23" grpId="0" autoUpdateAnimBg="0"/>
      <p:bldP spid="24" grpId="0" advAuto="0" autoUpdateAnimBg="0" uiExpand="1" build="p"/>
      <p:bldP spid="25" grpId="0" autoUpdateAnimBg="0" uiExpand="1" build="p"/>
      <p:bldP spid="26" grpId="0" autoUpdateAnimBg="0" uiExpand="1" build="p"/>
      <p:bldP spid="35" grpId="0" autoUpdateAnimBg="0" uiExpand="1" build="p"/>
      <p:bldP spid="41" grpId="0" autoUpdateAnimBg="0" uiExpand="1" build="p"/>
      <p:bldP spid="43" grpId="0" autoUpdateAnimBg="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9"/>
          <p:cNvSpPr>
            <a:spLocks noChangeArrowheads="1"/>
          </p:cNvSpPr>
          <p:nvPr/>
        </p:nvSpPr>
        <p:spPr bwMode="auto">
          <a:xfrm>
            <a:off x="7861935" y="3470275"/>
            <a:ext cx="2133600" cy="1066800"/>
          </a:xfrm>
          <a:prstGeom prst="rect">
            <a:avLst/>
          </a:prstGeom>
          <a:solidFill>
            <a:schemeClr val="accent5">
              <a:lumMod val="20000"/>
              <a:lumOff val="80000"/>
            </a:schemeClr>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2" name="Rectangle 2"/>
          <p:cNvSpPr txBox="1">
            <a:spLocks noChangeArrowheads="1"/>
          </p:cNvSpPr>
          <p:nvPr/>
        </p:nvSpPr>
        <p:spPr>
          <a:xfrm>
            <a:off x="1752283" y="592455"/>
            <a:ext cx="3198812" cy="5969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黑体" panose="02010609060101010101" charset="-122"/>
                <a:ea typeface="黑体" panose="02010609060101010101" charset="-122"/>
              </a:rPr>
              <a:t>例</a:t>
            </a:r>
            <a:r>
              <a:rPr lang="en-US" altLang="zh-CN" sz="2800" b="1" dirty="0" smtClean="0">
                <a:solidFill>
                  <a:srgbClr val="7030A0"/>
                </a:solidFill>
                <a:latin typeface="黑体" panose="02010609060101010101" charset="-122"/>
                <a:ea typeface="黑体" panose="02010609060101010101" charset="-122"/>
              </a:rPr>
              <a:t>1</a:t>
            </a:r>
            <a:r>
              <a:rPr lang="en-US" altLang="zh-CN" sz="2800" b="1" dirty="0" smtClean="0">
                <a:latin typeface="黑体" panose="02010609060101010101" charset="-122"/>
                <a:ea typeface="黑体" panose="02010609060101010101" charset="-122"/>
              </a:rPr>
              <a:t>. </a:t>
            </a:r>
            <a:r>
              <a:rPr lang="zh-CN" altLang="en-US" sz="2800" b="1" dirty="0" smtClean="0">
                <a:latin typeface="黑体" panose="02010609060101010101" charset="-122"/>
                <a:ea typeface="黑体" panose="02010609060101010101" charset="-122"/>
              </a:rPr>
              <a:t>已知函数</a:t>
            </a:r>
            <a:endParaRPr lang="zh-CN" altLang="en-US" sz="2800" b="1" dirty="0" smtClean="0">
              <a:latin typeface="黑体" panose="02010609060101010101" charset="-122"/>
              <a:ea typeface="黑体" panose="02010609060101010101" charset="-122"/>
            </a:endParaRPr>
          </a:p>
        </p:txBody>
      </p:sp>
      <p:graphicFrame>
        <p:nvGraphicFramePr>
          <p:cNvPr id="3" name="Object 3"/>
          <p:cNvGraphicFramePr>
            <a:graphicFrameLocks noChangeAspect="1"/>
          </p:cNvGraphicFramePr>
          <p:nvPr/>
        </p:nvGraphicFramePr>
        <p:xfrm>
          <a:off x="4219575" y="243205"/>
          <a:ext cx="4273550" cy="1155700"/>
        </p:xfrm>
        <a:graphic>
          <a:graphicData uri="http://schemas.openxmlformats.org/presentationml/2006/ole">
            <mc:AlternateContent xmlns:mc="http://schemas.openxmlformats.org/markup-compatibility/2006">
              <mc:Choice xmlns:v="urn:schemas-microsoft-com:vml" Requires="v">
                <p:oleObj spid="_x0000_s15361" name="Equation" r:id="rId1" imgW="101498400" imgH="26212800" progId="Equation.DSMT4">
                  <p:embed/>
                </p:oleObj>
              </mc:Choice>
              <mc:Fallback>
                <p:oleObj name="Equation" r:id="rId1" imgW="101498400" imgH="26212800" progId="Equation.DSMT4">
                  <p:embed/>
                  <p:pic>
                    <p:nvPicPr>
                      <p:cNvPr id="0" name="图片 15360"/>
                      <p:cNvPicPr>
                        <a:picLocks noChangeAspect="1"/>
                      </p:cNvPicPr>
                      <p:nvPr/>
                    </p:nvPicPr>
                    <p:blipFill>
                      <a:blip r:embed="rId2"/>
                      <a:stretch>
                        <a:fillRect/>
                      </a:stretch>
                    </p:blipFill>
                    <p:spPr>
                      <a:xfrm>
                        <a:off x="4219575" y="243205"/>
                        <a:ext cx="4273550" cy="115570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8496300" y="629603"/>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黑体" panose="02010609060101010101" charset="-122"/>
                <a:ea typeface="黑体" panose="02010609060101010101" charset="-122"/>
              </a:rPr>
              <a:t>，求 </a:t>
            </a:r>
            <a:endParaRPr kumimoji="1" lang="zh-CN" altLang="en-US" sz="2800" b="1">
              <a:latin typeface="黑体" panose="02010609060101010101" charset="-122"/>
              <a:ea typeface="黑体" panose="02010609060101010101" charset="-122"/>
            </a:endParaRPr>
          </a:p>
        </p:txBody>
      </p:sp>
      <p:graphicFrame>
        <p:nvGraphicFramePr>
          <p:cNvPr id="5" name="Object 5"/>
          <p:cNvGraphicFramePr>
            <a:graphicFrameLocks noChangeAspect="1"/>
          </p:cNvGraphicFramePr>
          <p:nvPr/>
        </p:nvGraphicFramePr>
        <p:xfrm>
          <a:off x="1955800" y="1481138"/>
          <a:ext cx="814388" cy="479425"/>
        </p:xfrm>
        <a:graphic>
          <a:graphicData uri="http://schemas.openxmlformats.org/presentationml/2006/ole">
            <mc:AlternateContent xmlns:mc="http://schemas.openxmlformats.org/markup-compatibility/2006">
              <mc:Choice xmlns:v="urn:schemas-microsoft-com:vml" Requires="v">
                <p:oleObj spid="_x0000_s15974" name="Equation" r:id="rId3" imgW="18288000" imgH="10363200" progId="Equation.DSMT4">
                  <p:embed/>
                </p:oleObj>
              </mc:Choice>
              <mc:Fallback>
                <p:oleObj name="Equation" r:id="rId3" imgW="18288000" imgH="10363200" progId="Equation.DSMT4">
                  <p:embed/>
                  <p:pic>
                    <p:nvPicPr>
                      <p:cNvPr id="0" name="图片 15973"/>
                      <p:cNvPicPr>
                        <a:picLocks noChangeAspect="1"/>
                      </p:cNvPicPr>
                      <p:nvPr/>
                    </p:nvPicPr>
                    <p:blipFill>
                      <a:blip r:embed="rId4"/>
                      <a:stretch>
                        <a:fillRect/>
                      </a:stretch>
                    </p:blipFill>
                    <p:spPr>
                      <a:xfrm>
                        <a:off x="1955800" y="1481138"/>
                        <a:ext cx="814388" cy="479425"/>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2862580" y="1471613"/>
            <a:ext cx="1066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黑体" panose="02010609060101010101" charset="-122"/>
                <a:ea typeface="黑体" panose="02010609060101010101" charset="-122"/>
              </a:rPr>
              <a:t>及</a:t>
            </a:r>
            <a:endParaRPr kumimoji="1" lang="zh-CN" altLang="en-US" sz="2800" b="1">
              <a:latin typeface="黑体" panose="02010609060101010101" charset="-122"/>
              <a:ea typeface="黑体" panose="02010609060101010101" charset="-122"/>
            </a:endParaRPr>
          </a:p>
        </p:txBody>
      </p:sp>
      <p:graphicFrame>
        <p:nvGraphicFramePr>
          <p:cNvPr id="7" name="Object 7"/>
          <p:cNvGraphicFramePr>
            <a:graphicFrameLocks noChangeAspect="1"/>
          </p:cNvGraphicFramePr>
          <p:nvPr/>
        </p:nvGraphicFramePr>
        <p:xfrm>
          <a:off x="3484245" y="1479868"/>
          <a:ext cx="890588" cy="479425"/>
        </p:xfrm>
        <a:graphic>
          <a:graphicData uri="http://schemas.openxmlformats.org/presentationml/2006/ole">
            <mc:AlternateContent xmlns:mc="http://schemas.openxmlformats.org/markup-compatibility/2006">
              <mc:Choice xmlns:v="urn:schemas-microsoft-com:vml" Requires="v">
                <p:oleObj spid="_x0000_s15975" name="Equation" r:id="rId5" imgW="20116800" imgH="10363200" progId="Equation.DSMT4">
                  <p:embed/>
                </p:oleObj>
              </mc:Choice>
              <mc:Fallback>
                <p:oleObj name="Equation" r:id="rId5" imgW="20116800" imgH="10363200" progId="Equation.DSMT4">
                  <p:embed/>
                  <p:pic>
                    <p:nvPicPr>
                      <p:cNvPr id="0" name="图片 15974"/>
                      <p:cNvPicPr>
                        <a:picLocks noChangeAspect="1"/>
                      </p:cNvPicPr>
                      <p:nvPr/>
                    </p:nvPicPr>
                    <p:blipFill>
                      <a:blip r:embed="rId6"/>
                      <a:stretch>
                        <a:fillRect/>
                      </a:stretch>
                    </p:blipFill>
                    <p:spPr>
                      <a:xfrm>
                        <a:off x="3484245" y="1479868"/>
                        <a:ext cx="890588" cy="479425"/>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1829435" y="2276158"/>
            <a:ext cx="1066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黑体" panose="02010609060101010101" charset="-122"/>
                <a:ea typeface="黑体" panose="02010609060101010101" charset="-122"/>
              </a:rPr>
              <a:t>解</a:t>
            </a:r>
            <a:r>
              <a:rPr kumimoji="1" lang="en-US" altLang="zh-CN" sz="2800" b="1" dirty="0">
                <a:solidFill>
                  <a:srgbClr val="7030A0"/>
                </a:solidFill>
                <a:latin typeface="黑体" panose="02010609060101010101" charset="-122"/>
                <a:ea typeface="黑体" panose="02010609060101010101" charset="-122"/>
              </a:rPr>
              <a:t>:</a:t>
            </a:r>
            <a:endParaRPr kumimoji="1" lang="en-US" altLang="zh-CN" sz="2800" b="1" dirty="0">
              <a:solidFill>
                <a:srgbClr val="7030A0"/>
              </a:solidFill>
              <a:latin typeface="黑体" panose="02010609060101010101" charset="-122"/>
              <a:ea typeface="黑体" panose="02010609060101010101" charset="-122"/>
            </a:endParaRPr>
          </a:p>
        </p:txBody>
      </p:sp>
      <p:graphicFrame>
        <p:nvGraphicFramePr>
          <p:cNvPr id="9" name="Object 9"/>
          <p:cNvGraphicFramePr>
            <a:graphicFrameLocks noChangeAspect="1"/>
          </p:cNvGraphicFramePr>
          <p:nvPr/>
        </p:nvGraphicFramePr>
        <p:xfrm>
          <a:off x="2770188" y="2276475"/>
          <a:ext cx="1849437" cy="579438"/>
        </p:xfrm>
        <a:graphic>
          <a:graphicData uri="http://schemas.openxmlformats.org/presentationml/2006/ole">
            <mc:AlternateContent xmlns:mc="http://schemas.openxmlformats.org/markup-compatibility/2006">
              <mc:Choice xmlns:v="urn:schemas-microsoft-com:vml" Requires="v">
                <p:oleObj spid="_x0000_s15976" name="Equation" r:id="rId7" imgW="43281600" imgH="12801600" progId="Equation.DSMT4">
                  <p:embed/>
                </p:oleObj>
              </mc:Choice>
              <mc:Fallback>
                <p:oleObj name="Equation" r:id="rId7" imgW="43281600" imgH="12801600" progId="Equation.DSMT4">
                  <p:embed/>
                  <p:pic>
                    <p:nvPicPr>
                      <p:cNvPr id="0" name="图片 15975"/>
                      <p:cNvPicPr>
                        <a:picLocks noChangeAspect="1"/>
                      </p:cNvPicPr>
                      <p:nvPr/>
                    </p:nvPicPr>
                    <p:blipFill>
                      <a:blip r:embed="rId8"/>
                      <a:stretch>
                        <a:fillRect/>
                      </a:stretch>
                    </p:blipFill>
                    <p:spPr>
                      <a:xfrm>
                        <a:off x="2770188" y="2276475"/>
                        <a:ext cx="1849437" cy="579438"/>
                      </a:xfrm>
                      <a:prstGeom prst="rect">
                        <a:avLst/>
                      </a:prstGeom>
                      <a:noFill/>
                      <a:ln w="9525">
                        <a:noFill/>
                      </a:ln>
                    </p:spPr>
                  </p:pic>
                </p:oleObj>
              </mc:Fallback>
            </mc:AlternateContent>
          </a:graphicData>
        </a:graphic>
      </p:graphicFrame>
      <p:graphicFrame>
        <p:nvGraphicFramePr>
          <p:cNvPr id="10" name="Object 10"/>
          <p:cNvGraphicFramePr>
            <a:graphicFrameLocks noChangeAspect="1"/>
          </p:cNvGraphicFramePr>
          <p:nvPr/>
        </p:nvGraphicFramePr>
        <p:xfrm>
          <a:off x="4721225" y="2246313"/>
          <a:ext cx="858838" cy="582612"/>
        </p:xfrm>
        <a:graphic>
          <a:graphicData uri="http://schemas.openxmlformats.org/presentationml/2006/ole">
            <mc:AlternateContent xmlns:mc="http://schemas.openxmlformats.org/markup-compatibility/2006">
              <mc:Choice xmlns:v="urn:schemas-microsoft-com:vml" Requires="v">
                <p:oleObj spid="_x0000_s15977" name="Equation" r:id="rId9" imgW="19507200" imgH="12496800" progId="Equation.DSMT4">
                  <p:embed/>
                </p:oleObj>
              </mc:Choice>
              <mc:Fallback>
                <p:oleObj name="Equation" r:id="rId9" imgW="19507200" imgH="12496800" progId="Equation.DSMT4">
                  <p:embed/>
                  <p:pic>
                    <p:nvPicPr>
                      <p:cNvPr id="0" name="图片 15976"/>
                      <p:cNvPicPr>
                        <a:picLocks noChangeAspect="1"/>
                      </p:cNvPicPr>
                      <p:nvPr/>
                    </p:nvPicPr>
                    <p:blipFill>
                      <a:blip r:embed="rId10"/>
                      <a:stretch>
                        <a:fillRect/>
                      </a:stretch>
                    </p:blipFill>
                    <p:spPr>
                      <a:xfrm>
                        <a:off x="4721225" y="2246313"/>
                        <a:ext cx="858838" cy="582612"/>
                      </a:xfrm>
                      <a:prstGeom prst="rect">
                        <a:avLst/>
                      </a:prstGeom>
                      <a:noFill/>
                      <a:ln w="9525">
                        <a:noFill/>
                      </a:ln>
                    </p:spPr>
                  </p:pic>
                </p:oleObj>
              </mc:Fallback>
            </mc:AlternateContent>
          </a:graphicData>
        </a:graphic>
      </p:graphicFrame>
      <p:graphicFrame>
        <p:nvGraphicFramePr>
          <p:cNvPr id="11" name="Object 11"/>
          <p:cNvGraphicFramePr>
            <a:graphicFrameLocks noChangeAspect="1"/>
          </p:cNvGraphicFramePr>
          <p:nvPr/>
        </p:nvGraphicFramePr>
        <p:xfrm>
          <a:off x="2775585" y="3733800"/>
          <a:ext cx="1181921" cy="540000"/>
        </p:xfrm>
        <a:graphic>
          <a:graphicData uri="http://schemas.openxmlformats.org/presentationml/2006/ole">
            <mc:AlternateContent xmlns:mc="http://schemas.openxmlformats.org/markup-compatibility/2006">
              <mc:Choice xmlns:v="urn:schemas-microsoft-com:vml" Requires="v">
                <p:oleObj spid="_x0000_s15978" name="Equation" r:id="rId11" imgW="24079200" imgH="10363200" progId="Equation.DSMT4">
                  <p:embed/>
                </p:oleObj>
              </mc:Choice>
              <mc:Fallback>
                <p:oleObj name="Equation" r:id="rId11" imgW="24079200" imgH="10363200" progId="Equation.DSMT4">
                  <p:embed/>
                  <p:pic>
                    <p:nvPicPr>
                      <p:cNvPr id="0" name="图片 15977"/>
                      <p:cNvPicPr>
                        <a:picLocks noChangeAspect="1"/>
                      </p:cNvPicPr>
                      <p:nvPr/>
                    </p:nvPicPr>
                    <p:blipFill>
                      <a:blip r:embed="rId12"/>
                      <a:stretch>
                        <a:fillRect/>
                      </a:stretch>
                    </p:blipFill>
                    <p:spPr>
                      <a:xfrm>
                        <a:off x="2775585" y="3733800"/>
                        <a:ext cx="1181921" cy="540000"/>
                      </a:xfrm>
                      <a:prstGeom prst="rect">
                        <a:avLst/>
                      </a:prstGeom>
                      <a:noFill/>
                      <a:ln w="9525">
                        <a:noFill/>
                      </a:ln>
                    </p:spPr>
                  </p:pic>
                </p:oleObj>
              </mc:Fallback>
            </mc:AlternateContent>
          </a:graphicData>
        </a:graphic>
      </p:graphicFrame>
      <p:graphicFrame>
        <p:nvGraphicFramePr>
          <p:cNvPr id="12" name="Object 12"/>
          <p:cNvGraphicFramePr>
            <a:graphicFrameLocks noChangeAspect="1"/>
          </p:cNvGraphicFramePr>
          <p:nvPr/>
        </p:nvGraphicFramePr>
        <p:xfrm>
          <a:off x="5765800" y="3282950"/>
          <a:ext cx="1181100" cy="377825"/>
        </p:xfrm>
        <a:graphic>
          <a:graphicData uri="http://schemas.openxmlformats.org/presentationml/2006/ole">
            <mc:AlternateContent xmlns:mc="http://schemas.openxmlformats.org/markup-compatibility/2006">
              <mc:Choice xmlns:v="urn:schemas-microsoft-com:vml" Requires="v">
                <p:oleObj spid="_x0000_s15979" name="Equation" r:id="rId13" imgW="27127200" imgH="7620000" progId="Equation.DSMT4">
                  <p:embed/>
                </p:oleObj>
              </mc:Choice>
              <mc:Fallback>
                <p:oleObj name="Equation" r:id="rId13" imgW="27127200" imgH="7620000" progId="Equation.DSMT4">
                  <p:embed/>
                  <p:pic>
                    <p:nvPicPr>
                      <p:cNvPr id="0" name="图片 15978"/>
                      <p:cNvPicPr>
                        <a:picLocks noChangeAspect="1"/>
                      </p:cNvPicPr>
                      <p:nvPr/>
                    </p:nvPicPr>
                    <p:blipFill>
                      <a:blip r:embed="rId14"/>
                      <a:stretch>
                        <a:fillRect/>
                      </a:stretch>
                    </p:blipFill>
                    <p:spPr>
                      <a:xfrm>
                        <a:off x="5765800" y="3282950"/>
                        <a:ext cx="1181100" cy="377825"/>
                      </a:xfrm>
                      <a:prstGeom prst="rect">
                        <a:avLst/>
                      </a:prstGeom>
                      <a:noFill/>
                      <a:ln w="9525">
                        <a:noFill/>
                      </a:ln>
                    </p:spPr>
                  </p:pic>
                </p:oleObj>
              </mc:Fallback>
            </mc:AlternateContent>
          </a:graphicData>
        </a:graphic>
      </p:graphicFrame>
      <p:graphicFrame>
        <p:nvGraphicFramePr>
          <p:cNvPr id="13" name="Object 13"/>
          <p:cNvGraphicFramePr>
            <a:graphicFrameLocks noChangeAspect="1"/>
          </p:cNvGraphicFramePr>
          <p:nvPr/>
        </p:nvGraphicFramePr>
        <p:xfrm>
          <a:off x="4375150" y="3027363"/>
          <a:ext cx="939800" cy="892175"/>
        </p:xfrm>
        <a:graphic>
          <a:graphicData uri="http://schemas.openxmlformats.org/presentationml/2006/ole">
            <mc:AlternateContent xmlns:mc="http://schemas.openxmlformats.org/markup-compatibility/2006">
              <mc:Choice xmlns:v="urn:schemas-microsoft-com:vml" Requires="v">
                <p:oleObj spid="_x0000_s15980" name="Equation" r:id="rId15" imgW="21336000" imgH="20116800" progId="Equation.DSMT4">
                  <p:embed/>
                </p:oleObj>
              </mc:Choice>
              <mc:Fallback>
                <p:oleObj name="Equation" r:id="rId15" imgW="21336000" imgH="20116800" progId="Equation.DSMT4">
                  <p:embed/>
                  <p:pic>
                    <p:nvPicPr>
                      <p:cNvPr id="0" name="图片 15979"/>
                      <p:cNvPicPr>
                        <a:picLocks noChangeAspect="1"/>
                      </p:cNvPicPr>
                      <p:nvPr/>
                    </p:nvPicPr>
                    <p:blipFill>
                      <a:blip r:embed="rId16"/>
                      <a:stretch>
                        <a:fillRect/>
                      </a:stretch>
                    </p:blipFill>
                    <p:spPr>
                      <a:xfrm>
                        <a:off x="4375150" y="3027363"/>
                        <a:ext cx="939800" cy="892175"/>
                      </a:xfrm>
                      <a:prstGeom prst="rect">
                        <a:avLst/>
                      </a:prstGeom>
                      <a:noFill/>
                      <a:ln w="9525">
                        <a:noFill/>
                      </a:ln>
                    </p:spPr>
                  </p:pic>
                </p:oleObj>
              </mc:Fallback>
            </mc:AlternateContent>
          </a:graphicData>
        </a:graphic>
      </p:graphicFrame>
      <p:graphicFrame>
        <p:nvGraphicFramePr>
          <p:cNvPr id="14" name="Object 14"/>
          <p:cNvGraphicFramePr>
            <a:graphicFrameLocks noChangeAspect="1"/>
          </p:cNvGraphicFramePr>
          <p:nvPr/>
        </p:nvGraphicFramePr>
        <p:xfrm>
          <a:off x="5694363" y="4235450"/>
          <a:ext cx="663575" cy="379413"/>
        </p:xfrm>
        <a:graphic>
          <a:graphicData uri="http://schemas.openxmlformats.org/presentationml/2006/ole">
            <mc:AlternateContent xmlns:mc="http://schemas.openxmlformats.org/markup-compatibility/2006">
              <mc:Choice xmlns:v="urn:schemas-microsoft-com:vml" Requires="v">
                <p:oleObj spid="_x0000_s15981" name="Equation" r:id="rId17" imgW="14630400" imgH="7620000" progId="Equation.DSMT4">
                  <p:embed/>
                </p:oleObj>
              </mc:Choice>
              <mc:Fallback>
                <p:oleObj name="Equation" r:id="rId17" imgW="14630400" imgH="7620000" progId="Equation.DSMT4">
                  <p:embed/>
                  <p:pic>
                    <p:nvPicPr>
                      <p:cNvPr id="0" name="图片 15980"/>
                      <p:cNvPicPr>
                        <a:picLocks noChangeAspect="1"/>
                      </p:cNvPicPr>
                      <p:nvPr/>
                    </p:nvPicPr>
                    <p:blipFill>
                      <a:blip r:embed="rId18"/>
                      <a:stretch>
                        <a:fillRect/>
                      </a:stretch>
                    </p:blipFill>
                    <p:spPr>
                      <a:xfrm>
                        <a:off x="5694363" y="4235450"/>
                        <a:ext cx="663575" cy="379413"/>
                      </a:xfrm>
                      <a:prstGeom prst="rect">
                        <a:avLst/>
                      </a:prstGeom>
                      <a:noFill/>
                      <a:ln w="9525">
                        <a:noFill/>
                      </a:ln>
                    </p:spPr>
                  </p:pic>
                </p:oleObj>
              </mc:Fallback>
            </mc:AlternateContent>
          </a:graphicData>
        </a:graphic>
      </p:graphicFrame>
      <p:graphicFrame>
        <p:nvGraphicFramePr>
          <p:cNvPr id="15" name="Object 15"/>
          <p:cNvGraphicFramePr>
            <a:graphicFrameLocks noChangeAspect="1"/>
          </p:cNvGraphicFramePr>
          <p:nvPr/>
        </p:nvGraphicFramePr>
        <p:xfrm>
          <a:off x="4151313" y="4002088"/>
          <a:ext cx="779462" cy="936625"/>
        </p:xfrm>
        <a:graphic>
          <a:graphicData uri="http://schemas.openxmlformats.org/presentationml/2006/ole">
            <mc:AlternateContent xmlns:mc="http://schemas.openxmlformats.org/markup-compatibility/2006">
              <mc:Choice xmlns:v="urn:schemas-microsoft-com:vml" Requires="v">
                <p:oleObj spid="_x0000_s15982" name="Equation" r:id="rId19" imgW="17373600" imgH="21336000" progId="Equation.DSMT4">
                  <p:embed/>
                </p:oleObj>
              </mc:Choice>
              <mc:Fallback>
                <p:oleObj name="Equation" r:id="rId19" imgW="17373600" imgH="21336000" progId="Equation.DSMT4">
                  <p:embed/>
                  <p:pic>
                    <p:nvPicPr>
                      <p:cNvPr id="0" name="图片 15981"/>
                      <p:cNvPicPr>
                        <a:picLocks noChangeAspect="1"/>
                      </p:cNvPicPr>
                      <p:nvPr/>
                    </p:nvPicPr>
                    <p:blipFill>
                      <a:blip r:embed="rId20"/>
                      <a:stretch>
                        <a:fillRect/>
                      </a:stretch>
                    </p:blipFill>
                    <p:spPr>
                      <a:xfrm>
                        <a:off x="4151313" y="4002088"/>
                        <a:ext cx="779462" cy="936625"/>
                      </a:xfrm>
                      <a:prstGeom prst="rect">
                        <a:avLst/>
                      </a:prstGeom>
                      <a:noFill/>
                      <a:ln w="9525">
                        <a:noFill/>
                      </a:ln>
                    </p:spPr>
                  </p:pic>
                </p:oleObj>
              </mc:Fallback>
            </mc:AlternateContent>
          </a:graphicData>
        </a:graphic>
      </p:graphicFrame>
      <p:graphicFrame>
        <p:nvGraphicFramePr>
          <p:cNvPr id="16" name="Object 16"/>
          <p:cNvGraphicFramePr>
            <a:graphicFrameLocks noChangeAspect="1"/>
          </p:cNvGraphicFramePr>
          <p:nvPr/>
        </p:nvGraphicFramePr>
        <p:xfrm>
          <a:off x="8104188" y="3559175"/>
          <a:ext cx="673100" cy="317500"/>
        </p:xfrm>
        <a:graphic>
          <a:graphicData uri="http://schemas.openxmlformats.org/presentationml/2006/ole">
            <mc:AlternateContent xmlns:mc="http://schemas.openxmlformats.org/markup-compatibility/2006">
              <mc:Choice xmlns:v="urn:schemas-microsoft-com:vml" Requires="v">
                <p:oleObj spid="_x0000_s15983" name="Equation" r:id="rId21" imgW="16154400" imgH="7620000" progId="Equation.DSMT4">
                  <p:embed/>
                </p:oleObj>
              </mc:Choice>
              <mc:Fallback>
                <p:oleObj name="Equation" r:id="rId21" imgW="16154400" imgH="7620000" progId="Equation.DSMT4">
                  <p:embed/>
                  <p:pic>
                    <p:nvPicPr>
                      <p:cNvPr id="0" name="图片 15982"/>
                      <p:cNvPicPr>
                        <a:picLocks noChangeAspect="1"/>
                      </p:cNvPicPr>
                      <p:nvPr/>
                    </p:nvPicPr>
                    <p:blipFill>
                      <a:blip r:embed="rId22"/>
                      <a:stretch>
                        <a:fillRect/>
                      </a:stretch>
                    </p:blipFill>
                    <p:spPr>
                      <a:xfrm>
                        <a:off x="8104188" y="3559175"/>
                        <a:ext cx="673100" cy="317500"/>
                      </a:xfrm>
                      <a:prstGeom prst="rect">
                        <a:avLst/>
                      </a:prstGeom>
                      <a:noFill/>
                      <a:ln w="9525">
                        <a:noFill/>
                      </a:ln>
                    </p:spPr>
                  </p:pic>
                </p:oleObj>
              </mc:Fallback>
            </mc:AlternateContent>
          </a:graphicData>
        </a:graphic>
      </p:graphicFrame>
      <p:sp>
        <p:nvSpPr>
          <p:cNvPr id="17" name="Text Box 17"/>
          <p:cNvSpPr txBox="1">
            <a:spLocks noChangeArrowheads="1"/>
          </p:cNvSpPr>
          <p:nvPr/>
        </p:nvSpPr>
        <p:spPr bwMode="auto">
          <a:xfrm>
            <a:off x="8001000" y="3900488"/>
            <a:ext cx="2133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黑体" panose="02010609060101010101" charset="-122"/>
                <a:ea typeface="黑体" panose="02010609060101010101" charset="-122"/>
              </a:rPr>
              <a:t>函数无定义</a:t>
            </a:r>
            <a:endParaRPr kumimoji="1" lang="zh-CN" altLang="en-US" sz="2800" b="1" dirty="0">
              <a:latin typeface="黑体" panose="02010609060101010101" charset="-122"/>
              <a:ea typeface="黑体" panose="02010609060101010101" charset="-122"/>
            </a:endParaRPr>
          </a:p>
        </p:txBody>
      </p:sp>
      <p:sp>
        <p:nvSpPr>
          <p:cNvPr id="18" name="Text Box 18"/>
          <p:cNvSpPr txBox="1">
            <a:spLocks noChangeArrowheads="1"/>
          </p:cNvSpPr>
          <p:nvPr/>
        </p:nvSpPr>
        <p:spPr bwMode="auto">
          <a:xfrm>
            <a:off x="4495800" y="1438275"/>
            <a:ext cx="358013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并写出定义域及值域</a:t>
            </a:r>
            <a:r>
              <a:rPr kumimoji="1" lang="en-US" altLang="zh-CN" sz="2800" b="1">
                <a:latin typeface="黑体" panose="02010609060101010101" charset="-122"/>
                <a:ea typeface="黑体" panose="02010609060101010101" charset="-122"/>
              </a:rPr>
              <a:t>.</a:t>
            </a:r>
            <a:endParaRPr kumimoji="1" lang="en-US" altLang="zh-CN" sz="2800" b="1">
              <a:latin typeface="黑体" panose="02010609060101010101" charset="-122"/>
              <a:ea typeface="黑体" panose="02010609060101010101" charset="-122"/>
            </a:endParaRPr>
          </a:p>
        </p:txBody>
      </p:sp>
      <p:sp>
        <p:nvSpPr>
          <p:cNvPr id="20" name="Text Box 20"/>
          <p:cNvSpPr txBox="1">
            <a:spLocks noChangeArrowheads="1"/>
          </p:cNvSpPr>
          <p:nvPr/>
        </p:nvSpPr>
        <p:spPr bwMode="auto">
          <a:xfrm>
            <a:off x="2707005" y="4975860"/>
            <a:ext cx="14351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黑体" panose="02010609060101010101" charset="-122"/>
                <a:ea typeface="黑体" panose="02010609060101010101" charset="-122"/>
              </a:rPr>
              <a:t>定义域 </a:t>
            </a:r>
            <a:endParaRPr kumimoji="1" lang="zh-CN" altLang="en-US" sz="2800" b="1">
              <a:latin typeface="黑体" panose="02010609060101010101" charset="-122"/>
              <a:ea typeface="黑体" panose="02010609060101010101" charset="-122"/>
            </a:endParaRPr>
          </a:p>
        </p:txBody>
      </p:sp>
      <p:graphicFrame>
        <p:nvGraphicFramePr>
          <p:cNvPr id="21" name="Object 21"/>
          <p:cNvGraphicFramePr>
            <a:graphicFrameLocks noChangeAspect="1"/>
          </p:cNvGraphicFramePr>
          <p:nvPr/>
        </p:nvGraphicFramePr>
        <p:xfrm>
          <a:off x="4151313" y="5047298"/>
          <a:ext cx="1682750" cy="441325"/>
        </p:xfrm>
        <a:graphic>
          <a:graphicData uri="http://schemas.openxmlformats.org/presentationml/2006/ole">
            <mc:AlternateContent xmlns:mc="http://schemas.openxmlformats.org/markup-compatibility/2006">
              <mc:Choice xmlns:v="urn:schemas-microsoft-com:vml" Requires="v">
                <p:oleObj spid="_x0000_s15984" name="Equation" r:id="rId23" imgW="39319200" imgH="9448800" progId="Equation.DSMT4">
                  <p:embed/>
                </p:oleObj>
              </mc:Choice>
              <mc:Fallback>
                <p:oleObj name="Equation" r:id="rId23" imgW="39319200" imgH="9448800" progId="Equation.DSMT4">
                  <p:embed/>
                  <p:pic>
                    <p:nvPicPr>
                      <p:cNvPr id="0" name="图片 15983"/>
                      <p:cNvPicPr>
                        <a:picLocks noChangeAspect="1"/>
                      </p:cNvPicPr>
                      <p:nvPr/>
                    </p:nvPicPr>
                    <p:blipFill>
                      <a:blip r:embed="rId24"/>
                      <a:stretch>
                        <a:fillRect/>
                      </a:stretch>
                    </p:blipFill>
                    <p:spPr>
                      <a:xfrm>
                        <a:off x="4151313" y="5047298"/>
                        <a:ext cx="1682750" cy="441325"/>
                      </a:xfrm>
                      <a:prstGeom prst="rect">
                        <a:avLst/>
                      </a:prstGeom>
                      <a:noFill/>
                      <a:ln w="9525">
                        <a:noFill/>
                      </a:ln>
                    </p:spPr>
                  </p:pic>
                </p:oleObj>
              </mc:Fallback>
            </mc:AlternateContent>
          </a:graphicData>
        </a:graphic>
      </p:graphicFrame>
      <p:sp>
        <p:nvSpPr>
          <p:cNvPr id="22" name="Text Box 22"/>
          <p:cNvSpPr txBox="1">
            <a:spLocks noChangeArrowheads="1"/>
          </p:cNvSpPr>
          <p:nvPr/>
        </p:nvSpPr>
        <p:spPr bwMode="auto">
          <a:xfrm>
            <a:off x="2707005" y="5638800"/>
            <a:ext cx="1752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黑体" panose="02010609060101010101" charset="-122"/>
                <a:ea typeface="黑体" panose="02010609060101010101" charset="-122"/>
              </a:rPr>
              <a:t>值 </a:t>
            </a:r>
            <a:r>
              <a:rPr kumimoji="1" lang="zh-CN" altLang="en-US" sz="2800" b="1" dirty="0" smtClean="0">
                <a:latin typeface="黑体" panose="02010609060101010101" charset="-122"/>
                <a:ea typeface="黑体" panose="02010609060101010101" charset="-122"/>
              </a:rPr>
              <a:t> </a:t>
            </a:r>
            <a:r>
              <a:rPr kumimoji="1" lang="zh-CN" altLang="en-US" sz="2800" b="1" dirty="0">
                <a:latin typeface="黑体" panose="02010609060101010101" charset="-122"/>
                <a:ea typeface="黑体" panose="02010609060101010101" charset="-122"/>
              </a:rPr>
              <a:t>域 </a:t>
            </a:r>
            <a:endParaRPr kumimoji="1" lang="zh-CN" altLang="en-US" sz="2800" b="1" dirty="0">
              <a:latin typeface="黑体" panose="02010609060101010101" charset="-122"/>
              <a:ea typeface="黑体" panose="02010609060101010101" charset="-122"/>
            </a:endParaRPr>
          </a:p>
        </p:txBody>
      </p:sp>
      <p:graphicFrame>
        <p:nvGraphicFramePr>
          <p:cNvPr id="23" name="Object 23"/>
          <p:cNvGraphicFramePr>
            <a:graphicFrameLocks noChangeAspect="1"/>
          </p:cNvGraphicFramePr>
          <p:nvPr/>
        </p:nvGraphicFramePr>
        <p:xfrm>
          <a:off x="4141788" y="5678170"/>
          <a:ext cx="2182812" cy="442913"/>
        </p:xfrm>
        <a:graphic>
          <a:graphicData uri="http://schemas.openxmlformats.org/presentationml/2006/ole">
            <mc:AlternateContent xmlns:mc="http://schemas.openxmlformats.org/markup-compatibility/2006">
              <mc:Choice xmlns:v="urn:schemas-microsoft-com:vml" Requires="v">
                <p:oleObj spid="_x0000_s15985" name="Equation" r:id="rId25" imgW="51206400" imgH="9448800" progId="Equation.DSMT4">
                  <p:embed/>
                </p:oleObj>
              </mc:Choice>
              <mc:Fallback>
                <p:oleObj name="Equation" r:id="rId25" imgW="51206400" imgH="9448800" progId="Equation.DSMT4">
                  <p:embed/>
                  <p:pic>
                    <p:nvPicPr>
                      <p:cNvPr id="0" name="图片 15984"/>
                      <p:cNvPicPr>
                        <a:picLocks noChangeAspect="1"/>
                      </p:cNvPicPr>
                      <p:nvPr/>
                    </p:nvPicPr>
                    <p:blipFill>
                      <a:blip r:embed="rId26"/>
                      <a:stretch>
                        <a:fillRect/>
                      </a:stretch>
                    </p:blipFill>
                    <p:spPr>
                      <a:xfrm>
                        <a:off x="4141788" y="5678170"/>
                        <a:ext cx="2182812" cy="442913"/>
                      </a:xfrm>
                      <a:prstGeom prst="rect">
                        <a:avLst/>
                      </a:prstGeom>
                      <a:noFill/>
                      <a:ln w="9525">
                        <a:noFill/>
                      </a:ln>
                    </p:spPr>
                  </p:pic>
                </p:oleObj>
              </mc:Fallback>
            </mc:AlternateContent>
          </a:graphicData>
        </a:graphic>
      </p:graphicFrame>
      <p:sp>
        <p:nvSpPr>
          <p:cNvPr id="24" name="AutoShape 24"/>
          <p:cNvSpPr/>
          <p:nvPr/>
        </p:nvSpPr>
        <p:spPr bwMode="auto">
          <a:xfrm>
            <a:off x="4038600" y="3352800"/>
            <a:ext cx="152400" cy="1295400"/>
          </a:xfrm>
          <a:prstGeom prst="leftBrace">
            <a:avLst>
              <a:gd name="adj1" fmla="val 70833"/>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黑体" panose="02010609060101010101" charset="-122"/>
              <a:ea typeface="黑体" panose="02010609060101010101" charset="-122"/>
            </a:endParaRPr>
          </a:p>
        </p:txBody>
      </p:sp>
      <p:sp>
        <p:nvSpPr>
          <p:cNvPr id="25" name="Text Box 17"/>
          <p:cNvSpPr txBox="1">
            <a:spLocks noChangeArrowheads="1"/>
          </p:cNvSpPr>
          <p:nvPr/>
        </p:nvSpPr>
        <p:spPr bwMode="auto">
          <a:xfrm>
            <a:off x="8928442" y="3456623"/>
            <a:ext cx="1066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smtClean="0">
                <a:latin typeface="黑体" panose="02010609060101010101" charset="-122"/>
                <a:ea typeface="黑体" panose="02010609060101010101" charset="-122"/>
              </a:rPr>
              <a:t>时</a:t>
            </a:r>
            <a:endParaRPr kumimoji="1" lang="zh-CN" altLang="en-US" sz="2800" b="1" dirty="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29" dur="500"/>
                                        <p:tgtEl>
                                          <p:spTgt spid="18">
                                            <p:txEl>
                                              <p:pRg st="4294967295" end="429496729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34" dur="500"/>
                                        <p:tgtEl>
                                          <p:spTgt spid="18">
                                            <p:txEl>
                                              <p:pRg st="4294967295" end="429496729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
                                            <p:txEl>
                                              <p:pRg st="0" end="0"/>
                                            </p:txEl>
                                          </p:spTgt>
                                        </p:tgtEl>
                                        <p:attrNameLst>
                                          <p:attrName>style.visibility</p:attrName>
                                        </p:attrNameLst>
                                      </p:cBhvr>
                                      <p:to>
                                        <p:strVal val="visible"/>
                                      </p:to>
                                    </p:set>
                                    <p:animEffect transition="in" filter="wipe(left)">
                                      <p:cBhvr>
                                        <p:cTn id="39" dur="500"/>
                                        <p:tgtEl>
                                          <p:spTgt spid="18">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left)">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left)">
                                      <p:cBhvr>
                                        <p:cTn id="54" dur="5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left)">
                                      <p:cBhvr>
                                        <p:cTn id="59" dur="500"/>
                                        <p:tgtEl>
                                          <p:spTgt spid="11"/>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up)">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ipe(left)">
                                      <p:cBhvr>
                                        <p:cTn id="68" dur="50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ipe(left)">
                                      <p:cBhvr>
                                        <p:cTn id="73" dur="500"/>
                                        <p:tgtEl>
                                          <p:spTgt spid="1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wipe(left)">
                                      <p:cBhvr>
                                        <p:cTn id="78" dur="500"/>
                                        <p:tgtEl>
                                          <p:spTgt spid="14"/>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left)">
                                      <p:cBhvr>
                                        <p:cTn id="83" dur="500"/>
                                        <p:tgtEl>
                                          <p:spTgt spid="1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left)">
                                      <p:cBhvr>
                                        <p:cTn id="88" dur="500"/>
                                        <p:tgtEl>
                                          <p:spTgt spid="19"/>
                                        </p:tgtEl>
                                      </p:cBhvr>
                                    </p:animEffect>
                                  </p:child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wipe(left)">
                                      <p:cBhvr>
                                        <p:cTn id="92" dur="500"/>
                                        <p:tgtEl>
                                          <p:spTgt spid="16"/>
                                        </p:tgtEl>
                                      </p:cBhvr>
                                    </p:animEffect>
                                  </p:childTnLst>
                                </p:cTn>
                              </p:par>
                            </p:childTnLst>
                          </p:cTn>
                        </p:par>
                        <p:par>
                          <p:cTn id="93" fill="hold">
                            <p:stCondLst>
                              <p:cond delay="1000"/>
                            </p:stCondLst>
                            <p:childTnLst>
                              <p:par>
                                <p:cTn id="94" presetID="22" presetClass="entr" presetSubtype="8" fill="hold" grpId="0" nodeType="after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wipe(left)">
                                      <p:cBhvr>
                                        <p:cTn id="96" dur="500"/>
                                        <p:tgtEl>
                                          <p:spTgt spid="25"/>
                                        </p:tgtEl>
                                      </p:cBhvr>
                                    </p:animEffect>
                                  </p:childTnLst>
                                </p:cTn>
                              </p:par>
                            </p:childTnLst>
                          </p:cTn>
                        </p:par>
                        <p:par>
                          <p:cTn id="97" fill="hold">
                            <p:stCondLst>
                              <p:cond delay="1500"/>
                            </p:stCondLst>
                            <p:childTnLst>
                              <p:par>
                                <p:cTn id="98" presetID="22" presetClass="entr" presetSubtype="8" fill="hold" grpId="0" nodeType="after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wipe(left)">
                                      <p:cBhvr>
                                        <p:cTn id="100" dur="500"/>
                                        <p:tgtEl>
                                          <p:spTgt spid="1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0">
                                            <p:txEl>
                                              <p:pRg st="4294967295" end="4294967295"/>
                                            </p:txEl>
                                          </p:spTgt>
                                        </p:tgtEl>
                                        <p:attrNameLst>
                                          <p:attrName>style.visibility</p:attrName>
                                        </p:attrNameLst>
                                      </p:cBhvr>
                                      <p:to>
                                        <p:strVal val="visible"/>
                                      </p:to>
                                    </p:set>
                                    <p:animEffect transition="in" filter="wipe(left)">
                                      <p:cBhvr>
                                        <p:cTn id="105" dur="500"/>
                                        <p:tgtEl>
                                          <p:spTgt spid="20">
                                            <p:txEl>
                                              <p:pRg st="4294967295" end="4294967295"/>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0">
                                            <p:txEl>
                                              <p:pRg st="4294967295" end="4294967295"/>
                                            </p:txEl>
                                          </p:spTgt>
                                        </p:tgtEl>
                                        <p:attrNameLst>
                                          <p:attrName>style.visibility</p:attrName>
                                        </p:attrNameLst>
                                      </p:cBhvr>
                                      <p:to>
                                        <p:strVal val="visible"/>
                                      </p:to>
                                    </p:set>
                                    <p:animEffect transition="in" filter="wipe(left)">
                                      <p:cBhvr>
                                        <p:cTn id="110" dur="500"/>
                                        <p:tgtEl>
                                          <p:spTgt spid="20">
                                            <p:txEl>
                                              <p:pRg st="4294967295" end="4294967295"/>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0">
                                            <p:txEl>
                                              <p:pRg st="0" end="0"/>
                                            </p:txEl>
                                          </p:spTgt>
                                        </p:tgtEl>
                                        <p:attrNameLst>
                                          <p:attrName>style.visibility</p:attrName>
                                        </p:attrNameLst>
                                      </p:cBhvr>
                                      <p:to>
                                        <p:strVal val="visible"/>
                                      </p:to>
                                    </p:set>
                                    <p:animEffect transition="in" filter="wipe(left)">
                                      <p:cBhvr>
                                        <p:cTn id="115" dur="500"/>
                                        <p:tgtEl>
                                          <p:spTgt spid="20">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21"/>
                                        </p:tgtEl>
                                        <p:attrNameLst>
                                          <p:attrName>style.visibility</p:attrName>
                                        </p:attrNameLst>
                                      </p:cBhvr>
                                      <p:to>
                                        <p:strVal val="visible"/>
                                      </p:to>
                                    </p:set>
                                    <p:animEffect transition="in" filter="wipe(left)">
                                      <p:cBhvr>
                                        <p:cTn id="120" dur="500"/>
                                        <p:tgtEl>
                                          <p:spTgt spid="21"/>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125" dur="500"/>
                                        <p:tgtEl>
                                          <p:spTgt spid="22">
                                            <p:txEl>
                                              <p:pRg st="4294967295" end="4294967295"/>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130" dur="500"/>
                                        <p:tgtEl>
                                          <p:spTgt spid="22">
                                            <p:txEl>
                                              <p:pRg st="4294967295" end="4294967295"/>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22">
                                            <p:txEl>
                                              <p:pRg st="0" end="0"/>
                                            </p:txEl>
                                          </p:spTgt>
                                        </p:tgtEl>
                                        <p:attrNameLst>
                                          <p:attrName>style.visibility</p:attrName>
                                        </p:attrNameLst>
                                      </p:cBhvr>
                                      <p:to>
                                        <p:strVal val="visible"/>
                                      </p:to>
                                    </p:set>
                                    <p:animEffect transition="in" filter="wipe(left)">
                                      <p:cBhvr>
                                        <p:cTn id="135" dur="500"/>
                                        <p:tgtEl>
                                          <p:spTgt spid="22">
                                            <p:txEl>
                                              <p:pRg st="0" end="0"/>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23"/>
                                        </p:tgtEl>
                                        <p:attrNameLst>
                                          <p:attrName>style.visibility</p:attrName>
                                        </p:attrNameLst>
                                      </p:cBhvr>
                                      <p:to>
                                        <p:strVal val="visible"/>
                                      </p:to>
                                    </p:set>
                                    <p:animEffect transition="in" filter="wipe(left)">
                                      <p:cBhvr>
                                        <p:cTn id="1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P spid="8" grpId="0" autoUpdateAnimBg="0"/>
      <p:bldP spid="17" grpId="0" autoUpdateAnimBg="0"/>
      <p:bldP spid="18" grpId="0" autoUpdateAnimBg="0" uiExpand="1" build="p"/>
      <p:bldP spid="19" grpId="0" bldLvl="0" animBg="1"/>
      <p:bldP spid="20" grpId="0" autoUpdateAnimBg="0" uiExpand="1" build="p"/>
      <p:bldP spid="22" grpId="0" autoUpdateAnimBg="0" uiExpand="1" build="p"/>
      <p:bldP spid="24" grpId="0" bldLvl="0" animBg="1"/>
      <p:bldP spid="2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257300" y="523240"/>
            <a:ext cx="35052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charset="-122"/>
                <a:ea typeface="楷体" panose="02010609060101010101" charset="-122"/>
                <a:cs typeface="楷体" panose="02010609060101010101" charset="-122"/>
              </a:rPr>
              <a:t>3.函数四则运算</a:t>
            </a:r>
            <a:endParaRPr lang="zh-CN" altLang="en-US" sz="3200" b="1" dirty="0">
              <a:solidFill>
                <a:schemeClr val="accent3">
                  <a:lumMod val="50000"/>
                </a:schemeClr>
              </a:solidFill>
              <a:latin typeface="楷体" panose="02010609060101010101" charset="-122"/>
              <a:ea typeface="楷体" panose="02010609060101010101" charset="-122"/>
              <a:cs typeface="+mn-cs"/>
            </a:endParaRPr>
          </a:p>
        </p:txBody>
      </p:sp>
      <p:sp>
        <p:nvSpPr>
          <p:cNvPr id="3" name="TextBox 2"/>
          <p:cNvSpPr txBox="1">
            <a:spLocks noChangeArrowheads="1"/>
          </p:cNvSpPr>
          <p:nvPr/>
        </p:nvSpPr>
        <p:spPr bwMode="auto">
          <a:xfrm>
            <a:off x="2115503" y="1146810"/>
            <a:ext cx="12969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设函数</a:t>
            </a:r>
            <a:endParaRPr lang="zh-CN" altLang="en-US" sz="2800" b="1" dirty="0">
              <a:latin typeface="黑体" panose="02010609060101010101" charset="-122"/>
              <a:ea typeface="黑体" panose="02010609060101010101" charset="-122"/>
            </a:endParaRPr>
          </a:p>
        </p:txBody>
      </p:sp>
      <p:sp>
        <p:nvSpPr>
          <p:cNvPr id="4" name="Rectangle 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 name="对象 4"/>
          <p:cNvGraphicFramePr>
            <a:graphicFrameLocks noChangeAspect="1"/>
          </p:cNvGraphicFramePr>
          <p:nvPr/>
        </p:nvGraphicFramePr>
        <p:xfrm>
          <a:off x="3330258" y="1214120"/>
          <a:ext cx="1612900" cy="387350"/>
        </p:xfrm>
        <a:graphic>
          <a:graphicData uri="http://schemas.openxmlformats.org/presentationml/2006/ole">
            <mc:AlternateContent xmlns:mc="http://schemas.openxmlformats.org/markup-compatibility/2006">
              <mc:Choice xmlns:v="urn:schemas-microsoft-com:vml" Requires="v">
                <p:oleObj spid="_x0000_s16385" name="Equation" r:id="rId1" imgW="38709600" imgH="9448800" progId="Equation.DSMT4">
                  <p:embed/>
                </p:oleObj>
              </mc:Choice>
              <mc:Fallback>
                <p:oleObj name="Equation" r:id="rId1" imgW="38709600" imgH="9448800" progId="Equation.DSMT4">
                  <p:embed/>
                  <p:pic>
                    <p:nvPicPr>
                      <p:cNvPr id="0" name="图片 16384"/>
                      <p:cNvPicPr>
                        <a:picLocks noChangeAspect="1"/>
                      </p:cNvPicPr>
                      <p:nvPr/>
                    </p:nvPicPr>
                    <p:blipFill>
                      <a:blip r:embed="rId2"/>
                      <a:stretch>
                        <a:fillRect/>
                      </a:stretch>
                    </p:blipFill>
                    <p:spPr>
                      <a:xfrm>
                        <a:off x="3330258" y="1214120"/>
                        <a:ext cx="1612900" cy="387350"/>
                      </a:xfrm>
                      <a:prstGeom prst="rect">
                        <a:avLst/>
                      </a:prstGeom>
                      <a:noFill/>
                      <a:ln w="9525">
                        <a:noFill/>
                      </a:ln>
                    </p:spPr>
                  </p:pic>
                </p:oleObj>
              </mc:Fallback>
            </mc:AlternateContent>
          </a:graphicData>
        </a:graphic>
      </p:graphicFrame>
      <p:sp>
        <p:nvSpPr>
          <p:cNvPr id="6" name="TextBox 5"/>
          <p:cNvSpPr txBox="1">
            <a:spLocks noChangeArrowheads="1"/>
          </p:cNvSpPr>
          <p:nvPr/>
        </p:nvSpPr>
        <p:spPr bwMode="auto">
          <a:xfrm>
            <a:off x="4888230" y="1146810"/>
            <a:ext cx="40322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的定义域</a:t>
            </a:r>
            <a:r>
              <a:rPr lang="zh-CN" altLang="zh-CN" sz="2800" b="1" dirty="0" smtClean="0">
                <a:latin typeface="黑体" panose="02010609060101010101" charset="-122"/>
                <a:ea typeface="黑体" panose="02010609060101010101" charset="-122"/>
              </a:rPr>
              <a:t>分别是</a:t>
            </a:r>
            <a:r>
              <a:rPr lang="en-US" altLang="zh-CN" sz="2800" b="1" dirty="0" smtClean="0">
                <a:latin typeface="黑体" panose="02010609060101010101" charset="-122"/>
                <a:ea typeface="黑体" panose="02010609060101010101" charset="-122"/>
              </a:rPr>
              <a:t>             </a:t>
            </a:r>
            <a:endParaRPr lang="zh-CN" altLang="en-US" sz="2800" b="1" dirty="0">
              <a:latin typeface="黑体" panose="02010609060101010101" charset="-122"/>
              <a:ea typeface="黑体" panose="02010609060101010101" charset="-122"/>
            </a:endParaRPr>
          </a:p>
        </p:txBody>
      </p:sp>
      <p:sp>
        <p:nvSpPr>
          <p:cNvPr id="7" name="Rectangle 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8" name="对象 7"/>
          <p:cNvGraphicFramePr>
            <a:graphicFrameLocks noChangeAspect="1"/>
          </p:cNvGraphicFramePr>
          <p:nvPr/>
        </p:nvGraphicFramePr>
        <p:xfrm>
          <a:off x="7574280" y="1204913"/>
          <a:ext cx="977900" cy="463550"/>
        </p:xfrm>
        <a:graphic>
          <a:graphicData uri="http://schemas.openxmlformats.org/presentationml/2006/ole">
            <mc:AlternateContent xmlns:mc="http://schemas.openxmlformats.org/markup-compatibility/2006">
              <mc:Choice xmlns:v="urn:schemas-microsoft-com:vml" Requires="v">
                <p:oleObj spid="_x0000_s16801" name="Equation" r:id="rId3" imgW="23469600" imgH="11277600" progId="Equation.DSMT4">
                  <p:embed/>
                </p:oleObj>
              </mc:Choice>
              <mc:Fallback>
                <p:oleObj name="Equation" r:id="rId3" imgW="23469600" imgH="11277600" progId="Equation.DSMT4">
                  <p:embed/>
                  <p:pic>
                    <p:nvPicPr>
                      <p:cNvPr id="0" name="图片 16800"/>
                      <p:cNvPicPr>
                        <a:picLocks noChangeAspect="1"/>
                      </p:cNvPicPr>
                      <p:nvPr/>
                    </p:nvPicPr>
                    <p:blipFill>
                      <a:blip r:embed="rId4"/>
                      <a:stretch>
                        <a:fillRect/>
                      </a:stretch>
                    </p:blipFill>
                    <p:spPr>
                      <a:xfrm>
                        <a:off x="7574280" y="1204913"/>
                        <a:ext cx="977900" cy="463550"/>
                      </a:xfrm>
                      <a:prstGeom prst="rect">
                        <a:avLst/>
                      </a:prstGeom>
                      <a:noFill/>
                      <a:ln w="9525">
                        <a:noFill/>
                      </a:ln>
                    </p:spPr>
                  </p:pic>
                </p:oleObj>
              </mc:Fallback>
            </mc:AlternateContent>
          </a:graphicData>
        </a:graphic>
      </p:graphicFrame>
      <p:sp>
        <p:nvSpPr>
          <p:cNvPr id="9" name="Rectangle 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0" name="对象 9"/>
          <p:cNvGraphicFramePr>
            <a:graphicFrameLocks noChangeAspect="1"/>
          </p:cNvGraphicFramePr>
          <p:nvPr/>
        </p:nvGraphicFramePr>
        <p:xfrm>
          <a:off x="2002790" y="1758950"/>
          <a:ext cx="2570163" cy="463550"/>
        </p:xfrm>
        <a:graphic>
          <a:graphicData uri="http://schemas.openxmlformats.org/presentationml/2006/ole">
            <mc:AlternateContent xmlns:mc="http://schemas.openxmlformats.org/markup-compatibility/2006">
              <mc:Choice xmlns:v="urn:schemas-microsoft-com:vml" Requires="v">
                <p:oleObj spid="_x0000_s16802" name="Equation" r:id="rId5" imgW="61874400" imgH="11277600" progId="Equation.DSMT4">
                  <p:embed/>
                </p:oleObj>
              </mc:Choice>
              <mc:Fallback>
                <p:oleObj name="Equation" r:id="rId5" imgW="61874400" imgH="11277600" progId="Equation.DSMT4">
                  <p:embed/>
                  <p:pic>
                    <p:nvPicPr>
                      <p:cNvPr id="0" name="图片 16801"/>
                      <p:cNvPicPr>
                        <a:picLocks noChangeAspect="1"/>
                      </p:cNvPicPr>
                      <p:nvPr/>
                    </p:nvPicPr>
                    <p:blipFill>
                      <a:blip r:embed="rId6"/>
                      <a:stretch>
                        <a:fillRect/>
                      </a:stretch>
                    </p:blipFill>
                    <p:spPr>
                      <a:xfrm>
                        <a:off x="2002790" y="1758950"/>
                        <a:ext cx="2570163" cy="463550"/>
                      </a:xfrm>
                      <a:prstGeom prst="rect">
                        <a:avLst/>
                      </a:prstGeom>
                      <a:noFill/>
                      <a:ln w="9525">
                        <a:noFill/>
                      </a:ln>
                    </p:spPr>
                  </p:pic>
                </p:oleObj>
              </mc:Fallback>
            </mc:AlternateContent>
          </a:graphicData>
        </a:graphic>
      </p:graphicFrame>
      <p:sp>
        <p:nvSpPr>
          <p:cNvPr id="11" name="TextBox 10"/>
          <p:cNvSpPr txBox="1">
            <a:spLocks noChangeArrowheads="1"/>
          </p:cNvSpPr>
          <p:nvPr/>
        </p:nvSpPr>
        <p:spPr bwMode="auto">
          <a:xfrm>
            <a:off x="1379538" y="2255838"/>
            <a:ext cx="66976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黑体" panose="02010609060101010101" charset="-122"/>
                <a:ea typeface="黑体" panose="02010609060101010101" charset="-122"/>
              </a:rPr>
              <a:t>则我们可以定义这两个函数的下列运算：</a:t>
            </a:r>
            <a:endParaRPr lang="zh-CN" altLang="en-US" sz="2800" b="1" dirty="0">
              <a:latin typeface="黑体" panose="02010609060101010101" charset="-122"/>
              <a:ea typeface="黑体" panose="02010609060101010101" charset="-122"/>
            </a:endParaRPr>
          </a:p>
        </p:txBody>
      </p:sp>
      <p:sp>
        <p:nvSpPr>
          <p:cNvPr id="12" name="TextBox 11"/>
          <p:cNvSpPr txBox="1">
            <a:spLocks noChangeArrowheads="1"/>
          </p:cNvSpPr>
          <p:nvPr/>
        </p:nvSpPr>
        <p:spPr bwMode="auto">
          <a:xfrm>
            <a:off x="2002473" y="2924810"/>
            <a:ext cx="30241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solidFill>
                  <a:srgbClr val="7030A0"/>
                </a:solidFill>
                <a:latin typeface="黑体" panose="02010609060101010101" charset="-122"/>
                <a:ea typeface="黑体" panose="02010609060101010101" charset="-122"/>
              </a:rPr>
              <a:t>函数的和</a:t>
            </a:r>
            <a:r>
              <a:rPr lang="en-US" altLang="zh-CN" sz="2800" b="1" dirty="0">
                <a:solidFill>
                  <a:srgbClr val="7030A0"/>
                </a:solidFill>
                <a:latin typeface="黑体" panose="02010609060101010101" charset="-122"/>
                <a:ea typeface="黑体" panose="02010609060101010101" charset="-122"/>
              </a:rPr>
              <a:t>(</a:t>
            </a:r>
            <a:r>
              <a:rPr lang="zh-CN" altLang="zh-CN" sz="2800" b="1" dirty="0">
                <a:solidFill>
                  <a:srgbClr val="7030A0"/>
                </a:solidFill>
                <a:latin typeface="黑体" panose="02010609060101010101" charset="-122"/>
                <a:ea typeface="黑体" panose="02010609060101010101" charset="-122"/>
              </a:rPr>
              <a:t>差</a:t>
            </a:r>
            <a:r>
              <a:rPr lang="en-US" altLang="zh-CN" sz="2800" b="1" dirty="0">
                <a:solidFill>
                  <a:srgbClr val="7030A0"/>
                </a:solidFill>
                <a:latin typeface="黑体" panose="02010609060101010101" charset="-122"/>
                <a:ea typeface="黑体" panose="02010609060101010101" charset="-122"/>
              </a:rPr>
              <a:t>)</a:t>
            </a:r>
            <a:r>
              <a:rPr lang="zh-CN" altLang="en-US" sz="2800" b="1" dirty="0">
                <a:solidFill>
                  <a:srgbClr val="7030A0"/>
                </a:solidFill>
                <a:latin typeface="黑体" panose="02010609060101010101" charset="-122"/>
                <a:ea typeface="黑体" panose="02010609060101010101" charset="-122"/>
              </a:rPr>
              <a:t>：</a:t>
            </a:r>
            <a:endParaRPr lang="zh-CN" altLang="en-US" sz="2800" b="1" dirty="0">
              <a:solidFill>
                <a:srgbClr val="7030A0"/>
              </a:solidFill>
              <a:latin typeface="黑体" panose="02010609060101010101" charset="-122"/>
              <a:ea typeface="黑体" panose="02010609060101010101" charset="-122"/>
            </a:endParaRPr>
          </a:p>
        </p:txBody>
      </p:sp>
      <p:sp>
        <p:nvSpPr>
          <p:cNvPr id="13" name="Rectangle 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4" name="对象 13"/>
          <p:cNvGraphicFramePr>
            <a:graphicFrameLocks noChangeAspect="1"/>
          </p:cNvGraphicFramePr>
          <p:nvPr/>
        </p:nvGraphicFramePr>
        <p:xfrm>
          <a:off x="4678680" y="3001328"/>
          <a:ext cx="3600450" cy="387350"/>
        </p:xfrm>
        <a:graphic>
          <a:graphicData uri="http://schemas.openxmlformats.org/presentationml/2006/ole">
            <mc:AlternateContent xmlns:mc="http://schemas.openxmlformats.org/markup-compatibility/2006">
              <mc:Choice xmlns:v="urn:schemas-microsoft-com:vml" Requires="v">
                <p:oleObj spid="_x0000_s16803" name="Equation" r:id="rId7" imgW="86563200" imgH="9448800" progId="Equation.DSMT4">
                  <p:embed/>
                </p:oleObj>
              </mc:Choice>
              <mc:Fallback>
                <p:oleObj name="Equation" r:id="rId7" imgW="86563200" imgH="9448800" progId="Equation.DSMT4">
                  <p:embed/>
                  <p:pic>
                    <p:nvPicPr>
                      <p:cNvPr id="0" name="图片 16802"/>
                      <p:cNvPicPr>
                        <a:picLocks noChangeAspect="1"/>
                      </p:cNvPicPr>
                      <p:nvPr/>
                    </p:nvPicPr>
                    <p:blipFill>
                      <a:blip r:embed="rId8"/>
                      <a:stretch>
                        <a:fillRect/>
                      </a:stretch>
                    </p:blipFill>
                    <p:spPr>
                      <a:xfrm>
                        <a:off x="4678680" y="3001328"/>
                        <a:ext cx="3600450" cy="387350"/>
                      </a:xfrm>
                      <a:prstGeom prst="rect">
                        <a:avLst/>
                      </a:prstGeom>
                      <a:noFill/>
                      <a:ln w="9525">
                        <a:noFill/>
                      </a:ln>
                    </p:spPr>
                  </p:pic>
                </p:oleObj>
              </mc:Fallback>
            </mc:AlternateContent>
          </a:graphicData>
        </a:graphic>
      </p:graphicFrame>
      <p:sp>
        <p:nvSpPr>
          <p:cNvPr id="15" name="TextBox 14"/>
          <p:cNvSpPr txBox="1">
            <a:spLocks noChangeArrowheads="1"/>
          </p:cNvSpPr>
          <p:nvPr/>
        </p:nvSpPr>
        <p:spPr bwMode="auto">
          <a:xfrm>
            <a:off x="1992313" y="3593218"/>
            <a:ext cx="2590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solidFill>
                  <a:srgbClr val="7030A0"/>
                </a:solidFill>
                <a:latin typeface="黑体" panose="02010609060101010101" charset="-122"/>
                <a:ea typeface="黑体" panose="02010609060101010101" charset="-122"/>
              </a:rPr>
              <a:t>函数的积</a:t>
            </a:r>
            <a:r>
              <a:rPr lang="zh-CN" altLang="en-US" sz="2800" b="1" dirty="0">
                <a:solidFill>
                  <a:srgbClr val="7030A0"/>
                </a:solidFill>
                <a:latin typeface="黑体" panose="02010609060101010101" charset="-122"/>
                <a:ea typeface="黑体" panose="02010609060101010101" charset="-122"/>
              </a:rPr>
              <a:t>：</a:t>
            </a:r>
            <a:endParaRPr lang="zh-CN" altLang="en-US" sz="2800" b="1" dirty="0">
              <a:solidFill>
                <a:srgbClr val="7030A0"/>
              </a:solidFill>
              <a:latin typeface="黑体" panose="02010609060101010101" charset="-122"/>
              <a:ea typeface="黑体" panose="02010609060101010101" charset="-122"/>
            </a:endParaRPr>
          </a:p>
        </p:txBody>
      </p:sp>
      <p:sp>
        <p:nvSpPr>
          <p:cNvPr id="16" name="Rectangle 10"/>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7" name="对象 16"/>
          <p:cNvGraphicFramePr>
            <a:graphicFrameLocks noChangeAspect="1"/>
          </p:cNvGraphicFramePr>
          <p:nvPr/>
        </p:nvGraphicFramePr>
        <p:xfrm>
          <a:off x="4678680" y="3660458"/>
          <a:ext cx="3314700" cy="387350"/>
        </p:xfrm>
        <a:graphic>
          <a:graphicData uri="http://schemas.openxmlformats.org/presentationml/2006/ole">
            <mc:AlternateContent xmlns:mc="http://schemas.openxmlformats.org/markup-compatibility/2006">
              <mc:Choice xmlns:v="urn:schemas-microsoft-com:vml" Requires="v">
                <p:oleObj spid="_x0000_s16804" name="Equation" r:id="rId9" imgW="79552800" imgH="9448800" progId="Equation.DSMT4">
                  <p:embed/>
                </p:oleObj>
              </mc:Choice>
              <mc:Fallback>
                <p:oleObj name="Equation" r:id="rId9" imgW="79552800" imgH="9448800" progId="Equation.DSMT4">
                  <p:embed/>
                  <p:pic>
                    <p:nvPicPr>
                      <p:cNvPr id="0" name="图片 16803"/>
                      <p:cNvPicPr>
                        <a:picLocks noChangeAspect="1"/>
                      </p:cNvPicPr>
                      <p:nvPr/>
                    </p:nvPicPr>
                    <p:blipFill>
                      <a:blip r:embed="rId10"/>
                      <a:stretch>
                        <a:fillRect/>
                      </a:stretch>
                    </p:blipFill>
                    <p:spPr>
                      <a:xfrm>
                        <a:off x="4678680" y="3660458"/>
                        <a:ext cx="3314700" cy="387350"/>
                      </a:xfrm>
                      <a:prstGeom prst="rect">
                        <a:avLst/>
                      </a:prstGeom>
                      <a:noFill/>
                      <a:ln w="9525">
                        <a:noFill/>
                      </a:ln>
                    </p:spPr>
                  </p:pic>
                </p:oleObj>
              </mc:Fallback>
            </mc:AlternateContent>
          </a:graphicData>
        </a:graphic>
      </p:graphicFrame>
      <p:sp>
        <p:nvSpPr>
          <p:cNvPr id="18" name="TextBox 17"/>
          <p:cNvSpPr txBox="1">
            <a:spLocks noChangeArrowheads="1"/>
          </p:cNvSpPr>
          <p:nvPr/>
        </p:nvSpPr>
        <p:spPr bwMode="auto">
          <a:xfrm>
            <a:off x="2002473" y="4500880"/>
            <a:ext cx="22320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solidFill>
                  <a:srgbClr val="7030A0"/>
                </a:solidFill>
                <a:latin typeface="黑体" panose="02010609060101010101" charset="-122"/>
                <a:ea typeface="黑体" panose="02010609060101010101" charset="-122"/>
              </a:rPr>
              <a:t>函数的</a:t>
            </a:r>
            <a:r>
              <a:rPr lang="zh-CN" altLang="zh-CN" sz="2800" b="1" dirty="0" smtClean="0">
                <a:solidFill>
                  <a:srgbClr val="7030A0"/>
                </a:solidFill>
                <a:latin typeface="黑体" panose="02010609060101010101" charset="-122"/>
                <a:ea typeface="黑体" panose="02010609060101010101" charset="-122"/>
              </a:rPr>
              <a:t>商</a:t>
            </a:r>
            <a:r>
              <a:rPr lang="zh-CN" altLang="en-US" sz="2800" b="1" dirty="0" smtClean="0">
                <a:solidFill>
                  <a:srgbClr val="7030A0"/>
                </a:solidFill>
                <a:latin typeface="黑体" panose="02010609060101010101" charset="-122"/>
                <a:ea typeface="黑体" panose="02010609060101010101" charset="-122"/>
              </a:rPr>
              <a:t>：</a:t>
            </a:r>
            <a:endParaRPr lang="zh-CN" altLang="en-US" sz="2800" b="1" dirty="0">
              <a:solidFill>
                <a:srgbClr val="7030A0"/>
              </a:solidFill>
              <a:latin typeface="黑体" panose="02010609060101010101" charset="-122"/>
              <a:ea typeface="黑体" panose="02010609060101010101" charset="-122"/>
            </a:endParaRPr>
          </a:p>
        </p:txBody>
      </p:sp>
      <p:sp>
        <p:nvSpPr>
          <p:cNvPr id="19" name="Rectangle 1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0" name="对象 19"/>
          <p:cNvGraphicFramePr>
            <a:graphicFrameLocks noChangeAspect="1"/>
          </p:cNvGraphicFramePr>
          <p:nvPr/>
        </p:nvGraphicFramePr>
        <p:xfrm>
          <a:off x="4678363" y="4262120"/>
          <a:ext cx="2354262" cy="1016000"/>
        </p:xfrm>
        <a:graphic>
          <a:graphicData uri="http://schemas.openxmlformats.org/presentationml/2006/ole">
            <mc:AlternateContent xmlns:mc="http://schemas.openxmlformats.org/markup-compatibility/2006">
              <mc:Choice xmlns:v="urn:schemas-microsoft-com:vml" Requires="v">
                <p:oleObj spid="_x0000_s16805" name="Equation" r:id="rId11" imgW="56692800" imgH="24384000" progId="Equation.DSMT4">
                  <p:embed/>
                </p:oleObj>
              </mc:Choice>
              <mc:Fallback>
                <p:oleObj name="Equation" r:id="rId11" imgW="56692800" imgH="24384000" progId="Equation.DSMT4">
                  <p:embed/>
                  <p:pic>
                    <p:nvPicPr>
                      <p:cNvPr id="0" name="图片 16804"/>
                      <p:cNvPicPr>
                        <a:picLocks noChangeAspect="1"/>
                      </p:cNvPicPr>
                      <p:nvPr/>
                    </p:nvPicPr>
                    <p:blipFill>
                      <a:blip r:embed="rId12"/>
                      <a:stretch>
                        <a:fillRect/>
                      </a:stretch>
                    </p:blipFill>
                    <p:spPr>
                      <a:xfrm>
                        <a:off x="4678363" y="4262120"/>
                        <a:ext cx="2354262" cy="1016000"/>
                      </a:xfrm>
                      <a:prstGeom prst="rect">
                        <a:avLst/>
                      </a:prstGeom>
                      <a:noFill/>
                      <a:ln w="9525">
                        <a:noFill/>
                      </a:ln>
                    </p:spPr>
                  </p:pic>
                </p:oleObj>
              </mc:Fallback>
            </mc:AlternateContent>
          </a:graphicData>
        </a:graphic>
      </p:graphicFrame>
      <p:sp>
        <p:nvSpPr>
          <p:cNvPr id="21" name="Rectangle 1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 name="对象 21"/>
          <p:cNvGraphicFramePr>
            <a:graphicFrameLocks noChangeAspect="1"/>
          </p:cNvGraphicFramePr>
          <p:nvPr/>
        </p:nvGraphicFramePr>
        <p:xfrm>
          <a:off x="8815070" y="3747453"/>
          <a:ext cx="831850" cy="309562"/>
        </p:xfrm>
        <a:graphic>
          <a:graphicData uri="http://schemas.openxmlformats.org/presentationml/2006/ole">
            <mc:AlternateContent xmlns:mc="http://schemas.openxmlformats.org/markup-compatibility/2006">
              <mc:Choice xmlns:v="urn:schemas-microsoft-com:vml" Requires="v">
                <p:oleObj spid="_x0000_s16806" name="Equation" r:id="rId13" imgW="20116800" imgH="7315200" progId="Equation.DSMT4">
                  <p:embed/>
                </p:oleObj>
              </mc:Choice>
              <mc:Fallback>
                <p:oleObj name="Equation" r:id="rId13" imgW="20116800" imgH="7315200" progId="Equation.DSMT4">
                  <p:embed/>
                  <p:pic>
                    <p:nvPicPr>
                      <p:cNvPr id="0" name="图片 16805"/>
                      <p:cNvPicPr>
                        <a:picLocks noChangeAspect="1"/>
                      </p:cNvPicPr>
                      <p:nvPr/>
                    </p:nvPicPr>
                    <p:blipFill>
                      <a:blip r:embed="rId14"/>
                      <a:stretch>
                        <a:fillRect/>
                      </a:stretch>
                    </p:blipFill>
                    <p:spPr>
                      <a:xfrm>
                        <a:off x="8815070" y="3747453"/>
                        <a:ext cx="831850" cy="309562"/>
                      </a:xfrm>
                      <a:prstGeom prst="rect">
                        <a:avLst/>
                      </a:prstGeom>
                      <a:noFill/>
                      <a:ln w="9525">
                        <a:noFill/>
                      </a:ln>
                    </p:spPr>
                  </p:pic>
                </p:oleObj>
              </mc:Fallback>
            </mc:AlternateContent>
          </a:graphicData>
        </a:graphic>
      </p:graphicFrame>
      <p:graphicFrame>
        <p:nvGraphicFramePr>
          <p:cNvPr id="23" name="对象 22"/>
          <p:cNvGraphicFramePr>
            <a:graphicFrameLocks noChangeAspect="1"/>
          </p:cNvGraphicFramePr>
          <p:nvPr/>
        </p:nvGraphicFramePr>
        <p:xfrm>
          <a:off x="8814435" y="3040380"/>
          <a:ext cx="831850" cy="309563"/>
        </p:xfrm>
        <a:graphic>
          <a:graphicData uri="http://schemas.openxmlformats.org/presentationml/2006/ole">
            <mc:AlternateContent xmlns:mc="http://schemas.openxmlformats.org/markup-compatibility/2006">
              <mc:Choice xmlns:v="urn:schemas-microsoft-com:vml" Requires="v">
                <p:oleObj spid="_x0000_s16807" name="Equation" r:id="rId15" imgW="20116800" imgH="7315200" progId="Equation.DSMT4">
                  <p:embed/>
                </p:oleObj>
              </mc:Choice>
              <mc:Fallback>
                <p:oleObj name="Equation" r:id="rId15" imgW="20116800" imgH="7315200" progId="Equation.DSMT4">
                  <p:embed/>
                  <p:pic>
                    <p:nvPicPr>
                      <p:cNvPr id="0" name="图片 16806"/>
                      <p:cNvPicPr>
                        <a:picLocks noChangeAspect="1"/>
                      </p:cNvPicPr>
                      <p:nvPr/>
                    </p:nvPicPr>
                    <p:blipFill>
                      <a:blip r:embed="rId16"/>
                      <a:stretch>
                        <a:fillRect/>
                      </a:stretch>
                    </p:blipFill>
                    <p:spPr>
                      <a:xfrm>
                        <a:off x="8814435" y="3040380"/>
                        <a:ext cx="831850" cy="309563"/>
                      </a:xfrm>
                      <a:prstGeom prst="rect">
                        <a:avLst/>
                      </a:prstGeom>
                      <a:noFill/>
                      <a:ln w="9525">
                        <a:noFill/>
                      </a:ln>
                    </p:spPr>
                  </p:pic>
                </p:oleObj>
              </mc:Fallback>
            </mc:AlternateContent>
          </a:graphicData>
        </a:graphic>
      </p:graphicFrame>
      <p:sp>
        <p:nvSpPr>
          <p:cNvPr id="24" name="Rectangle 1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5" name="对象 24"/>
          <p:cNvGraphicFramePr>
            <a:graphicFrameLocks noChangeAspect="1"/>
          </p:cNvGraphicFramePr>
          <p:nvPr/>
        </p:nvGraphicFramePr>
        <p:xfrm>
          <a:off x="7792403" y="4576128"/>
          <a:ext cx="2874962" cy="387350"/>
        </p:xfrm>
        <a:graphic>
          <a:graphicData uri="http://schemas.openxmlformats.org/presentationml/2006/ole">
            <mc:AlternateContent xmlns:mc="http://schemas.openxmlformats.org/markup-compatibility/2006">
              <mc:Choice xmlns:v="urn:schemas-microsoft-com:vml" Requires="v">
                <p:oleObj spid="_x0000_s16808" name="Equation" r:id="rId17" imgW="69189600" imgH="9448800" progId="Equation.DSMT4">
                  <p:embed/>
                </p:oleObj>
              </mc:Choice>
              <mc:Fallback>
                <p:oleObj name="Equation" r:id="rId17" imgW="69189600" imgH="9448800" progId="Equation.DSMT4">
                  <p:embed/>
                  <p:pic>
                    <p:nvPicPr>
                      <p:cNvPr id="0" name="图片 16807"/>
                      <p:cNvPicPr>
                        <a:picLocks noChangeAspect="1"/>
                      </p:cNvPicPr>
                      <p:nvPr/>
                    </p:nvPicPr>
                    <p:blipFill>
                      <a:blip r:embed="rId18"/>
                      <a:stretch>
                        <a:fillRect/>
                      </a:stretch>
                    </p:blipFill>
                    <p:spPr>
                      <a:xfrm>
                        <a:off x="7792403" y="4576128"/>
                        <a:ext cx="2874962" cy="387350"/>
                      </a:xfrm>
                      <a:prstGeom prst="rect">
                        <a:avLst/>
                      </a:prstGeom>
                      <a:noFill/>
                      <a:ln w="9525">
                        <a:noFill/>
                      </a:ln>
                    </p:spPr>
                  </p:pic>
                </p:oleObj>
              </mc:Fallback>
            </mc:AlternateContent>
          </a:graphicData>
        </a:graphic>
      </p:graphicFrame>
      <p:sp>
        <p:nvSpPr>
          <p:cNvPr id="26" name="TextBox 25"/>
          <p:cNvSpPr txBox="1"/>
          <p:nvPr/>
        </p:nvSpPr>
        <p:spPr>
          <a:xfrm>
            <a:off x="8488511" y="1233448"/>
            <a:ext cx="432048" cy="368300"/>
          </a:xfrm>
          <a:prstGeom prst="rect">
            <a:avLst/>
          </a:prstGeom>
          <a:noFill/>
        </p:spPr>
        <p:txBody>
          <a:bodyPr wrap="square" rtlCol="0">
            <a:spAutoFit/>
          </a:bodyPr>
          <a:lstStyle/>
          <a:p>
            <a:r>
              <a:rPr lang="zh-CN" altLang="en-US" dirty="0"/>
              <a:t>，</a:t>
            </a:r>
            <a:endParaRPr lang="zh-CN" altLang="en-US" dirty="0"/>
          </a:p>
        </p:txBody>
      </p:sp>
      <p:sp>
        <p:nvSpPr>
          <p:cNvPr id="27" name="TextBox 25"/>
          <p:cNvSpPr txBox="1"/>
          <p:nvPr/>
        </p:nvSpPr>
        <p:spPr>
          <a:xfrm>
            <a:off x="1379686" y="1680488"/>
            <a:ext cx="432048" cy="521970"/>
          </a:xfrm>
          <a:prstGeom prst="rect">
            <a:avLst/>
          </a:prstGeom>
          <a:noFill/>
        </p:spPr>
        <p:txBody>
          <a:bodyPr wrap="square" rtlCol="0">
            <a:spAutoFit/>
          </a:bodyPr>
          <a:p>
            <a:r>
              <a:rPr lang="zh-CN" altLang="en-US" sz="2800" b="1" dirty="0">
                <a:latin typeface="黑体" panose="02010609060101010101" charset="-122"/>
                <a:ea typeface="黑体" panose="02010609060101010101" charset="-122"/>
              </a:rPr>
              <a:t>且</a:t>
            </a:r>
            <a:endParaRPr lang="zh-CN" altLang="en-US" sz="2800" b="1" dirty="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par>
                          <p:cTn id="21" fill="hold">
                            <p:stCondLst>
                              <p:cond delay="0"/>
                            </p:stCondLst>
                            <p:childTnLst>
                              <p:par>
                                <p:cTn id="22" presetID="16" presetClass="entr" presetSubtype="21"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arn(inVertical)">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1000"/>
                                        <p:tgtEl>
                                          <p:spTgt spid="23"/>
                                        </p:tgtEl>
                                      </p:cBhvr>
                                    </p:animEffect>
                                    <p:anim calcmode="lin" valueType="num">
                                      <p:cBhvr>
                                        <p:cTn id="45" dur="1000" fill="hold"/>
                                        <p:tgtEl>
                                          <p:spTgt spid="23"/>
                                        </p:tgtEl>
                                        <p:attrNameLst>
                                          <p:attrName>ppt_x</p:attrName>
                                        </p:attrNameLst>
                                      </p:cBhvr>
                                      <p:tavLst>
                                        <p:tav tm="0">
                                          <p:val>
                                            <p:strVal val="#ppt_x"/>
                                          </p:val>
                                        </p:tav>
                                        <p:tav tm="100000">
                                          <p:val>
                                            <p:strVal val="#ppt_x"/>
                                          </p:val>
                                        </p:tav>
                                      </p:tavLst>
                                    </p:anim>
                                    <p:anim calcmode="lin" valueType="num">
                                      <p:cBhvr>
                                        <p:cTn id="4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1000"/>
                                        <p:tgtEl>
                                          <p:spTgt spid="17"/>
                                        </p:tgtEl>
                                      </p:cBhvr>
                                    </p:animEffect>
                                    <p:anim calcmode="lin" valueType="num">
                                      <p:cBhvr>
                                        <p:cTn id="59" dur="1000" fill="hold"/>
                                        <p:tgtEl>
                                          <p:spTgt spid="17"/>
                                        </p:tgtEl>
                                        <p:attrNameLst>
                                          <p:attrName>ppt_x</p:attrName>
                                        </p:attrNameLst>
                                      </p:cBhvr>
                                      <p:tavLst>
                                        <p:tav tm="0">
                                          <p:val>
                                            <p:strVal val="#ppt_x"/>
                                          </p:val>
                                        </p:tav>
                                        <p:tav tm="100000">
                                          <p:val>
                                            <p:strVal val="#ppt_x"/>
                                          </p:val>
                                        </p:tav>
                                      </p:tavLst>
                                    </p:anim>
                                    <p:anim calcmode="lin" valueType="num">
                                      <p:cBhvr>
                                        <p:cTn id="60" dur="10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1000"/>
                                        <p:tgtEl>
                                          <p:spTgt spid="22"/>
                                        </p:tgtEl>
                                      </p:cBhvr>
                                    </p:animEffect>
                                    <p:anim calcmode="lin" valueType="num">
                                      <p:cBhvr>
                                        <p:cTn id="64" dur="1000" fill="hold"/>
                                        <p:tgtEl>
                                          <p:spTgt spid="22"/>
                                        </p:tgtEl>
                                        <p:attrNameLst>
                                          <p:attrName>ppt_x</p:attrName>
                                        </p:attrNameLst>
                                      </p:cBhvr>
                                      <p:tavLst>
                                        <p:tav tm="0">
                                          <p:val>
                                            <p:strVal val="#ppt_x"/>
                                          </p:val>
                                        </p:tav>
                                        <p:tav tm="100000">
                                          <p:val>
                                            <p:strVal val="#ppt_x"/>
                                          </p:val>
                                        </p:tav>
                                      </p:tavLst>
                                    </p:anim>
                                    <p:anim calcmode="lin" valueType="num">
                                      <p:cBhvr>
                                        <p:cTn id="6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arn(inVertical)">
                                      <p:cBhvr>
                                        <p:cTn id="70" dur="5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1000"/>
                                        <p:tgtEl>
                                          <p:spTgt spid="20"/>
                                        </p:tgtEl>
                                      </p:cBhvr>
                                    </p:animEffect>
                                    <p:anim calcmode="lin" valueType="num">
                                      <p:cBhvr>
                                        <p:cTn id="76" dur="1000" fill="hold"/>
                                        <p:tgtEl>
                                          <p:spTgt spid="20"/>
                                        </p:tgtEl>
                                        <p:attrNameLst>
                                          <p:attrName>ppt_x</p:attrName>
                                        </p:attrNameLst>
                                      </p:cBhvr>
                                      <p:tavLst>
                                        <p:tav tm="0">
                                          <p:val>
                                            <p:strVal val="#ppt_x"/>
                                          </p:val>
                                        </p:tav>
                                        <p:tav tm="100000">
                                          <p:val>
                                            <p:strVal val="#ppt_x"/>
                                          </p:val>
                                        </p:tav>
                                      </p:tavLst>
                                    </p:anim>
                                    <p:anim calcmode="lin" valueType="num">
                                      <p:cBhvr>
                                        <p:cTn id="77" dur="10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1000"/>
                                        <p:tgtEl>
                                          <p:spTgt spid="25"/>
                                        </p:tgtEl>
                                      </p:cBhvr>
                                    </p:animEffect>
                                    <p:anim calcmode="lin" valueType="num">
                                      <p:cBhvr>
                                        <p:cTn id="81" dur="1000" fill="hold"/>
                                        <p:tgtEl>
                                          <p:spTgt spid="25"/>
                                        </p:tgtEl>
                                        <p:attrNameLst>
                                          <p:attrName>ppt_x</p:attrName>
                                        </p:attrNameLst>
                                      </p:cBhvr>
                                      <p:tavLst>
                                        <p:tav tm="0">
                                          <p:val>
                                            <p:strVal val="#ppt_x"/>
                                          </p:val>
                                        </p:tav>
                                        <p:tav tm="100000">
                                          <p:val>
                                            <p:strVal val="#ppt_x"/>
                                          </p:val>
                                        </p:tav>
                                      </p:tavLst>
                                    </p:anim>
                                    <p:anim calcmode="lin" valueType="num">
                                      <p:cBhvr>
                                        <p:cTn id="82"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1" grpId="0"/>
      <p:bldP spid="12" grpId="0"/>
      <p:bldP spid="15" grpId="0"/>
      <p:bldP spid="18" grpId="0"/>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96060" y="574675"/>
            <a:ext cx="3103563"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charset="-122"/>
                <a:ea typeface="楷体" panose="02010609060101010101" charset="-122"/>
                <a:cs typeface="楷体" panose="02010609060101010101" charset="-122"/>
              </a:rPr>
              <a:t>4. 复合函数 </a:t>
            </a:r>
            <a:endParaRPr lang="zh-CN" altLang="en-US" sz="3200" b="1" dirty="0">
              <a:solidFill>
                <a:schemeClr val="accent3">
                  <a:lumMod val="50000"/>
                </a:schemeClr>
              </a:solidFill>
              <a:latin typeface="楷体" panose="02010609060101010101" charset="-122"/>
              <a:ea typeface="楷体" panose="02010609060101010101" charset="-122"/>
              <a:cs typeface="+mn-cs"/>
            </a:endParaRPr>
          </a:p>
        </p:txBody>
      </p:sp>
      <p:graphicFrame>
        <p:nvGraphicFramePr>
          <p:cNvPr id="3" name="Object 3"/>
          <p:cNvGraphicFramePr>
            <a:graphicFrameLocks noChangeAspect="1"/>
          </p:cNvGraphicFramePr>
          <p:nvPr/>
        </p:nvGraphicFramePr>
        <p:xfrm>
          <a:off x="5161280" y="1285875"/>
          <a:ext cx="2430463" cy="481013"/>
        </p:xfrm>
        <a:graphic>
          <a:graphicData uri="http://schemas.openxmlformats.org/presentationml/2006/ole">
            <mc:AlternateContent xmlns:mc="http://schemas.openxmlformats.org/markup-compatibility/2006">
              <mc:Choice xmlns:v="urn:schemas-microsoft-com:vml" Requires="v">
                <p:oleObj spid="_x0000_s17409" name="Equation" r:id="rId1" imgW="57302400" imgH="10363200" progId="Equation.DSMT4">
                  <p:embed/>
                </p:oleObj>
              </mc:Choice>
              <mc:Fallback>
                <p:oleObj name="Equation" r:id="rId1" imgW="57302400" imgH="10363200" progId="Equation.DSMT4">
                  <p:embed/>
                  <p:pic>
                    <p:nvPicPr>
                      <p:cNvPr id="0" name="图片 17408"/>
                      <p:cNvPicPr>
                        <a:picLocks noChangeAspect="1"/>
                      </p:cNvPicPr>
                      <p:nvPr/>
                    </p:nvPicPr>
                    <p:blipFill>
                      <a:blip r:embed="rId2"/>
                      <a:stretch>
                        <a:fillRect/>
                      </a:stretch>
                    </p:blipFill>
                    <p:spPr>
                      <a:xfrm>
                        <a:off x="5161280" y="1285875"/>
                        <a:ext cx="2430463" cy="481013"/>
                      </a:xfrm>
                      <a:prstGeom prst="rect">
                        <a:avLst/>
                      </a:prstGeom>
                      <a:noFill/>
                      <a:ln w="9525">
                        <a:noFill/>
                      </a:ln>
                    </p:spPr>
                  </p:pic>
                </p:oleObj>
              </mc:Fallback>
            </mc:AlternateContent>
          </a:graphicData>
        </a:graphic>
      </p:graphicFrame>
      <p:graphicFrame>
        <p:nvGraphicFramePr>
          <p:cNvPr id="4" name="Object 4"/>
          <p:cNvGraphicFramePr>
            <a:graphicFrameLocks noChangeAspect="1"/>
          </p:cNvGraphicFramePr>
          <p:nvPr/>
        </p:nvGraphicFramePr>
        <p:xfrm>
          <a:off x="5161280" y="1974215"/>
          <a:ext cx="2417763" cy="441325"/>
        </p:xfrm>
        <a:graphic>
          <a:graphicData uri="http://schemas.openxmlformats.org/presentationml/2006/ole">
            <mc:AlternateContent xmlns:mc="http://schemas.openxmlformats.org/markup-compatibility/2006">
              <mc:Choice xmlns:v="urn:schemas-microsoft-com:vml" Requires="v">
                <p:oleObj spid="_x0000_s17951" name="Equation" r:id="rId3" imgW="56997600" imgH="9448800" progId="Equation.DSMT4">
                  <p:embed/>
                </p:oleObj>
              </mc:Choice>
              <mc:Fallback>
                <p:oleObj name="Equation" r:id="rId3" imgW="56997600" imgH="9448800" progId="Equation.DSMT4">
                  <p:embed/>
                  <p:pic>
                    <p:nvPicPr>
                      <p:cNvPr id="0" name="图片 17950"/>
                      <p:cNvPicPr>
                        <a:picLocks noChangeAspect="1"/>
                      </p:cNvPicPr>
                      <p:nvPr/>
                    </p:nvPicPr>
                    <p:blipFill>
                      <a:blip r:embed="rId4">
                        <a:biLevel thresh="50000"/>
                        <a:grayscl/>
                      </a:blip>
                      <a:stretch>
                        <a:fillRect/>
                      </a:stretch>
                    </p:blipFill>
                    <p:spPr>
                      <a:xfrm>
                        <a:off x="5161280" y="1974215"/>
                        <a:ext cx="2417763" cy="441325"/>
                      </a:xfrm>
                      <a:prstGeom prst="rect">
                        <a:avLst/>
                      </a:prstGeom>
                      <a:noFill/>
                      <a:ln w="9525">
                        <a:noFill/>
                      </a:ln>
                    </p:spPr>
                  </p:pic>
                </p:oleObj>
              </mc:Fallback>
            </mc:AlternateContent>
          </a:graphicData>
        </a:graphic>
      </p:graphicFrame>
      <p:graphicFrame>
        <p:nvGraphicFramePr>
          <p:cNvPr id="5" name="Object 5"/>
          <p:cNvGraphicFramePr>
            <a:graphicFrameLocks noChangeAspect="1"/>
          </p:cNvGraphicFramePr>
          <p:nvPr/>
        </p:nvGraphicFramePr>
        <p:xfrm>
          <a:off x="7591743" y="1952625"/>
          <a:ext cx="2028825" cy="536575"/>
        </p:xfrm>
        <a:graphic>
          <a:graphicData uri="http://schemas.openxmlformats.org/presentationml/2006/ole">
            <mc:AlternateContent xmlns:mc="http://schemas.openxmlformats.org/markup-compatibility/2006">
              <mc:Choice xmlns:v="urn:schemas-microsoft-com:vml" Requires="v">
                <p:oleObj spid="_x0000_s17952" name="Equation" r:id="rId5" imgW="47548800" imgH="11582400" progId="Equation.DSMT4">
                  <p:embed/>
                </p:oleObj>
              </mc:Choice>
              <mc:Fallback>
                <p:oleObj name="Equation" r:id="rId5" imgW="47548800" imgH="11582400" progId="Equation.DSMT4">
                  <p:embed/>
                  <p:pic>
                    <p:nvPicPr>
                      <p:cNvPr id="0" name="图片 17951"/>
                      <p:cNvPicPr>
                        <a:picLocks noChangeAspect="1"/>
                      </p:cNvPicPr>
                      <p:nvPr/>
                    </p:nvPicPr>
                    <p:blipFill>
                      <a:blip r:embed="rId6"/>
                      <a:stretch>
                        <a:fillRect/>
                      </a:stretch>
                    </p:blipFill>
                    <p:spPr>
                      <a:xfrm>
                        <a:off x="7591743" y="1952625"/>
                        <a:ext cx="2028825" cy="536575"/>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1752600" y="2519363"/>
            <a:ext cx="762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则</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7" name="Object 7"/>
          <p:cNvGraphicFramePr>
            <a:graphicFrameLocks noChangeAspect="1"/>
          </p:cNvGraphicFramePr>
          <p:nvPr/>
        </p:nvGraphicFramePr>
        <p:xfrm>
          <a:off x="5092065" y="2561590"/>
          <a:ext cx="2886075" cy="441325"/>
        </p:xfrm>
        <a:graphic>
          <a:graphicData uri="http://schemas.openxmlformats.org/presentationml/2006/ole">
            <mc:AlternateContent xmlns:mc="http://schemas.openxmlformats.org/markup-compatibility/2006">
              <mc:Choice xmlns:v="urn:schemas-microsoft-com:vml" Requires="v">
                <p:oleObj spid="_x0000_s17953" name="Equation" r:id="rId7" imgW="68275200" imgH="9448800" progId="Equation.DSMT4">
                  <p:embed/>
                </p:oleObj>
              </mc:Choice>
              <mc:Fallback>
                <p:oleObj name="Equation" r:id="rId7" imgW="68275200" imgH="9448800" progId="Equation.DSMT4">
                  <p:embed/>
                  <p:pic>
                    <p:nvPicPr>
                      <p:cNvPr id="0" name="图片 17952"/>
                      <p:cNvPicPr>
                        <a:picLocks noChangeAspect="1"/>
                      </p:cNvPicPr>
                      <p:nvPr/>
                    </p:nvPicPr>
                    <p:blipFill>
                      <a:blip r:embed="rId8">
                        <a:biLevel thresh="50000"/>
                        <a:grayscl/>
                      </a:blip>
                      <a:stretch>
                        <a:fillRect/>
                      </a:stretch>
                    </p:blipFill>
                    <p:spPr>
                      <a:xfrm>
                        <a:off x="5092065" y="2561590"/>
                        <a:ext cx="2886075" cy="441325"/>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1635125" y="1262063"/>
            <a:ext cx="39671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定义</a:t>
            </a:r>
            <a:r>
              <a:rPr kumimoji="1" lang="en-US" altLang="zh-CN"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1.1.4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设有函数链</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9" name="Text Box 9"/>
          <p:cNvSpPr txBox="1">
            <a:spLocks noChangeArrowheads="1"/>
          </p:cNvSpPr>
          <p:nvPr/>
        </p:nvSpPr>
        <p:spPr bwMode="auto">
          <a:xfrm>
            <a:off x="1752600" y="3055620"/>
            <a:ext cx="48285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称为由①</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②</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确定的</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复合函数</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0" name="Text Box 10"/>
          <p:cNvSpPr txBox="1">
            <a:spLocks noChangeArrowheads="1"/>
          </p:cNvSpPr>
          <p:nvPr/>
        </p:nvSpPr>
        <p:spPr bwMode="auto">
          <a:xfrm>
            <a:off x="9858375" y="1285558"/>
            <a:ext cx="6292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a:latin typeface="Times New Roman" panose="02020603050405020304" pitchFamily="18" charset="0"/>
                <a:ea typeface="黑体" panose="02010609060101010101" charset="-122"/>
                <a:cs typeface="Times New Roman" panose="02020603050405020304" pitchFamily="18" charset="0"/>
              </a:rPr>
              <a:t>① </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1" name="Text Box 12"/>
          <p:cNvSpPr txBox="1">
            <a:spLocks noChangeArrowheads="1"/>
          </p:cNvSpPr>
          <p:nvPr/>
        </p:nvSpPr>
        <p:spPr bwMode="auto">
          <a:xfrm>
            <a:off x="9858375" y="1893253"/>
            <a:ext cx="5403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a:latin typeface="Times New Roman" panose="02020603050405020304" pitchFamily="18" charset="0"/>
                <a:ea typeface="黑体" panose="02010609060101010101" charset="-122"/>
                <a:cs typeface="Times New Roman" panose="02020603050405020304" pitchFamily="18" charset="0"/>
              </a:rPr>
              <a:t>②</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2" name="Text Box 13"/>
          <p:cNvSpPr txBox="1">
            <a:spLocks noChangeArrowheads="1"/>
          </p:cNvSpPr>
          <p:nvPr/>
        </p:nvSpPr>
        <p:spPr bwMode="auto">
          <a:xfrm>
            <a:off x="6581140" y="3055620"/>
            <a:ext cx="27920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u</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称为</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中间变量</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3" name="Text Box 14"/>
          <p:cNvSpPr txBox="1">
            <a:spLocks noChangeArrowheads="1"/>
          </p:cNvSpPr>
          <p:nvPr/>
        </p:nvSpPr>
        <p:spPr bwMode="auto">
          <a:xfrm>
            <a:off x="1752600" y="3679825"/>
            <a:ext cx="441134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注意</a:t>
            </a:r>
            <a:r>
              <a:rPr kumimoji="1" lang="en-US" altLang="zh-CN"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构成复合函数的条件 </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4" name="Object 15"/>
          <p:cNvGraphicFramePr>
            <a:graphicFrameLocks noChangeAspect="1"/>
          </p:cNvGraphicFramePr>
          <p:nvPr/>
        </p:nvGraphicFramePr>
        <p:xfrm>
          <a:off x="6064250" y="3682365"/>
          <a:ext cx="1611313" cy="534988"/>
        </p:xfrm>
        <a:graphic>
          <a:graphicData uri="http://schemas.openxmlformats.org/presentationml/2006/ole">
            <mc:AlternateContent xmlns:mc="http://schemas.openxmlformats.org/markup-compatibility/2006">
              <mc:Choice xmlns:v="urn:schemas-microsoft-com:vml" Requires="v">
                <p:oleObj spid="_x0000_s17954" name="Equation" r:id="rId9" imgW="37490400" imgH="11582400" progId="Equation.DSMT4">
                  <p:embed/>
                </p:oleObj>
              </mc:Choice>
              <mc:Fallback>
                <p:oleObj name="Equation" r:id="rId9" imgW="37490400" imgH="11582400" progId="Equation.DSMT4">
                  <p:embed/>
                  <p:pic>
                    <p:nvPicPr>
                      <p:cNvPr id="0" name="图片 17953"/>
                      <p:cNvPicPr>
                        <a:picLocks noChangeAspect="1"/>
                      </p:cNvPicPr>
                      <p:nvPr/>
                    </p:nvPicPr>
                    <p:blipFill>
                      <a:blip r:embed="rId10"/>
                      <a:stretch>
                        <a:fillRect/>
                      </a:stretch>
                    </p:blipFill>
                    <p:spPr>
                      <a:xfrm>
                        <a:off x="6064250" y="3682365"/>
                        <a:ext cx="1611313" cy="534988"/>
                      </a:xfrm>
                      <a:prstGeom prst="rect">
                        <a:avLst/>
                      </a:prstGeom>
                      <a:noFill/>
                      <a:ln w="9525">
                        <a:noFill/>
                      </a:ln>
                    </p:spPr>
                  </p:pic>
                </p:oleObj>
              </mc:Fallback>
            </mc:AlternateContent>
          </a:graphicData>
        </a:graphic>
      </p:graphicFrame>
      <p:sp>
        <p:nvSpPr>
          <p:cNvPr id="15" name="Text Box 16"/>
          <p:cNvSpPr txBox="1">
            <a:spLocks noChangeArrowheads="1"/>
          </p:cNvSpPr>
          <p:nvPr/>
        </p:nvSpPr>
        <p:spPr bwMode="auto">
          <a:xfrm>
            <a:off x="7675880" y="3643313"/>
            <a:ext cx="14331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不可少</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6" name="Rectangle 17"/>
          <p:cNvSpPr>
            <a:spLocks noChangeArrowheads="1"/>
          </p:cNvSpPr>
          <p:nvPr/>
        </p:nvSpPr>
        <p:spPr bwMode="auto">
          <a:xfrm>
            <a:off x="1752283" y="4276725"/>
            <a:ext cx="2590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例如</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函数链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7" name="Object 18"/>
          <p:cNvGraphicFramePr>
            <a:graphicFrameLocks noChangeAspect="1"/>
          </p:cNvGraphicFramePr>
          <p:nvPr/>
        </p:nvGraphicFramePr>
        <p:xfrm>
          <a:off x="4184333" y="4358323"/>
          <a:ext cx="1879600" cy="442912"/>
        </p:xfrm>
        <a:graphic>
          <a:graphicData uri="http://schemas.openxmlformats.org/presentationml/2006/ole">
            <mc:AlternateContent xmlns:mc="http://schemas.openxmlformats.org/markup-compatibility/2006">
              <mc:Choice xmlns:v="urn:schemas-microsoft-com:vml" Requires="v">
                <p:oleObj spid="_x0000_s17955" name="Equation" r:id="rId11" imgW="43891200" imgH="9448800" progId="Equation.DSMT4">
                  <p:embed/>
                </p:oleObj>
              </mc:Choice>
              <mc:Fallback>
                <p:oleObj name="Equation" r:id="rId11" imgW="43891200" imgH="9448800" progId="Equation.DSMT4">
                  <p:embed/>
                  <p:pic>
                    <p:nvPicPr>
                      <p:cNvPr id="0" name="图片 17954"/>
                      <p:cNvPicPr>
                        <a:picLocks noChangeAspect="1"/>
                      </p:cNvPicPr>
                      <p:nvPr/>
                    </p:nvPicPr>
                    <p:blipFill>
                      <a:blip r:embed="rId12"/>
                      <a:stretch>
                        <a:fillRect/>
                      </a:stretch>
                    </p:blipFill>
                    <p:spPr>
                      <a:xfrm>
                        <a:off x="4184333" y="4358323"/>
                        <a:ext cx="1879600" cy="442912"/>
                      </a:xfrm>
                      <a:prstGeom prst="rect">
                        <a:avLst/>
                      </a:prstGeom>
                      <a:noFill/>
                      <a:ln w="9525">
                        <a:noFill/>
                      </a:ln>
                    </p:spPr>
                  </p:pic>
                </p:oleObj>
              </mc:Fallback>
            </mc:AlternateContent>
          </a:graphicData>
        </a:graphic>
      </p:graphicFrame>
      <p:graphicFrame>
        <p:nvGraphicFramePr>
          <p:cNvPr id="18" name="Object 19"/>
          <p:cNvGraphicFramePr>
            <a:graphicFrameLocks noChangeAspect="1"/>
          </p:cNvGraphicFramePr>
          <p:nvPr/>
        </p:nvGraphicFramePr>
        <p:xfrm>
          <a:off x="6224270" y="4217670"/>
          <a:ext cx="2003425" cy="630238"/>
        </p:xfrm>
        <a:graphic>
          <a:graphicData uri="http://schemas.openxmlformats.org/presentationml/2006/ole">
            <mc:AlternateContent xmlns:mc="http://schemas.openxmlformats.org/markup-compatibility/2006">
              <mc:Choice xmlns:v="urn:schemas-microsoft-com:vml" Requires="v">
                <p:oleObj spid="_x0000_s17956" name="Equation" r:id="rId13" imgW="46939200" imgH="13716000" progId="Equation.DSMT4">
                  <p:embed/>
                </p:oleObj>
              </mc:Choice>
              <mc:Fallback>
                <p:oleObj name="Equation" r:id="rId13" imgW="46939200" imgH="13716000" progId="Equation.DSMT4">
                  <p:embed/>
                  <p:pic>
                    <p:nvPicPr>
                      <p:cNvPr id="0" name="图片 17955"/>
                      <p:cNvPicPr>
                        <a:picLocks noChangeAspect="1"/>
                      </p:cNvPicPr>
                      <p:nvPr/>
                    </p:nvPicPr>
                    <p:blipFill>
                      <a:blip r:embed="rId14">
                        <a:biLevel thresh="50000"/>
                        <a:grayscl/>
                      </a:blip>
                      <a:stretch>
                        <a:fillRect/>
                      </a:stretch>
                    </p:blipFill>
                    <p:spPr>
                      <a:xfrm>
                        <a:off x="6224270" y="4217670"/>
                        <a:ext cx="2003425" cy="630238"/>
                      </a:xfrm>
                      <a:prstGeom prst="rect">
                        <a:avLst/>
                      </a:prstGeom>
                      <a:noFill/>
                      <a:ln w="9525">
                        <a:noFill/>
                      </a:ln>
                    </p:spPr>
                  </p:pic>
                </p:oleObj>
              </mc:Fallback>
            </mc:AlternateContent>
          </a:graphicData>
        </a:graphic>
      </p:graphicFrame>
      <p:sp>
        <p:nvSpPr>
          <p:cNvPr id="19" name="Text Box 20"/>
          <p:cNvSpPr txBox="1">
            <a:spLocks noChangeArrowheads="1"/>
          </p:cNvSpPr>
          <p:nvPr/>
        </p:nvSpPr>
        <p:spPr bwMode="auto">
          <a:xfrm>
            <a:off x="1752600" y="5090795"/>
            <a:ext cx="11604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0" name="Object 21"/>
          <p:cNvGraphicFramePr>
            <a:graphicFrameLocks noChangeAspect="1"/>
          </p:cNvGraphicFramePr>
          <p:nvPr/>
        </p:nvGraphicFramePr>
        <p:xfrm>
          <a:off x="2594928" y="4982528"/>
          <a:ext cx="2892425" cy="630237"/>
        </p:xfrm>
        <a:graphic>
          <a:graphicData uri="http://schemas.openxmlformats.org/presentationml/2006/ole">
            <mc:AlternateContent xmlns:mc="http://schemas.openxmlformats.org/markup-compatibility/2006">
              <mc:Choice xmlns:v="urn:schemas-microsoft-com:vml" Requires="v">
                <p:oleObj spid="_x0000_s17957" name="Equation" r:id="rId15" imgW="68275200" imgH="13716000" progId="Equation.DSMT4">
                  <p:embed/>
                </p:oleObj>
              </mc:Choice>
              <mc:Fallback>
                <p:oleObj name="Equation" r:id="rId15" imgW="68275200" imgH="13716000" progId="Equation.DSMT4">
                  <p:embed/>
                  <p:pic>
                    <p:nvPicPr>
                      <p:cNvPr id="0" name="图片 17956"/>
                      <p:cNvPicPr>
                        <a:picLocks noChangeAspect="1"/>
                      </p:cNvPicPr>
                      <p:nvPr/>
                    </p:nvPicPr>
                    <p:blipFill>
                      <a:blip r:embed="rId16">
                        <a:biLevel thresh="50000"/>
                        <a:grayscl/>
                      </a:blip>
                      <a:stretch>
                        <a:fillRect/>
                      </a:stretch>
                    </p:blipFill>
                    <p:spPr>
                      <a:xfrm>
                        <a:off x="2594928" y="4982528"/>
                        <a:ext cx="2892425" cy="630237"/>
                      </a:xfrm>
                      <a:prstGeom prst="rect">
                        <a:avLst/>
                      </a:prstGeom>
                      <a:noFill/>
                      <a:ln w="9525">
                        <a:noFill/>
                      </a:ln>
                    </p:spPr>
                  </p:pic>
                </p:oleObj>
              </mc:Fallback>
            </mc:AlternateContent>
          </a:graphicData>
        </a:graphic>
      </p:graphicFrame>
      <p:graphicFrame>
        <p:nvGraphicFramePr>
          <p:cNvPr id="21" name="Object 22"/>
          <p:cNvGraphicFramePr>
            <a:graphicFrameLocks noChangeAspect="1"/>
          </p:cNvGraphicFramePr>
          <p:nvPr/>
        </p:nvGraphicFramePr>
        <p:xfrm>
          <a:off x="5847398" y="5107305"/>
          <a:ext cx="890587" cy="363538"/>
        </p:xfrm>
        <a:graphic>
          <a:graphicData uri="http://schemas.openxmlformats.org/presentationml/2006/ole">
            <mc:AlternateContent xmlns:mc="http://schemas.openxmlformats.org/markup-compatibility/2006">
              <mc:Choice xmlns:v="urn:schemas-microsoft-com:vml" Requires="v">
                <p:oleObj spid="_x0000_s17958" name="Equation" r:id="rId17" imgW="20116800" imgH="7315200" progId="Equation.DSMT4">
                  <p:embed/>
                </p:oleObj>
              </mc:Choice>
              <mc:Fallback>
                <p:oleObj name="Equation" r:id="rId17" imgW="20116800" imgH="7315200" progId="Equation.DSMT4">
                  <p:embed/>
                  <p:pic>
                    <p:nvPicPr>
                      <p:cNvPr id="0" name="图片 17957"/>
                      <p:cNvPicPr>
                        <a:picLocks noChangeAspect="1"/>
                      </p:cNvPicPr>
                      <p:nvPr/>
                    </p:nvPicPr>
                    <p:blipFill>
                      <a:blip r:embed="rId18">
                        <a:biLevel thresh="50000"/>
                        <a:grayscl/>
                      </a:blip>
                      <a:stretch>
                        <a:fillRect/>
                      </a:stretch>
                    </p:blipFill>
                    <p:spPr>
                      <a:xfrm>
                        <a:off x="5847398" y="5107305"/>
                        <a:ext cx="890587" cy="363538"/>
                      </a:xfrm>
                      <a:prstGeom prst="rect">
                        <a:avLst/>
                      </a:prstGeom>
                      <a:noFill/>
                      <a:ln w="9525">
                        <a:noFill/>
                      </a:ln>
                    </p:spPr>
                  </p:pic>
                </p:oleObj>
              </mc:Fallback>
            </mc:AlternateContent>
          </a:graphicData>
        </a:graphic>
      </p:graphicFrame>
      <p:graphicFrame>
        <p:nvGraphicFramePr>
          <p:cNvPr id="22" name="Object 23"/>
          <p:cNvGraphicFramePr>
            <a:graphicFrameLocks noChangeAspect="1"/>
          </p:cNvGraphicFramePr>
          <p:nvPr/>
        </p:nvGraphicFramePr>
        <p:xfrm>
          <a:off x="6845300" y="4989513"/>
          <a:ext cx="1711325" cy="546100"/>
        </p:xfrm>
        <a:graphic>
          <a:graphicData uri="http://schemas.openxmlformats.org/presentationml/2006/ole">
            <mc:AlternateContent xmlns:mc="http://schemas.openxmlformats.org/markup-compatibility/2006">
              <mc:Choice xmlns:v="urn:schemas-microsoft-com:vml" Requires="v">
                <p:oleObj spid="_x0000_s17959" name="Equation" r:id="rId19" imgW="39928800" imgH="11887200" progId="Equation.DSMT4">
                  <p:embed/>
                </p:oleObj>
              </mc:Choice>
              <mc:Fallback>
                <p:oleObj name="Equation" r:id="rId19" imgW="39928800" imgH="11887200" progId="Equation.DSMT4">
                  <p:embed/>
                  <p:pic>
                    <p:nvPicPr>
                      <p:cNvPr id="0" name="图片 17958"/>
                      <p:cNvPicPr>
                        <a:picLocks noChangeAspect="1"/>
                      </p:cNvPicPr>
                      <p:nvPr/>
                    </p:nvPicPr>
                    <p:blipFill>
                      <a:blip r:embed="rId20">
                        <a:biLevel thresh="50000"/>
                        <a:grayscl/>
                      </a:blip>
                      <a:stretch>
                        <a:fillRect/>
                      </a:stretch>
                    </p:blipFill>
                    <p:spPr>
                      <a:xfrm>
                        <a:off x="6845300" y="4989513"/>
                        <a:ext cx="1711325" cy="546100"/>
                      </a:xfrm>
                      <a:prstGeom prst="rect">
                        <a:avLst/>
                      </a:prstGeom>
                      <a:noFill/>
                      <a:ln w="9525">
                        <a:noFill/>
                      </a:ln>
                    </p:spPr>
                  </p:pic>
                </p:oleObj>
              </mc:Fallback>
            </mc:AlternateContent>
          </a:graphicData>
        </a:graphic>
      </p:graphicFrame>
      <p:graphicFrame>
        <p:nvGraphicFramePr>
          <p:cNvPr id="23" name="Object 24"/>
          <p:cNvGraphicFramePr>
            <a:graphicFrameLocks noChangeAspect="1"/>
          </p:cNvGraphicFramePr>
          <p:nvPr/>
        </p:nvGraphicFramePr>
        <p:xfrm>
          <a:off x="8663623" y="5024438"/>
          <a:ext cx="1330325" cy="546100"/>
        </p:xfrm>
        <a:graphic>
          <a:graphicData uri="http://schemas.openxmlformats.org/presentationml/2006/ole">
            <mc:AlternateContent xmlns:mc="http://schemas.openxmlformats.org/markup-compatibility/2006">
              <mc:Choice xmlns:v="urn:schemas-microsoft-com:vml" Requires="v">
                <p:oleObj spid="_x0000_s17960" name="Equation" r:id="rId21" imgW="30784800" imgH="11887200" progId="Equation.DSMT4">
                  <p:embed/>
                </p:oleObj>
              </mc:Choice>
              <mc:Fallback>
                <p:oleObj name="Equation" r:id="rId21" imgW="30784800" imgH="11887200" progId="Equation.DSMT4">
                  <p:embed/>
                  <p:pic>
                    <p:nvPicPr>
                      <p:cNvPr id="0" name="图片 17959"/>
                      <p:cNvPicPr>
                        <a:picLocks noChangeAspect="1"/>
                      </p:cNvPicPr>
                      <p:nvPr/>
                    </p:nvPicPr>
                    <p:blipFill>
                      <a:blip r:embed="rId22">
                        <a:biLevel thresh="50000"/>
                        <a:grayscl/>
                      </a:blip>
                      <a:stretch>
                        <a:fillRect/>
                      </a:stretch>
                    </p:blipFill>
                    <p:spPr>
                      <a:xfrm>
                        <a:off x="8663623" y="5024438"/>
                        <a:ext cx="1330325" cy="546100"/>
                      </a:xfrm>
                      <a:prstGeom prst="rect">
                        <a:avLst/>
                      </a:prstGeom>
                      <a:noFill/>
                      <a:ln w="9525">
                        <a:noFill/>
                      </a:ln>
                    </p:spPr>
                  </p:pic>
                </p:oleObj>
              </mc:Fallback>
            </mc:AlternateContent>
          </a:graphicData>
        </a:graphic>
      </p:graphicFrame>
      <p:sp>
        <p:nvSpPr>
          <p:cNvPr id="24" name="Text Box 25"/>
          <p:cNvSpPr txBox="1">
            <a:spLocks noChangeArrowheads="1"/>
          </p:cNvSpPr>
          <p:nvPr/>
        </p:nvSpPr>
        <p:spPr bwMode="auto">
          <a:xfrm>
            <a:off x="1752600" y="5718175"/>
            <a:ext cx="1612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但函数链</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5" name="Object 26"/>
          <p:cNvGraphicFramePr>
            <a:graphicFrameLocks noChangeAspect="1"/>
          </p:cNvGraphicFramePr>
          <p:nvPr/>
        </p:nvGraphicFramePr>
        <p:xfrm>
          <a:off x="3419475" y="5718175"/>
          <a:ext cx="3249613" cy="508000"/>
        </p:xfrm>
        <a:graphic>
          <a:graphicData uri="http://schemas.openxmlformats.org/presentationml/2006/ole">
            <mc:AlternateContent xmlns:mc="http://schemas.openxmlformats.org/markup-compatibility/2006">
              <mc:Choice xmlns:v="urn:schemas-microsoft-com:vml" Requires="v">
                <p:oleObj spid="_x0000_s17961" name="Equation" r:id="rId23" imgW="76809600" imgH="10972800" progId="Equation.DSMT4">
                  <p:embed/>
                </p:oleObj>
              </mc:Choice>
              <mc:Fallback>
                <p:oleObj name="Equation" r:id="rId23" imgW="76809600" imgH="10972800" progId="Equation.DSMT4">
                  <p:embed/>
                  <p:pic>
                    <p:nvPicPr>
                      <p:cNvPr id="0" name="图片 17960"/>
                      <p:cNvPicPr>
                        <a:picLocks noChangeAspect="1"/>
                      </p:cNvPicPr>
                      <p:nvPr/>
                    </p:nvPicPr>
                    <p:blipFill>
                      <a:blip r:embed="rId24"/>
                      <a:stretch>
                        <a:fillRect/>
                      </a:stretch>
                    </p:blipFill>
                    <p:spPr>
                      <a:xfrm>
                        <a:off x="3419475" y="5718175"/>
                        <a:ext cx="3249613" cy="508000"/>
                      </a:xfrm>
                      <a:prstGeom prst="rect">
                        <a:avLst/>
                      </a:prstGeom>
                      <a:noFill/>
                      <a:ln w="9525">
                        <a:noFill/>
                      </a:ln>
                    </p:spPr>
                  </p:pic>
                </p:oleObj>
              </mc:Fallback>
            </mc:AlternateContent>
          </a:graphicData>
        </a:graphic>
      </p:graphicFrame>
      <p:sp>
        <p:nvSpPr>
          <p:cNvPr id="26" name="Text Box 27"/>
          <p:cNvSpPr txBox="1">
            <a:spLocks noChangeArrowheads="1"/>
          </p:cNvSpPr>
          <p:nvPr/>
        </p:nvSpPr>
        <p:spPr bwMode="auto">
          <a:xfrm>
            <a:off x="6723063" y="5729288"/>
            <a:ext cx="32207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不能构成复合函数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27" name="Text Box 28"/>
          <p:cNvSpPr txBox="1">
            <a:spLocks noChangeArrowheads="1"/>
          </p:cNvSpPr>
          <p:nvPr/>
        </p:nvSpPr>
        <p:spPr bwMode="auto">
          <a:xfrm>
            <a:off x="8342948" y="4316730"/>
            <a:ext cx="19704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可定义复合</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15" dur="500"/>
                                        <p:tgtEl>
                                          <p:spTgt spid="10">
                                            <p:txEl>
                                              <p:pRg st="4294967295" end="4294967295"/>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19" dur="500"/>
                                        <p:tgtEl>
                                          <p:spTgt spid="10">
                                            <p:txEl>
                                              <p:pRg st="4294967295" end="4294967295"/>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wipe(left)">
                                      <p:cBhvr>
                                        <p:cTn id="23" dur="5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36" dur="500"/>
                                        <p:tgtEl>
                                          <p:spTgt spid="11">
                                            <p:txEl>
                                              <p:pRg st="4294967295" end="4294967295"/>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40" dur="500"/>
                                        <p:tgtEl>
                                          <p:spTgt spid="11">
                                            <p:txEl>
                                              <p:pRg st="4294967295" end="4294967295"/>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1">
                                            <p:txEl>
                                              <p:pRg st="0" end="0"/>
                                            </p:txEl>
                                          </p:spTgt>
                                        </p:tgtEl>
                                        <p:attrNameLst>
                                          <p:attrName>style.visibility</p:attrName>
                                        </p:attrNameLst>
                                      </p:cBhvr>
                                      <p:to>
                                        <p:strVal val="visible"/>
                                      </p:to>
                                    </p:set>
                                    <p:animEffect transition="in" filter="wipe(left)">
                                      <p:cBhvr>
                                        <p:cTn id="44" dur="500"/>
                                        <p:tgtEl>
                                          <p:spTgt spid="11">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9">
                                            <p:txEl>
                                              <p:pRg st="4294967295" end="4294967295"/>
                                            </p:txEl>
                                          </p:spTgt>
                                        </p:tgtEl>
                                        <p:attrNameLst>
                                          <p:attrName>style.visibility</p:attrName>
                                        </p:attrNameLst>
                                      </p:cBhvr>
                                      <p:to>
                                        <p:strVal val="visible"/>
                                      </p:to>
                                    </p:set>
                                    <p:animEffect transition="in" filter="wipe(left)">
                                      <p:cBhvr>
                                        <p:cTn id="57" dur="500"/>
                                        <p:tgtEl>
                                          <p:spTgt spid="9">
                                            <p:txEl>
                                              <p:pRg st="4294967295" end="4294967295"/>
                                            </p:txEl>
                                          </p:spTgt>
                                        </p:tgtEl>
                                      </p:cBhvr>
                                    </p:animEffect>
                                  </p:childTnLst>
                                </p:cTn>
                              </p:par>
                            </p:childTnLst>
                          </p:cTn>
                        </p:par>
                        <p:par>
                          <p:cTn id="58" fill="hold">
                            <p:stCondLst>
                              <p:cond delay="1500"/>
                            </p:stCondLst>
                            <p:childTnLst>
                              <p:par>
                                <p:cTn id="59" presetID="22" presetClass="entr" presetSubtype="8" fill="hold" grpId="0" nodeType="afterEffect">
                                  <p:stCondLst>
                                    <p:cond delay="0"/>
                                  </p:stCondLst>
                                  <p:childTnLst>
                                    <p:set>
                                      <p:cBhvr>
                                        <p:cTn id="60" dur="1" fill="hold">
                                          <p:stCondLst>
                                            <p:cond delay="0"/>
                                          </p:stCondLst>
                                        </p:cTn>
                                        <p:tgtEl>
                                          <p:spTgt spid="9">
                                            <p:txEl>
                                              <p:pRg st="4294967295" end="4294967295"/>
                                            </p:txEl>
                                          </p:spTgt>
                                        </p:tgtEl>
                                        <p:attrNameLst>
                                          <p:attrName>style.visibility</p:attrName>
                                        </p:attrNameLst>
                                      </p:cBhvr>
                                      <p:to>
                                        <p:strVal val="visible"/>
                                      </p:to>
                                    </p:set>
                                    <p:animEffect transition="in" filter="wipe(left)">
                                      <p:cBhvr>
                                        <p:cTn id="61" dur="500"/>
                                        <p:tgtEl>
                                          <p:spTgt spid="9">
                                            <p:txEl>
                                              <p:pRg st="4294967295" end="4294967295"/>
                                            </p:txEl>
                                          </p:spTgt>
                                        </p:tgtEl>
                                      </p:cBhvr>
                                    </p:animEffect>
                                  </p:childTnLst>
                                </p:cTn>
                              </p:par>
                            </p:childTnLst>
                          </p:cTn>
                        </p:par>
                        <p:par>
                          <p:cTn id="62" fill="hold">
                            <p:stCondLst>
                              <p:cond delay="2000"/>
                            </p:stCondLst>
                            <p:childTnLst>
                              <p:par>
                                <p:cTn id="63" presetID="22" presetClass="entr" presetSubtype="8" fill="hold" grpId="0" nodeType="afterEffect">
                                  <p:stCondLst>
                                    <p:cond delay="0"/>
                                  </p:stCondLst>
                                  <p:childTnLst>
                                    <p:set>
                                      <p:cBhvr>
                                        <p:cTn id="64" dur="1" fill="hold">
                                          <p:stCondLst>
                                            <p:cond delay="0"/>
                                          </p:stCondLst>
                                        </p:cTn>
                                        <p:tgtEl>
                                          <p:spTgt spid="9">
                                            <p:txEl>
                                              <p:pRg st="0" end="0"/>
                                            </p:txEl>
                                          </p:spTgt>
                                        </p:tgtEl>
                                        <p:attrNameLst>
                                          <p:attrName>style.visibility</p:attrName>
                                        </p:attrNameLst>
                                      </p:cBhvr>
                                      <p:to>
                                        <p:strVal val="visible"/>
                                      </p:to>
                                    </p:set>
                                    <p:animEffect transition="in" filter="wipe(left)">
                                      <p:cBhvr>
                                        <p:cTn id="65" dur="500"/>
                                        <p:tgtEl>
                                          <p:spTgt spid="9">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2">
                                            <p:txEl>
                                              <p:pRg st="4294967295" end="4294967295"/>
                                            </p:txEl>
                                          </p:spTgt>
                                        </p:tgtEl>
                                        <p:attrNameLst>
                                          <p:attrName>style.visibility</p:attrName>
                                        </p:attrNameLst>
                                      </p:cBhvr>
                                      <p:to>
                                        <p:strVal val="visible"/>
                                      </p:to>
                                    </p:set>
                                    <p:animEffect transition="in" filter="wipe(left)">
                                      <p:cBhvr>
                                        <p:cTn id="70" dur="500"/>
                                        <p:tgtEl>
                                          <p:spTgt spid="12">
                                            <p:txEl>
                                              <p:pRg st="4294967295" end="429496729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2">
                                            <p:txEl>
                                              <p:pRg st="4294967295" end="4294967295"/>
                                            </p:txEl>
                                          </p:spTgt>
                                        </p:tgtEl>
                                        <p:attrNameLst>
                                          <p:attrName>style.visibility</p:attrName>
                                        </p:attrNameLst>
                                      </p:cBhvr>
                                      <p:to>
                                        <p:strVal val="visible"/>
                                      </p:to>
                                    </p:set>
                                    <p:animEffect transition="in" filter="wipe(left)">
                                      <p:cBhvr>
                                        <p:cTn id="75" dur="500"/>
                                        <p:tgtEl>
                                          <p:spTgt spid="12">
                                            <p:txEl>
                                              <p:pRg st="4294967295" end="4294967295"/>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2">
                                            <p:txEl>
                                              <p:pRg st="0" end="0"/>
                                            </p:txEl>
                                          </p:spTgt>
                                        </p:tgtEl>
                                        <p:attrNameLst>
                                          <p:attrName>style.visibility</p:attrName>
                                        </p:attrNameLst>
                                      </p:cBhvr>
                                      <p:to>
                                        <p:strVal val="visible"/>
                                      </p:to>
                                    </p:set>
                                    <p:animEffect transition="in" filter="wipe(left)">
                                      <p:cBhvr>
                                        <p:cTn id="80" dur="500"/>
                                        <p:tgtEl>
                                          <p:spTgt spid="12">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85" dur="500"/>
                                        <p:tgtEl>
                                          <p:spTgt spid="13">
                                            <p:txEl>
                                              <p:pRg st="4294967295" end="4294967295"/>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90" dur="500"/>
                                        <p:tgtEl>
                                          <p:spTgt spid="13">
                                            <p:txEl>
                                              <p:pRg st="4294967295" end="4294967295"/>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3">
                                            <p:txEl>
                                              <p:pRg st="0" end="0"/>
                                            </p:txEl>
                                          </p:spTgt>
                                        </p:tgtEl>
                                        <p:attrNameLst>
                                          <p:attrName>style.visibility</p:attrName>
                                        </p:attrNameLst>
                                      </p:cBhvr>
                                      <p:to>
                                        <p:strVal val="visible"/>
                                      </p:to>
                                    </p:set>
                                    <p:animEffect transition="in" filter="wipe(left)">
                                      <p:cBhvr>
                                        <p:cTn id="95" dur="500"/>
                                        <p:tgtEl>
                                          <p:spTgt spid="13">
                                            <p:txEl>
                                              <p:pRg st="0" end="0"/>
                                            </p:txEl>
                                          </p:spTgt>
                                        </p:tgtEl>
                                      </p:cBhvr>
                                    </p:animEffect>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14"/>
                                        </p:tgtEl>
                                        <p:attrNameLst>
                                          <p:attrName>style.visibility</p:attrName>
                                        </p:attrNameLst>
                                      </p:cBhvr>
                                      <p:to>
                                        <p:strVal val="visible"/>
                                      </p:to>
                                    </p:set>
                                    <p:animEffect transition="in" filter="wipe(left)">
                                      <p:cBhvr>
                                        <p:cTn id="99" dur="500"/>
                                        <p:tgtEl>
                                          <p:spTgt spid="14"/>
                                        </p:tgtEl>
                                      </p:cBhvr>
                                    </p:animEffect>
                                  </p:childTnLst>
                                </p:cTn>
                              </p:par>
                            </p:childTnLst>
                          </p:cTn>
                        </p:par>
                        <p:par>
                          <p:cTn id="100" fill="hold">
                            <p:stCondLst>
                              <p:cond delay="1000"/>
                            </p:stCondLst>
                            <p:childTnLst>
                              <p:par>
                                <p:cTn id="101" presetID="22" presetClass="entr" presetSubtype="8" fill="hold" grpId="0" nodeType="afterEffect">
                                  <p:stCondLst>
                                    <p:cond delay="0"/>
                                  </p:stCondLst>
                                  <p:childTnLst>
                                    <p:set>
                                      <p:cBhvr>
                                        <p:cTn id="102"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03" dur="500"/>
                                        <p:tgtEl>
                                          <p:spTgt spid="15">
                                            <p:txEl>
                                              <p:pRg st="4294967295" end="4294967295"/>
                                            </p:txEl>
                                          </p:spTgt>
                                        </p:tgtEl>
                                      </p:cBhvr>
                                    </p:animEffect>
                                  </p:childTnLst>
                                </p:cTn>
                              </p:par>
                            </p:childTnLst>
                          </p:cTn>
                        </p:par>
                        <p:par>
                          <p:cTn id="104" fill="hold">
                            <p:stCondLst>
                              <p:cond delay="1500"/>
                            </p:stCondLst>
                            <p:childTnLst>
                              <p:par>
                                <p:cTn id="105" presetID="22" presetClass="entr" presetSubtype="8" fill="hold" grpId="0" nodeType="afterEffect">
                                  <p:stCondLst>
                                    <p:cond delay="0"/>
                                  </p:stCondLst>
                                  <p:childTnLst>
                                    <p:set>
                                      <p:cBhvr>
                                        <p:cTn id="106"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07" dur="500"/>
                                        <p:tgtEl>
                                          <p:spTgt spid="15">
                                            <p:txEl>
                                              <p:pRg st="4294967295" end="4294967295"/>
                                            </p:txEl>
                                          </p:spTgt>
                                        </p:tgtEl>
                                      </p:cBhvr>
                                    </p:animEffect>
                                  </p:childTnLst>
                                </p:cTn>
                              </p:par>
                            </p:childTnLst>
                          </p:cTn>
                        </p:par>
                        <p:par>
                          <p:cTn id="108" fill="hold">
                            <p:stCondLst>
                              <p:cond delay="2000"/>
                            </p:stCondLst>
                            <p:childTnLst>
                              <p:par>
                                <p:cTn id="109" presetID="22" presetClass="entr" presetSubtype="8" fill="hold" grpId="0" nodeType="afterEffect">
                                  <p:stCondLst>
                                    <p:cond delay="0"/>
                                  </p:stCondLst>
                                  <p:childTnLst>
                                    <p:set>
                                      <p:cBhvr>
                                        <p:cTn id="110" dur="1" fill="hold">
                                          <p:stCondLst>
                                            <p:cond delay="0"/>
                                          </p:stCondLst>
                                        </p:cTn>
                                        <p:tgtEl>
                                          <p:spTgt spid="15">
                                            <p:txEl>
                                              <p:pRg st="0" end="0"/>
                                            </p:txEl>
                                          </p:spTgt>
                                        </p:tgtEl>
                                        <p:attrNameLst>
                                          <p:attrName>style.visibility</p:attrName>
                                        </p:attrNameLst>
                                      </p:cBhvr>
                                      <p:to>
                                        <p:strVal val="visible"/>
                                      </p:to>
                                    </p:set>
                                    <p:animEffect transition="in" filter="wipe(left)">
                                      <p:cBhvr>
                                        <p:cTn id="111" dur="500"/>
                                        <p:tgtEl>
                                          <p:spTgt spid="15">
                                            <p:txEl>
                                              <p:pRg st="0" end="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6">
                                            <p:txEl>
                                              <p:pRg st="0" end="0"/>
                                            </p:txEl>
                                          </p:spTgt>
                                        </p:tgtEl>
                                        <p:attrNameLst>
                                          <p:attrName>style.visibility</p:attrName>
                                        </p:attrNameLst>
                                      </p:cBhvr>
                                      <p:to>
                                        <p:strVal val="visible"/>
                                      </p:to>
                                    </p:set>
                                    <p:animEffect transition="in" filter="wipe(left)">
                                      <p:cBhvr>
                                        <p:cTn id="116" dur="500"/>
                                        <p:tgtEl>
                                          <p:spTgt spid="16">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17"/>
                                        </p:tgtEl>
                                        <p:attrNameLst>
                                          <p:attrName>style.visibility</p:attrName>
                                        </p:attrNameLst>
                                      </p:cBhvr>
                                      <p:to>
                                        <p:strVal val="visible"/>
                                      </p:to>
                                    </p:set>
                                    <p:animEffect transition="in" filter="wipe(left)">
                                      <p:cBhvr>
                                        <p:cTn id="121" dur="500"/>
                                        <p:tgtEl>
                                          <p:spTgt spid="17"/>
                                        </p:tgtEl>
                                      </p:cBhvr>
                                    </p:animEffect>
                                  </p:childTnLst>
                                </p:cTn>
                              </p:par>
                            </p:childTnLst>
                          </p:cTn>
                        </p:par>
                        <p:par>
                          <p:cTn id="122" fill="hold">
                            <p:stCondLst>
                              <p:cond delay="500"/>
                            </p:stCondLst>
                            <p:childTnLst>
                              <p:par>
                                <p:cTn id="123" presetID="22" presetClass="entr" presetSubtype="8" fill="hold" nodeType="afterEffect">
                                  <p:stCondLst>
                                    <p:cond delay="0"/>
                                  </p:stCondLst>
                                  <p:childTnLst>
                                    <p:set>
                                      <p:cBhvr>
                                        <p:cTn id="124" dur="1" fill="hold">
                                          <p:stCondLst>
                                            <p:cond delay="0"/>
                                          </p:stCondLst>
                                        </p:cTn>
                                        <p:tgtEl>
                                          <p:spTgt spid="18"/>
                                        </p:tgtEl>
                                        <p:attrNameLst>
                                          <p:attrName>style.visibility</p:attrName>
                                        </p:attrNameLst>
                                      </p:cBhvr>
                                      <p:to>
                                        <p:strVal val="visible"/>
                                      </p:to>
                                    </p:set>
                                    <p:animEffect transition="in" filter="wipe(left)">
                                      <p:cBhvr>
                                        <p:cTn id="125" dur="500"/>
                                        <p:tgtEl>
                                          <p:spTgt spid="18"/>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130" dur="500"/>
                                        <p:tgtEl>
                                          <p:spTgt spid="27">
                                            <p:txEl>
                                              <p:pRg st="4294967295" end="4294967295"/>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135" dur="500"/>
                                        <p:tgtEl>
                                          <p:spTgt spid="27">
                                            <p:txEl>
                                              <p:pRg st="4294967295" end="4294967295"/>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27">
                                            <p:txEl>
                                              <p:pRg st="0" end="0"/>
                                            </p:txEl>
                                          </p:spTgt>
                                        </p:tgtEl>
                                        <p:attrNameLst>
                                          <p:attrName>style.visibility</p:attrName>
                                        </p:attrNameLst>
                                      </p:cBhvr>
                                      <p:to>
                                        <p:strVal val="visible"/>
                                      </p:to>
                                    </p:set>
                                    <p:animEffect transition="in" filter="wipe(left)">
                                      <p:cBhvr>
                                        <p:cTn id="140" dur="500"/>
                                        <p:tgtEl>
                                          <p:spTgt spid="27">
                                            <p:txEl>
                                              <p:pRg st="0" end="0"/>
                                            </p:txEl>
                                          </p:spTgt>
                                        </p:tgtEl>
                                      </p:cBhvr>
                                    </p:animEffect>
                                  </p:childTnLst>
                                </p:cTn>
                              </p:par>
                            </p:childTnLst>
                          </p:cTn>
                        </p:par>
                        <p:par>
                          <p:cTn id="141" fill="hold">
                            <p:stCondLst>
                              <p:cond delay="500"/>
                            </p:stCondLst>
                            <p:childTnLst>
                              <p:par>
                                <p:cTn id="142" presetID="22" presetClass="entr" presetSubtype="8" fill="hold" grpId="0" nodeType="afterEffect">
                                  <p:stCondLst>
                                    <p:cond delay="0"/>
                                  </p:stCondLst>
                                  <p:childTnLst>
                                    <p:set>
                                      <p:cBhvr>
                                        <p:cTn id="143" dur="1" fill="hold">
                                          <p:stCondLst>
                                            <p:cond delay="0"/>
                                          </p:stCondLst>
                                        </p:cTn>
                                        <p:tgtEl>
                                          <p:spTgt spid="19">
                                            <p:txEl>
                                              <p:pRg st="0" end="0"/>
                                            </p:txEl>
                                          </p:spTgt>
                                        </p:tgtEl>
                                        <p:attrNameLst>
                                          <p:attrName>style.visibility</p:attrName>
                                        </p:attrNameLst>
                                      </p:cBhvr>
                                      <p:to>
                                        <p:strVal val="visible"/>
                                      </p:to>
                                    </p:set>
                                    <p:animEffect transition="in" filter="wipe(left)">
                                      <p:cBhvr>
                                        <p:cTn id="144" dur="500"/>
                                        <p:tgtEl>
                                          <p:spTgt spid="19">
                                            <p:txEl>
                                              <p:pRg st="0" end="0"/>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20"/>
                                        </p:tgtEl>
                                        <p:attrNameLst>
                                          <p:attrName>style.visibility</p:attrName>
                                        </p:attrNameLst>
                                      </p:cBhvr>
                                      <p:to>
                                        <p:strVal val="visible"/>
                                      </p:to>
                                    </p:set>
                                    <p:animEffect transition="in" filter="wipe(left)">
                                      <p:cBhvr>
                                        <p:cTn id="149" dur="500"/>
                                        <p:tgtEl>
                                          <p:spTgt spid="20"/>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21"/>
                                        </p:tgtEl>
                                        <p:attrNameLst>
                                          <p:attrName>style.visibility</p:attrName>
                                        </p:attrNameLst>
                                      </p:cBhvr>
                                      <p:to>
                                        <p:strVal val="visible"/>
                                      </p:to>
                                    </p:set>
                                    <p:animEffect transition="in" filter="wipe(left)">
                                      <p:cBhvr>
                                        <p:cTn id="154" dur="500"/>
                                        <p:tgtEl>
                                          <p:spTgt spid="21"/>
                                        </p:tgtEl>
                                      </p:cBhvr>
                                    </p:animEffect>
                                  </p:childTnLst>
                                </p:cTn>
                              </p:par>
                            </p:childTnLst>
                          </p:cTn>
                        </p:par>
                        <p:par>
                          <p:cTn id="155" fill="hold">
                            <p:stCondLst>
                              <p:cond delay="500"/>
                            </p:stCondLst>
                            <p:childTnLst>
                              <p:par>
                                <p:cTn id="156" presetID="22" presetClass="entr" presetSubtype="8" fill="hold" nodeType="afterEffect">
                                  <p:stCondLst>
                                    <p:cond delay="0"/>
                                  </p:stCondLst>
                                  <p:childTnLst>
                                    <p:set>
                                      <p:cBhvr>
                                        <p:cTn id="157" dur="1" fill="hold">
                                          <p:stCondLst>
                                            <p:cond delay="0"/>
                                          </p:stCondLst>
                                        </p:cTn>
                                        <p:tgtEl>
                                          <p:spTgt spid="22"/>
                                        </p:tgtEl>
                                        <p:attrNameLst>
                                          <p:attrName>style.visibility</p:attrName>
                                        </p:attrNameLst>
                                      </p:cBhvr>
                                      <p:to>
                                        <p:strVal val="visible"/>
                                      </p:to>
                                    </p:set>
                                    <p:animEffect transition="in" filter="wipe(left)">
                                      <p:cBhvr>
                                        <p:cTn id="158" dur="500"/>
                                        <p:tgtEl>
                                          <p:spTgt spid="22"/>
                                        </p:tgtEl>
                                      </p:cBhvr>
                                    </p:animEffect>
                                  </p:childTnLst>
                                </p:cTn>
                              </p:par>
                            </p:childTnLst>
                          </p:cTn>
                        </p:par>
                        <p:par>
                          <p:cTn id="159" fill="hold">
                            <p:stCondLst>
                              <p:cond delay="1000"/>
                            </p:stCondLst>
                            <p:childTnLst>
                              <p:par>
                                <p:cTn id="160" presetID="22" presetClass="entr" presetSubtype="8" fill="hold" nodeType="afterEffect">
                                  <p:stCondLst>
                                    <p:cond delay="0"/>
                                  </p:stCondLst>
                                  <p:childTnLst>
                                    <p:set>
                                      <p:cBhvr>
                                        <p:cTn id="161" dur="1" fill="hold">
                                          <p:stCondLst>
                                            <p:cond delay="0"/>
                                          </p:stCondLst>
                                        </p:cTn>
                                        <p:tgtEl>
                                          <p:spTgt spid="23"/>
                                        </p:tgtEl>
                                        <p:attrNameLst>
                                          <p:attrName>style.visibility</p:attrName>
                                        </p:attrNameLst>
                                      </p:cBhvr>
                                      <p:to>
                                        <p:strVal val="visible"/>
                                      </p:to>
                                    </p:set>
                                    <p:animEffect transition="in" filter="wipe(left)">
                                      <p:cBhvr>
                                        <p:cTn id="162" dur="500"/>
                                        <p:tgtEl>
                                          <p:spTgt spid="23"/>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4">
                                            <p:txEl>
                                              <p:pRg st="4294967295" end="4294967295"/>
                                            </p:txEl>
                                          </p:spTgt>
                                        </p:tgtEl>
                                        <p:attrNameLst>
                                          <p:attrName>style.visibility</p:attrName>
                                        </p:attrNameLst>
                                      </p:cBhvr>
                                      <p:to>
                                        <p:strVal val="visible"/>
                                      </p:to>
                                    </p:set>
                                    <p:animEffect transition="in" filter="wipe(left)">
                                      <p:cBhvr>
                                        <p:cTn id="167" dur="500"/>
                                        <p:tgtEl>
                                          <p:spTgt spid="24">
                                            <p:txEl>
                                              <p:pRg st="4294967295" end="4294967295"/>
                                            </p:txEl>
                                          </p:spTgt>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24">
                                            <p:txEl>
                                              <p:pRg st="0" end="0"/>
                                            </p:txEl>
                                          </p:spTgt>
                                        </p:tgtEl>
                                        <p:attrNameLst>
                                          <p:attrName>style.visibility</p:attrName>
                                        </p:attrNameLst>
                                      </p:cBhvr>
                                      <p:to>
                                        <p:strVal val="visible"/>
                                      </p:to>
                                    </p:set>
                                    <p:animEffect transition="in" filter="wipe(left)">
                                      <p:cBhvr>
                                        <p:cTn id="172" dur="500"/>
                                        <p:tgtEl>
                                          <p:spTgt spid="24">
                                            <p:txEl>
                                              <p:pRg st="0" end="0"/>
                                            </p:txEl>
                                          </p:spTgt>
                                        </p:tgtEl>
                                      </p:cBhvr>
                                    </p:animEffect>
                                  </p:childTnLst>
                                </p:cTn>
                              </p:par>
                            </p:childTnLst>
                          </p:cTn>
                        </p:par>
                        <p:par>
                          <p:cTn id="173" fill="hold">
                            <p:stCondLst>
                              <p:cond delay="500"/>
                            </p:stCondLst>
                            <p:childTnLst>
                              <p:par>
                                <p:cTn id="174" presetID="22" presetClass="entr" presetSubtype="8" fill="hold" nodeType="afterEffect">
                                  <p:stCondLst>
                                    <p:cond delay="0"/>
                                  </p:stCondLst>
                                  <p:childTnLst>
                                    <p:set>
                                      <p:cBhvr>
                                        <p:cTn id="175" dur="1" fill="hold">
                                          <p:stCondLst>
                                            <p:cond delay="0"/>
                                          </p:stCondLst>
                                        </p:cTn>
                                        <p:tgtEl>
                                          <p:spTgt spid="25"/>
                                        </p:tgtEl>
                                        <p:attrNameLst>
                                          <p:attrName>style.visibility</p:attrName>
                                        </p:attrNameLst>
                                      </p:cBhvr>
                                      <p:to>
                                        <p:strVal val="visible"/>
                                      </p:to>
                                    </p:set>
                                    <p:animEffect transition="in" filter="wipe(left)">
                                      <p:cBhvr>
                                        <p:cTn id="176" dur="500"/>
                                        <p:tgtEl>
                                          <p:spTgt spid="25"/>
                                        </p:tgtEl>
                                      </p:cBhvr>
                                    </p:animEffect>
                                  </p:childTnLst>
                                </p:cTn>
                              </p:par>
                            </p:childTnLst>
                          </p:cTn>
                        </p:par>
                        <p:par>
                          <p:cTn id="177" fill="hold">
                            <p:stCondLst>
                              <p:cond delay="1000"/>
                            </p:stCondLst>
                            <p:childTnLst>
                              <p:par>
                                <p:cTn id="178" presetID="22" presetClass="entr" presetSubtype="8" fill="hold" grpId="0" nodeType="afterEffect">
                                  <p:stCondLst>
                                    <p:cond delay="0"/>
                                  </p:stCondLst>
                                  <p:childTnLst>
                                    <p:set>
                                      <p:cBhvr>
                                        <p:cTn id="179" dur="1" fill="hold">
                                          <p:stCondLst>
                                            <p:cond delay="0"/>
                                          </p:stCondLst>
                                        </p:cTn>
                                        <p:tgtEl>
                                          <p:spTgt spid="26">
                                            <p:txEl>
                                              <p:pRg st="4294967295" end="4294967295"/>
                                            </p:txEl>
                                          </p:spTgt>
                                        </p:tgtEl>
                                        <p:attrNameLst>
                                          <p:attrName>style.visibility</p:attrName>
                                        </p:attrNameLst>
                                      </p:cBhvr>
                                      <p:to>
                                        <p:strVal val="visible"/>
                                      </p:to>
                                    </p:set>
                                    <p:animEffect transition="in" filter="wipe(left)">
                                      <p:cBhvr>
                                        <p:cTn id="180" dur="500"/>
                                        <p:tgtEl>
                                          <p:spTgt spid="26">
                                            <p:txEl>
                                              <p:pRg st="4294967295" end="4294967295"/>
                                            </p:txEl>
                                          </p:spTgt>
                                        </p:tgtEl>
                                      </p:cBhvr>
                                    </p:animEffect>
                                  </p:childTnLst>
                                </p:cTn>
                              </p:par>
                            </p:childTnLst>
                          </p:cTn>
                        </p:par>
                        <p:par>
                          <p:cTn id="181" fill="hold">
                            <p:stCondLst>
                              <p:cond delay="1500"/>
                            </p:stCondLst>
                            <p:childTnLst>
                              <p:par>
                                <p:cTn id="182" presetID="22" presetClass="entr" presetSubtype="8" fill="hold" grpId="0" nodeType="afterEffect">
                                  <p:stCondLst>
                                    <p:cond delay="0"/>
                                  </p:stCondLst>
                                  <p:childTnLst>
                                    <p:set>
                                      <p:cBhvr>
                                        <p:cTn id="183" dur="1" fill="hold">
                                          <p:stCondLst>
                                            <p:cond delay="0"/>
                                          </p:stCondLst>
                                        </p:cTn>
                                        <p:tgtEl>
                                          <p:spTgt spid="26">
                                            <p:txEl>
                                              <p:pRg st="0" end="0"/>
                                            </p:txEl>
                                          </p:spTgt>
                                        </p:tgtEl>
                                        <p:attrNameLst>
                                          <p:attrName>style.visibility</p:attrName>
                                        </p:attrNameLst>
                                      </p:cBhvr>
                                      <p:to>
                                        <p:strVal val="visible"/>
                                      </p:to>
                                    </p:set>
                                    <p:animEffect transition="in" filter="wipe(left)">
                                      <p:cBhvr>
                                        <p:cTn id="184"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P spid="9" grpId="0" advAuto="0" autoUpdateAnimBg="0" uiExpand="1" build="p"/>
      <p:bldP spid="10" grpId="0" advAuto="0" autoUpdateAnimBg="0" uiExpand="1" build="p"/>
      <p:bldP spid="11" grpId="0" advAuto="0" autoUpdateAnimBg="0" uiExpand="1" build="p"/>
      <p:bldP spid="12" grpId="0" autoUpdateAnimBg="0" uiExpand="1" build="p"/>
      <p:bldP spid="13" grpId="0" autoUpdateAnimBg="0" uiExpand="1" build="p"/>
      <p:bldP spid="15" grpId="0" advAuto="0" autoUpdateAnimBg="0" uiExpand="1" build="p"/>
      <p:bldP spid="16" grpId="0" autoUpdateAnimBg="0" build="p"/>
      <p:bldP spid="19" grpId="0" advAuto="0" autoUpdateAnimBg="0" build="p"/>
      <p:bldP spid="24" grpId="0" autoUpdateAnimBg="0" build="p"/>
      <p:bldP spid="26" grpId="0" advAuto="0" autoUpdateAnimBg="0" build="p"/>
      <p:bldP spid="27" grpId="0" autoUpdateAnimBg="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752600" y="677863"/>
            <a:ext cx="52768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两个以上函数也可构成复合函数</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3" name="Text Box 3"/>
          <p:cNvSpPr txBox="1">
            <a:spLocks noChangeArrowheads="1"/>
          </p:cNvSpPr>
          <p:nvPr/>
        </p:nvSpPr>
        <p:spPr bwMode="auto">
          <a:xfrm>
            <a:off x="7029450" y="678180"/>
            <a:ext cx="10756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例如</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 name="Object 4"/>
          <p:cNvGraphicFramePr>
            <a:graphicFrameLocks noChangeAspect="1"/>
          </p:cNvGraphicFramePr>
          <p:nvPr/>
        </p:nvGraphicFramePr>
        <p:xfrm>
          <a:off x="3091498" y="1145858"/>
          <a:ext cx="2195512" cy="582612"/>
        </p:xfrm>
        <a:graphic>
          <a:graphicData uri="http://schemas.openxmlformats.org/presentationml/2006/ole">
            <mc:AlternateContent xmlns:mc="http://schemas.openxmlformats.org/markup-compatibility/2006">
              <mc:Choice xmlns:v="urn:schemas-microsoft-com:vml" Requires="v">
                <p:oleObj spid="_x0000_s18433" name="Equation" r:id="rId1" imgW="51511200" imgH="12496800" progId="Equation.DSMT4">
                  <p:embed/>
                </p:oleObj>
              </mc:Choice>
              <mc:Fallback>
                <p:oleObj name="Equation" r:id="rId1" imgW="51511200" imgH="12496800" progId="Equation.DSMT4">
                  <p:embed/>
                  <p:pic>
                    <p:nvPicPr>
                      <p:cNvPr id="0" name="图片 18432"/>
                      <p:cNvPicPr>
                        <a:picLocks noChangeAspect="1"/>
                      </p:cNvPicPr>
                      <p:nvPr/>
                    </p:nvPicPr>
                    <p:blipFill>
                      <a:blip r:embed="rId2"/>
                      <a:stretch>
                        <a:fillRect/>
                      </a:stretch>
                    </p:blipFill>
                    <p:spPr>
                      <a:xfrm>
                        <a:off x="3091498" y="1145858"/>
                        <a:ext cx="2195512" cy="582612"/>
                      </a:xfrm>
                      <a:prstGeom prst="rect">
                        <a:avLst/>
                      </a:prstGeom>
                      <a:noFill/>
                      <a:ln w="9525">
                        <a:noFill/>
                      </a:ln>
                    </p:spPr>
                  </p:pic>
                </p:oleObj>
              </mc:Fallback>
            </mc:AlternateContent>
          </a:graphicData>
        </a:graphic>
      </p:graphicFrame>
      <p:sp>
        <p:nvSpPr>
          <p:cNvPr id="5" name="Text Box 5"/>
          <p:cNvSpPr txBox="1">
            <a:spLocks noChangeArrowheads="1"/>
          </p:cNvSpPr>
          <p:nvPr/>
        </p:nvSpPr>
        <p:spPr bwMode="auto">
          <a:xfrm>
            <a:off x="1752600" y="3344863"/>
            <a:ext cx="3124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可定义复合函数</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3126105" y="3983673"/>
          <a:ext cx="1746250" cy="987425"/>
        </p:xfrm>
        <a:graphic>
          <a:graphicData uri="http://schemas.openxmlformats.org/presentationml/2006/ole">
            <mc:AlternateContent xmlns:mc="http://schemas.openxmlformats.org/markup-compatibility/2006">
              <mc:Choice xmlns:v="urn:schemas-microsoft-com:vml" Requires="v">
                <p:oleObj spid="_x0000_s18743" name="Equation" r:id="rId3" imgW="40843200" imgH="22555200" progId="Equation.DSMT4">
                  <p:embed/>
                </p:oleObj>
              </mc:Choice>
              <mc:Fallback>
                <p:oleObj name="Equation" r:id="rId3" imgW="40843200" imgH="22555200" progId="Equation.DSMT4">
                  <p:embed/>
                  <p:pic>
                    <p:nvPicPr>
                      <p:cNvPr id="0" name="图片 18742"/>
                      <p:cNvPicPr>
                        <a:picLocks noChangeAspect="1"/>
                      </p:cNvPicPr>
                      <p:nvPr/>
                    </p:nvPicPr>
                    <p:blipFill>
                      <a:blip r:embed="rId4">
                        <a:biLevel thresh="50000"/>
                        <a:grayscl/>
                      </a:blip>
                      <a:stretch>
                        <a:fillRect/>
                      </a:stretch>
                    </p:blipFill>
                    <p:spPr>
                      <a:xfrm>
                        <a:off x="3126105" y="3983673"/>
                        <a:ext cx="1746250" cy="987425"/>
                      </a:xfrm>
                      <a:prstGeom prst="rect">
                        <a:avLst/>
                      </a:prstGeom>
                      <a:noFill/>
                      <a:ln w="9525">
                        <a:noFill/>
                      </a:ln>
                    </p:spPr>
                  </p:pic>
                </p:oleObj>
              </mc:Fallback>
            </mc:AlternateContent>
          </a:graphicData>
        </a:graphic>
      </p:graphicFrame>
      <p:graphicFrame>
        <p:nvGraphicFramePr>
          <p:cNvPr id="7" name="Object 7"/>
          <p:cNvGraphicFramePr>
            <a:graphicFrameLocks noChangeAspect="1"/>
          </p:cNvGraphicFramePr>
          <p:nvPr/>
        </p:nvGraphicFramePr>
        <p:xfrm>
          <a:off x="5321300" y="4315143"/>
          <a:ext cx="3043238" cy="441325"/>
        </p:xfrm>
        <a:graphic>
          <a:graphicData uri="http://schemas.openxmlformats.org/presentationml/2006/ole">
            <mc:AlternateContent xmlns:mc="http://schemas.openxmlformats.org/markup-compatibility/2006">
              <mc:Choice xmlns:v="urn:schemas-microsoft-com:vml" Requires="v">
                <p:oleObj spid="_x0000_s18744" name="Equation" r:id="rId5" imgW="71932800" imgH="9448800" progId="Equation.DSMT4">
                  <p:embed/>
                </p:oleObj>
              </mc:Choice>
              <mc:Fallback>
                <p:oleObj name="Equation" r:id="rId5" imgW="71932800" imgH="9448800" progId="Equation.DSMT4">
                  <p:embed/>
                  <p:pic>
                    <p:nvPicPr>
                      <p:cNvPr id="0" name="图片 18743"/>
                      <p:cNvPicPr>
                        <a:picLocks noChangeAspect="1"/>
                      </p:cNvPicPr>
                      <p:nvPr/>
                    </p:nvPicPr>
                    <p:blipFill>
                      <a:blip r:embed="rId6">
                        <a:biLevel thresh="50000"/>
                        <a:grayscl/>
                      </a:blip>
                      <a:stretch>
                        <a:fillRect/>
                      </a:stretch>
                    </p:blipFill>
                    <p:spPr>
                      <a:xfrm>
                        <a:off x="5321300" y="4315143"/>
                        <a:ext cx="3043238" cy="441325"/>
                      </a:xfrm>
                      <a:prstGeom prst="rect">
                        <a:avLst/>
                      </a:prstGeom>
                      <a:noFill/>
                      <a:ln w="9525">
                        <a:noFill/>
                      </a:ln>
                    </p:spPr>
                  </p:pic>
                </p:oleObj>
              </mc:Fallback>
            </mc:AlternateContent>
          </a:graphicData>
        </a:graphic>
      </p:graphicFrame>
      <p:graphicFrame>
        <p:nvGraphicFramePr>
          <p:cNvPr id="8" name="Object 8"/>
          <p:cNvGraphicFramePr>
            <a:graphicFrameLocks noChangeAspect="1"/>
          </p:cNvGraphicFramePr>
          <p:nvPr/>
        </p:nvGraphicFramePr>
        <p:xfrm>
          <a:off x="8813800" y="4354195"/>
          <a:ext cx="846138" cy="363538"/>
        </p:xfrm>
        <a:graphic>
          <a:graphicData uri="http://schemas.openxmlformats.org/presentationml/2006/ole">
            <mc:AlternateContent xmlns:mc="http://schemas.openxmlformats.org/markup-compatibility/2006">
              <mc:Choice xmlns:v="urn:schemas-microsoft-com:vml" Requires="v">
                <p:oleObj spid="_x0000_s18745" name="Equation" r:id="rId7" imgW="19202400" imgH="7315200" progId="Equation.DSMT4">
                  <p:embed/>
                </p:oleObj>
              </mc:Choice>
              <mc:Fallback>
                <p:oleObj name="Equation" r:id="rId7" imgW="19202400" imgH="7315200" progId="Equation.DSMT4">
                  <p:embed/>
                  <p:pic>
                    <p:nvPicPr>
                      <p:cNvPr id="0" name="图片 18744"/>
                      <p:cNvPicPr>
                        <a:picLocks noChangeAspect="1"/>
                      </p:cNvPicPr>
                      <p:nvPr/>
                    </p:nvPicPr>
                    <p:blipFill>
                      <a:blip r:embed="rId8"/>
                      <a:stretch>
                        <a:fillRect/>
                      </a:stretch>
                    </p:blipFill>
                    <p:spPr>
                      <a:xfrm>
                        <a:off x="8813800" y="4354195"/>
                        <a:ext cx="846138" cy="363538"/>
                      </a:xfrm>
                      <a:prstGeom prst="rect">
                        <a:avLst/>
                      </a:prstGeom>
                      <a:noFill/>
                      <a:ln w="9525">
                        <a:noFill/>
                      </a:ln>
                    </p:spPr>
                  </p:pic>
                </p:oleObj>
              </mc:Fallback>
            </mc:AlternateContent>
          </a:graphicData>
        </a:graphic>
      </p:graphicFrame>
      <p:graphicFrame>
        <p:nvGraphicFramePr>
          <p:cNvPr id="9" name="Object 9"/>
          <p:cNvGraphicFramePr>
            <a:graphicFrameLocks noChangeAspect="1"/>
          </p:cNvGraphicFramePr>
          <p:nvPr/>
        </p:nvGraphicFramePr>
        <p:xfrm>
          <a:off x="2479675" y="5245100"/>
          <a:ext cx="4256088" cy="877888"/>
        </p:xfrm>
        <a:graphic>
          <a:graphicData uri="http://schemas.openxmlformats.org/presentationml/2006/ole">
            <mc:AlternateContent xmlns:mc="http://schemas.openxmlformats.org/markup-compatibility/2006">
              <mc:Choice xmlns:v="urn:schemas-microsoft-com:vml" Requires="v">
                <p:oleObj spid="_x0000_s18746" name="Equation" r:id="rId9" imgW="101193600" imgH="19812000" progId="Equation.DSMT4">
                  <p:embed/>
                </p:oleObj>
              </mc:Choice>
              <mc:Fallback>
                <p:oleObj name="Equation" r:id="rId9" imgW="101193600" imgH="19812000" progId="Equation.DSMT4">
                  <p:embed/>
                  <p:pic>
                    <p:nvPicPr>
                      <p:cNvPr id="0" name="图片 18745"/>
                      <p:cNvPicPr>
                        <a:picLocks noChangeAspect="1"/>
                      </p:cNvPicPr>
                      <p:nvPr/>
                    </p:nvPicPr>
                    <p:blipFill>
                      <a:blip r:embed="rId10"/>
                      <a:stretch>
                        <a:fillRect/>
                      </a:stretch>
                    </p:blipFill>
                    <p:spPr>
                      <a:xfrm>
                        <a:off x="2479675" y="5245100"/>
                        <a:ext cx="4256088" cy="877888"/>
                      </a:xfrm>
                      <a:prstGeom prst="rect">
                        <a:avLst/>
                      </a:prstGeom>
                      <a:noFill/>
                      <a:ln w="9525">
                        <a:noFill/>
                      </a:ln>
                    </p:spPr>
                  </p:pic>
                </p:oleObj>
              </mc:Fallback>
            </mc:AlternateContent>
          </a:graphicData>
        </a:graphic>
      </p:graphicFrame>
      <p:sp>
        <p:nvSpPr>
          <p:cNvPr id="10" name="Line 10"/>
          <p:cNvSpPr>
            <a:spLocks noChangeShapeType="1"/>
          </p:cNvSpPr>
          <p:nvPr/>
        </p:nvSpPr>
        <p:spPr bwMode="auto">
          <a:xfrm flipV="1">
            <a:off x="1752600" y="5164455"/>
            <a:ext cx="7956000" cy="0"/>
          </a:xfrm>
          <a:prstGeom prst="line">
            <a:avLst/>
          </a:prstGeom>
          <a:ln w="19050"/>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0">
            <a:schemeClr val="accent5"/>
          </a:fillRef>
          <a:effectRef idx="0">
            <a:schemeClr val="accent5"/>
          </a:effectRef>
          <a:fontRef idx="minor">
            <a:schemeClr val="tx1"/>
          </a:fontRef>
        </p:style>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1" name="Object 11"/>
          <p:cNvGraphicFramePr>
            <a:graphicFrameLocks noChangeAspect="1"/>
          </p:cNvGraphicFramePr>
          <p:nvPr/>
        </p:nvGraphicFramePr>
        <p:xfrm>
          <a:off x="3091815" y="1885633"/>
          <a:ext cx="5013325" cy="442912"/>
        </p:xfrm>
        <a:graphic>
          <a:graphicData uri="http://schemas.openxmlformats.org/presentationml/2006/ole">
            <mc:AlternateContent xmlns:mc="http://schemas.openxmlformats.org/markup-compatibility/2006">
              <mc:Choice xmlns:v="urn:schemas-microsoft-com:vml" Requires="v">
                <p:oleObj spid="_x0000_s18747" name="Equation" r:id="rId11" imgW="119176800" imgH="9448800" progId="Equation.DSMT4">
                  <p:embed/>
                </p:oleObj>
              </mc:Choice>
              <mc:Fallback>
                <p:oleObj name="Equation" r:id="rId11" imgW="119176800" imgH="9448800" progId="Equation.DSMT4">
                  <p:embed/>
                  <p:pic>
                    <p:nvPicPr>
                      <p:cNvPr id="0" name="图片 18746"/>
                      <p:cNvPicPr>
                        <a:picLocks noChangeAspect="1"/>
                      </p:cNvPicPr>
                      <p:nvPr/>
                    </p:nvPicPr>
                    <p:blipFill>
                      <a:blip r:embed="rId12"/>
                      <a:stretch>
                        <a:fillRect/>
                      </a:stretch>
                    </p:blipFill>
                    <p:spPr>
                      <a:xfrm>
                        <a:off x="3091815" y="1885633"/>
                        <a:ext cx="5013325" cy="442912"/>
                      </a:xfrm>
                      <a:prstGeom prst="rect">
                        <a:avLst/>
                      </a:prstGeom>
                      <a:noFill/>
                      <a:ln w="9525">
                        <a:noFill/>
                      </a:ln>
                    </p:spPr>
                  </p:pic>
                </p:oleObj>
              </mc:Fallback>
            </mc:AlternateContent>
          </a:graphicData>
        </a:graphic>
      </p:graphicFrame>
      <p:graphicFrame>
        <p:nvGraphicFramePr>
          <p:cNvPr id="12" name="Object 12"/>
          <p:cNvGraphicFramePr>
            <a:graphicFrameLocks noChangeAspect="1"/>
          </p:cNvGraphicFramePr>
          <p:nvPr/>
        </p:nvGraphicFramePr>
        <p:xfrm>
          <a:off x="3091815" y="2350770"/>
          <a:ext cx="2989263" cy="877888"/>
        </p:xfrm>
        <a:graphic>
          <a:graphicData uri="http://schemas.openxmlformats.org/presentationml/2006/ole">
            <mc:AlternateContent xmlns:mc="http://schemas.openxmlformats.org/markup-compatibility/2006">
              <mc:Choice xmlns:v="urn:schemas-microsoft-com:vml" Requires="v">
                <p:oleObj spid="_x0000_s18748" name="Equation" r:id="rId13" imgW="70713600" imgH="19812000" progId="Equation.DSMT4">
                  <p:embed/>
                </p:oleObj>
              </mc:Choice>
              <mc:Fallback>
                <p:oleObj name="Equation" r:id="rId13" imgW="70713600" imgH="19812000" progId="Equation.DSMT4">
                  <p:embed/>
                  <p:pic>
                    <p:nvPicPr>
                      <p:cNvPr id="0" name="图片 18747"/>
                      <p:cNvPicPr>
                        <a:picLocks noChangeAspect="1"/>
                      </p:cNvPicPr>
                      <p:nvPr/>
                    </p:nvPicPr>
                    <p:blipFill>
                      <a:blip r:embed="rId14"/>
                      <a:stretch>
                        <a:fillRect/>
                      </a:stretch>
                    </p:blipFill>
                    <p:spPr>
                      <a:xfrm>
                        <a:off x="3091815" y="2350770"/>
                        <a:ext cx="2989263" cy="8778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7" dur="500"/>
                                        <p:tgtEl>
                                          <p:spTgt spid="3">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12" dur="500"/>
                                        <p:tgtEl>
                                          <p:spTgt spid="3">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left)">
                                      <p:cBhvr>
                                        <p:cTn id="5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5" grpId="0" autoUpdateAnimBg="0"/>
      <p:bldP spid="1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765935" y="605790"/>
            <a:ext cx="25209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2 </a:t>
            </a:r>
            <a:r>
              <a:rPr lang="zh-CN" altLang="en-US" sz="2800" b="1" dirty="0">
                <a:latin typeface="Times New Roman" panose="02020603050405020304" pitchFamily="18" charset="0"/>
                <a:ea typeface="黑体" panose="02010609060101010101" charset="-122"/>
                <a:cs typeface="Times New Roman" panose="02020603050405020304" pitchFamily="18" charset="0"/>
              </a:rPr>
              <a:t>求函数</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3617913" y="672783"/>
          <a:ext cx="723900" cy="387350"/>
        </p:xfrm>
        <a:graphic>
          <a:graphicData uri="http://schemas.openxmlformats.org/presentationml/2006/ole">
            <mc:AlternateContent xmlns:mc="http://schemas.openxmlformats.org/markup-compatibility/2006">
              <mc:Choice xmlns:v="urn:schemas-microsoft-com:vml" Requires="v">
                <p:oleObj spid="_x0000_s19457" name="Equation" r:id="rId1" imgW="17373600" imgH="9448800" progId="Equation.DSMT4">
                  <p:embed/>
                </p:oleObj>
              </mc:Choice>
              <mc:Fallback>
                <p:oleObj name="Equation" r:id="rId1" imgW="17373600" imgH="9448800" progId="Equation.DSMT4">
                  <p:embed/>
                  <p:pic>
                    <p:nvPicPr>
                      <p:cNvPr id="0" name="图片 19456"/>
                      <p:cNvPicPr>
                        <a:picLocks noChangeAspect="1"/>
                      </p:cNvPicPr>
                      <p:nvPr/>
                    </p:nvPicPr>
                    <p:blipFill>
                      <a:blip r:embed="rId2"/>
                      <a:stretch>
                        <a:fillRect/>
                      </a:stretch>
                    </p:blipFill>
                    <p:spPr>
                      <a:xfrm>
                        <a:off x="3617913" y="672783"/>
                        <a:ext cx="723900" cy="387350"/>
                      </a:xfrm>
                      <a:prstGeom prst="rect">
                        <a:avLst/>
                      </a:prstGeom>
                      <a:noFill/>
                      <a:ln w="9525">
                        <a:noFill/>
                      </a:ln>
                    </p:spPr>
                  </p:pic>
                </p:oleObj>
              </mc:Fallback>
            </mc:AlternateContent>
          </a:graphicData>
        </a:graphic>
      </p:graphicFrame>
      <p:sp>
        <p:nvSpPr>
          <p:cNvPr id="4" name="TextBox 3"/>
          <p:cNvSpPr txBox="1">
            <a:spLocks noChangeArrowheads="1"/>
          </p:cNvSpPr>
          <p:nvPr/>
        </p:nvSpPr>
        <p:spPr bwMode="auto">
          <a:xfrm>
            <a:off x="4301808" y="605473"/>
            <a:ext cx="12239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，设</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5" name="TextBox 4"/>
          <p:cNvSpPr txBox="1">
            <a:spLocks noChangeArrowheads="1"/>
          </p:cNvSpPr>
          <p:nvPr/>
        </p:nvSpPr>
        <p:spPr bwMode="auto">
          <a:xfrm>
            <a:off x="2118043" y="1400810"/>
            <a:ext cx="115093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a:t>
            </a:r>
            <a:r>
              <a:rPr lang="en-US" altLang="zh-CN" sz="2800" b="1">
                <a:latin typeface="Times New Roman" panose="02020603050405020304" pitchFamily="18" charset="0"/>
                <a:ea typeface="黑体" panose="02010609060101010101" charset="-122"/>
                <a:cs typeface="Times New Roman" panose="02020603050405020304" pitchFamily="18" charset="0"/>
              </a:rPr>
              <a:t>1</a:t>
            </a:r>
            <a:r>
              <a:rPr lang="zh-CN" altLang="zh-CN" sz="2800" b="1">
                <a:latin typeface="Times New Roman" panose="02020603050405020304" pitchFamily="18" charset="0"/>
                <a:ea typeface="黑体" panose="02010609060101010101" charset="-122"/>
                <a:cs typeface="Times New Roman" panose="02020603050405020304" pitchFamily="18" charset="0"/>
              </a:rPr>
              <a:t>）</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6" name="Rectangle 5"/>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7" name="对象 6"/>
          <p:cNvGraphicFramePr>
            <a:graphicFrameLocks noChangeAspect="1"/>
          </p:cNvGraphicFramePr>
          <p:nvPr/>
        </p:nvGraphicFramePr>
        <p:xfrm>
          <a:off x="3129915" y="1198880"/>
          <a:ext cx="2913063" cy="933450"/>
        </p:xfrm>
        <a:graphic>
          <a:graphicData uri="http://schemas.openxmlformats.org/presentationml/2006/ole">
            <mc:AlternateContent xmlns:mc="http://schemas.openxmlformats.org/markup-compatibility/2006">
              <mc:Choice xmlns:v="urn:schemas-microsoft-com:vml" Requires="v">
                <p:oleObj spid="_x0000_s20011" name="Equation" r:id="rId3" imgW="70104000" imgH="22555200" progId="Equation.DSMT4">
                  <p:embed/>
                </p:oleObj>
              </mc:Choice>
              <mc:Fallback>
                <p:oleObj name="Equation" r:id="rId3" imgW="70104000" imgH="22555200" progId="Equation.DSMT4">
                  <p:embed/>
                  <p:pic>
                    <p:nvPicPr>
                      <p:cNvPr id="0" name="图片 20010"/>
                      <p:cNvPicPr>
                        <a:picLocks noChangeAspect="1"/>
                      </p:cNvPicPr>
                      <p:nvPr/>
                    </p:nvPicPr>
                    <p:blipFill>
                      <a:blip r:embed="rId4"/>
                      <a:stretch>
                        <a:fillRect/>
                      </a:stretch>
                    </p:blipFill>
                    <p:spPr>
                      <a:xfrm>
                        <a:off x="3129915" y="1198880"/>
                        <a:ext cx="2913063" cy="933450"/>
                      </a:xfrm>
                      <a:prstGeom prst="rect">
                        <a:avLst/>
                      </a:prstGeom>
                      <a:noFill/>
                      <a:ln w="9525">
                        <a:noFill/>
                      </a:ln>
                    </p:spPr>
                  </p:pic>
                </p:oleObj>
              </mc:Fallback>
            </mc:AlternateContent>
          </a:graphicData>
        </a:graphic>
      </p:graphicFrame>
      <p:sp>
        <p:nvSpPr>
          <p:cNvPr id="8" name="Rectangle 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9" name="对象 8"/>
          <p:cNvGraphicFramePr>
            <a:graphicFrameLocks noChangeAspect="1"/>
          </p:cNvGraphicFramePr>
          <p:nvPr/>
        </p:nvGraphicFramePr>
        <p:xfrm>
          <a:off x="6379210" y="1484313"/>
          <a:ext cx="1670050" cy="361950"/>
        </p:xfrm>
        <a:graphic>
          <a:graphicData uri="http://schemas.openxmlformats.org/presentationml/2006/ole">
            <mc:AlternateContent xmlns:mc="http://schemas.openxmlformats.org/markup-compatibility/2006">
              <mc:Choice xmlns:v="urn:schemas-microsoft-com:vml" Requires="v">
                <p:oleObj spid="_x0000_s20012" name="Equation" r:id="rId5" imgW="39928800" imgH="8839200" progId="Equation.DSMT4">
                  <p:embed/>
                </p:oleObj>
              </mc:Choice>
              <mc:Fallback>
                <p:oleObj name="Equation" r:id="rId5" imgW="39928800" imgH="8839200" progId="Equation.DSMT4">
                  <p:embed/>
                  <p:pic>
                    <p:nvPicPr>
                      <p:cNvPr id="0" name="图片 20011"/>
                      <p:cNvPicPr>
                        <a:picLocks noChangeAspect="1"/>
                      </p:cNvPicPr>
                      <p:nvPr/>
                    </p:nvPicPr>
                    <p:blipFill>
                      <a:blip r:embed="rId6"/>
                      <a:stretch>
                        <a:fillRect/>
                      </a:stretch>
                    </p:blipFill>
                    <p:spPr>
                      <a:xfrm>
                        <a:off x="6379210" y="1484313"/>
                        <a:ext cx="1670050" cy="361950"/>
                      </a:xfrm>
                      <a:prstGeom prst="rect">
                        <a:avLst/>
                      </a:prstGeom>
                      <a:noFill/>
                      <a:ln w="9525">
                        <a:noFill/>
                      </a:ln>
                    </p:spPr>
                  </p:pic>
                </p:oleObj>
              </mc:Fallback>
            </mc:AlternateContent>
          </a:graphicData>
        </a:graphic>
      </p:graphicFrame>
      <p:sp>
        <p:nvSpPr>
          <p:cNvPr id="10" name="TextBox 9"/>
          <p:cNvSpPr txBox="1">
            <a:spLocks noChangeArrowheads="1"/>
          </p:cNvSpPr>
          <p:nvPr/>
        </p:nvSpPr>
        <p:spPr bwMode="auto">
          <a:xfrm>
            <a:off x="2116138" y="2247265"/>
            <a:ext cx="11525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a:t>
            </a:r>
            <a:r>
              <a:rPr lang="en-US" altLang="zh-CN" sz="2800" b="1">
                <a:latin typeface="Times New Roman" panose="02020603050405020304" pitchFamily="18" charset="0"/>
                <a:ea typeface="黑体" panose="02010609060101010101" charset="-122"/>
                <a:cs typeface="Times New Roman" panose="02020603050405020304" pitchFamily="18" charset="0"/>
              </a:rPr>
              <a:t>2</a:t>
            </a:r>
            <a:r>
              <a:rPr lang="zh-CN" altLang="zh-CN" sz="2800" b="1">
                <a:latin typeface="Times New Roman" panose="02020603050405020304" pitchFamily="18" charset="0"/>
                <a:ea typeface="黑体" panose="02010609060101010101" charset="-122"/>
                <a:cs typeface="Times New Roman" panose="02020603050405020304" pitchFamily="18" charset="0"/>
              </a:rPr>
              <a:t>）</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11" name="Rectangle 9"/>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2" name="对象 11"/>
          <p:cNvGraphicFramePr>
            <a:graphicFrameLocks noChangeAspect="1"/>
          </p:cNvGraphicFramePr>
          <p:nvPr/>
        </p:nvGraphicFramePr>
        <p:xfrm>
          <a:off x="3129598" y="2301240"/>
          <a:ext cx="1981200" cy="457200"/>
        </p:xfrm>
        <a:graphic>
          <a:graphicData uri="http://schemas.openxmlformats.org/presentationml/2006/ole">
            <mc:AlternateContent xmlns:mc="http://schemas.openxmlformats.org/markup-compatibility/2006">
              <mc:Choice xmlns:v="urn:schemas-microsoft-com:vml" Requires="v">
                <p:oleObj spid="_x0000_s20013" name="Equation" r:id="rId7" imgW="47548800" imgH="10972800" progId="Equation.DSMT4">
                  <p:embed/>
                </p:oleObj>
              </mc:Choice>
              <mc:Fallback>
                <p:oleObj name="Equation" r:id="rId7" imgW="47548800" imgH="10972800" progId="Equation.DSMT4">
                  <p:embed/>
                  <p:pic>
                    <p:nvPicPr>
                      <p:cNvPr id="0" name="图片 20012"/>
                      <p:cNvPicPr>
                        <a:picLocks noChangeAspect="1"/>
                      </p:cNvPicPr>
                      <p:nvPr/>
                    </p:nvPicPr>
                    <p:blipFill>
                      <a:blip r:embed="rId8"/>
                      <a:stretch>
                        <a:fillRect/>
                      </a:stretch>
                    </p:blipFill>
                    <p:spPr>
                      <a:xfrm>
                        <a:off x="3129598" y="2301240"/>
                        <a:ext cx="1981200" cy="457200"/>
                      </a:xfrm>
                      <a:prstGeom prst="rect">
                        <a:avLst/>
                      </a:prstGeom>
                      <a:noFill/>
                      <a:ln w="9525">
                        <a:noFill/>
                      </a:ln>
                    </p:spPr>
                  </p:pic>
                </p:oleObj>
              </mc:Fallback>
            </mc:AlternateContent>
          </a:graphicData>
        </a:graphic>
      </p:graphicFrame>
      <p:sp>
        <p:nvSpPr>
          <p:cNvPr id="13" name="TextBox 12"/>
          <p:cNvSpPr txBox="1">
            <a:spLocks noChangeArrowheads="1"/>
          </p:cNvSpPr>
          <p:nvPr/>
        </p:nvSpPr>
        <p:spPr bwMode="auto">
          <a:xfrm>
            <a:off x="1486218" y="2884170"/>
            <a:ext cx="36591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ea typeface="黑体" panose="02010609060101010101" charset="-122"/>
                <a:cs typeface="Times New Roman" panose="02020603050405020304" pitchFamily="18" charset="0"/>
              </a:rPr>
              <a:t>   </a:t>
            </a:r>
            <a:r>
              <a:rPr lang="zh-CN"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解</a:t>
            </a:r>
            <a:r>
              <a:rPr lang="en-US"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a:t>
            </a:r>
            <a:r>
              <a:rPr lang="zh-CN" altLang="zh-CN" sz="2800" b="1" dirty="0" smtClean="0">
                <a:latin typeface="Times New Roman" panose="02020603050405020304" pitchFamily="18" charset="0"/>
                <a:ea typeface="黑体" panose="02010609060101010101" charset="-122"/>
                <a:cs typeface="Times New Roman" panose="02020603050405020304" pitchFamily="18" charset="0"/>
              </a:rPr>
              <a:t> </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r>
              <a:rPr lang="en-US" altLang="zh-CN" sz="2800" b="1" dirty="0">
                <a:latin typeface="Times New Roman" panose="02020603050405020304" pitchFamily="18" charset="0"/>
                <a:ea typeface="黑体" panose="02010609060101010101" charset="-122"/>
                <a:cs typeface="Times New Roman" panose="02020603050405020304" pitchFamily="18" charset="0"/>
              </a:rPr>
              <a:t>1</a:t>
            </a:r>
            <a:r>
              <a:rPr lang="zh-CN" altLang="zh-CN" sz="2800" b="1" dirty="0">
                <a:latin typeface="Times New Roman" panose="02020603050405020304" pitchFamily="18" charset="0"/>
                <a:ea typeface="黑体" panose="02010609060101010101" charset="-122"/>
                <a:cs typeface="Times New Roman" panose="02020603050405020304" pitchFamily="18" charset="0"/>
              </a:rPr>
              <a:t>）（凑元法）</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4" name="TextBox 13"/>
          <p:cNvSpPr txBox="1">
            <a:spLocks noChangeArrowheads="1"/>
          </p:cNvSpPr>
          <p:nvPr/>
        </p:nvSpPr>
        <p:spPr bwMode="auto">
          <a:xfrm>
            <a:off x="5145405" y="2884170"/>
            <a:ext cx="14398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由于</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15" name="Rectangle 11"/>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6" name="对象 15"/>
          <p:cNvGraphicFramePr>
            <a:graphicFrameLocks noChangeAspect="1"/>
          </p:cNvGraphicFramePr>
          <p:nvPr/>
        </p:nvGraphicFramePr>
        <p:xfrm>
          <a:off x="6096000" y="2646363"/>
          <a:ext cx="3497263" cy="996950"/>
        </p:xfrm>
        <a:graphic>
          <a:graphicData uri="http://schemas.openxmlformats.org/presentationml/2006/ole">
            <mc:AlternateContent xmlns:mc="http://schemas.openxmlformats.org/markup-compatibility/2006">
              <mc:Choice xmlns:v="urn:schemas-microsoft-com:vml" Requires="v">
                <p:oleObj spid="_x0000_s20014" name="Equation" r:id="rId9" imgW="84124800" imgH="24079200" progId="Equation.DSMT4">
                  <p:embed/>
                </p:oleObj>
              </mc:Choice>
              <mc:Fallback>
                <p:oleObj name="Equation" r:id="rId9" imgW="84124800" imgH="24079200" progId="Equation.DSMT4">
                  <p:embed/>
                  <p:pic>
                    <p:nvPicPr>
                      <p:cNvPr id="0" name="图片 20013"/>
                      <p:cNvPicPr>
                        <a:picLocks noChangeAspect="1"/>
                      </p:cNvPicPr>
                      <p:nvPr/>
                    </p:nvPicPr>
                    <p:blipFill>
                      <a:blip r:embed="rId10"/>
                      <a:stretch>
                        <a:fillRect/>
                      </a:stretch>
                    </p:blipFill>
                    <p:spPr>
                      <a:xfrm>
                        <a:off x="6096000" y="2646363"/>
                        <a:ext cx="3497263" cy="996950"/>
                      </a:xfrm>
                      <a:prstGeom prst="rect">
                        <a:avLst/>
                      </a:prstGeom>
                      <a:noFill/>
                      <a:ln w="9525">
                        <a:noFill/>
                      </a:ln>
                    </p:spPr>
                  </p:pic>
                </p:oleObj>
              </mc:Fallback>
            </mc:AlternateContent>
          </a:graphicData>
        </a:graphic>
      </p:graphicFrame>
      <p:sp>
        <p:nvSpPr>
          <p:cNvPr id="17" name="TextBox 16"/>
          <p:cNvSpPr txBox="1">
            <a:spLocks noChangeArrowheads="1"/>
          </p:cNvSpPr>
          <p:nvPr/>
        </p:nvSpPr>
        <p:spPr bwMode="auto">
          <a:xfrm>
            <a:off x="1765618" y="3763963"/>
            <a:ext cx="11747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charset="-122"/>
                <a:cs typeface="Times New Roman" panose="02020603050405020304" pitchFamily="18" charset="0"/>
              </a:rPr>
              <a:t>因此，</a:t>
            </a:r>
            <a:endParaRPr lang="zh-CN"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8" name="Rectangle 13"/>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9" name="对象 18"/>
          <p:cNvGraphicFramePr>
            <a:graphicFrameLocks noChangeAspect="1"/>
          </p:cNvGraphicFramePr>
          <p:nvPr/>
        </p:nvGraphicFramePr>
        <p:xfrm>
          <a:off x="2917508" y="3799523"/>
          <a:ext cx="1992312" cy="450850"/>
        </p:xfrm>
        <a:graphic>
          <a:graphicData uri="http://schemas.openxmlformats.org/presentationml/2006/ole">
            <mc:AlternateContent xmlns:mc="http://schemas.openxmlformats.org/markup-compatibility/2006">
              <mc:Choice xmlns:v="urn:schemas-microsoft-com:vml" Requires="v">
                <p:oleObj spid="_x0000_s20015" name="Equation" r:id="rId11" imgW="47548800" imgH="10972800" progId="Equation.DSMT4">
                  <p:embed/>
                </p:oleObj>
              </mc:Choice>
              <mc:Fallback>
                <p:oleObj name="Equation" r:id="rId11" imgW="47548800" imgH="10972800" progId="Equation.DSMT4">
                  <p:embed/>
                  <p:pic>
                    <p:nvPicPr>
                      <p:cNvPr id="0" name="图片 20014"/>
                      <p:cNvPicPr>
                        <a:picLocks noChangeAspect="1"/>
                      </p:cNvPicPr>
                      <p:nvPr/>
                    </p:nvPicPr>
                    <p:blipFill>
                      <a:blip r:embed="rId12"/>
                      <a:stretch>
                        <a:fillRect/>
                      </a:stretch>
                    </p:blipFill>
                    <p:spPr>
                      <a:xfrm>
                        <a:off x="2917508" y="3799523"/>
                        <a:ext cx="1992312" cy="450850"/>
                      </a:xfrm>
                      <a:prstGeom prst="rect">
                        <a:avLst/>
                      </a:prstGeom>
                      <a:noFill/>
                      <a:ln w="9525">
                        <a:noFill/>
                      </a:ln>
                    </p:spPr>
                  </p:pic>
                </p:oleObj>
              </mc:Fallback>
            </mc:AlternateContent>
          </a:graphicData>
        </a:graphic>
      </p:graphicFrame>
      <p:sp>
        <p:nvSpPr>
          <p:cNvPr id="20" name="Rectangle 15"/>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1" name="对象 20"/>
          <p:cNvGraphicFramePr>
            <a:graphicFrameLocks noChangeAspect="1"/>
          </p:cNvGraphicFramePr>
          <p:nvPr/>
        </p:nvGraphicFramePr>
        <p:xfrm>
          <a:off x="5145088" y="3796983"/>
          <a:ext cx="3128962" cy="488950"/>
        </p:xfrm>
        <a:graphic>
          <a:graphicData uri="http://schemas.openxmlformats.org/presentationml/2006/ole">
            <mc:AlternateContent xmlns:mc="http://schemas.openxmlformats.org/markup-compatibility/2006">
              <mc:Choice xmlns:v="urn:schemas-microsoft-com:vml" Requires="v">
                <p:oleObj spid="_x0000_s20016" name="Equation" r:id="rId13" imgW="75285600" imgH="11582400" progId="Equation.DSMT4">
                  <p:embed/>
                </p:oleObj>
              </mc:Choice>
              <mc:Fallback>
                <p:oleObj name="Equation" r:id="rId13" imgW="75285600" imgH="11582400" progId="Equation.DSMT4">
                  <p:embed/>
                  <p:pic>
                    <p:nvPicPr>
                      <p:cNvPr id="0" name="图片 20015"/>
                      <p:cNvPicPr>
                        <a:picLocks noChangeAspect="1"/>
                      </p:cNvPicPr>
                      <p:nvPr/>
                    </p:nvPicPr>
                    <p:blipFill>
                      <a:blip r:embed="rId14"/>
                      <a:stretch>
                        <a:fillRect/>
                      </a:stretch>
                    </p:blipFill>
                    <p:spPr>
                      <a:xfrm>
                        <a:off x="5145088" y="3796983"/>
                        <a:ext cx="3128962" cy="488950"/>
                      </a:xfrm>
                      <a:prstGeom prst="rect">
                        <a:avLst/>
                      </a:prstGeom>
                      <a:noFill/>
                      <a:ln w="9525">
                        <a:noFill/>
                      </a:ln>
                    </p:spPr>
                  </p:pic>
                </p:oleObj>
              </mc:Fallback>
            </mc:AlternateContent>
          </a:graphicData>
        </a:graphic>
      </p:graphicFrame>
      <p:sp>
        <p:nvSpPr>
          <p:cNvPr id="22" name="TextBox 21"/>
          <p:cNvSpPr txBox="1">
            <a:spLocks noChangeArrowheads="1"/>
          </p:cNvSpPr>
          <p:nvPr/>
        </p:nvSpPr>
        <p:spPr bwMode="auto">
          <a:xfrm>
            <a:off x="2033270" y="4484688"/>
            <a:ext cx="34925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Times New Roman" panose="02020603050405020304" pitchFamily="18" charset="0"/>
                <a:ea typeface="黑体" panose="02010609060101010101" charset="-122"/>
                <a:cs typeface="Times New Roman" panose="02020603050405020304" pitchFamily="18" charset="0"/>
              </a:rPr>
              <a:t>   </a:t>
            </a:r>
            <a:r>
              <a:rPr lang="zh-CN" altLang="zh-CN" sz="2800" b="1">
                <a:latin typeface="Times New Roman" panose="02020603050405020304" pitchFamily="18" charset="0"/>
                <a:ea typeface="黑体" panose="02010609060101010101" charset="-122"/>
                <a:cs typeface="Times New Roman" panose="02020603050405020304" pitchFamily="18" charset="0"/>
              </a:rPr>
              <a:t> （</a:t>
            </a:r>
            <a:r>
              <a:rPr lang="en-US" altLang="zh-CN" sz="2800" b="1">
                <a:latin typeface="Times New Roman" panose="02020603050405020304" pitchFamily="18" charset="0"/>
                <a:ea typeface="黑体" panose="02010609060101010101" charset="-122"/>
                <a:cs typeface="Times New Roman" panose="02020603050405020304" pitchFamily="18" charset="0"/>
              </a:rPr>
              <a:t>2</a:t>
            </a:r>
            <a:r>
              <a:rPr lang="zh-CN" altLang="en-US" sz="2800" b="1">
                <a:latin typeface="Times New Roman" panose="02020603050405020304" pitchFamily="18" charset="0"/>
                <a:ea typeface="黑体" panose="02010609060101010101" charset="-122"/>
                <a:cs typeface="Times New Roman" panose="02020603050405020304" pitchFamily="18" charset="0"/>
              </a:rPr>
              <a:t>）</a:t>
            </a:r>
            <a:r>
              <a:rPr lang="zh-CN" altLang="zh-CN" sz="2800" b="1">
                <a:latin typeface="Times New Roman" panose="02020603050405020304" pitchFamily="18" charset="0"/>
                <a:ea typeface="黑体" panose="02010609060101010101" charset="-122"/>
                <a:cs typeface="Times New Roman" panose="02020603050405020304" pitchFamily="18" charset="0"/>
              </a:rPr>
              <a:t>（</a:t>
            </a:r>
            <a:r>
              <a:rPr lang="zh-CN" altLang="en-US" sz="2800" b="1">
                <a:latin typeface="Times New Roman" panose="02020603050405020304" pitchFamily="18" charset="0"/>
                <a:ea typeface="黑体" panose="02010609060101010101" charset="-122"/>
                <a:cs typeface="Times New Roman" panose="02020603050405020304" pitchFamily="18" charset="0"/>
              </a:rPr>
              <a:t>代入</a:t>
            </a:r>
            <a:r>
              <a:rPr lang="zh-CN" altLang="zh-CN" sz="2800" b="1">
                <a:latin typeface="Times New Roman" panose="02020603050405020304" pitchFamily="18" charset="0"/>
                <a:ea typeface="黑体" panose="02010609060101010101" charset="-122"/>
                <a:cs typeface="Times New Roman" panose="02020603050405020304" pitchFamily="18" charset="0"/>
              </a:rPr>
              <a:t>法）</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23" name="TextBox 22"/>
          <p:cNvSpPr txBox="1">
            <a:spLocks noChangeArrowheads="1"/>
          </p:cNvSpPr>
          <p:nvPr/>
        </p:nvSpPr>
        <p:spPr bwMode="auto">
          <a:xfrm>
            <a:off x="5087938" y="4485005"/>
            <a:ext cx="12239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设</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24" name="Rectangle 2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5" name="对象 24"/>
          <p:cNvGraphicFramePr>
            <a:graphicFrameLocks noChangeAspect="1"/>
          </p:cNvGraphicFramePr>
          <p:nvPr/>
        </p:nvGraphicFramePr>
        <p:xfrm>
          <a:off x="5593715" y="4514215"/>
          <a:ext cx="1454150" cy="423863"/>
        </p:xfrm>
        <a:graphic>
          <a:graphicData uri="http://schemas.openxmlformats.org/presentationml/2006/ole">
            <mc:AlternateContent xmlns:mc="http://schemas.openxmlformats.org/markup-compatibility/2006">
              <mc:Choice xmlns:v="urn:schemas-microsoft-com:vml" Requires="v">
                <p:oleObj spid="_x0000_s20017" name="Equation" r:id="rId15" imgW="35052000" imgH="10363200" progId="Equation.DSMT4">
                  <p:embed/>
                </p:oleObj>
              </mc:Choice>
              <mc:Fallback>
                <p:oleObj name="Equation" r:id="rId15" imgW="35052000" imgH="10363200" progId="Equation.DSMT4">
                  <p:embed/>
                  <p:pic>
                    <p:nvPicPr>
                      <p:cNvPr id="0" name="图片 20016"/>
                      <p:cNvPicPr>
                        <a:picLocks noChangeAspect="1"/>
                      </p:cNvPicPr>
                      <p:nvPr/>
                    </p:nvPicPr>
                    <p:blipFill>
                      <a:blip r:embed="rId16"/>
                      <a:stretch>
                        <a:fillRect/>
                      </a:stretch>
                    </p:blipFill>
                    <p:spPr>
                      <a:xfrm>
                        <a:off x="5593715" y="4514215"/>
                        <a:ext cx="1454150" cy="423863"/>
                      </a:xfrm>
                      <a:prstGeom prst="rect">
                        <a:avLst/>
                      </a:prstGeom>
                      <a:noFill/>
                      <a:ln w="9525">
                        <a:noFill/>
                      </a:ln>
                    </p:spPr>
                  </p:pic>
                </p:oleObj>
              </mc:Fallback>
            </mc:AlternateContent>
          </a:graphicData>
        </a:graphic>
      </p:graphicFrame>
      <p:sp>
        <p:nvSpPr>
          <p:cNvPr id="26" name="TextBox 25"/>
          <p:cNvSpPr txBox="1">
            <a:spLocks noChangeArrowheads="1"/>
          </p:cNvSpPr>
          <p:nvPr/>
        </p:nvSpPr>
        <p:spPr bwMode="auto">
          <a:xfrm>
            <a:off x="7228523" y="4514215"/>
            <a:ext cx="71913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则</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27" name="Rectangle 2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8" name="对象 27"/>
          <p:cNvGraphicFramePr>
            <a:graphicFrameLocks noChangeAspect="1"/>
          </p:cNvGraphicFramePr>
          <p:nvPr/>
        </p:nvGraphicFramePr>
        <p:xfrm>
          <a:off x="7766050" y="4569778"/>
          <a:ext cx="1771650" cy="387350"/>
        </p:xfrm>
        <a:graphic>
          <a:graphicData uri="http://schemas.openxmlformats.org/presentationml/2006/ole">
            <mc:AlternateContent xmlns:mc="http://schemas.openxmlformats.org/markup-compatibility/2006">
              <mc:Choice xmlns:v="urn:schemas-microsoft-com:vml" Requires="v">
                <p:oleObj spid="_x0000_s20018" name="Equation" r:id="rId17" imgW="42367200" imgH="9448800" progId="Equation.DSMT4">
                  <p:embed/>
                </p:oleObj>
              </mc:Choice>
              <mc:Fallback>
                <p:oleObj name="Equation" r:id="rId17" imgW="42367200" imgH="9448800" progId="Equation.DSMT4">
                  <p:embed/>
                  <p:pic>
                    <p:nvPicPr>
                      <p:cNvPr id="0" name="图片 20017"/>
                      <p:cNvPicPr>
                        <a:picLocks noChangeAspect="1"/>
                      </p:cNvPicPr>
                      <p:nvPr/>
                    </p:nvPicPr>
                    <p:blipFill>
                      <a:blip r:embed="rId18"/>
                      <a:stretch>
                        <a:fillRect/>
                      </a:stretch>
                    </p:blipFill>
                    <p:spPr>
                      <a:xfrm>
                        <a:off x="7766050" y="4569778"/>
                        <a:ext cx="1771650" cy="387350"/>
                      </a:xfrm>
                      <a:prstGeom prst="rect">
                        <a:avLst/>
                      </a:prstGeom>
                      <a:noFill/>
                      <a:ln w="9525">
                        <a:noFill/>
                      </a:ln>
                    </p:spPr>
                  </p:pic>
                </p:oleObj>
              </mc:Fallback>
            </mc:AlternateContent>
          </a:graphicData>
        </a:graphic>
      </p:graphicFrame>
      <p:sp>
        <p:nvSpPr>
          <p:cNvPr id="29" name="TextBox 28"/>
          <p:cNvSpPr txBox="1">
            <a:spLocks noChangeArrowheads="1"/>
          </p:cNvSpPr>
          <p:nvPr/>
        </p:nvSpPr>
        <p:spPr bwMode="auto">
          <a:xfrm>
            <a:off x="1787843" y="5035868"/>
            <a:ext cx="11525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所以</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30" name="Rectangle 2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1" name="对象 30"/>
          <p:cNvGraphicFramePr>
            <a:graphicFrameLocks noChangeAspect="1"/>
          </p:cNvGraphicFramePr>
          <p:nvPr/>
        </p:nvGraphicFramePr>
        <p:xfrm>
          <a:off x="2729230" y="5068253"/>
          <a:ext cx="2501900" cy="457200"/>
        </p:xfrm>
        <a:graphic>
          <a:graphicData uri="http://schemas.openxmlformats.org/presentationml/2006/ole">
            <mc:AlternateContent xmlns:mc="http://schemas.openxmlformats.org/markup-compatibility/2006">
              <mc:Choice xmlns:v="urn:schemas-microsoft-com:vml" Requires="v">
                <p:oleObj spid="_x0000_s20019" name="Equation" r:id="rId19" imgW="60045600" imgH="10972800" progId="Equation.DSMT4">
                  <p:embed/>
                </p:oleObj>
              </mc:Choice>
              <mc:Fallback>
                <p:oleObj name="Equation" r:id="rId19" imgW="60045600" imgH="10972800" progId="Equation.DSMT4">
                  <p:embed/>
                  <p:pic>
                    <p:nvPicPr>
                      <p:cNvPr id="0" name="图片 20018"/>
                      <p:cNvPicPr>
                        <a:picLocks noChangeAspect="1"/>
                      </p:cNvPicPr>
                      <p:nvPr/>
                    </p:nvPicPr>
                    <p:blipFill>
                      <a:blip r:embed="rId20"/>
                      <a:stretch>
                        <a:fillRect/>
                      </a:stretch>
                    </p:blipFill>
                    <p:spPr>
                      <a:xfrm>
                        <a:off x="2729230" y="5068253"/>
                        <a:ext cx="2501900" cy="457200"/>
                      </a:xfrm>
                      <a:prstGeom prst="rect">
                        <a:avLst/>
                      </a:prstGeom>
                      <a:noFill/>
                      <a:ln w="9525">
                        <a:noFill/>
                      </a:ln>
                    </p:spPr>
                  </p:pic>
                </p:oleObj>
              </mc:Fallback>
            </mc:AlternateContent>
          </a:graphicData>
        </a:graphic>
      </p:graphicFrame>
      <p:sp>
        <p:nvSpPr>
          <p:cNvPr id="32" name="TextBox 31"/>
          <p:cNvSpPr txBox="1">
            <a:spLocks noChangeArrowheads="1"/>
          </p:cNvSpPr>
          <p:nvPr/>
        </p:nvSpPr>
        <p:spPr bwMode="auto">
          <a:xfrm>
            <a:off x="5320030" y="5068570"/>
            <a:ext cx="391223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Times New Roman" panose="02020603050405020304" pitchFamily="18" charset="0"/>
                <a:ea typeface="黑体" panose="02010609060101010101" charset="-122"/>
                <a:cs typeface="Times New Roman" panose="02020603050405020304" pitchFamily="18" charset="0"/>
              </a:rPr>
              <a:t>将字母 </a:t>
            </a:r>
            <a:r>
              <a:rPr lang="en-US" altLang="zh-CN" sz="2800" b="1" i="1">
                <a:latin typeface="Times New Roman" panose="02020603050405020304" pitchFamily="18" charset="0"/>
                <a:ea typeface="黑体" panose="02010609060101010101" charset="-122"/>
                <a:cs typeface="Times New Roman" panose="02020603050405020304" pitchFamily="18" charset="0"/>
              </a:rPr>
              <a:t>u</a:t>
            </a:r>
            <a:r>
              <a:rPr lang="zh-CN" altLang="en-US" sz="2800" b="1">
                <a:latin typeface="Times New Roman" panose="02020603050405020304" pitchFamily="18" charset="0"/>
                <a:ea typeface="黑体" panose="02010609060101010101" charset="-122"/>
                <a:cs typeface="Times New Roman" panose="02020603050405020304" pitchFamily="18" charset="0"/>
              </a:rPr>
              <a:t> 换成</a:t>
            </a:r>
            <a:r>
              <a:rPr lang="en-US" altLang="zh-CN" sz="2800" b="1">
                <a:latin typeface="Times New Roman" panose="02020603050405020304" pitchFamily="18" charset="0"/>
                <a:ea typeface="黑体" panose="02010609060101010101" charset="-122"/>
                <a:cs typeface="Times New Roman" panose="02020603050405020304" pitchFamily="18" charset="0"/>
              </a:rPr>
              <a:t> </a:t>
            </a:r>
            <a:r>
              <a:rPr lang="en-US" altLang="zh-CN" sz="2800" b="1" i="1">
                <a:latin typeface="Times New Roman" panose="02020603050405020304" pitchFamily="18" charset="0"/>
                <a:ea typeface="黑体" panose="02010609060101010101" charset="-122"/>
                <a:cs typeface="Times New Roman" panose="02020603050405020304" pitchFamily="18" charset="0"/>
              </a:rPr>
              <a:t>x</a:t>
            </a:r>
            <a:r>
              <a:rPr lang="zh-CN" altLang="en-US" sz="2800" b="1">
                <a:latin typeface="Times New Roman" panose="02020603050405020304" pitchFamily="18" charset="0"/>
                <a:ea typeface="黑体" panose="02010609060101010101" charset="-122"/>
                <a:cs typeface="Times New Roman" panose="02020603050405020304" pitchFamily="18" charset="0"/>
              </a:rPr>
              <a:t> ，有</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33" name="Rectangle 35"/>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4" name="对象 33"/>
          <p:cNvGraphicFramePr>
            <a:graphicFrameLocks noChangeAspect="1"/>
          </p:cNvGraphicFramePr>
          <p:nvPr/>
        </p:nvGraphicFramePr>
        <p:xfrm>
          <a:off x="3335338" y="5651818"/>
          <a:ext cx="2501900" cy="457200"/>
        </p:xfrm>
        <a:graphic>
          <a:graphicData uri="http://schemas.openxmlformats.org/presentationml/2006/ole">
            <mc:AlternateContent xmlns:mc="http://schemas.openxmlformats.org/markup-compatibility/2006">
              <mc:Choice xmlns:v="urn:schemas-microsoft-com:vml" Requires="v">
                <p:oleObj spid="_x0000_s20020" name="Equation" r:id="rId21" imgW="60045600" imgH="10972800" progId="Equation.DSMT4">
                  <p:embed/>
                </p:oleObj>
              </mc:Choice>
              <mc:Fallback>
                <p:oleObj name="Equation" r:id="rId21" imgW="60045600" imgH="10972800" progId="Equation.DSMT4">
                  <p:embed/>
                  <p:pic>
                    <p:nvPicPr>
                      <p:cNvPr id="0" name="图片 20019"/>
                      <p:cNvPicPr>
                        <a:picLocks noChangeAspect="1"/>
                      </p:cNvPicPr>
                      <p:nvPr/>
                    </p:nvPicPr>
                    <p:blipFill>
                      <a:blip r:embed="rId22"/>
                      <a:stretch>
                        <a:fillRect/>
                      </a:stretch>
                    </p:blipFill>
                    <p:spPr>
                      <a:xfrm>
                        <a:off x="3335338" y="5651818"/>
                        <a:ext cx="2501900" cy="457200"/>
                      </a:xfrm>
                      <a:prstGeom prst="rect">
                        <a:avLst/>
                      </a:prstGeom>
                      <a:noFill/>
                      <a:ln w="9525">
                        <a:noFill/>
                      </a:ln>
                    </p:spPr>
                  </p:pic>
                </p:oleObj>
              </mc:Fallback>
            </mc:AlternateContent>
          </a:graphicData>
        </a:graphic>
      </p:graphicFrame>
      <p:sp>
        <p:nvSpPr>
          <p:cNvPr id="35" name="Rectangle 3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6" name="对象 35"/>
          <p:cNvGraphicFramePr>
            <a:graphicFrameLocks noChangeAspect="1"/>
          </p:cNvGraphicFramePr>
          <p:nvPr/>
        </p:nvGraphicFramePr>
        <p:xfrm>
          <a:off x="6094413" y="5651818"/>
          <a:ext cx="1671637" cy="488950"/>
        </p:xfrm>
        <a:graphic>
          <a:graphicData uri="http://schemas.openxmlformats.org/presentationml/2006/ole">
            <mc:AlternateContent xmlns:mc="http://schemas.openxmlformats.org/markup-compatibility/2006">
              <mc:Choice xmlns:v="urn:schemas-microsoft-com:vml" Requires="v">
                <p:oleObj spid="_x0000_s20021" name="Equation" r:id="rId23" imgW="39928800" imgH="11582400" progId="Equation.DSMT4">
                  <p:embed/>
                </p:oleObj>
              </mc:Choice>
              <mc:Fallback>
                <p:oleObj name="Equation" r:id="rId23" imgW="39928800" imgH="11582400" progId="Equation.DSMT4">
                  <p:embed/>
                  <p:pic>
                    <p:nvPicPr>
                      <p:cNvPr id="0" name="图片 20020"/>
                      <p:cNvPicPr>
                        <a:picLocks noChangeAspect="1"/>
                      </p:cNvPicPr>
                      <p:nvPr/>
                    </p:nvPicPr>
                    <p:blipFill>
                      <a:blip r:embed="rId24"/>
                      <a:stretch>
                        <a:fillRect/>
                      </a:stretch>
                    </p:blipFill>
                    <p:spPr>
                      <a:xfrm>
                        <a:off x="6094413" y="5651818"/>
                        <a:ext cx="1671637" cy="4889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3">
                                            <p:txEl>
                                              <p:pRg st="0" end="0"/>
                                            </p:txEl>
                                          </p:spTgt>
                                        </p:tgtEl>
                                        <p:attrNameLst>
                                          <p:attrName>style.visibility</p:attrName>
                                        </p:attrNameLst>
                                      </p:cBhvr>
                                      <p:to>
                                        <p:strVal val="visible"/>
                                      </p:to>
                                    </p:set>
                                    <p:animEffect transition="in" filter="fade">
                                      <p:cBhvr>
                                        <p:cTn id="29" dur="1000"/>
                                        <p:tgtEl>
                                          <p:spTgt spid="13">
                                            <p:txEl>
                                              <p:pRg st="0" end="0"/>
                                            </p:txEl>
                                          </p:spTgt>
                                        </p:tgtEl>
                                      </p:cBhvr>
                                    </p:animEffect>
                                    <p:anim calcmode="lin" valueType="num">
                                      <p:cBhvr>
                                        <p:cTn id="30"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1000"/>
                                        <p:tgtEl>
                                          <p:spTgt spid="19"/>
                                        </p:tgtEl>
                                      </p:cBhvr>
                                    </p:animEffect>
                                    <p:anim calcmode="lin" valueType="num">
                                      <p:cBhvr>
                                        <p:cTn id="56" dur="1000" fill="hold"/>
                                        <p:tgtEl>
                                          <p:spTgt spid="19"/>
                                        </p:tgtEl>
                                        <p:attrNameLst>
                                          <p:attrName>ppt_x</p:attrName>
                                        </p:attrNameLst>
                                      </p:cBhvr>
                                      <p:tavLst>
                                        <p:tav tm="0">
                                          <p:val>
                                            <p:strVal val="#ppt_x"/>
                                          </p:val>
                                        </p:tav>
                                        <p:tav tm="100000">
                                          <p:val>
                                            <p:strVal val="#ppt_x"/>
                                          </p:val>
                                        </p:tav>
                                      </p:tavLst>
                                    </p:anim>
                                    <p:anim calcmode="lin" valueType="num">
                                      <p:cBhvr>
                                        <p:cTn id="5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anim calcmode="lin" valueType="num">
                                      <p:cBhvr>
                                        <p:cTn id="63" dur="1000" fill="hold"/>
                                        <p:tgtEl>
                                          <p:spTgt spid="21"/>
                                        </p:tgtEl>
                                        <p:attrNameLst>
                                          <p:attrName>ppt_x</p:attrName>
                                        </p:attrNameLst>
                                      </p:cBhvr>
                                      <p:tavLst>
                                        <p:tav tm="0">
                                          <p:val>
                                            <p:strVal val="#ppt_x"/>
                                          </p:val>
                                        </p:tav>
                                        <p:tav tm="100000">
                                          <p:val>
                                            <p:strVal val="#ppt_x"/>
                                          </p:val>
                                        </p:tav>
                                      </p:tavLst>
                                    </p:anim>
                                    <p:anim calcmode="lin" valueType="num">
                                      <p:cBhvr>
                                        <p:cTn id="6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1000"/>
                                        <p:tgtEl>
                                          <p:spTgt spid="22"/>
                                        </p:tgtEl>
                                      </p:cBhvr>
                                    </p:animEffect>
                                    <p:anim calcmode="lin" valueType="num">
                                      <p:cBhvr>
                                        <p:cTn id="70" dur="1000" fill="hold"/>
                                        <p:tgtEl>
                                          <p:spTgt spid="22"/>
                                        </p:tgtEl>
                                        <p:attrNameLst>
                                          <p:attrName>ppt_x</p:attrName>
                                        </p:attrNameLst>
                                      </p:cBhvr>
                                      <p:tavLst>
                                        <p:tav tm="0">
                                          <p:val>
                                            <p:strVal val="#ppt_x"/>
                                          </p:val>
                                        </p:tav>
                                        <p:tav tm="100000">
                                          <p:val>
                                            <p:strVal val="#ppt_x"/>
                                          </p:val>
                                        </p:tav>
                                      </p:tavLst>
                                    </p:anim>
                                    <p:anim calcmode="lin" valueType="num">
                                      <p:cBhvr>
                                        <p:cTn id="7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1000"/>
                                        <p:tgtEl>
                                          <p:spTgt spid="25"/>
                                        </p:tgtEl>
                                      </p:cBhvr>
                                    </p:animEffect>
                                    <p:anim calcmode="lin" valueType="num">
                                      <p:cBhvr>
                                        <p:cTn id="77" dur="1000" fill="hold"/>
                                        <p:tgtEl>
                                          <p:spTgt spid="25"/>
                                        </p:tgtEl>
                                        <p:attrNameLst>
                                          <p:attrName>ppt_x</p:attrName>
                                        </p:attrNameLst>
                                      </p:cBhvr>
                                      <p:tavLst>
                                        <p:tav tm="0">
                                          <p:val>
                                            <p:strVal val="#ppt_x"/>
                                          </p:val>
                                        </p:tav>
                                        <p:tav tm="100000">
                                          <p:val>
                                            <p:strVal val="#ppt_x"/>
                                          </p:val>
                                        </p:tav>
                                      </p:tavLst>
                                    </p:anim>
                                    <p:anim calcmode="lin" valueType="num">
                                      <p:cBhvr>
                                        <p:cTn id="78" dur="1000" fill="hold"/>
                                        <p:tgtEl>
                                          <p:spTgt spid="25"/>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1000"/>
                                        <p:tgtEl>
                                          <p:spTgt spid="23"/>
                                        </p:tgtEl>
                                      </p:cBhvr>
                                    </p:animEffect>
                                    <p:anim calcmode="lin" valueType="num">
                                      <p:cBhvr>
                                        <p:cTn id="82" dur="1000" fill="hold"/>
                                        <p:tgtEl>
                                          <p:spTgt spid="23"/>
                                        </p:tgtEl>
                                        <p:attrNameLst>
                                          <p:attrName>ppt_x</p:attrName>
                                        </p:attrNameLst>
                                      </p:cBhvr>
                                      <p:tavLst>
                                        <p:tav tm="0">
                                          <p:val>
                                            <p:strVal val="#ppt_x"/>
                                          </p:val>
                                        </p:tav>
                                        <p:tav tm="100000">
                                          <p:val>
                                            <p:strVal val="#ppt_x"/>
                                          </p:val>
                                        </p:tav>
                                      </p:tavLst>
                                    </p:anim>
                                    <p:anim calcmode="lin" valueType="num">
                                      <p:cBhvr>
                                        <p:cTn id="8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6" presetClass="entr" presetSubtype="21" fill="hold" grpId="0" nodeType="click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barn(inVertical)">
                                      <p:cBhvr>
                                        <p:cTn id="88" dur="500"/>
                                        <p:tgtEl>
                                          <p:spTgt spid="26"/>
                                        </p:tgtEl>
                                      </p:cBhvr>
                                    </p:animEffect>
                                  </p:childTnLst>
                                </p:cTn>
                              </p:par>
                              <p:par>
                                <p:cTn id="89" presetID="16" presetClass="entr" presetSubtype="21" fill="hold"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barn(inVertical)">
                                      <p:cBhvr>
                                        <p:cTn id="91" dur="5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1000"/>
                                        <p:tgtEl>
                                          <p:spTgt spid="29"/>
                                        </p:tgtEl>
                                      </p:cBhvr>
                                    </p:animEffect>
                                    <p:anim calcmode="lin" valueType="num">
                                      <p:cBhvr>
                                        <p:cTn id="97" dur="1000" fill="hold"/>
                                        <p:tgtEl>
                                          <p:spTgt spid="29"/>
                                        </p:tgtEl>
                                        <p:attrNameLst>
                                          <p:attrName>ppt_x</p:attrName>
                                        </p:attrNameLst>
                                      </p:cBhvr>
                                      <p:tavLst>
                                        <p:tav tm="0">
                                          <p:val>
                                            <p:strVal val="#ppt_x"/>
                                          </p:val>
                                        </p:tav>
                                        <p:tav tm="100000">
                                          <p:val>
                                            <p:strVal val="#ppt_x"/>
                                          </p:val>
                                        </p:tav>
                                      </p:tavLst>
                                    </p:anim>
                                    <p:anim calcmode="lin" valueType="num">
                                      <p:cBhvr>
                                        <p:cTn id="98" dur="1000" fill="hold"/>
                                        <p:tgtEl>
                                          <p:spTgt spid="29"/>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1000"/>
                                        <p:tgtEl>
                                          <p:spTgt spid="31"/>
                                        </p:tgtEl>
                                      </p:cBhvr>
                                    </p:animEffect>
                                    <p:anim calcmode="lin" valueType="num">
                                      <p:cBhvr>
                                        <p:cTn id="102" dur="1000" fill="hold"/>
                                        <p:tgtEl>
                                          <p:spTgt spid="31"/>
                                        </p:tgtEl>
                                        <p:attrNameLst>
                                          <p:attrName>ppt_x</p:attrName>
                                        </p:attrNameLst>
                                      </p:cBhvr>
                                      <p:tavLst>
                                        <p:tav tm="0">
                                          <p:val>
                                            <p:strVal val="#ppt_x"/>
                                          </p:val>
                                        </p:tav>
                                        <p:tav tm="100000">
                                          <p:val>
                                            <p:strVal val="#ppt_x"/>
                                          </p:val>
                                        </p:tav>
                                      </p:tavLst>
                                    </p:anim>
                                    <p:anim calcmode="lin" valueType="num">
                                      <p:cBhvr>
                                        <p:cTn id="10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fade">
                                      <p:cBhvr>
                                        <p:cTn id="108" dur="1000"/>
                                        <p:tgtEl>
                                          <p:spTgt spid="32"/>
                                        </p:tgtEl>
                                      </p:cBhvr>
                                    </p:animEffect>
                                    <p:anim calcmode="lin" valueType="num">
                                      <p:cBhvr>
                                        <p:cTn id="109" dur="1000" fill="hold"/>
                                        <p:tgtEl>
                                          <p:spTgt spid="32"/>
                                        </p:tgtEl>
                                        <p:attrNameLst>
                                          <p:attrName>ppt_x</p:attrName>
                                        </p:attrNameLst>
                                      </p:cBhvr>
                                      <p:tavLst>
                                        <p:tav tm="0">
                                          <p:val>
                                            <p:strVal val="#ppt_x"/>
                                          </p:val>
                                        </p:tav>
                                        <p:tav tm="100000">
                                          <p:val>
                                            <p:strVal val="#ppt_x"/>
                                          </p:val>
                                        </p:tav>
                                      </p:tavLst>
                                    </p:anim>
                                    <p:anim calcmode="lin" valueType="num">
                                      <p:cBhvr>
                                        <p:cTn id="11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fade">
                                      <p:cBhvr>
                                        <p:cTn id="115" dur="1000"/>
                                        <p:tgtEl>
                                          <p:spTgt spid="34"/>
                                        </p:tgtEl>
                                      </p:cBhvr>
                                    </p:animEffect>
                                    <p:anim calcmode="lin" valueType="num">
                                      <p:cBhvr>
                                        <p:cTn id="116" dur="1000" fill="hold"/>
                                        <p:tgtEl>
                                          <p:spTgt spid="34"/>
                                        </p:tgtEl>
                                        <p:attrNameLst>
                                          <p:attrName>ppt_x</p:attrName>
                                        </p:attrNameLst>
                                      </p:cBhvr>
                                      <p:tavLst>
                                        <p:tav tm="0">
                                          <p:val>
                                            <p:strVal val="#ppt_x"/>
                                          </p:val>
                                        </p:tav>
                                        <p:tav tm="100000">
                                          <p:val>
                                            <p:strVal val="#ppt_x"/>
                                          </p:val>
                                        </p:tav>
                                      </p:tavLst>
                                    </p:anim>
                                    <p:anim calcmode="lin" valueType="num">
                                      <p:cBhvr>
                                        <p:cTn id="117"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nodeType="click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fade">
                                      <p:cBhvr>
                                        <p:cTn id="122" dur="1000"/>
                                        <p:tgtEl>
                                          <p:spTgt spid="36"/>
                                        </p:tgtEl>
                                      </p:cBhvr>
                                    </p:animEffect>
                                    <p:anim calcmode="lin" valueType="num">
                                      <p:cBhvr>
                                        <p:cTn id="123" dur="1000" fill="hold"/>
                                        <p:tgtEl>
                                          <p:spTgt spid="36"/>
                                        </p:tgtEl>
                                        <p:attrNameLst>
                                          <p:attrName>ppt_x</p:attrName>
                                        </p:attrNameLst>
                                      </p:cBhvr>
                                      <p:tavLst>
                                        <p:tav tm="0">
                                          <p:val>
                                            <p:strVal val="#ppt_x"/>
                                          </p:val>
                                        </p:tav>
                                        <p:tav tm="100000">
                                          <p:val>
                                            <p:strVal val="#ppt_x"/>
                                          </p:val>
                                        </p:tav>
                                      </p:tavLst>
                                    </p:anim>
                                    <p:anim calcmode="lin" valueType="num">
                                      <p:cBhvr>
                                        <p:cTn id="12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4" grpId="0"/>
      <p:bldP spid="17" grpId="0"/>
      <p:bldP spid="22" grpId="0"/>
      <p:bldP spid="23" grpId="0"/>
      <p:bldP spid="26" grpId="0"/>
      <p:bldP spid="29" grpId="0"/>
      <p:bldP spid="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26490" y="720725"/>
            <a:ext cx="42672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charset="-122"/>
                <a:ea typeface="楷体" panose="02010609060101010101" charset="-122"/>
                <a:cs typeface="楷体" panose="02010609060101010101" charset="-122"/>
              </a:rPr>
              <a:t>5. 反函数</a:t>
            </a:r>
            <a:endParaRPr lang="zh-CN" altLang="en-US" sz="3200" b="1" dirty="0">
              <a:solidFill>
                <a:schemeClr val="accent3">
                  <a:lumMod val="50000"/>
                </a:schemeClr>
              </a:solidFill>
              <a:latin typeface="楷体" panose="02010609060101010101" charset="-122"/>
              <a:ea typeface="楷体" panose="02010609060101010101" charset="-122"/>
              <a:cs typeface="+mn-cs"/>
            </a:endParaRPr>
          </a:p>
        </p:txBody>
      </p:sp>
      <p:sp>
        <p:nvSpPr>
          <p:cNvPr id="3" name="Text Box 4"/>
          <p:cNvSpPr txBox="1">
            <a:spLocks noChangeArrowheads="1"/>
          </p:cNvSpPr>
          <p:nvPr/>
        </p:nvSpPr>
        <p:spPr bwMode="auto">
          <a:xfrm>
            <a:off x="2757805" y="1421448"/>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若函数</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 name="Object 5"/>
          <p:cNvGraphicFramePr>
            <a:graphicFrameLocks noChangeAspect="1"/>
          </p:cNvGraphicFramePr>
          <p:nvPr/>
        </p:nvGraphicFramePr>
        <p:xfrm>
          <a:off x="3946525" y="1457008"/>
          <a:ext cx="2544763" cy="433387"/>
        </p:xfrm>
        <a:graphic>
          <a:graphicData uri="http://schemas.openxmlformats.org/presentationml/2006/ole">
            <mc:AlternateContent xmlns:mc="http://schemas.openxmlformats.org/markup-compatibility/2006">
              <mc:Choice xmlns:v="urn:schemas-microsoft-com:vml" Requires="v">
                <p:oleObj spid="_x0000_s20481" name="Equation" r:id="rId1" imgW="60045600" imgH="9448800" progId="Equation.DSMT4">
                  <p:embed/>
                </p:oleObj>
              </mc:Choice>
              <mc:Fallback>
                <p:oleObj name="Equation" r:id="rId1" imgW="60045600" imgH="9448800" progId="Equation.DSMT4">
                  <p:embed/>
                  <p:pic>
                    <p:nvPicPr>
                      <p:cNvPr id="0" name="图片 20480"/>
                      <p:cNvPicPr>
                        <a:picLocks noChangeAspect="1"/>
                      </p:cNvPicPr>
                      <p:nvPr/>
                    </p:nvPicPr>
                    <p:blipFill>
                      <a:blip r:embed="rId2">
                        <a:biLevel thresh="50000"/>
                        <a:grayscl/>
                      </a:blip>
                      <a:stretch>
                        <a:fillRect/>
                      </a:stretch>
                    </p:blipFill>
                    <p:spPr>
                      <a:xfrm>
                        <a:off x="3946525" y="1457008"/>
                        <a:ext cx="2544763" cy="433387"/>
                      </a:xfrm>
                      <a:prstGeom prst="rect">
                        <a:avLst/>
                      </a:prstGeom>
                      <a:noFill/>
                      <a:ln w="9525">
                        <a:noFill/>
                      </a:ln>
                    </p:spPr>
                  </p:pic>
                </p:oleObj>
              </mc:Fallback>
            </mc:AlternateContent>
          </a:graphicData>
        </a:graphic>
      </p:graphicFrame>
      <p:sp>
        <p:nvSpPr>
          <p:cNvPr id="5" name="Text Box 6"/>
          <p:cNvSpPr txBox="1">
            <a:spLocks noChangeArrowheads="1"/>
          </p:cNvSpPr>
          <p:nvPr/>
        </p:nvSpPr>
        <p:spPr bwMode="auto">
          <a:xfrm>
            <a:off x="6615430" y="1416368"/>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满足：</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6" name="Text Box 7"/>
          <p:cNvSpPr txBox="1">
            <a:spLocks noChangeArrowheads="1"/>
          </p:cNvSpPr>
          <p:nvPr/>
        </p:nvSpPr>
        <p:spPr bwMode="auto">
          <a:xfrm>
            <a:off x="1862455" y="2053908"/>
            <a:ext cx="1612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800" b="1" dirty="0">
                <a:latin typeface="Times New Roman" panose="02020603050405020304" pitchFamily="18" charset="0"/>
                <a:ea typeface="黑体" panose="02010609060101010101" charset="-122"/>
                <a:cs typeface="Times New Roman" panose="02020603050405020304" pitchFamily="18" charset="0"/>
              </a:rPr>
              <a:t>对每一个</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7" name="Object 8"/>
          <p:cNvGraphicFramePr>
            <a:graphicFrameLocks noChangeAspect="1"/>
          </p:cNvGraphicFramePr>
          <p:nvPr/>
        </p:nvGraphicFramePr>
        <p:xfrm>
          <a:off x="4441825" y="3305810"/>
          <a:ext cx="2333625" cy="503238"/>
        </p:xfrm>
        <a:graphic>
          <a:graphicData uri="http://schemas.openxmlformats.org/presentationml/2006/ole">
            <mc:AlternateContent xmlns:mc="http://schemas.openxmlformats.org/markup-compatibility/2006">
              <mc:Choice xmlns:v="urn:schemas-microsoft-com:vml" Requires="v">
                <p:oleObj spid="_x0000_s20924" name="Equation" r:id="rId3" imgW="54864000" imgH="10972800" progId="Equation.DSMT4">
                  <p:embed/>
                </p:oleObj>
              </mc:Choice>
              <mc:Fallback>
                <p:oleObj name="Equation" r:id="rId3" imgW="54864000" imgH="10972800" progId="Equation.DSMT4">
                  <p:embed/>
                  <p:pic>
                    <p:nvPicPr>
                      <p:cNvPr id="0" name="图片 20923"/>
                      <p:cNvPicPr>
                        <a:picLocks noChangeAspect="1"/>
                      </p:cNvPicPr>
                      <p:nvPr/>
                    </p:nvPicPr>
                    <p:blipFill>
                      <a:blip r:embed="rId4">
                        <a:biLevel thresh="50000"/>
                        <a:grayscl/>
                      </a:blip>
                      <a:stretch>
                        <a:fillRect/>
                      </a:stretch>
                    </p:blipFill>
                    <p:spPr>
                      <a:xfrm>
                        <a:off x="4441825" y="3305810"/>
                        <a:ext cx="2333625" cy="503238"/>
                      </a:xfrm>
                      <a:prstGeom prst="rect">
                        <a:avLst/>
                      </a:prstGeom>
                      <a:noFill/>
                      <a:ln w="9525">
                        <a:noFill/>
                      </a:ln>
                    </p:spPr>
                  </p:pic>
                </p:oleObj>
              </mc:Fallback>
            </mc:AlternateContent>
          </a:graphicData>
        </a:graphic>
      </p:graphicFrame>
      <p:sp>
        <p:nvSpPr>
          <p:cNvPr id="8" name="Text Box 9"/>
          <p:cNvSpPr txBox="1">
            <a:spLocks noChangeArrowheads="1"/>
          </p:cNvSpPr>
          <p:nvPr/>
        </p:nvSpPr>
        <p:spPr bwMode="auto">
          <a:xfrm>
            <a:off x="1853565" y="4039870"/>
            <a:ext cx="1524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习惯上</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9" name="Object 10"/>
          <p:cNvGraphicFramePr>
            <a:graphicFrameLocks noChangeAspect="1"/>
          </p:cNvGraphicFramePr>
          <p:nvPr/>
        </p:nvGraphicFramePr>
        <p:xfrm>
          <a:off x="3467259" y="4079240"/>
          <a:ext cx="2324100" cy="442913"/>
        </p:xfrm>
        <a:graphic>
          <a:graphicData uri="http://schemas.openxmlformats.org/presentationml/2006/ole">
            <mc:AlternateContent xmlns:mc="http://schemas.openxmlformats.org/markup-compatibility/2006">
              <mc:Choice xmlns:v="urn:schemas-microsoft-com:vml" Requires="v">
                <p:oleObj spid="_x0000_s20925" name="Equation" r:id="rId5" imgW="54559200" imgH="9448800" progId="Equation.DSMT4">
                  <p:embed/>
                </p:oleObj>
              </mc:Choice>
              <mc:Fallback>
                <p:oleObj name="Equation" r:id="rId5" imgW="54559200" imgH="9448800" progId="Equation.DSMT4">
                  <p:embed/>
                  <p:pic>
                    <p:nvPicPr>
                      <p:cNvPr id="0" name="图片 20924"/>
                      <p:cNvPicPr>
                        <a:picLocks noChangeAspect="1"/>
                      </p:cNvPicPr>
                      <p:nvPr/>
                    </p:nvPicPr>
                    <p:blipFill>
                      <a:blip r:embed="rId6"/>
                      <a:stretch>
                        <a:fillRect/>
                      </a:stretch>
                    </p:blipFill>
                    <p:spPr>
                      <a:xfrm>
                        <a:off x="3467259" y="4079240"/>
                        <a:ext cx="2324100" cy="442913"/>
                      </a:xfrm>
                      <a:prstGeom prst="rect">
                        <a:avLst/>
                      </a:prstGeom>
                      <a:noFill/>
                      <a:ln w="9525">
                        <a:noFill/>
                      </a:ln>
                    </p:spPr>
                  </p:pic>
                </p:oleObj>
              </mc:Fallback>
            </mc:AlternateContent>
          </a:graphicData>
        </a:graphic>
      </p:graphicFrame>
      <p:sp>
        <p:nvSpPr>
          <p:cNvPr id="10" name="Text Box 11"/>
          <p:cNvSpPr txBox="1">
            <a:spLocks noChangeArrowheads="1"/>
          </p:cNvSpPr>
          <p:nvPr/>
        </p:nvSpPr>
        <p:spPr bwMode="auto">
          <a:xfrm>
            <a:off x="5909945" y="4004310"/>
            <a:ext cx="2667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的反函数记成</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1" name="Object 12"/>
          <p:cNvGraphicFramePr>
            <a:graphicFrameLocks noChangeAspect="1"/>
          </p:cNvGraphicFramePr>
          <p:nvPr/>
        </p:nvGraphicFramePr>
        <p:xfrm>
          <a:off x="3467100" y="4509135"/>
          <a:ext cx="3155950" cy="508000"/>
        </p:xfrm>
        <a:graphic>
          <a:graphicData uri="http://schemas.openxmlformats.org/presentationml/2006/ole">
            <mc:AlternateContent xmlns:mc="http://schemas.openxmlformats.org/markup-compatibility/2006">
              <mc:Choice xmlns:v="urn:schemas-microsoft-com:vml" Requires="v">
                <p:oleObj spid="_x0000_s20926" name="Equation" r:id="rId7" imgW="74676000" imgH="10972800" progId="Equation.DSMT4">
                  <p:embed/>
                </p:oleObj>
              </mc:Choice>
              <mc:Fallback>
                <p:oleObj name="Equation" r:id="rId7" imgW="74676000" imgH="10972800" progId="Equation.DSMT4">
                  <p:embed/>
                  <p:pic>
                    <p:nvPicPr>
                      <p:cNvPr id="0" name="图片 20925"/>
                      <p:cNvPicPr>
                        <a:picLocks noChangeAspect="1"/>
                      </p:cNvPicPr>
                      <p:nvPr/>
                    </p:nvPicPr>
                    <p:blipFill>
                      <a:blip r:embed="rId8"/>
                      <a:stretch>
                        <a:fillRect/>
                      </a:stretch>
                    </p:blipFill>
                    <p:spPr>
                      <a:xfrm>
                        <a:off x="3467100" y="4509135"/>
                        <a:ext cx="3155950" cy="508000"/>
                      </a:xfrm>
                      <a:prstGeom prst="rect">
                        <a:avLst/>
                      </a:prstGeom>
                      <a:noFill/>
                      <a:ln w="9525">
                        <a:noFill/>
                      </a:ln>
                    </p:spPr>
                  </p:pic>
                </p:oleObj>
              </mc:Fallback>
            </mc:AlternateContent>
          </a:graphicData>
        </a:graphic>
      </p:graphicFrame>
      <p:sp>
        <p:nvSpPr>
          <p:cNvPr id="12" name="Text Box 16"/>
          <p:cNvSpPr txBox="1">
            <a:spLocks noChangeArrowheads="1"/>
          </p:cNvSpPr>
          <p:nvPr/>
        </p:nvSpPr>
        <p:spPr bwMode="auto">
          <a:xfrm>
            <a:off x="6198553" y="5103495"/>
            <a:ext cx="246221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，则其反函数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13" name="Text Box 17"/>
          <p:cNvSpPr txBox="1">
            <a:spLocks noChangeArrowheads="1"/>
          </p:cNvSpPr>
          <p:nvPr/>
        </p:nvSpPr>
        <p:spPr bwMode="auto">
          <a:xfrm>
            <a:off x="5557520" y="5103178"/>
            <a:ext cx="8143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r>
              <a:rPr kumimoji="1" lang="zh-CN" altLang="en-US" sz="2800" b="1">
                <a:latin typeface="Times New Roman" panose="02020603050405020304" pitchFamily="18" charset="0"/>
                <a:ea typeface="黑体" panose="02010609060101010101" charset="-122"/>
                <a:cs typeface="Times New Roman" panose="02020603050405020304" pitchFamily="18" charset="0"/>
              </a:rPr>
              <a:t>减</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4" name="Text Box 18"/>
          <p:cNvSpPr txBox="1">
            <a:spLocks noChangeArrowheads="1"/>
          </p:cNvSpPr>
          <p:nvPr/>
        </p:nvSpPr>
        <p:spPr bwMode="auto">
          <a:xfrm>
            <a:off x="4834255" y="5613718"/>
            <a:ext cx="1066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r>
              <a:rPr kumimoji="1" lang="zh-CN" altLang="en-US" sz="2800" b="1">
                <a:latin typeface="Times New Roman" panose="02020603050405020304" pitchFamily="18" charset="0"/>
                <a:ea typeface="黑体" panose="02010609060101010101" charset="-122"/>
                <a:cs typeface="Times New Roman" panose="02020603050405020304" pitchFamily="18" charset="0"/>
              </a:rPr>
              <a:t>减</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5" name="Text Box 19"/>
          <p:cNvSpPr txBox="1">
            <a:spLocks noChangeArrowheads="1"/>
          </p:cNvSpPr>
          <p:nvPr/>
        </p:nvSpPr>
        <p:spPr bwMode="auto">
          <a:xfrm>
            <a:off x="2006600" y="5103178"/>
            <a:ext cx="3784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1)  </a:t>
            </a:r>
            <a:r>
              <a:rPr kumimoji="1" lang="zh-CN" altLang="en-US" sz="2800" b="1">
                <a:latin typeface="Times New Roman" panose="02020603050405020304" pitchFamily="18" charset="0"/>
                <a:ea typeface="黑体" panose="02010609060101010101" charset="-122"/>
                <a:cs typeface="Times New Roman" panose="02020603050405020304" pitchFamily="18" charset="0"/>
              </a:rPr>
              <a:t>若</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y</a:t>
            </a:r>
            <a:r>
              <a:rPr kumimoji="1" lang="zh-CN" altLang="en-US" sz="2800" b="1">
                <a:latin typeface="Times New Roman" panose="02020603050405020304" pitchFamily="18" charset="0"/>
                <a:ea typeface="黑体" panose="02010609060101010101" charset="-122"/>
                <a:cs typeface="Times New Roman" panose="02020603050405020304" pitchFamily="18" charset="0"/>
              </a:rPr>
              <a:t>＝</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f</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x</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charset="-122"/>
                <a:cs typeface="Times New Roman" panose="02020603050405020304" pitchFamily="18" charset="0"/>
              </a:rPr>
              <a:t>单调递增</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6" name="Object 20"/>
          <p:cNvGraphicFramePr>
            <a:graphicFrameLocks noChangeAspect="1"/>
          </p:cNvGraphicFramePr>
          <p:nvPr/>
        </p:nvGraphicFramePr>
        <p:xfrm>
          <a:off x="8540115" y="5032693"/>
          <a:ext cx="2579688" cy="517525"/>
        </p:xfrm>
        <a:graphic>
          <a:graphicData uri="http://schemas.openxmlformats.org/presentationml/2006/ole">
            <mc:AlternateContent xmlns:mc="http://schemas.openxmlformats.org/markup-compatibility/2006">
              <mc:Choice xmlns:v="urn:schemas-microsoft-com:vml" Requires="v">
                <p:oleObj spid="_x0000_s20927" name="Equation" r:id="rId9" imgW="58521600" imgH="10972800" progId="Equation.DSMT4">
                  <p:embed/>
                </p:oleObj>
              </mc:Choice>
              <mc:Fallback>
                <p:oleObj name="Equation" r:id="rId9" imgW="58521600" imgH="10972800" progId="Equation.DSMT4">
                  <p:embed/>
                  <p:pic>
                    <p:nvPicPr>
                      <p:cNvPr id="0" name="图片 20926"/>
                      <p:cNvPicPr>
                        <a:picLocks noChangeAspect="1"/>
                      </p:cNvPicPr>
                      <p:nvPr/>
                    </p:nvPicPr>
                    <p:blipFill>
                      <a:blip r:embed="rId10">
                        <a:biLevel thresh="50000"/>
                        <a:grayscl/>
                      </a:blip>
                      <a:stretch>
                        <a:fillRect/>
                      </a:stretch>
                    </p:blipFill>
                    <p:spPr>
                      <a:xfrm>
                        <a:off x="8540115" y="5032693"/>
                        <a:ext cx="2579688" cy="517525"/>
                      </a:xfrm>
                      <a:prstGeom prst="rect">
                        <a:avLst/>
                      </a:prstGeom>
                      <a:noFill/>
                      <a:ln w="9525">
                        <a:noFill/>
                      </a:ln>
                    </p:spPr>
                  </p:pic>
                </p:oleObj>
              </mc:Fallback>
            </mc:AlternateContent>
          </a:graphicData>
        </a:graphic>
      </p:graphicFrame>
      <p:sp>
        <p:nvSpPr>
          <p:cNvPr id="17" name="Text Box 21"/>
          <p:cNvSpPr txBox="1">
            <a:spLocks noChangeArrowheads="1"/>
          </p:cNvSpPr>
          <p:nvPr/>
        </p:nvSpPr>
        <p:spPr bwMode="auto">
          <a:xfrm>
            <a:off x="2494915" y="5605145"/>
            <a:ext cx="24168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且也单调递增 </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18" name="Text Box 22"/>
          <p:cNvSpPr txBox="1">
            <a:spLocks noChangeArrowheads="1"/>
          </p:cNvSpPr>
          <p:nvPr/>
        </p:nvSpPr>
        <p:spPr bwMode="auto">
          <a:xfrm>
            <a:off x="1126343" y="5107215"/>
            <a:ext cx="1104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性质</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9" name="TextBox 1"/>
          <p:cNvSpPr txBox="1">
            <a:spLocks noChangeArrowheads="1"/>
          </p:cNvSpPr>
          <p:nvPr/>
        </p:nvSpPr>
        <p:spPr bwMode="auto">
          <a:xfrm>
            <a:off x="1126490" y="1421448"/>
            <a:ext cx="20764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定义</a:t>
            </a:r>
            <a:r>
              <a:rPr lang="en-US" altLang="zh-CN"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1.1.5</a:t>
            </a:r>
            <a:endParaRPr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endParaRPr>
          </a:p>
        </p:txBody>
      </p:sp>
      <p:sp>
        <p:nvSpPr>
          <p:cNvPr id="20" name="Rectangle 9"/>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1" name="对象 3"/>
          <p:cNvGraphicFramePr>
            <a:graphicFrameLocks noChangeAspect="1"/>
          </p:cNvGraphicFramePr>
          <p:nvPr/>
        </p:nvGraphicFramePr>
        <p:xfrm>
          <a:off x="3466783" y="2112328"/>
          <a:ext cx="1358900" cy="387350"/>
        </p:xfrm>
        <a:graphic>
          <a:graphicData uri="http://schemas.openxmlformats.org/presentationml/2006/ole">
            <mc:AlternateContent xmlns:mc="http://schemas.openxmlformats.org/markup-compatibility/2006">
              <mc:Choice xmlns:v="urn:schemas-microsoft-com:vml" Requires="v">
                <p:oleObj spid="_x0000_s20928" name="Equation" r:id="rId11" imgW="32613600" imgH="9448800" progId="Equation.DSMT4">
                  <p:embed/>
                </p:oleObj>
              </mc:Choice>
              <mc:Fallback>
                <p:oleObj name="Equation" r:id="rId11" imgW="32613600" imgH="9448800" progId="Equation.DSMT4">
                  <p:embed/>
                  <p:pic>
                    <p:nvPicPr>
                      <p:cNvPr id="0" name="图片 20927"/>
                      <p:cNvPicPr>
                        <a:picLocks noChangeAspect="1"/>
                      </p:cNvPicPr>
                      <p:nvPr/>
                    </p:nvPicPr>
                    <p:blipFill>
                      <a:blip r:embed="rId12"/>
                      <a:stretch>
                        <a:fillRect/>
                      </a:stretch>
                    </p:blipFill>
                    <p:spPr>
                      <a:xfrm>
                        <a:off x="3466783" y="2112328"/>
                        <a:ext cx="1358900" cy="387350"/>
                      </a:xfrm>
                      <a:prstGeom prst="rect">
                        <a:avLst/>
                      </a:prstGeom>
                      <a:noFill/>
                      <a:ln w="9525">
                        <a:noFill/>
                      </a:ln>
                    </p:spPr>
                  </p:pic>
                </p:oleObj>
              </mc:Fallback>
            </mc:AlternateContent>
          </a:graphicData>
        </a:graphic>
      </p:graphicFrame>
      <p:sp>
        <p:nvSpPr>
          <p:cNvPr id="22" name="TextBox 4"/>
          <p:cNvSpPr txBox="1">
            <a:spLocks noChangeArrowheads="1"/>
          </p:cNvSpPr>
          <p:nvPr/>
        </p:nvSpPr>
        <p:spPr bwMode="auto">
          <a:xfrm>
            <a:off x="4856798" y="2018348"/>
            <a:ext cx="24780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，有唯一的</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3" name="对象 5"/>
          <p:cNvGraphicFramePr>
            <a:graphicFrameLocks noChangeAspect="1"/>
          </p:cNvGraphicFramePr>
          <p:nvPr/>
        </p:nvGraphicFramePr>
        <p:xfrm>
          <a:off x="6824345" y="2113598"/>
          <a:ext cx="838200" cy="304800"/>
        </p:xfrm>
        <a:graphic>
          <a:graphicData uri="http://schemas.openxmlformats.org/presentationml/2006/ole">
            <mc:AlternateContent xmlns:mc="http://schemas.openxmlformats.org/markup-compatibility/2006">
              <mc:Choice xmlns:v="urn:schemas-microsoft-com:vml" Requires="v">
                <p:oleObj spid="_x0000_s20929" name="Equation" r:id="rId13" imgW="20116800" imgH="7315200" progId="Equation.DSMT4">
                  <p:embed/>
                </p:oleObj>
              </mc:Choice>
              <mc:Fallback>
                <p:oleObj name="Equation" r:id="rId13" imgW="20116800" imgH="7315200" progId="Equation.DSMT4">
                  <p:embed/>
                  <p:pic>
                    <p:nvPicPr>
                      <p:cNvPr id="0" name="图片 20928"/>
                      <p:cNvPicPr>
                        <a:picLocks noChangeAspect="1"/>
                      </p:cNvPicPr>
                      <p:nvPr/>
                    </p:nvPicPr>
                    <p:blipFill>
                      <a:blip r:embed="rId14"/>
                      <a:stretch>
                        <a:fillRect/>
                      </a:stretch>
                    </p:blipFill>
                    <p:spPr>
                      <a:xfrm>
                        <a:off x="6824345" y="2113598"/>
                        <a:ext cx="838200" cy="304800"/>
                      </a:xfrm>
                      <a:prstGeom prst="rect">
                        <a:avLst/>
                      </a:prstGeom>
                      <a:noFill/>
                      <a:ln w="9525">
                        <a:noFill/>
                      </a:ln>
                    </p:spPr>
                  </p:pic>
                </p:oleObj>
              </mc:Fallback>
            </mc:AlternateContent>
          </a:graphicData>
        </a:graphic>
      </p:graphicFrame>
      <p:sp>
        <p:nvSpPr>
          <p:cNvPr id="24" name="TextBox 6"/>
          <p:cNvSpPr txBox="1">
            <a:spLocks noChangeArrowheads="1"/>
          </p:cNvSpPr>
          <p:nvPr/>
        </p:nvSpPr>
        <p:spPr bwMode="auto">
          <a:xfrm>
            <a:off x="7546975" y="2005013"/>
            <a:ext cx="12668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，使得</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25" name="Rectangle 11"/>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6" name="对象 8"/>
          <p:cNvGraphicFramePr>
            <a:graphicFrameLocks noChangeAspect="1"/>
          </p:cNvGraphicFramePr>
          <p:nvPr/>
        </p:nvGraphicFramePr>
        <p:xfrm>
          <a:off x="8813800" y="2069783"/>
          <a:ext cx="1339850" cy="387350"/>
        </p:xfrm>
        <a:graphic>
          <a:graphicData uri="http://schemas.openxmlformats.org/presentationml/2006/ole">
            <mc:AlternateContent xmlns:mc="http://schemas.openxmlformats.org/markup-compatibility/2006">
              <mc:Choice xmlns:v="urn:schemas-microsoft-com:vml" Requires="v">
                <p:oleObj spid="_x0000_s20930" name="Equation" r:id="rId15" imgW="32308800" imgH="9448800" progId="Equation.DSMT4">
                  <p:embed/>
                </p:oleObj>
              </mc:Choice>
              <mc:Fallback>
                <p:oleObj name="Equation" r:id="rId15" imgW="32308800" imgH="9448800" progId="Equation.DSMT4">
                  <p:embed/>
                  <p:pic>
                    <p:nvPicPr>
                      <p:cNvPr id="0" name="图片 20929"/>
                      <p:cNvPicPr>
                        <a:picLocks noChangeAspect="1"/>
                      </p:cNvPicPr>
                      <p:nvPr/>
                    </p:nvPicPr>
                    <p:blipFill>
                      <a:blip r:embed="rId16"/>
                      <a:stretch>
                        <a:fillRect/>
                      </a:stretch>
                    </p:blipFill>
                    <p:spPr>
                      <a:xfrm>
                        <a:off x="8813800" y="2069783"/>
                        <a:ext cx="1339850" cy="387350"/>
                      </a:xfrm>
                      <a:prstGeom prst="rect">
                        <a:avLst/>
                      </a:prstGeom>
                      <a:noFill/>
                      <a:ln w="9525">
                        <a:noFill/>
                      </a:ln>
                    </p:spPr>
                  </p:pic>
                </p:oleObj>
              </mc:Fallback>
            </mc:AlternateContent>
          </a:graphicData>
        </a:graphic>
      </p:graphicFrame>
      <p:sp>
        <p:nvSpPr>
          <p:cNvPr id="27" name="TextBox 9"/>
          <p:cNvSpPr txBox="1">
            <a:spLocks noChangeArrowheads="1"/>
          </p:cNvSpPr>
          <p:nvPr/>
        </p:nvSpPr>
        <p:spPr bwMode="auto">
          <a:xfrm>
            <a:off x="1854200" y="2619058"/>
            <a:ext cx="12795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这种由</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8" name="对象 10"/>
          <p:cNvGraphicFramePr>
            <a:graphicFrameLocks noChangeAspect="1"/>
          </p:cNvGraphicFramePr>
          <p:nvPr/>
        </p:nvGraphicFramePr>
        <p:xfrm>
          <a:off x="3133408" y="2686368"/>
          <a:ext cx="812800" cy="387350"/>
        </p:xfrm>
        <a:graphic>
          <a:graphicData uri="http://schemas.openxmlformats.org/presentationml/2006/ole">
            <mc:AlternateContent xmlns:mc="http://schemas.openxmlformats.org/markup-compatibility/2006">
              <mc:Choice xmlns:v="urn:schemas-microsoft-com:vml" Requires="v">
                <p:oleObj spid="_x0000_s20931" name="Equation" r:id="rId17" imgW="19507200" imgH="9448800" progId="Equation.DSMT4">
                  <p:embed/>
                </p:oleObj>
              </mc:Choice>
              <mc:Fallback>
                <p:oleObj name="Equation" r:id="rId17" imgW="19507200" imgH="9448800" progId="Equation.DSMT4">
                  <p:embed/>
                  <p:pic>
                    <p:nvPicPr>
                      <p:cNvPr id="0" name="图片 20930"/>
                      <p:cNvPicPr>
                        <a:picLocks noChangeAspect="1"/>
                      </p:cNvPicPr>
                      <p:nvPr/>
                    </p:nvPicPr>
                    <p:blipFill>
                      <a:blip r:embed="rId18"/>
                      <a:stretch>
                        <a:fillRect/>
                      </a:stretch>
                    </p:blipFill>
                    <p:spPr>
                      <a:xfrm>
                        <a:off x="3133408" y="2686368"/>
                        <a:ext cx="812800" cy="387350"/>
                      </a:xfrm>
                      <a:prstGeom prst="rect">
                        <a:avLst/>
                      </a:prstGeom>
                      <a:noFill/>
                      <a:ln w="9525">
                        <a:noFill/>
                      </a:ln>
                    </p:spPr>
                  </p:pic>
                </p:oleObj>
              </mc:Fallback>
            </mc:AlternateContent>
          </a:graphicData>
        </a:graphic>
      </p:graphicFrame>
      <p:sp>
        <p:nvSpPr>
          <p:cNvPr id="29" name="TextBox 11"/>
          <p:cNvSpPr txBox="1">
            <a:spLocks noChangeArrowheads="1"/>
          </p:cNvSpPr>
          <p:nvPr/>
        </p:nvSpPr>
        <p:spPr bwMode="auto">
          <a:xfrm>
            <a:off x="3946525" y="2620328"/>
            <a:ext cx="63166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Times New Roman" panose="02020603050405020304" pitchFamily="18" charset="0"/>
                <a:ea typeface="黑体" panose="02010609060101010101" charset="-122"/>
                <a:cs typeface="Times New Roman" panose="02020603050405020304" pitchFamily="18" charset="0"/>
              </a:rPr>
              <a:t>到</a:t>
            </a:r>
            <a:r>
              <a:rPr lang="en-US" altLang="zh-CN" sz="2800" b="1" i="1" dirty="0">
                <a:latin typeface="Times New Roman" panose="02020603050405020304" pitchFamily="18" charset="0"/>
                <a:ea typeface="黑体" panose="02010609060101010101" charset="-122"/>
                <a:cs typeface="Times New Roman" panose="02020603050405020304" pitchFamily="18" charset="0"/>
              </a:rPr>
              <a:t>D</a:t>
            </a:r>
            <a:r>
              <a:rPr lang="zh-CN" altLang="zh-CN" sz="2800" b="1" dirty="0">
                <a:latin typeface="Times New Roman" panose="02020603050405020304" pitchFamily="18" charset="0"/>
                <a:ea typeface="黑体" panose="02010609060101010101" charset="-122"/>
                <a:cs typeface="Times New Roman" panose="02020603050405020304" pitchFamily="18" charset="0"/>
              </a:rPr>
              <a:t>上的映射，称为函数</a:t>
            </a:r>
            <a:r>
              <a:rPr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f</a:t>
            </a:r>
            <a:r>
              <a:rPr lang="en-US" altLang="zh-CN" sz="2800" b="1" dirty="0">
                <a:latin typeface="Times New Roman" panose="02020603050405020304" pitchFamily="18" charset="0"/>
                <a:ea typeface="黑体" panose="02010609060101010101" charset="-122"/>
                <a:cs typeface="Times New Roman" panose="02020603050405020304" pitchFamily="18" charset="0"/>
              </a:rPr>
              <a:t>  </a:t>
            </a:r>
            <a:r>
              <a:rPr lang="zh-CN" altLang="zh-CN" sz="2800" b="1" dirty="0">
                <a:latin typeface="Times New Roman" panose="02020603050405020304" pitchFamily="18" charset="0"/>
                <a:ea typeface="黑体" panose="02010609060101010101" charset="-122"/>
                <a:cs typeface="Times New Roman" panose="02020603050405020304" pitchFamily="18" charset="0"/>
              </a:rPr>
              <a:t>的</a:t>
            </a:r>
            <a:r>
              <a:rPr lang="zh-CN" altLang="zh-CN"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反函数</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i="1" dirty="0">
              <a:latin typeface="Times New Roman" panose="02020603050405020304" pitchFamily="18" charset="0"/>
              <a:ea typeface="黑体" panose="02010609060101010101" charset="-122"/>
              <a:cs typeface="Times New Roman" panose="02020603050405020304" pitchFamily="18" charset="0"/>
            </a:endParaRPr>
          </a:p>
        </p:txBody>
      </p:sp>
      <p:sp>
        <p:nvSpPr>
          <p:cNvPr id="30" name="TextBox 12"/>
          <p:cNvSpPr txBox="1">
            <a:spLocks noChangeArrowheads="1"/>
          </p:cNvSpPr>
          <p:nvPr/>
        </p:nvSpPr>
        <p:spPr bwMode="auto">
          <a:xfrm>
            <a:off x="9829165" y="2619375"/>
            <a:ext cx="11874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Times New Roman" panose="02020603050405020304" pitchFamily="18" charset="0"/>
                <a:ea typeface="黑体" panose="02010609060101010101" charset="-122"/>
                <a:cs typeface="Times New Roman" panose="02020603050405020304" pitchFamily="18" charset="0"/>
              </a:rPr>
              <a:t>记</a:t>
            </a:r>
            <a:r>
              <a:rPr lang="zh-CN" altLang="zh-CN" sz="2800" b="1" dirty="0">
                <a:latin typeface="Times New Roman" panose="02020603050405020304" pitchFamily="18" charset="0"/>
                <a:ea typeface="黑体" panose="02010609060101010101" charset="-122"/>
                <a:cs typeface="Times New Roman" panose="02020603050405020304" pitchFamily="18" charset="0"/>
              </a:rPr>
              <a:t>为</a:t>
            </a:r>
            <a:r>
              <a:rPr lang="zh-CN" altLang="en-US"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i="1" dirty="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7" dur="500"/>
                                        <p:tgtEl>
                                          <p:spTgt spid="3">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12" dur="500"/>
                                        <p:tgtEl>
                                          <p:spTgt spid="3">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25" dur="500"/>
                                        <p:tgtEl>
                                          <p:spTgt spid="5">
                                            <p:txEl>
                                              <p:pRg st="4294967295" end="4294967295"/>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29" dur="500"/>
                                        <p:tgtEl>
                                          <p:spTgt spid="5">
                                            <p:txEl>
                                              <p:pRg st="4294967295" end="4294967295"/>
                                            </p:txEl>
                                          </p:spTgt>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wipe(left)">
                                      <p:cBhvr>
                                        <p:cTn id="33" dur="500"/>
                                        <p:tgtEl>
                                          <p:spTgt spid="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38" dur="500"/>
                                        <p:tgtEl>
                                          <p:spTgt spid="6">
                                            <p:txEl>
                                              <p:pRg st="4294967295" end="429496729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
                                            <p:txEl>
                                              <p:pRg st="4294967295" end="4294967295"/>
                                            </p:txEl>
                                          </p:spTgt>
                                        </p:tgtEl>
                                        <p:attrNameLst>
                                          <p:attrName>style.visibility</p:attrName>
                                        </p:attrNameLst>
                                      </p:cBhvr>
                                      <p:to>
                                        <p:strVal val="visible"/>
                                      </p:to>
                                    </p:set>
                                    <p:animEffect transition="in" filter="wipe(left)">
                                      <p:cBhvr>
                                        <p:cTn id="43" dur="500"/>
                                        <p:tgtEl>
                                          <p:spTgt spid="6">
                                            <p:txEl>
                                              <p:pRg st="4294967295" end="429496729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
                                            <p:txEl>
                                              <p:pRg st="0" end="0"/>
                                            </p:txEl>
                                          </p:spTgt>
                                        </p:tgtEl>
                                        <p:attrNameLst>
                                          <p:attrName>style.visibility</p:attrName>
                                        </p:attrNameLst>
                                      </p:cBhvr>
                                      <p:to>
                                        <p:strVal val="visible"/>
                                      </p:to>
                                    </p:set>
                                    <p:animEffect transition="in" filter="wipe(left)">
                                      <p:cBhvr>
                                        <p:cTn id="48" dur="500"/>
                                        <p:tgtEl>
                                          <p:spTgt spid="6">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7"/>
                                        </p:tgtEl>
                                        <p:attrNameLst>
                                          <p:attrName>style.visibility</p:attrName>
                                        </p:attrNameLst>
                                      </p:cBhvr>
                                      <p:to>
                                        <p:strVal val="visible"/>
                                      </p:to>
                                    </p:set>
                                    <p:animEffect transition="in" filter="wipe(left)">
                                      <p:cBhvr>
                                        <p:cTn id="89" dur="500"/>
                                        <p:tgtEl>
                                          <p:spTgt spid="7"/>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8"/>
                                        </p:tgtEl>
                                        <p:attrNameLst>
                                          <p:attrName>style.visibility</p:attrName>
                                        </p:attrNameLst>
                                      </p:cBhvr>
                                      <p:to>
                                        <p:strVal val="visible"/>
                                      </p:to>
                                    </p:set>
                                    <p:animEffect transition="in" filter="wipe(left)">
                                      <p:cBhvr>
                                        <p:cTn id="94" dur="500"/>
                                        <p:tgtEl>
                                          <p:spTgt spid="8"/>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9"/>
                                        </p:tgtEl>
                                        <p:attrNameLst>
                                          <p:attrName>style.visibility</p:attrName>
                                        </p:attrNameLst>
                                      </p:cBhvr>
                                      <p:to>
                                        <p:strVal val="visible"/>
                                      </p:to>
                                    </p:set>
                                    <p:animEffect transition="in" filter="wipe(left)">
                                      <p:cBhvr>
                                        <p:cTn id="99" dur="500"/>
                                        <p:tgtEl>
                                          <p:spTgt spid="9"/>
                                        </p:tgtEl>
                                      </p:cBhvr>
                                    </p:animEffect>
                                  </p:childTnLst>
                                </p:cTn>
                              </p:par>
                            </p:childTnLst>
                          </p:cTn>
                        </p:par>
                        <p:par>
                          <p:cTn id="100" fill="hold">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wipe(left)">
                                      <p:cBhvr>
                                        <p:cTn id="103" dur="500"/>
                                        <p:tgtEl>
                                          <p:spTgt spid="10"/>
                                        </p:tgtEl>
                                      </p:cBhvr>
                                    </p:animEffect>
                                  </p:childTnLst>
                                </p:cTn>
                              </p:par>
                            </p:childTnLst>
                          </p:cTn>
                        </p:par>
                        <p:par>
                          <p:cTn id="104" fill="hold">
                            <p:stCondLst>
                              <p:cond delay="1000"/>
                            </p:stCondLst>
                            <p:childTnLst>
                              <p:par>
                                <p:cTn id="105" presetID="22" presetClass="entr" presetSubtype="8" fill="hold" nodeType="afterEffect">
                                  <p:stCondLst>
                                    <p:cond delay="0"/>
                                  </p:stCondLst>
                                  <p:childTnLst>
                                    <p:set>
                                      <p:cBhvr>
                                        <p:cTn id="106" dur="1" fill="hold">
                                          <p:stCondLst>
                                            <p:cond delay="0"/>
                                          </p:stCondLst>
                                        </p:cTn>
                                        <p:tgtEl>
                                          <p:spTgt spid="11"/>
                                        </p:tgtEl>
                                        <p:attrNameLst>
                                          <p:attrName>style.visibility</p:attrName>
                                        </p:attrNameLst>
                                      </p:cBhvr>
                                      <p:to>
                                        <p:strVal val="visible"/>
                                      </p:to>
                                    </p:set>
                                    <p:animEffect transition="in" filter="wipe(left)">
                                      <p:cBhvr>
                                        <p:cTn id="107" dur="500"/>
                                        <p:tgtEl>
                                          <p:spTgt spid="1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12" dur="500"/>
                                        <p:tgtEl>
                                          <p:spTgt spid="18">
                                            <p:txEl>
                                              <p:pRg st="4294967295" end="4294967295"/>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17" dur="500"/>
                                        <p:tgtEl>
                                          <p:spTgt spid="18">
                                            <p:txEl>
                                              <p:pRg st="4294967295" end="4294967295"/>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8">
                                            <p:txEl>
                                              <p:pRg st="0" end="0"/>
                                            </p:txEl>
                                          </p:spTgt>
                                        </p:tgtEl>
                                        <p:attrNameLst>
                                          <p:attrName>style.visibility</p:attrName>
                                        </p:attrNameLst>
                                      </p:cBhvr>
                                      <p:to>
                                        <p:strVal val="visible"/>
                                      </p:to>
                                    </p:set>
                                    <p:animEffect transition="in" filter="wipe(left)">
                                      <p:cBhvr>
                                        <p:cTn id="122" dur="500"/>
                                        <p:tgtEl>
                                          <p:spTgt spid="18">
                                            <p:txEl>
                                              <p:pRg st="0" end="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wipe(left)">
                                      <p:cBhvr>
                                        <p:cTn id="127" dur="500"/>
                                        <p:tgtEl>
                                          <p:spTgt spid="15"/>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2">
                                            <p:txEl>
                                              <p:pRg st="0" end="0"/>
                                            </p:txEl>
                                          </p:spTgt>
                                        </p:tgtEl>
                                        <p:attrNameLst>
                                          <p:attrName>style.visibility</p:attrName>
                                        </p:attrNameLst>
                                      </p:cBhvr>
                                      <p:to>
                                        <p:strVal val="visible"/>
                                      </p:to>
                                    </p:set>
                                    <p:animEffect transition="in" filter="wipe(left)">
                                      <p:cBhvr>
                                        <p:cTn id="132" dur="500"/>
                                        <p:tgtEl>
                                          <p:spTgt spid="12">
                                            <p:txEl>
                                              <p:pRg st="0" end="0"/>
                                            </p:txEl>
                                          </p:spTgt>
                                        </p:tgtEl>
                                      </p:cBhvr>
                                    </p:animEffect>
                                  </p:childTnLst>
                                </p:cTn>
                              </p:par>
                            </p:childTnLst>
                          </p:cTn>
                        </p:par>
                        <p:par>
                          <p:cTn id="133" fill="hold">
                            <p:stCondLst>
                              <p:cond delay="500"/>
                            </p:stCondLst>
                            <p:childTnLst>
                              <p:par>
                                <p:cTn id="134" presetID="22" presetClass="entr" presetSubtype="8" fill="hold" nodeType="after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wipe(left)">
                                      <p:cBhvr>
                                        <p:cTn id="136" dur="500"/>
                                        <p:tgtEl>
                                          <p:spTgt spid="16"/>
                                        </p:tgtEl>
                                      </p:cBhvr>
                                    </p:animEffect>
                                  </p:childTnLst>
                                </p:cTn>
                              </p:par>
                            </p:childTnLst>
                          </p:cTn>
                        </p:par>
                        <p:par>
                          <p:cTn id="137" fill="hold">
                            <p:stCondLst>
                              <p:cond delay="1000"/>
                            </p:stCondLst>
                            <p:childTnLst>
                              <p:par>
                                <p:cTn id="138" presetID="22" presetClass="entr" presetSubtype="8" fill="hold" grpId="0" nodeType="afterEffect">
                                  <p:stCondLst>
                                    <p:cond delay="0"/>
                                  </p:stCondLst>
                                  <p:childTnLst>
                                    <p:set>
                                      <p:cBhvr>
                                        <p:cTn id="139" dur="1" fill="hold">
                                          <p:stCondLst>
                                            <p:cond delay="0"/>
                                          </p:stCondLst>
                                        </p:cTn>
                                        <p:tgtEl>
                                          <p:spTgt spid="17">
                                            <p:txEl>
                                              <p:pRg st="4294967295" end="4294967295"/>
                                            </p:txEl>
                                          </p:spTgt>
                                        </p:tgtEl>
                                        <p:attrNameLst>
                                          <p:attrName>style.visibility</p:attrName>
                                        </p:attrNameLst>
                                      </p:cBhvr>
                                      <p:to>
                                        <p:strVal val="visible"/>
                                      </p:to>
                                    </p:set>
                                    <p:animEffect transition="in" filter="wipe(left)">
                                      <p:cBhvr>
                                        <p:cTn id="140" dur="500"/>
                                        <p:tgtEl>
                                          <p:spTgt spid="17">
                                            <p:txEl>
                                              <p:pRg st="4294967295" end="4294967295"/>
                                            </p:txEl>
                                          </p:spTgt>
                                        </p:tgtEl>
                                      </p:cBhvr>
                                    </p:animEffect>
                                  </p:childTnLst>
                                </p:cTn>
                              </p:par>
                            </p:childTnLst>
                          </p:cTn>
                        </p:par>
                        <p:par>
                          <p:cTn id="141" fill="hold">
                            <p:stCondLst>
                              <p:cond delay="1500"/>
                            </p:stCondLst>
                            <p:childTnLst>
                              <p:par>
                                <p:cTn id="142" presetID="22" presetClass="entr" presetSubtype="8" fill="hold" grpId="0" nodeType="afterEffect">
                                  <p:stCondLst>
                                    <p:cond delay="0"/>
                                  </p:stCondLst>
                                  <p:childTnLst>
                                    <p:set>
                                      <p:cBhvr>
                                        <p:cTn id="143" dur="1" fill="hold">
                                          <p:stCondLst>
                                            <p:cond delay="0"/>
                                          </p:stCondLst>
                                        </p:cTn>
                                        <p:tgtEl>
                                          <p:spTgt spid="17">
                                            <p:txEl>
                                              <p:pRg st="4294967295" end="4294967295"/>
                                            </p:txEl>
                                          </p:spTgt>
                                        </p:tgtEl>
                                        <p:attrNameLst>
                                          <p:attrName>style.visibility</p:attrName>
                                        </p:attrNameLst>
                                      </p:cBhvr>
                                      <p:to>
                                        <p:strVal val="visible"/>
                                      </p:to>
                                    </p:set>
                                    <p:animEffect transition="in" filter="wipe(left)">
                                      <p:cBhvr>
                                        <p:cTn id="144" dur="500"/>
                                        <p:tgtEl>
                                          <p:spTgt spid="17">
                                            <p:txEl>
                                              <p:pRg st="4294967295" end="4294967295"/>
                                            </p:txEl>
                                          </p:spTgt>
                                        </p:tgtEl>
                                      </p:cBhvr>
                                    </p:animEffect>
                                  </p:childTnLst>
                                </p:cTn>
                              </p:par>
                            </p:childTnLst>
                          </p:cTn>
                        </p:par>
                        <p:par>
                          <p:cTn id="145" fill="hold">
                            <p:stCondLst>
                              <p:cond delay="2000"/>
                            </p:stCondLst>
                            <p:childTnLst>
                              <p:par>
                                <p:cTn id="146" presetID="22" presetClass="entr" presetSubtype="8" fill="hold" grpId="0" nodeType="afterEffect">
                                  <p:stCondLst>
                                    <p:cond delay="0"/>
                                  </p:stCondLst>
                                  <p:childTnLst>
                                    <p:set>
                                      <p:cBhvr>
                                        <p:cTn id="147" dur="1" fill="hold">
                                          <p:stCondLst>
                                            <p:cond delay="0"/>
                                          </p:stCondLst>
                                        </p:cTn>
                                        <p:tgtEl>
                                          <p:spTgt spid="17">
                                            <p:txEl>
                                              <p:pRg st="0" end="0"/>
                                            </p:txEl>
                                          </p:spTgt>
                                        </p:tgtEl>
                                        <p:attrNameLst>
                                          <p:attrName>style.visibility</p:attrName>
                                        </p:attrNameLst>
                                      </p:cBhvr>
                                      <p:to>
                                        <p:strVal val="visible"/>
                                      </p:to>
                                    </p:set>
                                    <p:animEffect transition="in" filter="wipe(left)">
                                      <p:cBhvr>
                                        <p:cTn id="148" dur="500"/>
                                        <p:tgtEl>
                                          <p:spTgt spid="17">
                                            <p:txEl>
                                              <p:pRg st="0" end="0"/>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13">
                                            <p:txEl>
                                              <p:pRg st="0" end="0"/>
                                            </p:txEl>
                                          </p:spTgt>
                                        </p:tgtEl>
                                        <p:attrNameLst>
                                          <p:attrName>style.visibility</p:attrName>
                                        </p:attrNameLst>
                                      </p:cBhvr>
                                      <p:to>
                                        <p:strVal val="visible"/>
                                      </p:to>
                                    </p:set>
                                    <p:animEffect transition="in" filter="wipe(left)">
                                      <p:cBhvr>
                                        <p:cTn id="153" dur="500"/>
                                        <p:tgtEl>
                                          <p:spTgt spid="13">
                                            <p:txEl>
                                              <p:pRg st="0" end="0"/>
                                            </p:txEl>
                                          </p:spTgt>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14">
                                            <p:txEl>
                                              <p:pRg st="0" end="0"/>
                                            </p:txEl>
                                          </p:spTgt>
                                        </p:tgtEl>
                                        <p:attrNameLst>
                                          <p:attrName>style.visibility</p:attrName>
                                        </p:attrNameLst>
                                      </p:cBhvr>
                                      <p:to>
                                        <p:strVal val="visible"/>
                                      </p:to>
                                    </p:set>
                                    <p:animEffect transition="in" filter="wipe(left)">
                                      <p:cBhvr>
                                        <p:cTn id="158"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P spid="5" grpId="0" advAuto="0" autoUpdateAnimBg="0" build="p"/>
      <p:bldP spid="6" grpId="0" autoUpdateAnimBg="0" build="p"/>
      <p:bldP spid="8" grpId="0" autoUpdateAnimBg="0"/>
      <p:bldP spid="10" grpId="0" autoUpdateAnimBg="0"/>
      <p:bldP spid="12" grpId="0" autoUpdateAnimBg="0" build="p"/>
      <p:bldP spid="13" grpId="0" autoUpdateAnimBg="0" build="p"/>
      <p:bldP spid="14" grpId="0" autoUpdateAnimBg="0" build="p"/>
      <p:bldP spid="15" grpId="0" autoUpdateAnimBg="0"/>
      <p:bldP spid="17" grpId="0" advAuto="0" autoUpdateAnimBg="0" build="p"/>
      <p:bldP spid="18" grpId="0" autoUpdateAnimBg="0" build="p"/>
      <p:bldP spid="22" grpId="0"/>
      <p:bldP spid="24" grpId="0"/>
      <p:bldP spid="27" grpId="0"/>
      <p:bldP spid="29"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726248" y="817880"/>
            <a:ext cx="18811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charset="-122"/>
                <a:cs typeface="Times New Roman" panose="02020603050405020304" pitchFamily="18" charset="0"/>
              </a:rPr>
              <a:t>2) </a:t>
            </a:r>
            <a:r>
              <a:rPr kumimoji="1" lang="zh-CN" altLang="en-US" sz="2800" b="1">
                <a:latin typeface="Times New Roman" panose="02020603050405020304" pitchFamily="18" charset="0"/>
                <a:ea typeface="黑体" panose="02010609060101010101" charset="-122"/>
                <a:cs typeface="Times New Roman" panose="02020603050405020304" pitchFamily="18" charset="0"/>
              </a:rPr>
              <a:t>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3043555" y="845026"/>
          <a:ext cx="1327150" cy="442595"/>
        </p:xfrm>
        <a:graphic>
          <a:graphicData uri="http://schemas.openxmlformats.org/presentationml/2006/ole">
            <mc:AlternateContent xmlns:mc="http://schemas.openxmlformats.org/markup-compatibility/2006">
              <mc:Choice xmlns:v="urn:schemas-microsoft-com:vml" Requires="v">
                <p:oleObj spid="_x0000_s21505" name="Equation" r:id="rId1" imgW="30784800" imgH="9448800" progId="Equation.DSMT4">
                  <p:embed/>
                </p:oleObj>
              </mc:Choice>
              <mc:Fallback>
                <p:oleObj name="Equation" r:id="rId1" imgW="30784800" imgH="9448800" progId="Equation.DSMT4">
                  <p:embed/>
                  <p:pic>
                    <p:nvPicPr>
                      <p:cNvPr id="0" name="图片 21504"/>
                      <p:cNvPicPr>
                        <a:picLocks noChangeAspect="1"/>
                      </p:cNvPicPr>
                      <p:nvPr/>
                    </p:nvPicPr>
                    <p:blipFill>
                      <a:blip r:embed="rId2">
                        <a:biLevel thresh="50000"/>
                        <a:grayscl/>
                      </a:blip>
                      <a:stretch>
                        <a:fillRect/>
                      </a:stretch>
                    </p:blipFill>
                    <p:spPr>
                      <a:xfrm>
                        <a:off x="3043555" y="845026"/>
                        <a:ext cx="1327150" cy="442595"/>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4327208" y="817880"/>
            <a:ext cx="2286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与其反函数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2149793" y="1484313"/>
          <a:ext cx="1571625" cy="508000"/>
        </p:xfrm>
        <a:graphic>
          <a:graphicData uri="http://schemas.openxmlformats.org/presentationml/2006/ole">
            <mc:AlternateContent xmlns:mc="http://schemas.openxmlformats.org/markup-compatibility/2006">
              <mc:Choice xmlns:v="urn:schemas-microsoft-com:vml" Requires="v">
                <p:oleObj spid="_x0000_s22039" name="Equation" r:id="rId3" imgW="36576000" imgH="10972800" progId="Equation.DSMT4">
                  <p:embed/>
                </p:oleObj>
              </mc:Choice>
              <mc:Fallback>
                <p:oleObj name="Equation" r:id="rId3" imgW="36576000" imgH="10972800" progId="Equation.DSMT4">
                  <p:embed/>
                  <p:pic>
                    <p:nvPicPr>
                      <p:cNvPr id="0" name="图片 22038"/>
                      <p:cNvPicPr>
                        <a:picLocks noChangeAspect="1"/>
                      </p:cNvPicPr>
                      <p:nvPr/>
                    </p:nvPicPr>
                    <p:blipFill>
                      <a:blip r:embed="rId4">
                        <a:biLevel thresh="50000"/>
                        <a:grayscl/>
                      </a:blip>
                      <a:stretch>
                        <a:fillRect/>
                      </a:stretch>
                    </p:blipFill>
                    <p:spPr>
                      <a:xfrm>
                        <a:off x="2149793" y="1484313"/>
                        <a:ext cx="1571625" cy="508000"/>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3716655" y="1503363"/>
            <a:ext cx="2971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的图形关于直线</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7" name="Object 7"/>
          <p:cNvGraphicFramePr>
            <a:graphicFrameLocks noChangeAspect="1"/>
          </p:cNvGraphicFramePr>
          <p:nvPr/>
        </p:nvGraphicFramePr>
        <p:xfrm>
          <a:off x="2149793" y="2238058"/>
          <a:ext cx="823912" cy="361950"/>
        </p:xfrm>
        <a:graphic>
          <a:graphicData uri="http://schemas.openxmlformats.org/presentationml/2006/ole">
            <mc:AlternateContent xmlns:mc="http://schemas.openxmlformats.org/markup-compatibility/2006">
              <mc:Choice xmlns:v="urn:schemas-microsoft-com:vml" Requires="v">
                <p:oleObj spid="_x0000_s22040" name="Equation" r:id="rId5" imgW="18592800" imgH="7315200" progId="Equation.DSMT4">
                  <p:embed/>
                </p:oleObj>
              </mc:Choice>
              <mc:Fallback>
                <p:oleObj name="Equation" r:id="rId5" imgW="18592800" imgH="7315200" progId="Equation.DSMT4">
                  <p:embed/>
                  <p:pic>
                    <p:nvPicPr>
                      <p:cNvPr id="0" name="图片 22039"/>
                      <p:cNvPicPr>
                        <a:picLocks noChangeAspect="1"/>
                      </p:cNvPicPr>
                      <p:nvPr/>
                    </p:nvPicPr>
                    <p:blipFill>
                      <a:blip r:embed="rId6">
                        <a:biLevel thresh="50000"/>
                        <a:grayscl/>
                      </a:blip>
                      <a:stretch>
                        <a:fillRect/>
                      </a:stretch>
                    </p:blipFill>
                    <p:spPr>
                      <a:xfrm>
                        <a:off x="2149793" y="2238058"/>
                        <a:ext cx="823912" cy="361950"/>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3035935" y="2112328"/>
            <a:ext cx="10756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对称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9" name="Text Box 9"/>
          <p:cNvSpPr txBox="1">
            <a:spLocks noChangeArrowheads="1"/>
          </p:cNvSpPr>
          <p:nvPr/>
        </p:nvSpPr>
        <p:spPr bwMode="auto">
          <a:xfrm>
            <a:off x="1684655" y="3303905"/>
            <a:ext cx="1219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例如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4133850" y="3944938"/>
          <a:ext cx="3071813" cy="508000"/>
        </p:xfrm>
        <a:graphic>
          <a:graphicData uri="http://schemas.openxmlformats.org/presentationml/2006/ole">
            <mc:AlternateContent xmlns:mc="http://schemas.openxmlformats.org/markup-compatibility/2006">
              <mc:Choice xmlns:v="urn:schemas-microsoft-com:vml" Requires="v">
                <p:oleObj spid="_x0000_s22041" name="Equation" r:id="rId7" imgW="72542400" imgH="10972800" progId="Equation.DSMT4">
                  <p:embed/>
                </p:oleObj>
              </mc:Choice>
              <mc:Fallback>
                <p:oleObj name="Equation" r:id="rId7" imgW="72542400" imgH="10972800" progId="Equation.DSMT4">
                  <p:embed/>
                  <p:pic>
                    <p:nvPicPr>
                      <p:cNvPr id="0" name="图片 22040"/>
                      <p:cNvPicPr>
                        <a:picLocks noChangeAspect="1"/>
                      </p:cNvPicPr>
                      <p:nvPr/>
                    </p:nvPicPr>
                    <p:blipFill>
                      <a:blip r:embed="rId8"/>
                      <a:stretch>
                        <a:fillRect/>
                      </a:stretch>
                    </p:blipFill>
                    <p:spPr>
                      <a:xfrm>
                        <a:off x="4133850" y="3944938"/>
                        <a:ext cx="3071813" cy="508000"/>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2438400" y="4529138"/>
            <a:ext cx="1752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对数函数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4111625" y="4624388"/>
          <a:ext cx="3181350" cy="442912"/>
        </p:xfrm>
        <a:graphic>
          <a:graphicData uri="http://schemas.openxmlformats.org/presentationml/2006/ole">
            <mc:AlternateContent xmlns:mc="http://schemas.openxmlformats.org/markup-compatibility/2006">
              <mc:Choice xmlns:v="urn:schemas-microsoft-com:vml" Requires="v">
                <p:oleObj spid="_x0000_s22042" name="Equation" r:id="rId9" imgW="75285600" imgH="9448800" progId="Equation.DSMT4">
                  <p:embed/>
                </p:oleObj>
              </mc:Choice>
              <mc:Fallback>
                <p:oleObj name="Equation" r:id="rId9" imgW="75285600" imgH="9448800" progId="Equation.DSMT4">
                  <p:embed/>
                  <p:pic>
                    <p:nvPicPr>
                      <p:cNvPr id="0" name="图片 22041"/>
                      <p:cNvPicPr>
                        <a:picLocks noChangeAspect="1"/>
                      </p:cNvPicPr>
                      <p:nvPr/>
                    </p:nvPicPr>
                    <p:blipFill>
                      <a:blip r:embed="rId10">
                        <a:biLevel thresh="50000"/>
                        <a:grayscl/>
                      </a:blip>
                      <a:stretch>
                        <a:fillRect/>
                      </a:stretch>
                    </p:blipFill>
                    <p:spPr>
                      <a:xfrm>
                        <a:off x="4111625" y="4624388"/>
                        <a:ext cx="3181350" cy="442912"/>
                      </a:xfrm>
                      <a:prstGeom prst="rect">
                        <a:avLst/>
                      </a:prstGeom>
                      <a:noFill/>
                      <a:ln w="9525">
                        <a:noFill/>
                      </a:ln>
                    </p:spPr>
                  </p:pic>
                </p:oleObj>
              </mc:Fallback>
            </mc:AlternateContent>
          </a:graphicData>
        </a:graphic>
      </p:graphicFrame>
      <p:sp>
        <p:nvSpPr>
          <p:cNvPr id="13" name="Text Box 13"/>
          <p:cNvSpPr txBox="1">
            <a:spLocks noChangeArrowheads="1"/>
          </p:cNvSpPr>
          <p:nvPr/>
        </p:nvSpPr>
        <p:spPr bwMode="auto">
          <a:xfrm>
            <a:off x="7696200" y="4238625"/>
            <a:ext cx="21482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互为反函数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14" name="Text Box 14"/>
          <p:cNvSpPr txBox="1">
            <a:spLocks noChangeArrowheads="1"/>
          </p:cNvSpPr>
          <p:nvPr/>
        </p:nvSpPr>
        <p:spPr bwMode="auto">
          <a:xfrm>
            <a:off x="1684338" y="5214938"/>
            <a:ext cx="27743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它们都单调递增</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grpSp>
        <p:nvGrpSpPr>
          <p:cNvPr id="15" name="Group 15"/>
          <p:cNvGrpSpPr/>
          <p:nvPr/>
        </p:nvGrpSpPr>
        <p:grpSpPr bwMode="auto">
          <a:xfrm>
            <a:off x="4370388" y="5200667"/>
            <a:ext cx="4624387" cy="536576"/>
            <a:chOff x="1872" y="3792"/>
            <a:chExt cx="2913" cy="338"/>
          </a:xfrm>
        </p:grpSpPr>
        <p:sp>
          <p:nvSpPr>
            <p:cNvPr id="16" name="Text Box 16"/>
            <p:cNvSpPr txBox="1">
              <a:spLocks noChangeArrowheads="1"/>
            </p:cNvSpPr>
            <p:nvPr/>
          </p:nvSpPr>
          <p:spPr bwMode="auto">
            <a:xfrm>
              <a:off x="1872" y="3792"/>
              <a:ext cx="1692"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其图形关于直线</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7" name="Object 17"/>
            <p:cNvGraphicFramePr>
              <a:graphicFrameLocks noChangeAspect="1"/>
            </p:cNvGraphicFramePr>
            <p:nvPr/>
          </p:nvGraphicFramePr>
          <p:xfrm>
            <a:off x="3587" y="3870"/>
            <a:ext cx="488" cy="192"/>
          </p:xfrm>
          <a:graphic>
            <a:graphicData uri="http://schemas.openxmlformats.org/presentationml/2006/ole">
              <mc:AlternateContent xmlns:mc="http://schemas.openxmlformats.org/markup-compatibility/2006">
                <mc:Choice xmlns:v="urn:schemas-microsoft-com:vml" Requires="v">
                  <p:oleObj spid="_x0000_s22043" name="Equation" r:id="rId11" imgW="18592800" imgH="7315200" progId="Equation.DSMT4">
                    <p:embed/>
                  </p:oleObj>
                </mc:Choice>
                <mc:Fallback>
                  <p:oleObj name="Equation" r:id="rId11" imgW="18592800" imgH="7315200" progId="Equation.DSMT4">
                    <p:embed/>
                    <p:pic>
                      <p:nvPicPr>
                        <p:cNvPr id="0" name="图片 22042"/>
                        <p:cNvPicPr>
                          <a:picLocks noChangeAspect="1"/>
                        </p:cNvPicPr>
                        <p:nvPr/>
                      </p:nvPicPr>
                      <p:blipFill>
                        <a:blip r:embed="rId12">
                          <a:biLevel thresh="50000"/>
                          <a:grayscl/>
                        </a:blip>
                        <a:stretch>
                          <a:fillRect/>
                        </a:stretch>
                      </p:blipFill>
                      <p:spPr>
                        <a:xfrm>
                          <a:off x="3587" y="3870"/>
                          <a:ext cx="488" cy="192"/>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4107" y="3801"/>
              <a:ext cx="678"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对称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grpSp>
      <p:sp>
        <p:nvSpPr>
          <p:cNvPr id="19" name="Line 19"/>
          <p:cNvSpPr>
            <a:spLocks noChangeShapeType="1"/>
          </p:cNvSpPr>
          <p:nvPr/>
        </p:nvSpPr>
        <p:spPr bwMode="auto">
          <a:xfrm flipV="1">
            <a:off x="7319963" y="1320800"/>
            <a:ext cx="2103437" cy="21034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0" name="Object 20"/>
          <p:cNvGraphicFramePr>
            <a:graphicFrameLocks noChangeAspect="1"/>
          </p:cNvGraphicFramePr>
          <p:nvPr/>
        </p:nvGraphicFramePr>
        <p:xfrm>
          <a:off x="8929688" y="1943100"/>
          <a:ext cx="1012825" cy="444500"/>
        </p:xfrm>
        <a:graphic>
          <a:graphicData uri="http://schemas.openxmlformats.org/presentationml/2006/ole">
            <mc:AlternateContent xmlns:mc="http://schemas.openxmlformats.org/markup-compatibility/2006">
              <mc:Choice xmlns:v="urn:schemas-microsoft-com:vml" Requires="v">
                <p:oleObj spid="_x0000_s22044" name="Equation" r:id="rId13" imgW="14020800" imgH="4876800" progId="Equation.DSMT4">
                  <p:embed/>
                </p:oleObj>
              </mc:Choice>
              <mc:Fallback>
                <p:oleObj name="Equation" r:id="rId13" imgW="14020800" imgH="4876800" progId="Equation.DSMT4">
                  <p:embed/>
                  <p:pic>
                    <p:nvPicPr>
                      <p:cNvPr id="0" name="图片 22043"/>
                      <p:cNvPicPr>
                        <a:picLocks noChangeAspect="1"/>
                      </p:cNvPicPr>
                      <p:nvPr/>
                    </p:nvPicPr>
                    <p:blipFill>
                      <a:blip r:embed="rId14"/>
                      <a:stretch>
                        <a:fillRect/>
                      </a:stretch>
                    </p:blipFill>
                    <p:spPr>
                      <a:xfrm>
                        <a:off x="8929688" y="1943100"/>
                        <a:ext cx="1012825" cy="444500"/>
                      </a:xfrm>
                      <a:prstGeom prst="rect">
                        <a:avLst/>
                      </a:prstGeom>
                      <a:noFill/>
                      <a:ln w="9525">
                        <a:noFill/>
                      </a:ln>
                    </p:spPr>
                  </p:pic>
                </p:oleObj>
              </mc:Fallback>
            </mc:AlternateContent>
          </a:graphicData>
        </a:graphic>
      </p:graphicFrame>
      <p:graphicFrame>
        <p:nvGraphicFramePr>
          <p:cNvPr id="21" name="Object 21"/>
          <p:cNvGraphicFramePr>
            <a:graphicFrameLocks noChangeAspect="1"/>
          </p:cNvGraphicFramePr>
          <p:nvPr/>
        </p:nvGraphicFramePr>
        <p:xfrm>
          <a:off x="7795299" y="754926"/>
          <a:ext cx="1523880" cy="457200"/>
        </p:xfrm>
        <a:graphic>
          <a:graphicData uri="http://schemas.openxmlformats.org/presentationml/2006/ole">
            <mc:AlternateContent xmlns:mc="http://schemas.openxmlformats.org/markup-compatibility/2006">
              <mc:Choice xmlns:v="urn:schemas-microsoft-com:vml" Requires="v">
                <p:oleObj spid="_x0000_s22045" name="Equation" r:id="rId15" imgW="36576000" imgH="10972800" progId="Equation.DSMT4">
                  <p:embed/>
                </p:oleObj>
              </mc:Choice>
              <mc:Fallback>
                <p:oleObj name="Equation" r:id="rId15" imgW="36576000" imgH="10972800" progId="Equation.DSMT4">
                  <p:embed/>
                  <p:pic>
                    <p:nvPicPr>
                      <p:cNvPr id="0" name="图片 22044"/>
                      <p:cNvPicPr>
                        <a:picLocks noChangeAspect="1"/>
                      </p:cNvPicPr>
                      <p:nvPr/>
                    </p:nvPicPr>
                    <p:blipFill>
                      <a:blip r:embed="rId16">
                        <a:biLevel thresh="50000"/>
                        <a:grayscl/>
                      </a:blip>
                      <a:stretch>
                        <a:fillRect/>
                      </a:stretch>
                    </p:blipFill>
                    <p:spPr>
                      <a:xfrm>
                        <a:off x="7795299" y="754926"/>
                        <a:ext cx="1523880" cy="457200"/>
                      </a:xfrm>
                      <a:prstGeom prst="rect">
                        <a:avLst/>
                      </a:prstGeom>
                      <a:noFill/>
                      <a:ln w="9525">
                        <a:noFill/>
                      </a:ln>
                    </p:spPr>
                  </p:pic>
                </p:oleObj>
              </mc:Fallback>
            </mc:AlternateContent>
          </a:graphicData>
        </a:graphic>
      </p:graphicFrame>
      <p:graphicFrame>
        <p:nvGraphicFramePr>
          <p:cNvPr id="22" name="Object 22"/>
          <p:cNvGraphicFramePr>
            <a:graphicFrameLocks noChangeAspect="1"/>
          </p:cNvGraphicFramePr>
          <p:nvPr/>
        </p:nvGraphicFramePr>
        <p:xfrm>
          <a:off x="8688388" y="1225550"/>
          <a:ext cx="774360" cy="304560"/>
        </p:xfrm>
        <a:graphic>
          <a:graphicData uri="http://schemas.openxmlformats.org/presentationml/2006/ole">
            <mc:AlternateContent xmlns:mc="http://schemas.openxmlformats.org/markup-compatibility/2006">
              <mc:Choice xmlns:v="urn:schemas-microsoft-com:vml" Requires="v">
                <p:oleObj spid="_x0000_s22046" name="Equation" r:id="rId17" imgW="18592800" imgH="7315200" progId="Equation.DSMT4">
                  <p:embed/>
                </p:oleObj>
              </mc:Choice>
              <mc:Fallback>
                <p:oleObj name="Equation" r:id="rId17" imgW="18592800" imgH="7315200" progId="Equation.DSMT4">
                  <p:embed/>
                  <p:pic>
                    <p:nvPicPr>
                      <p:cNvPr id="0" name="图片 22045"/>
                      <p:cNvPicPr>
                        <a:picLocks noChangeAspect="1"/>
                      </p:cNvPicPr>
                      <p:nvPr/>
                    </p:nvPicPr>
                    <p:blipFill>
                      <a:blip r:embed="rId18"/>
                      <a:stretch>
                        <a:fillRect/>
                      </a:stretch>
                    </p:blipFill>
                    <p:spPr>
                      <a:xfrm>
                        <a:off x="8688388" y="1225550"/>
                        <a:ext cx="774360" cy="304560"/>
                      </a:xfrm>
                      <a:prstGeom prst="rect">
                        <a:avLst/>
                      </a:prstGeom>
                      <a:noFill/>
                      <a:ln w="9525">
                        <a:noFill/>
                      </a:ln>
                    </p:spPr>
                  </p:pic>
                </p:oleObj>
              </mc:Fallback>
            </mc:AlternateContent>
          </a:graphicData>
        </a:graphic>
      </p:graphicFrame>
      <p:sp>
        <p:nvSpPr>
          <p:cNvPr id="23" name="Line 23"/>
          <p:cNvSpPr>
            <a:spLocks noChangeShapeType="1"/>
          </p:cNvSpPr>
          <p:nvPr/>
        </p:nvSpPr>
        <p:spPr bwMode="auto">
          <a:xfrm>
            <a:off x="8054975" y="2112963"/>
            <a:ext cx="603250" cy="60483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4" name="Freeform 24"/>
          <p:cNvSpPr/>
          <p:nvPr/>
        </p:nvSpPr>
        <p:spPr bwMode="auto">
          <a:xfrm rot="18900000">
            <a:off x="8297863" y="2235200"/>
            <a:ext cx="122237" cy="120650"/>
          </a:xfrm>
          <a:custGeom>
            <a:avLst/>
            <a:gdLst>
              <a:gd name="T0" fmla="*/ 0 w 336"/>
              <a:gd name="T1" fmla="*/ 0 h 288"/>
              <a:gd name="T2" fmla="*/ 2147483647 w 336"/>
              <a:gd name="T3" fmla="*/ 0 h 288"/>
              <a:gd name="T4" fmla="*/ 2147483647 w 336"/>
              <a:gd name="T5" fmla="*/ 2147483647 h 288"/>
              <a:gd name="T6" fmla="*/ 0 60000 65536"/>
              <a:gd name="T7" fmla="*/ 0 60000 65536"/>
              <a:gd name="T8" fmla="*/ 0 60000 65536"/>
            </a:gdLst>
            <a:ahLst/>
            <a:cxnLst>
              <a:cxn ang="T6">
                <a:pos x="T0" y="T1"/>
              </a:cxn>
              <a:cxn ang="T7">
                <a:pos x="T2" y="T3"/>
              </a:cxn>
              <a:cxn ang="T8">
                <a:pos x="T4" y="T5"/>
              </a:cxn>
            </a:cxnLst>
            <a:rect l="0" t="0" r="r" b="b"/>
            <a:pathLst>
              <a:path w="336" h="288">
                <a:moveTo>
                  <a:pt x="0" y="0"/>
                </a:moveTo>
                <a:lnTo>
                  <a:pt x="336" y="0"/>
                </a:lnTo>
                <a:lnTo>
                  <a:pt x="336" y="288"/>
                </a:ln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nvGrpSpPr>
          <p:cNvPr id="25" name="Group 25"/>
          <p:cNvGrpSpPr/>
          <p:nvPr/>
        </p:nvGrpSpPr>
        <p:grpSpPr bwMode="auto">
          <a:xfrm>
            <a:off x="6959548" y="1742993"/>
            <a:ext cx="1117600" cy="433612"/>
            <a:chOff x="3218" y="1602"/>
            <a:chExt cx="880" cy="342"/>
          </a:xfrm>
        </p:grpSpPr>
        <p:graphicFrame>
          <p:nvGraphicFramePr>
            <p:cNvPr id="26" name="Object 26"/>
            <p:cNvGraphicFramePr>
              <a:graphicFrameLocks noChangeAspect="1"/>
            </p:cNvGraphicFramePr>
            <p:nvPr/>
          </p:nvGraphicFramePr>
          <p:xfrm>
            <a:off x="3218" y="1602"/>
            <a:ext cx="800" cy="310"/>
          </p:xfrm>
          <a:graphic>
            <a:graphicData uri="http://schemas.openxmlformats.org/presentationml/2006/ole">
              <mc:AlternateContent xmlns:mc="http://schemas.openxmlformats.org/markup-compatibility/2006">
                <mc:Choice xmlns:v="urn:schemas-microsoft-com:vml" Requires="v">
                  <p:oleObj spid="_x0000_s22047" name="Equation" r:id="rId19" imgW="24384000" imgH="9448800" progId="Equation.DSMT4">
                    <p:embed/>
                  </p:oleObj>
                </mc:Choice>
                <mc:Fallback>
                  <p:oleObj name="Equation" r:id="rId19" imgW="24384000" imgH="9448800" progId="Equation.DSMT4">
                    <p:embed/>
                    <p:pic>
                      <p:nvPicPr>
                        <p:cNvPr id="0" name="图片 22046"/>
                        <p:cNvPicPr>
                          <a:picLocks noChangeAspect="1"/>
                        </p:cNvPicPr>
                        <p:nvPr/>
                      </p:nvPicPr>
                      <p:blipFill>
                        <a:blip r:embed="rId20"/>
                        <a:stretch>
                          <a:fillRect/>
                        </a:stretch>
                      </p:blipFill>
                      <p:spPr>
                        <a:xfrm>
                          <a:off x="3218" y="1602"/>
                          <a:ext cx="800" cy="310"/>
                        </a:xfrm>
                        <a:prstGeom prst="rect">
                          <a:avLst/>
                        </a:prstGeom>
                        <a:noFill/>
                        <a:ln w="9525">
                          <a:noFill/>
                        </a:ln>
                      </p:spPr>
                    </p:pic>
                  </p:oleObj>
                </mc:Fallback>
              </mc:AlternateContent>
            </a:graphicData>
          </a:graphic>
        </p:graphicFrame>
        <p:sp>
          <p:nvSpPr>
            <p:cNvPr id="27" name="Oval 27"/>
            <p:cNvSpPr>
              <a:spLocks noChangeArrowheads="1"/>
            </p:cNvSpPr>
            <p:nvPr/>
          </p:nvSpPr>
          <p:spPr bwMode="auto">
            <a:xfrm>
              <a:off x="4053" y="1899"/>
              <a:ext cx="45" cy="4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28" name="Group 28"/>
          <p:cNvGrpSpPr/>
          <p:nvPr/>
        </p:nvGrpSpPr>
        <p:grpSpPr bwMode="auto">
          <a:xfrm>
            <a:off x="8115300" y="2235200"/>
            <a:ext cx="427038" cy="365125"/>
            <a:chOff x="4128" y="1968"/>
            <a:chExt cx="336" cy="288"/>
          </a:xfrm>
        </p:grpSpPr>
        <p:sp>
          <p:nvSpPr>
            <p:cNvPr id="29" name="Line 29"/>
            <p:cNvSpPr>
              <a:spLocks noChangeShapeType="1"/>
            </p:cNvSpPr>
            <p:nvPr/>
          </p:nvSpPr>
          <p:spPr bwMode="auto">
            <a:xfrm flipH="1">
              <a:off x="4128" y="1968"/>
              <a:ext cx="96" cy="48"/>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0" name="Line 30"/>
            <p:cNvSpPr>
              <a:spLocks noChangeShapeType="1"/>
            </p:cNvSpPr>
            <p:nvPr/>
          </p:nvSpPr>
          <p:spPr bwMode="auto">
            <a:xfrm flipH="1">
              <a:off x="4368" y="2208"/>
              <a:ext cx="96" cy="48"/>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31" name="Group 31"/>
          <p:cNvGrpSpPr/>
          <p:nvPr/>
        </p:nvGrpSpPr>
        <p:grpSpPr bwMode="auto">
          <a:xfrm>
            <a:off x="7248525" y="1263650"/>
            <a:ext cx="1225550" cy="1438275"/>
            <a:chOff x="3446" y="1251"/>
            <a:chExt cx="964" cy="1133"/>
          </a:xfrm>
        </p:grpSpPr>
        <p:sp>
          <p:nvSpPr>
            <p:cNvPr id="32" name="Freeform 32"/>
            <p:cNvSpPr/>
            <p:nvPr/>
          </p:nvSpPr>
          <p:spPr bwMode="auto">
            <a:xfrm>
              <a:off x="3912" y="1333"/>
              <a:ext cx="467" cy="774"/>
            </a:xfrm>
            <a:custGeom>
              <a:avLst/>
              <a:gdLst>
                <a:gd name="T0" fmla="*/ 6 w 444"/>
                <a:gd name="T1" fmla="*/ 928 h 738"/>
                <a:gd name="T2" fmla="*/ 23 w 444"/>
                <a:gd name="T3" fmla="*/ 915 h 738"/>
                <a:gd name="T4" fmla="*/ 29 w 444"/>
                <a:gd name="T5" fmla="*/ 906 h 738"/>
                <a:gd name="T6" fmla="*/ 46 w 444"/>
                <a:gd name="T7" fmla="*/ 891 h 738"/>
                <a:gd name="T8" fmla="*/ 53 w 444"/>
                <a:gd name="T9" fmla="*/ 883 h 738"/>
                <a:gd name="T10" fmla="*/ 69 w 444"/>
                <a:gd name="T11" fmla="*/ 867 h 738"/>
                <a:gd name="T12" fmla="*/ 77 w 444"/>
                <a:gd name="T13" fmla="*/ 860 h 738"/>
                <a:gd name="T14" fmla="*/ 93 w 444"/>
                <a:gd name="T15" fmla="*/ 844 h 738"/>
                <a:gd name="T16" fmla="*/ 100 w 444"/>
                <a:gd name="T17" fmla="*/ 830 h 738"/>
                <a:gd name="T18" fmla="*/ 108 w 444"/>
                <a:gd name="T19" fmla="*/ 822 h 738"/>
                <a:gd name="T20" fmla="*/ 123 w 444"/>
                <a:gd name="T21" fmla="*/ 808 h 738"/>
                <a:gd name="T22" fmla="*/ 131 w 444"/>
                <a:gd name="T23" fmla="*/ 791 h 738"/>
                <a:gd name="T24" fmla="*/ 147 w 444"/>
                <a:gd name="T25" fmla="*/ 776 h 738"/>
                <a:gd name="T26" fmla="*/ 155 w 444"/>
                <a:gd name="T27" fmla="*/ 770 h 738"/>
                <a:gd name="T28" fmla="*/ 170 w 444"/>
                <a:gd name="T29" fmla="*/ 753 h 738"/>
                <a:gd name="T30" fmla="*/ 178 w 444"/>
                <a:gd name="T31" fmla="*/ 738 h 738"/>
                <a:gd name="T32" fmla="*/ 194 w 444"/>
                <a:gd name="T33" fmla="*/ 724 h 738"/>
                <a:gd name="T34" fmla="*/ 200 w 444"/>
                <a:gd name="T35" fmla="*/ 708 h 738"/>
                <a:gd name="T36" fmla="*/ 217 w 444"/>
                <a:gd name="T37" fmla="*/ 693 h 738"/>
                <a:gd name="T38" fmla="*/ 223 w 444"/>
                <a:gd name="T39" fmla="*/ 678 h 738"/>
                <a:gd name="T40" fmla="*/ 231 w 444"/>
                <a:gd name="T41" fmla="*/ 662 h 738"/>
                <a:gd name="T42" fmla="*/ 247 w 444"/>
                <a:gd name="T43" fmla="*/ 647 h 738"/>
                <a:gd name="T44" fmla="*/ 255 w 444"/>
                <a:gd name="T45" fmla="*/ 631 h 738"/>
                <a:gd name="T46" fmla="*/ 270 w 444"/>
                <a:gd name="T47" fmla="*/ 609 h 738"/>
                <a:gd name="T48" fmla="*/ 278 w 444"/>
                <a:gd name="T49" fmla="*/ 594 h 738"/>
                <a:gd name="T50" fmla="*/ 293 w 444"/>
                <a:gd name="T51" fmla="*/ 578 h 738"/>
                <a:gd name="T52" fmla="*/ 301 w 444"/>
                <a:gd name="T53" fmla="*/ 555 h 738"/>
                <a:gd name="T54" fmla="*/ 317 w 444"/>
                <a:gd name="T55" fmla="*/ 541 h 738"/>
                <a:gd name="T56" fmla="*/ 324 w 444"/>
                <a:gd name="T57" fmla="*/ 524 h 738"/>
                <a:gd name="T58" fmla="*/ 340 w 444"/>
                <a:gd name="T59" fmla="*/ 501 h 738"/>
                <a:gd name="T60" fmla="*/ 347 w 444"/>
                <a:gd name="T61" fmla="*/ 489 h 738"/>
                <a:gd name="T62" fmla="*/ 356 w 444"/>
                <a:gd name="T63" fmla="*/ 466 h 738"/>
                <a:gd name="T64" fmla="*/ 371 w 444"/>
                <a:gd name="T65" fmla="*/ 443 h 738"/>
                <a:gd name="T66" fmla="*/ 379 w 444"/>
                <a:gd name="T67" fmla="*/ 426 h 738"/>
                <a:gd name="T68" fmla="*/ 394 w 444"/>
                <a:gd name="T69" fmla="*/ 404 h 738"/>
                <a:gd name="T70" fmla="*/ 402 w 444"/>
                <a:gd name="T71" fmla="*/ 381 h 738"/>
                <a:gd name="T72" fmla="*/ 419 w 444"/>
                <a:gd name="T73" fmla="*/ 358 h 738"/>
                <a:gd name="T74" fmla="*/ 425 w 444"/>
                <a:gd name="T75" fmla="*/ 336 h 738"/>
                <a:gd name="T76" fmla="*/ 442 w 444"/>
                <a:gd name="T77" fmla="*/ 313 h 738"/>
                <a:gd name="T78" fmla="*/ 448 w 444"/>
                <a:gd name="T79" fmla="*/ 289 h 738"/>
                <a:gd name="T80" fmla="*/ 465 w 444"/>
                <a:gd name="T81" fmla="*/ 266 h 738"/>
                <a:gd name="T82" fmla="*/ 471 w 444"/>
                <a:gd name="T83" fmla="*/ 243 h 738"/>
                <a:gd name="T84" fmla="*/ 478 w 444"/>
                <a:gd name="T85" fmla="*/ 220 h 738"/>
                <a:gd name="T86" fmla="*/ 494 w 444"/>
                <a:gd name="T87" fmla="*/ 190 h 738"/>
                <a:gd name="T88" fmla="*/ 501 w 444"/>
                <a:gd name="T89" fmla="*/ 167 h 738"/>
                <a:gd name="T90" fmla="*/ 517 w 444"/>
                <a:gd name="T91" fmla="*/ 145 h 738"/>
                <a:gd name="T92" fmla="*/ 525 w 444"/>
                <a:gd name="T93" fmla="*/ 114 h 738"/>
                <a:gd name="T94" fmla="*/ 541 w 444"/>
                <a:gd name="T95" fmla="*/ 92 h 738"/>
                <a:gd name="T96" fmla="*/ 548 w 444"/>
                <a:gd name="T97" fmla="*/ 61 h 738"/>
                <a:gd name="T98" fmla="*/ 564 w 444"/>
                <a:gd name="T99" fmla="*/ 29 h 738"/>
                <a:gd name="T100" fmla="*/ 571 w 444"/>
                <a:gd name="T101" fmla="*/ 0 h 7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44" h="738">
                  <a:moveTo>
                    <a:pt x="0" y="738"/>
                  </a:moveTo>
                  <a:lnTo>
                    <a:pt x="0" y="732"/>
                  </a:lnTo>
                  <a:lnTo>
                    <a:pt x="6" y="732"/>
                  </a:lnTo>
                  <a:lnTo>
                    <a:pt x="12" y="726"/>
                  </a:lnTo>
                  <a:lnTo>
                    <a:pt x="18" y="720"/>
                  </a:lnTo>
                  <a:lnTo>
                    <a:pt x="24" y="714"/>
                  </a:lnTo>
                  <a:lnTo>
                    <a:pt x="30" y="708"/>
                  </a:lnTo>
                  <a:lnTo>
                    <a:pt x="30" y="702"/>
                  </a:lnTo>
                  <a:lnTo>
                    <a:pt x="36" y="702"/>
                  </a:lnTo>
                  <a:lnTo>
                    <a:pt x="42" y="696"/>
                  </a:lnTo>
                  <a:lnTo>
                    <a:pt x="42" y="690"/>
                  </a:lnTo>
                  <a:lnTo>
                    <a:pt x="48" y="690"/>
                  </a:lnTo>
                  <a:lnTo>
                    <a:pt x="48" y="684"/>
                  </a:lnTo>
                  <a:lnTo>
                    <a:pt x="54" y="684"/>
                  </a:lnTo>
                  <a:lnTo>
                    <a:pt x="54" y="678"/>
                  </a:lnTo>
                  <a:lnTo>
                    <a:pt x="60" y="678"/>
                  </a:lnTo>
                  <a:lnTo>
                    <a:pt x="60" y="672"/>
                  </a:lnTo>
                  <a:lnTo>
                    <a:pt x="66" y="672"/>
                  </a:lnTo>
                  <a:lnTo>
                    <a:pt x="66" y="666"/>
                  </a:lnTo>
                  <a:lnTo>
                    <a:pt x="72" y="666"/>
                  </a:lnTo>
                  <a:lnTo>
                    <a:pt x="72" y="660"/>
                  </a:lnTo>
                  <a:lnTo>
                    <a:pt x="78" y="660"/>
                  </a:lnTo>
                  <a:lnTo>
                    <a:pt x="78" y="654"/>
                  </a:lnTo>
                  <a:lnTo>
                    <a:pt x="84" y="654"/>
                  </a:lnTo>
                  <a:lnTo>
                    <a:pt x="84" y="648"/>
                  </a:lnTo>
                  <a:lnTo>
                    <a:pt x="90" y="642"/>
                  </a:lnTo>
                  <a:lnTo>
                    <a:pt x="96" y="636"/>
                  </a:lnTo>
                  <a:lnTo>
                    <a:pt x="102" y="630"/>
                  </a:lnTo>
                  <a:lnTo>
                    <a:pt x="102" y="624"/>
                  </a:lnTo>
                  <a:lnTo>
                    <a:pt x="108" y="624"/>
                  </a:lnTo>
                  <a:lnTo>
                    <a:pt x="108" y="618"/>
                  </a:lnTo>
                  <a:lnTo>
                    <a:pt x="114" y="618"/>
                  </a:lnTo>
                  <a:lnTo>
                    <a:pt x="114" y="612"/>
                  </a:lnTo>
                  <a:lnTo>
                    <a:pt x="120" y="606"/>
                  </a:lnTo>
                  <a:lnTo>
                    <a:pt x="126" y="600"/>
                  </a:lnTo>
                  <a:lnTo>
                    <a:pt x="126" y="594"/>
                  </a:lnTo>
                  <a:lnTo>
                    <a:pt x="132" y="594"/>
                  </a:lnTo>
                  <a:lnTo>
                    <a:pt x="132" y="588"/>
                  </a:lnTo>
                  <a:lnTo>
                    <a:pt x="138" y="588"/>
                  </a:lnTo>
                  <a:lnTo>
                    <a:pt x="138" y="582"/>
                  </a:lnTo>
                  <a:lnTo>
                    <a:pt x="138" y="576"/>
                  </a:lnTo>
                  <a:lnTo>
                    <a:pt x="144" y="576"/>
                  </a:lnTo>
                  <a:lnTo>
                    <a:pt x="144" y="570"/>
                  </a:lnTo>
                  <a:lnTo>
                    <a:pt x="150" y="570"/>
                  </a:lnTo>
                  <a:lnTo>
                    <a:pt x="150" y="564"/>
                  </a:lnTo>
                  <a:lnTo>
                    <a:pt x="156" y="564"/>
                  </a:lnTo>
                  <a:lnTo>
                    <a:pt x="156" y="558"/>
                  </a:lnTo>
                  <a:lnTo>
                    <a:pt x="162" y="552"/>
                  </a:lnTo>
                  <a:lnTo>
                    <a:pt x="162" y="546"/>
                  </a:lnTo>
                  <a:lnTo>
                    <a:pt x="168" y="546"/>
                  </a:lnTo>
                  <a:lnTo>
                    <a:pt x="168" y="540"/>
                  </a:lnTo>
                  <a:lnTo>
                    <a:pt x="174" y="534"/>
                  </a:lnTo>
                  <a:lnTo>
                    <a:pt x="180" y="528"/>
                  </a:lnTo>
                  <a:lnTo>
                    <a:pt x="180" y="522"/>
                  </a:lnTo>
                  <a:lnTo>
                    <a:pt x="186" y="516"/>
                  </a:lnTo>
                  <a:lnTo>
                    <a:pt x="192" y="510"/>
                  </a:lnTo>
                  <a:lnTo>
                    <a:pt x="192" y="504"/>
                  </a:lnTo>
                  <a:lnTo>
                    <a:pt x="198" y="504"/>
                  </a:lnTo>
                  <a:lnTo>
                    <a:pt x="198" y="498"/>
                  </a:lnTo>
                  <a:lnTo>
                    <a:pt x="204" y="492"/>
                  </a:lnTo>
                  <a:lnTo>
                    <a:pt x="204" y="486"/>
                  </a:lnTo>
                  <a:lnTo>
                    <a:pt x="210" y="486"/>
                  </a:lnTo>
                  <a:lnTo>
                    <a:pt x="210" y="480"/>
                  </a:lnTo>
                  <a:lnTo>
                    <a:pt x="210" y="474"/>
                  </a:lnTo>
                  <a:lnTo>
                    <a:pt x="216" y="474"/>
                  </a:lnTo>
                  <a:lnTo>
                    <a:pt x="216" y="468"/>
                  </a:lnTo>
                  <a:lnTo>
                    <a:pt x="222" y="468"/>
                  </a:lnTo>
                  <a:lnTo>
                    <a:pt x="222" y="462"/>
                  </a:lnTo>
                  <a:lnTo>
                    <a:pt x="222" y="456"/>
                  </a:lnTo>
                  <a:lnTo>
                    <a:pt x="228" y="456"/>
                  </a:lnTo>
                  <a:lnTo>
                    <a:pt x="228" y="450"/>
                  </a:lnTo>
                  <a:lnTo>
                    <a:pt x="234" y="444"/>
                  </a:lnTo>
                  <a:lnTo>
                    <a:pt x="234" y="438"/>
                  </a:lnTo>
                  <a:lnTo>
                    <a:pt x="240" y="432"/>
                  </a:lnTo>
                  <a:lnTo>
                    <a:pt x="246" y="426"/>
                  </a:lnTo>
                  <a:lnTo>
                    <a:pt x="246" y="420"/>
                  </a:lnTo>
                  <a:lnTo>
                    <a:pt x="252" y="420"/>
                  </a:lnTo>
                  <a:lnTo>
                    <a:pt x="252" y="414"/>
                  </a:lnTo>
                  <a:lnTo>
                    <a:pt x="252" y="408"/>
                  </a:lnTo>
                  <a:lnTo>
                    <a:pt x="258" y="408"/>
                  </a:lnTo>
                  <a:lnTo>
                    <a:pt x="258" y="402"/>
                  </a:lnTo>
                  <a:lnTo>
                    <a:pt x="264" y="396"/>
                  </a:lnTo>
                  <a:lnTo>
                    <a:pt x="264" y="390"/>
                  </a:lnTo>
                  <a:lnTo>
                    <a:pt x="270" y="384"/>
                  </a:lnTo>
                  <a:lnTo>
                    <a:pt x="270" y="378"/>
                  </a:lnTo>
                  <a:lnTo>
                    <a:pt x="276" y="378"/>
                  </a:lnTo>
                  <a:lnTo>
                    <a:pt x="276" y="372"/>
                  </a:lnTo>
                  <a:lnTo>
                    <a:pt x="276" y="366"/>
                  </a:lnTo>
                  <a:lnTo>
                    <a:pt x="282" y="360"/>
                  </a:lnTo>
                  <a:lnTo>
                    <a:pt x="282" y="354"/>
                  </a:lnTo>
                  <a:lnTo>
                    <a:pt x="288" y="354"/>
                  </a:lnTo>
                  <a:lnTo>
                    <a:pt x="288" y="348"/>
                  </a:lnTo>
                  <a:lnTo>
                    <a:pt x="294" y="342"/>
                  </a:lnTo>
                  <a:lnTo>
                    <a:pt x="294" y="336"/>
                  </a:lnTo>
                  <a:lnTo>
                    <a:pt x="300" y="330"/>
                  </a:lnTo>
                  <a:lnTo>
                    <a:pt x="300" y="324"/>
                  </a:lnTo>
                  <a:lnTo>
                    <a:pt x="306" y="318"/>
                  </a:lnTo>
                  <a:lnTo>
                    <a:pt x="306" y="312"/>
                  </a:lnTo>
                  <a:lnTo>
                    <a:pt x="312" y="306"/>
                  </a:lnTo>
                  <a:lnTo>
                    <a:pt x="312" y="300"/>
                  </a:lnTo>
                  <a:lnTo>
                    <a:pt x="318" y="294"/>
                  </a:lnTo>
                  <a:lnTo>
                    <a:pt x="318" y="288"/>
                  </a:lnTo>
                  <a:lnTo>
                    <a:pt x="324" y="282"/>
                  </a:lnTo>
                  <a:lnTo>
                    <a:pt x="324" y="276"/>
                  </a:lnTo>
                  <a:lnTo>
                    <a:pt x="330" y="270"/>
                  </a:lnTo>
                  <a:lnTo>
                    <a:pt x="330" y="264"/>
                  </a:lnTo>
                  <a:lnTo>
                    <a:pt x="336" y="258"/>
                  </a:lnTo>
                  <a:lnTo>
                    <a:pt x="336" y="252"/>
                  </a:lnTo>
                  <a:lnTo>
                    <a:pt x="342" y="246"/>
                  </a:lnTo>
                  <a:lnTo>
                    <a:pt x="342" y="240"/>
                  </a:lnTo>
                  <a:lnTo>
                    <a:pt x="348" y="234"/>
                  </a:lnTo>
                  <a:lnTo>
                    <a:pt x="348" y="228"/>
                  </a:lnTo>
                  <a:lnTo>
                    <a:pt x="354" y="222"/>
                  </a:lnTo>
                  <a:lnTo>
                    <a:pt x="354" y="216"/>
                  </a:lnTo>
                  <a:lnTo>
                    <a:pt x="360" y="210"/>
                  </a:lnTo>
                  <a:lnTo>
                    <a:pt x="360" y="204"/>
                  </a:lnTo>
                  <a:lnTo>
                    <a:pt x="360" y="198"/>
                  </a:lnTo>
                  <a:lnTo>
                    <a:pt x="366" y="198"/>
                  </a:lnTo>
                  <a:lnTo>
                    <a:pt x="366" y="192"/>
                  </a:lnTo>
                  <a:lnTo>
                    <a:pt x="366" y="186"/>
                  </a:lnTo>
                  <a:lnTo>
                    <a:pt x="372" y="186"/>
                  </a:lnTo>
                  <a:lnTo>
                    <a:pt x="372" y="180"/>
                  </a:lnTo>
                  <a:lnTo>
                    <a:pt x="372" y="174"/>
                  </a:lnTo>
                  <a:lnTo>
                    <a:pt x="378" y="168"/>
                  </a:lnTo>
                  <a:lnTo>
                    <a:pt x="378" y="162"/>
                  </a:lnTo>
                  <a:lnTo>
                    <a:pt x="384" y="156"/>
                  </a:lnTo>
                  <a:lnTo>
                    <a:pt x="384" y="150"/>
                  </a:lnTo>
                  <a:lnTo>
                    <a:pt x="390" y="144"/>
                  </a:lnTo>
                  <a:lnTo>
                    <a:pt x="390" y="138"/>
                  </a:lnTo>
                  <a:lnTo>
                    <a:pt x="390" y="132"/>
                  </a:lnTo>
                  <a:lnTo>
                    <a:pt x="396" y="126"/>
                  </a:lnTo>
                  <a:lnTo>
                    <a:pt x="396" y="120"/>
                  </a:lnTo>
                  <a:lnTo>
                    <a:pt x="402" y="114"/>
                  </a:lnTo>
                  <a:lnTo>
                    <a:pt x="402" y="108"/>
                  </a:lnTo>
                  <a:lnTo>
                    <a:pt x="402" y="102"/>
                  </a:lnTo>
                  <a:lnTo>
                    <a:pt x="408" y="102"/>
                  </a:lnTo>
                  <a:lnTo>
                    <a:pt x="408" y="96"/>
                  </a:lnTo>
                  <a:lnTo>
                    <a:pt x="408" y="90"/>
                  </a:lnTo>
                  <a:lnTo>
                    <a:pt x="414" y="84"/>
                  </a:lnTo>
                  <a:lnTo>
                    <a:pt x="414" y="78"/>
                  </a:lnTo>
                  <a:lnTo>
                    <a:pt x="414" y="72"/>
                  </a:lnTo>
                  <a:lnTo>
                    <a:pt x="420" y="72"/>
                  </a:lnTo>
                  <a:lnTo>
                    <a:pt x="420" y="66"/>
                  </a:lnTo>
                  <a:lnTo>
                    <a:pt x="420" y="60"/>
                  </a:lnTo>
                  <a:lnTo>
                    <a:pt x="426" y="54"/>
                  </a:lnTo>
                  <a:lnTo>
                    <a:pt x="426" y="48"/>
                  </a:lnTo>
                  <a:lnTo>
                    <a:pt x="432" y="42"/>
                  </a:lnTo>
                  <a:lnTo>
                    <a:pt x="432" y="36"/>
                  </a:lnTo>
                  <a:lnTo>
                    <a:pt x="432" y="30"/>
                  </a:lnTo>
                  <a:lnTo>
                    <a:pt x="438" y="24"/>
                  </a:lnTo>
                  <a:lnTo>
                    <a:pt x="438" y="18"/>
                  </a:lnTo>
                  <a:lnTo>
                    <a:pt x="444" y="12"/>
                  </a:lnTo>
                  <a:lnTo>
                    <a:pt x="444" y="6"/>
                  </a:lnTo>
                  <a:lnTo>
                    <a:pt x="444" y="0"/>
                  </a:lnTo>
                </a:path>
              </a:pathLst>
            </a:custGeom>
            <a:noFill/>
            <a:ln w="1587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3" name="Freeform 33"/>
            <p:cNvSpPr/>
            <p:nvPr/>
          </p:nvSpPr>
          <p:spPr bwMode="auto">
            <a:xfrm>
              <a:off x="3446" y="2107"/>
              <a:ext cx="466" cy="277"/>
            </a:xfrm>
            <a:custGeom>
              <a:avLst/>
              <a:gdLst>
                <a:gd name="T0" fmla="*/ 6 w 444"/>
                <a:gd name="T1" fmla="*/ 336 h 264"/>
                <a:gd name="T2" fmla="*/ 23 w 444"/>
                <a:gd name="T3" fmla="*/ 328 h 264"/>
                <a:gd name="T4" fmla="*/ 29 w 444"/>
                <a:gd name="T5" fmla="*/ 328 h 264"/>
                <a:gd name="T6" fmla="*/ 46 w 444"/>
                <a:gd name="T7" fmla="*/ 320 h 264"/>
                <a:gd name="T8" fmla="*/ 52 w 444"/>
                <a:gd name="T9" fmla="*/ 313 h 264"/>
                <a:gd name="T10" fmla="*/ 61 w 444"/>
                <a:gd name="T11" fmla="*/ 313 h 264"/>
                <a:gd name="T12" fmla="*/ 76 w 444"/>
                <a:gd name="T13" fmla="*/ 305 h 264"/>
                <a:gd name="T14" fmla="*/ 84 w 444"/>
                <a:gd name="T15" fmla="*/ 305 h 264"/>
                <a:gd name="T16" fmla="*/ 99 w 444"/>
                <a:gd name="T17" fmla="*/ 298 h 264"/>
                <a:gd name="T18" fmla="*/ 107 w 444"/>
                <a:gd name="T19" fmla="*/ 298 h 264"/>
                <a:gd name="T20" fmla="*/ 123 w 444"/>
                <a:gd name="T21" fmla="*/ 290 h 264"/>
                <a:gd name="T22" fmla="*/ 130 w 444"/>
                <a:gd name="T23" fmla="*/ 282 h 264"/>
                <a:gd name="T24" fmla="*/ 146 w 444"/>
                <a:gd name="T25" fmla="*/ 282 h 264"/>
                <a:gd name="T26" fmla="*/ 153 w 444"/>
                <a:gd name="T27" fmla="*/ 275 h 264"/>
                <a:gd name="T28" fmla="*/ 169 w 444"/>
                <a:gd name="T29" fmla="*/ 267 h 264"/>
                <a:gd name="T30" fmla="*/ 176 w 444"/>
                <a:gd name="T31" fmla="*/ 267 h 264"/>
                <a:gd name="T32" fmla="*/ 183 w 444"/>
                <a:gd name="T33" fmla="*/ 260 h 264"/>
                <a:gd name="T34" fmla="*/ 199 w 444"/>
                <a:gd name="T35" fmla="*/ 252 h 264"/>
                <a:gd name="T36" fmla="*/ 206 w 444"/>
                <a:gd name="T37" fmla="*/ 252 h 264"/>
                <a:gd name="T38" fmla="*/ 223 w 444"/>
                <a:gd name="T39" fmla="*/ 243 h 264"/>
                <a:gd name="T40" fmla="*/ 229 w 444"/>
                <a:gd name="T41" fmla="*/ 237 h 264"/>
                <a:gd name="T42" fmla="*/ 246 w 444"/>
                <a:gd name="T43" fmla="*/ 229 h 264"/>
                <a:gd name="T44" fmla="*/ 252 w 444"/>
                <a:gd name="T45" fmla="*/ 229 h 264"/>
                <a:gd name="T46" fmla="*/ 267 w 444"/>
                <a:gd name="T47" fmla="*/ 221 h 264"/>
                <a:gd name="T48" fmla="*/ 275 w 444"/>
                <a:gd name="T49" fmla="*/ 214 h 264"/>
                <a:gd name="T50" fmla="*/ 290 w 444"/>
                <a:gd name="T51" fmla="*/ 206 h 264"/>
                <a:gd name="T52" fmla="*/ 298 w 444"/>
                <a:gd name="T53" fmla="*/ 198 h 264"/>
                <a:gd name="T54" fmla="*/ 305 w 444"/>
                <a:gd name="T55" fmla="*/ 191 h 264"/>
                <a:gd name="T56" fmla="*/ 320 w 444"/>
                <a:gd name="T57" fmla="*/ 183 h 264"/>
                <a:gd name="T58" fmla="*/ 329 w 444"/>
                <a:gd name="T59" fmla="*/ 183 h 264"/>
                <a:gd name="T60" fmla="*/ 343 w 444"/>
                <a:gd name="T61" fmla="*/ 175 h 264"/>
                <a:gd name="T62" fmla="*/ 352 w 444"/>
                <a:gd name="T63" fmla="*/ 169 h 264"/>
                <a:gd name="T64" fmla="*/ 367 w 444"/>
                <a:gd name="T65" fmla="*/ 161 h 264"/>
                <a:gd name="T66" fmla="*/ 375 w 444"/>
                <a:gd name="T67" fmla="*/ 153 h 264"/>
                <a:gd name="T68" fmla="*/ 390 w 444"/>
                <a:gd name="T69" fmla="*/ 146 h 264"/>
                <a:gd name="T70" fmla="*/ 397 w 444"/>
                <a:gd name="T71" fmla="*/ 137 h 264"/>
                <a:gd name="T72" fmla="*/ 414 w 444"/>
                <a:gd name="T73" fmla="*/ 130 h 264"/>
                <a:gd name="T74" fmla="*/ 420 w 444"/>
                <a:gd name="T75" fmla="*/ 122 h 264"/>
                <a:gd name="T76" fmla="*/ 427 w 444"/>
                <a:gd name="T77" fmla="*/ 114 h 264"/>
                <a:gd name="T78" fmla="*/ 443 w 444"/>
                <a:gd name="T79" fmla="*/ 107 h 264"/>
                <a:gd name="T80" fmla="*/ 450 w 444"/>
                <a:gd name="T81" fmla="*/ 92 h 264"/>
                <a:gd name="T82" fmla="*/ 466 w 444"/>
                <a:gd name="T83" fmla="*/ 84 h 264"/>
                <a:gd name="T84" fmla="*/ 472 w 444"/>
                <a:gd name="T85" fmla="*/ 76 h 264"/>
                <a:gd name="T86" fmla="*/ 489 w 444"/>
                <a:gd name="T87" fmla="*/ 69 h 264"/>
                <a:gd name="T88" fmla="*/ 495 w 444"/>
                <a:gd name="T89" fmla="*/ 61 h 264"/>
                <a:gd name="T90" fmla="*/ 512 w 444"/>
                <a:gd name="T91" fmla="*/ 46 h 264"/>
                <a:gd name="T92" fmla="*/ 518 w 444"/>
                <a:gd name="T93" fmla="*/ 39 h 264"/>
                <a:gd name="T94" fmla="*/ 535 w 444"/>
                <a:gd name="T95" fmla="*/ 29 h 264"/>
                <a:gd name="T96" fmla="*/ 542 w 444"/>
                <a:gd name="T97" fmla="*/ 23 h 264"/>
                <a:gd name="T98" fmla="*/ 550 w 444"/>
                <a:gd name="T99" fmla="*/ 6 h 264"/>
                <a:gd name="T100" fmla="*/ 565 w 444"/>
                <a:gd name="T101" fmla="*/ 0 h 26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44" h="264">
                  <a:moveTo>
                    <a:pt x="0" y="264"/>
                  </a:moveTo>
                  <a:lnTo>
                    <a:pt x="0" y="264"/>
                  </a:lnTo>
                  <a:lnTo>
                    <a:pt x="6" y="264"/>
                  </a:lnTo>
                  <a:lnTo>
                    <a:pt x="6" y="258"/>
                  </a:lnTo>
                  <a:lnTo>
                    <a:pt x="12" y="258"/>
                  </a:lnTo>
                  <a:lnTo>
                    <a:pt x="18" y="258"/>
                  </a:lnTo>
                  <a:lnTo>
                    <a:pt x="24" y="258"/>
                  </a:lnTo>
                  <a:lnTo>
                    <a:pt x="24" y="252"/>
                  </a:lnTo>
                  <a:lnTo>
                    <a:pt x="30" y="252"/>
                  </a:lnTo>
                  <a:lnTo>
                    <a:pt x="36" y="252"/>
                  </a:lnTo>
                  <a:lnTo>
                    <a:pt x="42" y="252"/>
                  </a:lnTo>
                  <a:lnTo>
                    <a:pt x="42" y="246"/>
                  </a:lnTo>
                  <a:lnTo>
                    <a:pt x="48" y="246"/>
                  </a:lnTo>
                  <a:lnTo>
                    <a:pt x="54" y="246"/>
                  </a:lnTo>
                  <a:lnTo>
                    <a:pt x="60" y="240"/>
                  </a:lnTo>
                  <a:lnTo>
                    <a:pt x="66" y="240"/>
                  </a:lnTo>
                  <a:lnTo>
                    <a:pt x="72" y="240"/>
                  </a:lnTo>
                  <a:lnTo>
                    <a:pt x="72" y="234"/>
                  </a:lnTo>
                  <a:lnTo>
                    <a:pt x="78" y="234"/>
                  </a:lnTo>
                  <a:lnTo>
                    <a:pt x="84" y="234"/>
                  </a:lnTo>
                  <a:lnTo>
                    <a:pt x="90" y="228"/>
                  </a:lnTo>
                  <a:lnTo>
                    <a:pt x="96" y="228"/>
                  </a:lnTo>
                  <a:lnTo>
                    <a:pt x="102" y="228"/>
                  </a:lnTo>
                  <a:lnTo>
                    <a:pt x="102" y="222"/>
                  </a:lnTo>
                  <a:lnTo>
                    <a:pt x="108" y="222"/>
                  </a:lnTo>
                  <a:lnTo>
                    <a:pt x="114" y="222"/>
                  </a:lnTo>
                  <a:lnTo>
                    <a:pt x="114" y="216"/>
                  </a:lnTo>
                  <a:lnTo>
                    <a:pt x="120" y="216"/>
                  </a:lnTo>
                  <a:lnTo>
                    <a:pt x="126" y="216"/>
                  </a:lnTo>
                  <a:lnTo>
                    <a:pt x="132" y="210"/>
                  </a:lnTo>
                  <a:lnTo>
                    <a:pt x="138" y="210"/>
                  </a:lnTo>
                  <a:lnTo>
                    <a:pt x="144" y="204"/>
                  </a:lnTo>
                  <a:lnTo>
                    <a:pt x="150" y="204"/>
                  </a:lnTo>
                  <a:lnTo>
                    <a:pt x="156" y="198"/>
                  </a:lnTo>
                  <a:lnTo>
                    <a:pt x="162" y="198"/>
                  </a:lnTo>
                  <a:lnTo>
                    <a:pt x="168" y="192"/>
                  </a:lnTo>
                  <a:lnTo>
                    <a:pt x="174" y="192"/>
                  </a:lnTo>
                  <a:lnTo>
                    <a:pt x="180" y="186"/>
                  </a:lnTo>
                  <a:lnTo>
                    <a:pt x="186" y="186"/>
                  </a:lnTo>
                  <a:lnTo>
                    <a:pt x="186" y="180"/>
                  </a:lnTo>
                  <a:lnTo>
                    <a:pt x="192" y="180"/>
                  </a:lnTo>
                  <a:lnTo>
                    <a:pt x="198" y="180"/>
                  </a:lnTo>
                  <a:lnTo>
                    <a:pt x="198" y="174"/>
                  </a:lnTo>
                  <a:lnTo>
                    <a:pt x="204" y="174"/>
                  </a:lnTo>
                  <a:lnTo>
                    <a:pt x="210" y="174"/>
                  </a:lnTo>
                  <a:lnTo>
                    <a:pt x="210" y="168"/>
                  </a:lnTo>
                  <a:lnTo>
                    <a:pt x="216" y="168"/>
                  </a:lnTo>
                  <a:lnTo>
                    <a:pt x="222" y="168"/>
                  </a:lnTo>
                  <a:lnTo>
                    <a:pt x="222" y="162"/>
                  </a:lnTo>
                  <a:lnTo>
                    <a:pt x="228" y="162"/>
                  </a:lnTo>
                  <a:lnTo>
                    <a:pt x="234" y="156"/>
                  </a:lnTo>
                  <a:lnTo>
                    <a:pt x="240" y="156"/>
                  </a:lnTo>
                  <a:lnTo>
                    <a:pt x="240" y="150"/>
                  </a:lnTo>
                  <a:lnTo>
                    <a:pt x="246" y="150"/>
                  </a:lnTo>
                  <a:lnTo>
                    <a:pt x="252" y="150"/>
                  </a:lnTo>
                  <a:lnTo>
                    <a:pt x="252" y="144"/>
                  </a:lnTo>
                  <a:lnTo>
                    <a:pt x="258" y="144"/>
                  </a:lnTo>
                  <a:lnTo>
                    <a:pt x="264" y="138"/>
                  </a:lnTo>
                  <a:lnTo>
                    <a:pt x="270" y="138"/>
                  </a:lnTo>
                  <a:lnTo>
                    <a:pt x="270" y="132"/>
                  </a:lnTo>
                  <a:lnTo>
                    <a:pt x="276" y="132"/>
                  </a:lnTo>
                  <a:lnTo>
                    <a:pt x="282" y="132"/>
                  </a:lnTo>
                  <a:lnTo>
                    <a:pt x="282" y="126"/>
                  </a:lnTo>
                  <a:lnTo>
                    <a:pt x="288" y="126"/>
                  </a:lnTo>
                  <a:lnTo>
                    <a:pt x="288" y="120"/>
                  </a:lnTo>
                  <a:lnTo>
                    <a:pt x="294" y="120"/>
                  </a:lnTo>
                  <a:lnTo>
                    <a:pt x="300" y="114"/>
                  </a:lnTo>
                  <a:lnTo>
                    <a:pt x="306" y="114"/>
                  </a:lnTo>
                  <a:lnTo>
                    <a:pt x="306" y="108"/>
                  </a:lnTo>
                  <a:lnTo>
                    <a:pt x="312" y="108"/>
                  </a:lnTo>
                  <a:lnTo>
                    <a:pt x="318" y="102"/>
                  </a:lnTo>
                  <a:lnTo>
                    <a:pt x="324" y="102"/>
                  </a:lnTo>
                  <a:lnTo>
                    <a:pt x="324" y="96"/>
                  </a:lnTo>
                  <a:lnTo>
                    <a:pt x="330" y="96"/>
                  </a:lnTo>
                  <a:lnTo>
                    <a:pt x="336" y="90"/>
                  </a:lnTo>
                  <a:lnTo>
                    <a:pt x="342" y="84"/>
                  </a:lnTo>
                  <a:lnTo>
                    <a:pt x="348" y="84"/>
                  </a:lnTo>
                  <a:lnTo>
                    <a:pt x="348" y="78"/>
                  </a:lnTo>
                  <a:lnTo>
                    <a:pt x="354" y="78"/>
                  </a:lnTo>
                  <a:lnTo>
                    <a:pt x="354" y="72"/>
                  </a:lnTo>
                  <a:lnTo>
                    <a:pt x="360" y="72"/>
                  </a:lnTo>
                  <a:lnTo>
                    <a:pt x="366" y="72"/>
                  </a:lnTo>
                  <a:lnTo>
                    <a:pt x="366" y="66"/>
                  </a:lnTo>
                  <a:lnTo>
                    <a:pt x="372" y="66"/>
                  </a:lnTo>
                  <a:lnTo>
                    <a:pt x="372" y="60"/>
                  </a:lnTo>
                  <a:lnTo>
                    <a:pt x="378" y="60"/>
                  </a:lnTo>
                  <a:lnTo>
                    <a:pt x="378" y="54"/>
                  </a:lnTo>
                  <a:lnTo>
                    <a:pt x="384" y="54"/>
                  </a:lnTo>
                  <a:lnTo>
                    <a:pt x="384" y="48"/>
                  </a:lnTo>
                  <a:lnTo>
                    <a:pt x="390" y="48"/>
                  </a:lnTo>
                  <a:lnTo>
                    <a:pt x="390" y="42"/>
                  </a:lnTo>
                  <a:lnTo>
                    <a:pt x="396" y="42"/>
                  </a:lnTo>
                  <a:lnTo>
                    <a:pt x="402" y="36"/>
                  </a:lnTo>
                  <a:lnTo>
                    <a:pt x="408" y="36"/>
                  </a:lnTo>
                  <a:lnTo>
                    <a:pt x="408" y="30"/>
                  </a:lnTo>
                  <a:lnTo>
                    <a:pt x="414" y="30"/>
                  </a:lnTo>
                  <a:lnTo>
                    <a:pt x="414" y="24"/>
                  </a:lnTo>
                  <a:lnTo>
                    <a:pt x="420" y="24"/>
                  </a:lnTo>
                  <a:lnTo>
                    <a:pt x="420" y="18"/>
                  </a:lnTo>
                  <a:lnTo>
                    <a:pt x="426" y="18"/>
                  </a:lnTo>
                  <a:lnTo>
                    <a:pt x="426" y="12"/>
                  </a:lnTo>
                  <a:lnTo>
                    <a:pt x="432" y="12"/>
                  </a:lnTo>
                  <a:lnTo>
                    <a:pt x="432" y="6"/>
                  </a:lnTo>
                  <a:lnTo>
                    <a:pt x="438" y="6"/>
                  </a:lnTo>
                  <a:lnTo>
                    <a:pt x="438" y="0"/>
                  </a:lnTo>
                  <a:lnTo>
                    <a:pt x="444" y="0"/>
                  </a:lnTo>
                </a:path>
              </a:pathLst>
            </a:custGeom>
            <a:noFill/>
            <a:ln w="1587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4" name="Freeform 34"/>
            <p:cNvSpPr/>
            <p:nvPr/>
          </p:nvSpPr>
          <p:spPr bwMode="auto">
            <a:xfrm>
              <a:off x="4379" y="1251"/>
              <a:ext cx="31" cy="82"/>
            </a:xfrm>
            <a:custGeom>
              <a:avLst/>
              <a:gdLst>
                <a:gd name="T0" fmla="*/ 0 w 30"/>
                <a:gd name="T1" fmla="*/ 100 h 78"/>
                <a:gd name="T2" fmla="*/ 6 w 30"/>
                <a:gd name="T3" fmla="*/ 93 h 78"/>
                <a:gd name="T4" fmla="*/ 6 w 30"/>
                <a:gd name="T5" fmla="*/ 85 h 78"/>
                <a:gd name="T6" fmla="*/ 6 w 30"/>
                <a:gd name="T7" fmla="*/ 77 h 78"/>
                <a:gd name="T8" fmla="*/ 12 w 30"/>
                <a:gd name="T9" fmla="*/ 77 h 78"/>
                <a:gd name="T10" fmla="*/ 12 w 30"/>
                <a:gd name="T11" fmla="*/ 69 h 78"/>
                <a:gd name="T12" fmla="*/ 12 w 30"/>
                <a:gd name="T13" fmla="*/ 62 h 78"/>
                <a:gd name="T14" fmla="*/ 12 w 30"/>
                <a:gd name="T15" fmla="*/ 53 h 78"/>
                <a:gd name="T16" fmla="*/ 23 w 30"/>
                <a:gd name="T17" fmla="*/ 46 h 78"/>
                <a:gd name="T18" fmla="*/ 23 w 30"/>
                <a:gd name="T19" fmla="*/ 46 h 78"/>
                <a:gd name="T20" fmla="*/ 23 w 30"/>
                <a:gd name="T21" fmla="*/ 40 h 78"/>
                <a:gd name="T22" fmla="*/ 29 w 30"/>
                <a:gd name="T23" fmla="*/ 29 h 78"/>
                <a:gd name="T24" fmla="*/ 29 w 30"/>
                <a:gd name="T25" fmla="*/ 23 h 78"/>
                <a:gd name="T26" fmla="*/ 29 w 30"/>
                <a:gd name="T27" fmla="*/ 17 h 78"/>
                <a:gd name="T28" fmla="*/ 29 w 30"/>
                <a:gd name="T29" fmla="*/ 17 h 78"/>
                <a:gd name="T30" fmla="*/ 35 w 30"/>
                <a:gd name="T31" fmla="*/ 6 h 78"/>
                <a:gd name="T32" fmla="*/ 35 w 30"/>
                <a:gd name="T33" fmla="*/ 0 h 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0" h="78">
                  <a:moveTo>
                    <a:pt x="0" y="78"/>
                  </a:moveTo>
                  <a:lnTo>
                    <a:pt x="6" y="72"/>
                  </a:lnTo>
                  <a:lnTo>
                    <a:pt x="6" y="66"/>
                  </a:lnTo>
                  <a:lnTo>
                    <a:pt x="6" y="60"/>
                  </a:lnTo>
                  <a:lnTo>
                    <a:pt x="12" y="60"/>
                  </a:lnTo>
                  <a:lnTo>
                    <a:pt x="12" y="54"/>
                  </a:lnTo>
                  <a:lnTo>
                    <a:pt x="12" y="48"/>
                  </a:lnTo>
                  <a:lnTo>
                    <a:pt x="12" y="42"/>
                  </a:lnTo>
                  <a:lnTo>
                    <a:pt x="18" y="36"/>
                  </a:lnTo>
                  <a:lnTo>
                    <a:pt x="18" y="30"/>
                  </a:lnTo>
                  <a:lnTo>
                    <a:pt x="24" y="24"/>
                  </a:lnTo>
                  <a:lnTo>
                    <a:pt x="24" y="18"/>
                  </a:lnTo>
                  <a:lnTo>
                    <a:pt x="24" y="12"/>
                  </a:lnTo>
                  <a:lnTo>
                    <a:pt x="30" y="6"/>
                  </a:lnTo>
                  <a:lnTo>
                    <a:pt x="30" y="0"/>
                  </a:lnTo>
                </a:path>
              </a:pathLst>
            </a:custGeom>
            <a:noFill/>
            <a:ln w="1587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35" name="Group 35"/>
          <p:cNvGrpSpPr/>
          <p:nvPr/>
        </p:nvGrpSpPr>
        <p:grpSpPr bwMode="auto">
          <a:xfrm>
            <a:off x="8042275" y="2301875"/>
            <a:ext cx="1536700" cy="1152525"/>
            <a:chOff x="4070" y="2069"/>
            <a:chExt cx="1210" cy="907"/>
          </a:xfrm>
        </p:grpSpPr>
        <p:sp>
          <p:nvSpPr>
            <p:cNvPr id="36" name="Freeform 36"/>
            <p:cNvSpPr/>
            <p:nvPr/>
          </p:nvSpPr>
          <p:spPr bwMode="auto">
            <a:xfrm>
              <a:off x="4070" y="2403"/>
              <a:ext cx="466" cy="573"/>
            </a:xfrm>
            <a:custGeom>
              <a:avLst/>
              <a:gdLst>
                <a:gd name="T0" fmla="*/ 6 w 444"/>
                <a:gd name="T1" fmla="*/ 680 h 546"/>
                <a:gd name="T2" fmla="*/ 17 w 444"/>
                <a:gd name="T3" fmla="*/ 658 h 546"/>
                <a:gd name="T4" fmla="*/ 29 w 444"/>
                <a:gd name="T5" fmla="*/ 627 h 546"/>
                <a:gd name="T6" fmla="*/ 39 w 444"/>
                <a:gd name="T7" fmla="*/ 603 h 546"/>
                <a:gd name="T8" fmla="*/ 52 w 444"/>
                <a:gd name="T9" fmla="*/ 581 h 546"/>
                <a:gd name="T10" fmla="*/ 61 w 444"/>
                <a:gd name="T11" fmla="*/ 558 h 546"/>
                <a:gd name="T12" fmla="*/ 76 w 444"/>
                <a:gd name="T13" fmla="*/ 535 h 546"/>
                <a:gd name="T14" fmla="*/ 84 w 444"/>
                <a:gd name="T15" fmla="*/ 518 h 546"/>
                <a:gd name="T16" fmla="*/ 92 w 444"/>
                <a:gd name="T17" fmla="*/ 495 h 546"/>
                <a:gd name="T18" fmla="*/ 107 w 444"/>
                <a:gd name="T19" fmla="*/ 472 h 546"/>
                <a:gd name="T20" fmla="*/ 114 w 444"/>
                <a:gd name="T21" fmla="*/ 460 h 546"/>
                <a:gd name="T22" fmla="*/ 130 w 444"/>
                <a:gd name="T23" fmla="*/ 443 h 546"/>
                <a:gd name="T24" fmla="*/ 137 w 444"/>
                <a:gd name="T25" fmla="*/ 420 h 546"/>
                <a:gd name="T26" fmla="*/ 153 w 444"/>
                <a:gd name="T27" fmla="*/ 405 h 546"/>
                <a:gd name="T28" fmla="*/ 161 w 444"/>
                <a:gd name="T29" fmla="*/ 390 h 546"/>
                <a:gd name="T30" fmla="*/ 176 w 444"/>
                <a:gd name="T31" fmla="*/ 375 h 546"/>
                <a:gd name="T32" fmla="*/ 183 w 444"/>
                <a:gd name="T33" fmla="*/ 359 h 546"/>
                <a:gd name="T34" fmla="*/ 199 w 444"/>
                <a:gd name="T35" fmla="*/ 343 h 546"/>
                <a:gd name="T36" fmla="*/ 206 w 444"/>
                <a:gd name="T37" fmla="*/ 328 h 546"/>
                <a:gd name="T38" fmla="*/ 214 w 444"/>
                <a:gd name="T39" fmla="*/ 313 h 546"/>
                <a:gd name="T40" fmla="*/ 229 w 444"/>
                <a:gd name="T41" fmla="*/ 305 h 546"/>
                <a:gd name="T42" fmla="*/ 237 w 444"/>
                <a:gd name="T43" fmla="*/ 290 h 546"/>
                <a:gd name="T44" fmla="*/ 252 w 444"/>
                <a:gd name="T45" fmla="*/ 275 h 546"/>
                <a:gd name="T46" fmla="*/ 260 w 444"/>
                <a:gd name="T47" fmla="*/ 267 h 546"/>
                <a:gd name="T48" fmla="*/ 275 w 444"/>
                <a:gd name="T49" fmla="*/ 252 h 546"/>
                <a:gd name="T50" fmla="*/ 283 w 444"/>
                <a:gd name="T51" fmla="*/ 237 h 546"/>
                <a:gd name="T52" fmla="*/ 298 w 444"/>
                <a:gd name="T53" fmla="*/ 229 h 546"/>
                <a:gd name="T54" fmla="*/ 305 w 444"/>
                <a:gd name="T55" fmla="*/ 214 h 546"/>
                <a:gd name="T56" fmla="*/ 320 w 444"/>
                <a:gd name="T57" fmla="*/ 206 h 546"/>
                <a:gd name="T58" fmla="*/ 329 w 444"/>
                <a:gd name="T59" fmla="*/ 191 h 546"/>
                <a:gd name="T60" fmla="*/ 336 w 444"/>
                <a:gd name="T61" fmla="*/ 183 h 546"/>
                <a:gd name="T62" fmla="*/ 352 w 444"/>
                <a:gd name="T63" fmla="*/ 176 h 546"/>
                <a:gd name="T64" fmla="*/ 359 w 444"/>
                <a:gd name="T65" fmla="*/ 161 h 546"/>
                <a:gd name="T66" fmla="*/ 375 w 444"/>
                <a:gd name="T67" fmla="*/ 153 h 546"/>
                <a:gd name="T68" fmla="*/ 382 w 444"/>
                <a:gd name="T69" fmla="*/ 146 h 546"/>
                <a:gd name="T70" fmla="*/ 397 w 444"/>
                <a:gd name="T71" fmla="*/ 130 h 546"/>
                <a:gd name="T72" fmla="*/ 405 w 444"/>
                <a:gd name="T73" fmla="*/ 122 h 546"/>
                <a:gd name="T74" fmla="*/ 420 w 444"/>
                <a:gd name="T75" fmla="*/ 114 h 546"/>
                <a:gd name="T76" fmla="*/ 427 w 444"/>
                <a:gd name="T77" fmla="*/ 107 h 546"/>
                <a:gd name="T78" fmla="*/ 443 w 444"/>
                <a:gd name="T79" fmla="*/ 92 h 546"/>
                <a:gd name="T80" fmla="*/ 450 w 444"/>
                <a:gd name="T81" fmla="*/ 84 h 546"/>
                <a:gd name="T82" fmla="*/ 460 w 444"/>
                <a:gd name="T83" fmla="*/ 76 h 546"/>
                <a:gd name="T84" fmla="*/ 472 w 444"/>
                <a:gd name="T85" fmla="*/ 69 h 546"/>
                <a:gd name="T86" fmla="*/ 483 w 444"/>
                <a:gd name="T87" fmla="*/ 61 h 546"/>
                <a:gd name="T88" fmla="*/ 495 w 444"/>
                <a:gd name="T89" fmla="*/ 52 h 546"/>
                <a:gd name="T90" fmla="*/ 506 w 444"/>
                <a:gd name="T91" fmla="*/ 46 h 546"/>
                <a:gd name="T92" fmla="*/ 518 w 444"/>
                <a:gd name="T93" fmla="*/ 39 h 546"/>
                <a:gd name="T94" fmla="*/ 529 w 444"/>
                <a:gd name="T95" fmla="*/ 29 h 546"/>
                <a:gd name="T96" fmla="*/ 542 w 444"/>
                <a:gd name="T97" fmla="*/ 23 h 546"/>
                <a:gd name="T98" fmla="*/ 550 w 444"/>
                <a:gd name="T99" fmla="*/ 6 h 546"/>
                <a:gd name="T100" fmla="*/ 565 w 444"/>
                <a:gd name="T101" fmla="*/ 0 h 54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44" h="546">
                  <a:moveTo>
                    <a:pt x="0" y="546"/>
                  </a:moveTo>
                  <a:lnTo>
                    <a:pt x="0" y="540"/>
                  </a:lnTo>
                  <a:lnTo>
                    <a:pt x="6" y="540"/>
                  </a:lnTo>
                  <a:lnTo>
                    <a:pt x="6" y="534"/>
                  </a:lnTo>
                  <a:lnTo>
                    <a:pt x="6" y="528"/>
                  </a:lnTo>
                  <a:lnTo>
                    <a:pt x="12" y="522"/>
                  </a:lnTo>
                  <a:lnTo>
                    <a:pt x="12" y="516"/>
                  </a:lnTo>
                  <a:lnTo>
                    <a:pt x="18" y="510"/>
                  </a:lnTo>
                  <a:lnTo>
                    <a:pt x="18" y="504"/>
                  </a:lnTo>
                  <a:lnTo>
                    <a:pt x="18" y="498"/>
                  </a:lnTo>
                  <a:lnTo>
                    <a:pt x="24" y="492"/>
                  </a:lnTo>
                  <a:lnTo>
                    <a:pt x="24" y="486"/>
                  </a:lnTo>
                  <a:lnTo>
                    <a:pt x="30" y="480"/>
                  </a:lnTo>
                  <a:lnTo>
                    <a:pt x="30" y="474"/>
                  </a:lnTo>
                  <a:lnTo>
                    <a:pt x="30" y="468"/>
                  </a:lnTo>
                  <a:lnTo>
                    <a:pt x="36" y="468"/>
                  </a:lnTo>
                  <a:lnTo>
                    <a:pt x="36" y="462"/>
                  </a:lnTo>
                  <a:lnTo>
                    <a:pt x="42" y="456"/>
                  </a:lnTo>
                  <a:lnTo>
                    <a:pt x="42" y="450"/>
                  </a:lnTo>
                  <a:lnTo>
                    <a:pt x="48" y="444"/>
                  </a:lnTo>
                  <a:lnTo>
                    <a:pt x="48" y="438"/>
                  </a:lnTo>
                  <a:lnTo>
                    <a:pt x="48" y="432"/>
                  </a:lnTo>
                  <a:lnTo>
                    <a:pt x="54" y="432"/>
                  </a:lnTo>
                  <a:lnTo>
                    <a:pt x="54" y="426"/>
                  </a:lnTo>
                  <a:lnTo>
                    <a:pt x="60" y="420"/>
                  </a:lnTo>
                  <a:lnTo>
                    <a:pt x="60" y="414"/>
                  </a:lnTo>
                  <a:lnTo>
                    <a:pt x="66" y="408"/>
                  </a:lnTo>
                  <a:lnTo>
                    <a:pt x="66" y="402"/>
                  </a:lnTo>
                  <a:lnTo>
                    <a:pt x="72" y="396"/>
                  </a:lnTo>
                  <a:lnTo>
                    <a:pt x="72" y="390"/>
                  </a:lnTo>
                  <a:lnTo>
                    <a:pt x="78" y="384"/>
                  </a:lnTo>
                  <a:lnTo>
                    <a:pt x="78" y="378"/>
                  </a:lnTo>
                  <a:lnTo>
                    <a:pt x="84" y="378"/>
                  </a:lnTo>
                  <a:lnTo>
                    <a:pt x="84" y="372"/>
                  </a:lnTo>
                  <a:lnTo>
                    <a:pt x="84" y="366"/>
                  </a:lnTo>
                  <a:lnTo>
                    <a:pt x="90" y="366"/>
                  </a:lnTo>
                  <a:lnTo>
                    <a:pt x="90" y="360"/>
                  </a:lnTo>
                  <a:lnTo>
                    <a:pt x="96" y="360"/>
                  </a:lnTo>
                  <a:lnTo>
                    <a:pt x="96" y="354"/>
                  </a:lnTo>
                  <a:lnTo>
                    <a:pt x="102" y="348"/>
                  </a:lnTo>
                  <a:lnTo>
                    <a:pt x="102" y="342"/>
                  </a:lnTo>
                  <a:lnTo>
                    <a:pt x="108" y="336"/>
                  </a:lnTo>
                  <a:lnTo>
                    <a:pt x="108" y="330"/>
                  </a:lnTo>
                  <a:lnTo>
                    <a:pt x="114" y="330"/>
                  </a:lnTo>
                  <a:lnTo>
                    <a:pt x="114" y="324"/>
                  </a:lnTo>
                  <a:lnTo>
                    <a:pt x="120" y="318"/>
                  </a:lnTo>
                  <a:lnTo>
                    <a:pt x="120" y="312"/>
                  </a:lnTo>
                  <a:lnTo>
                    <a:pt x="126" y="312"/>
                  </a:lnTo>
                  <a:lnTo>
                    <a:pt x="126" y="306"/>
                  </a:lnTo>
                  <a:lnTo>
                    <a:pt x="132" y="300"/>
                  </a:lnTo>
                  <a:lnTo>
                    <a:pt x="132" y="294"/>
                  </a:lnTo>
                  <a:lnTo>
                    <a:pt x="138" y="294"/>
                  </a:lnTo>
                  <a:lnTo>
                    <a:pt x="138" y="288"/>
                  </a:lnTo>
                  <a:lnTo>
                    <a:pt x="144" y="288"/>
                  </a:lnTo>
                  <a:lnTo>
                    <a:pt x="144" y="282"/>
                  </a:lnTo>
                  <a:lnTo>
                    <a:pt x="150" y="276"/>
                  </a:lnTo>
                  <a:lnTo>
                    <a:pt x="150" y="270"/>
                  </a:lnTo>
                  <a:lnTo>
                    <a:pt x="156" y="270"/>
                  </a:lnTo>
                  <a:lnTo>
                    <a:pt x="156" y="264"/>
                  </a:lnTo>
                  <a:lnTo>
                    <a:pt x="162" y="264"/>
                  </a:lnTo>
                  <a:lnTo>
                    <a:pt x="162" y="258"/>
                  </a:lnTo>
                  <a:lnTo>
                    <a:pt x="168" y="252"/>
                  </a:lnTo>
                  <a:lnTo>
                    <a:pt x="168" y="246"/>
                  </a:lnTo>
                  <a:lnTo>
                    <a:pt x="174" y="246"/>
                  </a:lnTo>
                  <a:lnTo>
                    <a:pt x="174" y="240"/>
                  </a:lnTo>
                  <a:lnTo>
                    <a:pt x="180" y="240"/>
                  </a:lnTo>
                  <a:lnTo>
                    <a:pt x="180" y="234"/>
                  </a:lnTo>
                  <a:lnTo>
                    <a:pt x="186" y="234"/>
                  </a:lnTo>
                  <a:lnTo>
                    <a:pt x="186" y="228"/>
                  </a:lnTo>
                  <a:lnTo>
                    <a:pt x="192" y="228"/>
                  </a:lnTo>
                  <a:lnTo>
                    <a:pt x="192" y="222"/>
                  </a:lnTo>
                  <a:lnTo>
                    <a:pt x="198" y="216"/>
                  </a:lnTo>
                  <a:lnTo>
                    <a:pt x="198" y="210"/>
                  </a:lnTo>
                  <a:lnTo>
                    <a:pt x="204" y="210"/>
                  </a:lnTo>
                  <a:lnTo>
                    <a:pt x="210" y="204"/>
                  </a:lnTo>
                  <a:lnTo>
                    <a:pt x="210" y="198"/>
                  </a:lnTo>
                  <a:lnTo>
                    <a:pt x="216" y="198"/>
                  </a:lnTo>
                  <a:lnTo>
                    <a:pt x="216" y="192"/>
                  </a:lnTo>
                  <a:lnTo>
                    <a:pt x="222" y="192"/>
                  </a:lnTo>
                  <a:lnTo>
                    <a:pt x="222" y="186"/>
                  </a:lnTo>
                  <a:lnTo>
                    <a:pt x="228" y="186"/>
                  </a:lnTo>
                  <a:lnTo>
                    <a:pt x="228" y="180"/>
                  </a:lnTo>
                  <a:lnTo>
                    <a:pt x="234" y="180"/>
                  </a:lnTo>
                  <a:lnTo>
                    <a:pt x="234" y="174"/>
                  </a:lnTo>
                  <a:lnTo>
                    <a:pt x="240" y="174"/>
                  </a:lnTo>
                  <a:lnTo>
                    <a:pt x="240" y="168"/>
                  </a:lnTo>
                  <a:lnTo>
                    <a:pt x="246" y="168"/>
                  </a:lnTo>
                  <a:lnTo>
                    <a:pt x="246" y="162"/>
                  </a:lnTo>
                  <a:lnTo>
                    <a:pt x="252" y="162"/>
                  </a:lnTo>
                  <a:lnTo>
                    <a:pt x="252" y="156"/>
                  </a:lnTo>
                  <a:lnTo>
                    <a:pt x="258" y="156"/>
                  </a:lnTo>
                  <a:lnTo>
                    <a:pt x="258" y="150"/>
                  </a:lnTo>
                  <a:lnTo>
                    <a:pt x="264" y="150"/>
                  </a:lnTo>
                  <a:lnTo>
                    <a:pt x="264" y="144"/>
                  </a:lnTo>
                  <a:lnTo>
                    <a:pt x="270" y="144"/>
                  </a:lnTo>
                  <a:lnTo>
                    <a:pt x="270" y="138"/>
                  </a:lnTo>
                  <a:lnTo>
                    <a:pt x="276" y="138"/>
                  </a:lnTo>
                  <a:lnTo>
                    <a:pt x="276" y="132"/>
                  </a:lnTo>
                  <a:lnTo>
                    <a:pt x="282" y="132"/>
                  </a:lnTo>
                  <a:lnTo>
                    <a:pt x="282" y="126"/>
                  </a:lnTo>
                  <a:lnTo>
                    <a:pt x="288" y="126"/>
                  </a:lnTo>
                  <a:lnTo>
                    <a:pt x="288" y="120"/>
                  </a:lnTo>
                  <a:lnTo>
                    <a:pt x="294" y="120"/>
                  </a:lnTo>
                  <a:lnTo>
                    <a:pt x="294" y="114"/>
                  </a:lnTo>
                  <a:lnTo>
                    <a:pt x="300" y="114"/>
                  </a:lnTo>
                  <a:lnTo>
                    <a:pt x="306" y="108"/>
                  </a:lnTo>
                  <a:lnTo>
                    <a:pt x="312" y="102"/>
                  </a:lnTo>
                  <a:lnTo>
                    <a:pt x="318" y="102"/>
                  </a:lnTo>
                  <a:lnTo>
                    <a:pt x="318" y="96"/>
                  </a:lnTo>
                  <a:lnTo>
                    <a:pt x="324" y="96"/>
                  </a:lnTo>
                  <a:lnTo>
                    <a:pt x="324" y="90"/>
                  </a:lnTo>
                  <a:lnTo>
                    <a:pt x="330" y="90"/>
                  </a:lnTo>
                  <a:lnTo>
                    <a:pt x="330" y="84"/>
                  </a:lnTo>
                  <a:lnTo>
                    <a:pt x="336" y="84"/>
                  </a:lnTo>
                  <a:lnTo>
                    <a:pt x="336" y="78"/>
                  </a:lnTo>
                  <a:lnTo>
                    <a:pt x="342" y="78"/>
                  </a:lnTo>
                  <a:lnTo>
                    <a:pt x="348" y="72"/>
                  </a:lnTo>
                  <a:lnTo>
                    <a:pt x="354" y="66"/>
                  </a:lnTo>
                  <a:lnTo>
                    <a:pt x="360" y="66"/>
                  </a:lnTo>
                  <a:lnTo>
                    <a:pt x="360" y="60"/>
                  </a:lnTo>
                  <a:lnTo>
                    <a:pt x="366" y="60"/>
                  </a:lnTo>
                  <a:lnTo>
                    <a:pt x="366" y="54"/>
                  </a:lnTo>
                  <a:lnTo>
                    <a:pt x="372" y="54"/>
                  </a:lnTo>
                  <a:lnTo>
                    <a:pt x="378" y="48"/>
                  </a:lnTo>
                  <a:lnTo>
                    <a:pt x="384" y="48"/>
                  </a:lnTo>
                  <a:lnTo>
                    <a:pt x="384" y="42"/>
                  </a:lnTo>
                  <a:lnTo>
                    <a:pt x="390" y="42"/>
                  </a:lnTo>
                  <a:lnTo>
                    <a:pt x="390" y="36"/>
                  </a:lnTo>
                  <a:lnTo>
                    <a:pt x="396" y="36"/>
                  </a:lnTo>
                  <a:lnTo>
                    <a:pt x="402" y="30"/>
                  </a:lnTo>
                  <a:lnTo>
                    <a:pt x="408" y="30"/>
                  </a:lnTo>
                  <a:lnTo>
                    <a:pt x="408" y="24"/>
                  </a:lnTo>
                  <a:lnTo>
                    <a:pt x="414" y="24"/>
                  </a:lnTo>
                  <a:lnTo>
                    <a:pt x="414" y="18"/>
                  </a:lnTo>
                  <a:lnTo>
                    <a:pt x="420" y="18"/>
                  </a:lnTo>
                  <a:lnTo>
                    <a:pt x="426" y="18"/>
                  </a:lnTo>
                  <a:lnTo>
                    <a:pt x="426" y="12"/>
                  </a:lnTo>
                  <a:lnTo>
                    <a:pt x="432" y="12"/>
                  </a:lnTo>
                  <a:lnTo>
                    <a:pt x="432" y="6"/>
                  </a:lnTo>
                  <a:lnTo>
                    <a:pt x="438" y="6"/>
                  </a:lnTo>
                  <a:lnTo>
                    <a:pt x="444" y="0"/>
                  </a:lnTo>
                </a:path>
              </a:pathLst>
            </a:custGeom>
            <a:noFill/>
            <a:ln w="15875">
              <a:solidFill>
                <a:srgbClr val="0070C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7" name="Freeform 37"/>
            <p:cNvSpPr/>
            <p:nvPr/>
          </p:nvSpPr>
          <p:spPr bwMode="auto">
            <a:xfrm>
              <a:off x="4536" y="2170"/>
              <a:ext cx="467" cy="233"/>
            </a:xfrm>
            <a:custGeom>
              <a:avLst/>
              <a:gdLst>
                <a:gd name="T0" fmla="*/ 6 w 444"/>
                <a:gd name="T1" fmla="*/ 283 h 222"/>
                <a:gd name="T2" fmla="*/ 17 w 444"/>
                <a:gd name="T3" fmla="*/ 275 h 222"/>
                <a:gd name="T4" fmla="*/ 29 w 444"/>
                <a:gd name="T5" fmla="*/ 267 h 222"/>
                <a:gd name="T6" fmla="*/ 40 w 444"/>
                <a:gd name="T7" fmla="*/ 260 h 222"/>
                <a:gd name="T8" fmla="*/ 53 w 444"/>
                <a:gd name="T9" fmla="*/ 252 h 222"/>
                <a:gd name="T10" fmla="*/ 62 w 444"/>
                <a:gd name="T11" fmla="*/ 246 h 222"/>
                <a:gd name="T12" fmla="*/ 77 w 444"/>
                <a:gd name="T13" fmla="*/ 237 h 222"/>
                <a:gd name="T14" fmla="*/ 85 w 444"/>
                <a:gd name="T15" fmla="*/ 229 h 222"/>
                <a:gd name="T16" fmla="*/ 100 w 444"/>
                <a:gd name="T17" fmla="*/ 223 h 222"/>
                <a:gd name="T18" fmla="*/ 108 w 444"/>
                <a:gd name="T19" fmla="*/ 214 h 222"/>
                <a:gd name="T20" fmla="*/ 123 w 444"/>
                <a:gd name="T21" fmla="*/ 206 h 222"/>
                <a:gd name="T22" fmla="*/ 131 w 444"/>
                <a:gd name="T23" fmla="*/ 206 h 222"/>
                <a:gd name="T24" fmla="*/ 140 w 444"/>
                <a:gd name="T25" fmla="*/ 199 h 222"/>
                <a:gd name="T26" fmla="*/ 155 w 444"/>
                <a:gd name="T27" fmla="*/ 191 h 222"/>
                <a:gd name="T28" fmla="*/ 163 w 444"/>
                <a:gd name="T29" fmla="*/ 183 h 222"/>
                <a:gd name="T30" fmla="*/ 178 w 444"/>
                <a:gd name="T31" fmla="*/ 176 h 222"/>
                <a:gd name="T32" fmla="*/ 185 w 444"/>
                <a:gd name="T33" fmla="*/ 169 h 222"/>
                <a:gd name="T34" fmla="*/ 200 w 444"/>
                <a:gd name="T35" fmla="*/ 169 h 222"/>
                <a:gd name="T36" fmla="*/ 208 w 444"/>
                <a:gd name="T37" fmla="*/ 161 h 222"/>
                <a:gd name="T38" fmla="*/ 223 w 444"/>
                <a:gd name="T39" fmla="*/ 153 h 222"/>
                <a:gd name="T40" fmla="*/ 231 w 444"/>
                <a:gd name="T41" fmla="*/ 146 h 222"/>
                <a:gd name="T42" fmla="*/ 247 w 444"/>
                <a:gd name="T43" fmla="*/ 146 h 222"/>
                <a:gd name="T44" fmla="*/ 255 w 444"/>
                <a:gd name="T45" fmla="*/ 137 h 222"/>
                <a:gd name="T46" fmla="*/ 263 w 444"/>
                <a:gd name="T47" fmla="*/ 130 h 222"/>
                <a:gd name="T48" fmla="*/ 278 w 444"/>
                <a:gd name="T49" fmla="*/ 123 h 222"/>
                <a:gd name="T50" fmla="*/ 286 w 444"/>
                <a:gd name="T51" fmla="*/ 123 h 222"/>
                <a:gd name="T52" fmla="*/ 301 w 444"/>
                <a:gd name="T53" fmla="*/ 114 h 222"/>
                <a:gd name="T54" fmla="*/ 308 w 444"/>
                <a:gd name="T55" fmla="*/ 107 h 222"/>
                <a:gd name="T56" fmla="*/ 324 w 444"/>
                <a:gd name="T57" fmla="*/ 107 h 222"/>
                <a:gd name="T58" fmla="*/ 332 w 444"/>
                <a:gd name="T59" fmla="*/ 99 h 222"/>
                <a:gd name="T60" fmla="*/ 347 w 444"/>
                <a:gd name="T61" fmla="*/ 92 h 222"/>
                <a:gd name="T62" fmla="*/ 356 w 444"/>
                <a:gd name="T63" fmla="*/ 84 h 222"/>
                <a:gd name="T64" fmla="*/ 371 w 444"/>
                <a:gd name="T65" fmla="*/ 84 h 222"/>
                <a:gd name="T66" fmla="*/ 379 w 444"/>
                <a:gd name="T67" fmla="*/ 76 h 222"/>
                <a:gd name="T68" fmla="*/ 386 w 444"/>
                <a:gd name="T69" fmla="*/ 69 h 222"/>
                <a:gd name="T70" fmla="*/ 402 w 444"/>
                <a:gd name="T71" fmla="*/ 69 h 222"/>
                <a:gd name="T72" fmla="*/ 408 w 444"/>
                <a:gd name="T73" fmla="*/ 61 h 222"/>
                <a:gd name="T74" fmla="*/ 425 w 444"/>
                <a:gd name="T75" fmla="*/ 61 h 222"/>
                <a:gd name="T76" fmla="*/ 431 w 444"/>
                <a:gd name="T77" fmla="*/ 52 h 222"/>
                <a:gd name="T78" fmla="*/ 448 w 444"/>
                <a:gd name="T79" fmla="*/ 46 h 222"/>
                <a:gd name="T80" fmla="*/ 454 w 444"/>
                <a:gd name="T81" fmla="*/ 46 h 222"/>
                <a:gd name="T82" fmla="*/ 471 w 444"/>
                <a:gd name="T83" fmla="*/ 39 h 222"/>
                <a:gd name="T84" fmla="*/ 478 w 444"/>
                <a:gd name="T85" fmla="*/ 29 h 222"/>
                <a:gd name="T86" fmla="*/ 494 w 444"/>
                <a:gd name="T87" fmla="*/ 29 h 222"/>
                <a:gd name="T88" fmla="*/ 501 w 444"/>
                <a:gd name="T89" fmla="*/ 23 h 222"/>
                <a:gd name="T90" fmla="*/ 511 w 444"/>
                <a:gd name="T91" fmla="*/ 23 h 222"/>
                <a:gd name="T92" fmla="*/ 525 w 444"/>
                <a:gd name="T93" fmla="*/ 17 h 222"/>
                <a:gd name="T94" fmla="*/ 533 w 444"/>
                <a:gd name="T95" fmla="*/ 6 h 222"/>
                <a:gd name="T96" fmla="*/ 548 w 444"/>
                <a:gd name="T97" fmla="*/ 6 h 222"/>
                <a:gd name="T98" fmla="*/ 556 w 444"/>
                <a:gd name="T99" fmla="*/ 0 h 222"/>
                <a:gd name="T100" fmla="*/ 571 w 444"/>
                <a:gd name="T101" fmla="*/ 0 h 22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44" h="222">
                  <a:moveTo>
                    <a:pt x="0" y="222"/>
                  </a:moveTo>
                  <a:lnTo>
                    <a:pt x="0" y="222"/>
                  </a:lnTo>
                  <a:lnTo>
                    <a:pt x="6" y="222"/>
                  </a:lnTo>
                  <a:lnTo>
                    <a:pt x="6" y="216"/>
                  </a:lnTo>
                  <a:lnTo>
                    <a:pt x="12" y="216"/>
                  </a:lnTo>
                  <a:lnTo>
                    <a:pt x="18" y="210"/>
                  </a:lnTo>
                  <a:lnTo>
                    <a:pt x="24" y="210"/>
                  </a:lnTo>
                  <a:lnTo>
                    <a:pt x="24" y="204"/>
                  </a:lnTo>
                  <a:lnTo>
                    <a:pt x="30" y="204"/>
                  </a:lnTo>
                  <a:lnTo>
                    <a:pt x="36" y="198"/>
                  </a:lnTo>
                  <a:lnTo>
                    <a:pt x="42" y="198"/>
                  </a:lnTo>
                  <a:lnTo>
                    <a:pt x="42" y="192"/>
                  </a:lnTo>
                  <a:lnTo>
                    <a:pt x="48" y="192"/>
                  </a:lnTo>
                  <a:lnTo>
                    <a:pt x="54" y="192"/>
                  </a:lnTo>
                  <a:lnTo>
                    <a:pt x="54" y="186"/>
                  </a:lnTo>
                  <a:lnTo>
                    <a:pt x="60" y="186"/>
                  </a:lnTo>
                  <a:lnTo>
                    <a:pt x="66" y="180"/>
                  </a:lnTo>
                  <a:lnTo>
                    <a:pt x="72" y="180"/>
                  </a:lnTo>
                  <a:lnTo>
                    <a:pt x="72" y="174"/>
                  </a:lnTo>
                  <a:lnTo>
                    <a:pt x="78" y="174"/>
                  </a:lnTo>
                  <a:lnTo>
                    <a:pt x="84" y="174"/>
                  </a:lnTo>
                  <a:lnTo>
                    <a:pt x="84" y="168"/>
                  </a:lnTo>
                  <a:lnTo>
                    <a:pt x="90" y="168"/>
                  </a:lnTo>
                  <a:lnTo>
                    <a:pt x="96" y="162"/>
                  </a:lnTo>
                  <a:lnTo>
                    <a:pt x="102" y="162"/>
                  </a:lnTo>
                  <a:lnTo>
                    <a:pt x="102" y="156"/>
                  </a:lnTo>
                  <a:lnTo>
                    <a:pt x="108" y="156"/>
                  </a:lnTo>
                  <a:lnTo>
                    <a:pt x="114" y="156"/>
                  </a:lnTo>
                  <a:lnTo>
                    <a:pt x="114" y="150"/>
                  </a:lnTo>
                  <a:lnTo>
                    <a:pt x="120" y="150"/>
                  </a:lnTo>
                  <a:lnTo>
                    <a:pt x="126" y="150"/>
                  </a:lnTo>
                  <a:lnTo>
                    <a:pt x="126" y="144"/>
                  </a:lnTo>
                  <a:lnTo>
                    <a:pt x="132" y="144"/>
                  </a:lnTo>
                  <a:lnTo>
                    <a:pt x="138" y="138"/>
                  </a:lnTo>
                  <a:lnTo>
                    <a:pt x="144" y="138"/>
                  </a:lnTo>
                  <a:lnTo>
                    <a:pt x="144" y="132"/>
                  </a:lnTo>
                  <a:lnTo>
                    <a:pt x="150" y="132"/>
                  </a:lnTo>
                  <a:lnTo>
                    <a:pt x="156" y="132"/>
                  </a:lnTo>
                  <a:lnTo>
                    <a:pt x="156" y="126"/>
                  </a:lnTo>
                  <a:lnTo>
                    <a:pt x="162" y="126"/>
                  </a:lnTo>
                  <a:lnTo>
                    <a:pt x="168" y="126"/>
                  </a:lnTo>
                  <a:lnTo>
                    <a:pt x="168" y="120"/>
                  </a:lnTo>
                  <a:lnTo>
                    <a:pt x="174" y="120"/>
                  </a:lnTo>
                  <a:lnTo>
                    <a:pt x="180" y="120"/>
                  </a:lnTo>
                  <a:lnTo>
                    <a:pt x="180" y="114"/>
                  </a:lnTo>
                  <a:lnTo>
                    <a:pt x="186" y="114"/>
                  </a:lnTo>
                  <a:lnTo>
                    <a:pt x="192" y="114"/>
                  </a:lnTo>
                  <a:lnTo>
                    <a:pt x="192" y="108"/>
                  </a:lnTo>
                  <a:lnTo>
                    <a:pt x="198" y="108"/>
                  </a:lnTo>
                  <a:lnTo>
                    <a:pt x="204" y="108"/>
                  </a:lnTo>
                  <a:lnTo>
                    <a:pt x="204" y="102"/>
                  </a:lnTo>
                  <a:lnTo>
                    <a:pt x="210" y="102"/>
                  </a:lnTo>
                  <a:lnTo>
                    <a:pt x="216" y="102"/>
                  </a:lnTo>
                  <a:lnTo>
                    <a:pt x="216" y="96"/>
                  </a:lnTo>
                  <a:lnTo>
                    <a:pt x="222" y="96"/>
                  </a:lnTo>
                  <a:lnTo>
                    <a:pt x="228" y="90"/>
                  </a:lnTo>
                  <a:lnTo>
                    <a:pt x="234" y="90"/>
                  </a:lnTo>
                  <a:lnTo>
                    <a:pt x="240" y="90"/>
                  </a:lnTo>
                  <a:lnTo>
                    <a:pt x="240" y="84"/>
                  </a:lnTo>
                  <a:lnTo>
                    <a:pt x="246" y="84"/>
                  </a:lnTo>
                  <a:lnTo>
                    <a:pt x="252" y="84"/>
                  </a:lnTo>
                  <a:lnTo>
                    <a:pt x="252" y="78"/>
                  </a:lnTo>
                  <a:lnTo>
                    <a:pt x="258" y="78"/>
                  </a:lnTo>
                  <a:lnTo>
                    <a:pt x="264" y="78"/>
                  </a:lnTo>
                  <a:lnTo>
                    <a:pt x="264" y="72"/>
                  </a:lnTo>
                  <a:lnTo>
                    <a:pt x="270" y="72"/>
                  </a:lnTo>
                  <a:lnTo>
                    <a:pt x="276" y="72"/>
                  </a:lnTo>
                  <a:lnTo>
                    <a:pt x="276" y="66"/>
                  </a:lnTo>
                  <a:lnTo>
                    <a:pt x="282" y="66"/>
                  </a:lnTo>
                  <a:lnTo>
                    <a:pt x="288" y="66"/>
                  </a:lnTo>
                  <a:lnTo>
                    <a:pt x="288" y="60"/>
                  </a:lnTo>
                  <a:lnTo>
                    <a:pt x="294" y="60"/>
                  </a:lnTo>
                  <a:lnTo>
                    <a:pt x="300" y="60"/>
                  </a:lnTo>
                  <a:lnTo>
                    <a:pt x="300" y="54"/>
                  </a:lnTo>
                  <a:lnTo>
                    <a:pt x="306" y="54"/>
                  </a:lnTo>
                  <a:lnTo>
                    <a:pt x="312" y="54"/>
                  </a:lnTo>
                  <a:lnTo>
                    <a:pt x="318" y="54"/>
                  </a:lnTo>
                  <a:lnTo>
                    <a:pt x="318" y="48"/>
                  </a:lnTo>
                  <a:lnTo>
                    <a:pt x="324" y="48"/>
                  </a:lnTo>
                  <a:lnTo>
                    <a:pt x="330" y="48"/>
                  </a:lnTo>
                  <a:lnTo>
                    <a:pt x="330" y="42"/>
                  </a:lnTo>
                  <a:lnTo>
                    <a:pt x="336" y="42"/>
                  </a:lnTo>
                  <a:lnTo>
                    <a:pt x="342" y="42"/>
                  </a:lnTo>
                  <a:lnTo>
                    <a:pt x="342" y="36"/>
                  </a:lnTo>
                  <a:lnTo>
                    <a:pt x="348" y="36"/>
                  </a:lnTo>
                  <a:lnTo>
                    <a:pt x="354" y="36"/>
                  </a:lnTo>
                  <a:lnTo>
                    <a:pt x="360" y="36"/>
                  </a:lnTo>
                  <a:lnTo>
                    <a:pt x="360" y="30"/>
                  </a:lnTo>
                  <a:lnTo>
                    <a:pt x="366" y="30"/>
                  </a:lnTo>
                  <a:lnTo>
                    <a:pt x="372" y="30"/>
                  </a:lnTo>
                  <a:lnTo>
                    <a:pt x="372" y="24"/>
                  </a:lnTo>
                  <a:lnTo>
                    <a:pt x="378" y="24"/>
                  </a:lnTo>
                  <a:lnTo>
                    <a:pt x="384" y="24"/>
                  </a:lnTo>
                  <a:lnTo>
                    <a:pt x="384" y="18"/>
                  </a:lnTo>
                  <a:lnTo>
                    <a:pt x="390" y="18"/>
                  </a:lnTo>
                  <a:lnTo>
                    <a:pt x="396" y="18"/>
                  </a:lnTo>
                  <a:lnTo>
                    <a:pt x="402" y="12"/>
                  </a:lnTo>
                  <a:lnTo>
                    <a:pt x="408" y="12"/>
                  </a:lnTo>
                  <a:lnTo>
                    <a:pt x="414" y="12"/>
                  </a:lnTo>
                  <a:lnTo>
                    <a:pt x="414" y="6"/>
                  </a:lnTo>
                  <a:lnTo>
                    <a:pt x="420" y="6"/>
                  </a:lnTo>
                  <a:lnTo>
                    <a:pt x="426" y="6"/>
                  </a:lnTo>
                  <a:lnTo>
                    <a:pt x="432" y="0"/>
                  </a:lnTo>
                  <a:lnTo>
                    <a:pt x="438" y="0"/>
                  </a:lnTo>
                  <a:lnTo>
                    <a:pt x="444" y="0"/>
                  </a:lnTo>
                </a:path>
              </a:pathLst>
            </a:custGeom>
            <a:noFill/>
            <a:ln w="15875">
              <a:solidFill>
                <a:srgbClr val="0070C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8" name="Freeform 38"/>
            <p:cNvSpPr/>
            <p:nvPr/>
          </p:nvSpPr>
          <p:spPr bwMode="auto">
            <a:xfrm>
              <a:off x="5003" y="2069"/>
              <a:ext cx="277" cy="101"/>
            </a:xfrm>
            <a:custGeom>
              <a:avLst/>
              <a:gdLst>
                <a:gd name="T0" fmla="*/ 6 w 264"/>
                <a:gd name="T1" fmla="*/ 116 h 96"/>
                <a:gd name="T2" fmla="*/ 17 w 264"/>
                <a:gd name="T3" fmla="*/ 116 h 96"/>
                <a:gd name="T4" fmla="*/ 17 w 264"/>
                <a:gd name="T5" fmla="*/ 116 h 96"/>
                <a:gd name="T6" fmla="*/ 23 w 264"/>
                <a:gd name="T7" fmla="*/ 108 h 96"/>
                <a:gd name="T8" fmla="*/ 29 w 264"/>
                <a:gd name="T9" fmla="*/ 108 h 96"/>
                <a:gd name="T10" fmla="*/ 39 w 264"/>
                <a:gd name="T11" fmla="*/ 108 h 96"/>
                <a:gd name="T12" fmla="*/ 46 w 264"/>
                <a:gd name="T13" fmla="*/ 100 h 96"/>
                <a:gd name="T14" fmla="*/ 52 w 264"/>
                <a:gd name="T15" fmla="*/ 100 h 96"/>
                <a:gd name="T16" fmla="*/ 61 w 264"/>
                <a:gd name="T17" fmla="*/ 100 h 96"/>
                <a:gd name="T18" fmla="*/ 61 w 264"/>
                <a:gd name="T19" fmla="*/ 93 h 96"/>
                <a:gd name="T20" fmla="*/ 69 w 264"/>
                <a:gd name="T21" fmla="*/ 93 h 96"/>
                <a:gd name="T22" fmla="*/ 76 w 264"/>
                <a:gd name="T23" fmla="*/ 93 h 96"/>
                <a:gd name="T24" fmla="*/ 84 w 264"/>
                <a:gd name="T25" fmla="*/ 85 h 96"/>
                <a:gd name="T26" fmla="*/ 92 w 264"/>
                <a:gd name="T27" fmla="*/ 85 h 96"/>
                <a:gd name="T28" fmla="*/ 99 w 264"/>
                <a:gd name="T29" fmla="*/ 85 h 96"/>
                <a:gd name="T30" fmla="*/ 107 w 264"/>
                <a:gd name="T31" fmla="*/ 77 h 96"/>
                <a:gd name="T32" fmla="*/ 114 w 264"/>
                <a:gd name="T33" fmla="*/ 77 h 96"/>
                <a:gd name="T34" fmla="*/ 114 w 264"/>
                <a:gd name="T35" fmla="*/ 77 h 96"/>
                <a:gd name="T36" fmla="*/ 122 w 264"/>
                <a:gd name="T37" fmla="*/ 77 h 96"/>
                <a:gd name="T38" fmla="*/ 130 w 264"/>
                <a:gd name="T39" fmla="*/ 69 h 96"/>
                <a:gd name="T40" fmla="*/ 137 w 264"/>
                <a:gd name="T41" fmla="*/ 69 h 96"/>
                <a:gd name="T42" fmla="*/ 146 w 264"/>
                <a:gd name="T43" fmla="*/ 69 h 96"/>
                <a:gd name="T44" fmla="*/ 153 w 264"/>
                <a:gd name="T45" fmla="*/ 63 h 96"/>
                <a:gd name="T46" fmla="*/ 161 w 264"/>
                <a:gd name="T47" fmla="*/ 63 h 96"/>
                <a:gd name="T48" fmla="*/ 169 w 264"/>
                <a:gd name="T49" fmla="*/ 63 h 96"/>
                <a:gd name="T50" fmla="*/ 169 w 264"/>
                <a:gd name="T51" fmla="*/ 54 h 96"/>
                <a:gd name="T52" fmla="*/ 175 w 264"/>
                <a:gd name="T53" fmla="*/ 54 h 96"/>
                <a:gd name="T54" fmla="*/ 183 w 264"/>
                <a:gd name="T55" fmla="*/ 54 h 96"/>
                <a:gd name="T56" fmla="*/ 191 w 264"/>
                <a:gd name="T57" fmla="*/ 46 h 96"/>
                <a:gd name="T58" fmla="*/ 198 w 264"/>
                <a:gd name="T59" fmla="*/ 46 h 96"/>
                <a:gd name="T60" fmla="*/ 206 w 264"/>
                <a:gd name="T61" fmla="*/ 46 h 96"/>
                <a:gd name="T62" fmla="*/ 214 w 264"/>
                <a:gd name="T63" fmla="*/ 46 h 96"/>
                <a:gd name="T64" fmla="*/ 221 w 264"/>
                <a:gd name="T65" fmla="*/ 40 h 96"/>
                <a:gd name="T66" fmla="*/ 221 w 264"/>
                <a:gd name="T67" fmla="*/ 40 h 96"/>
                <a:gd name="T68" fmla="*/ 229 w 264"/>
                <a:gd name="T69" fmla="*/ 40 h 96"/>
                <a:gd name="T70" fmla="*/ 237 w 264"/>
                <a:gd name="T71" fmla="*/ 29 h 96"/>
                <a:gd name="T72" fmla="*/ 243 w 264"/>
                <a:gd name="T73" fmla="*/ 29 h 96"/>
                <a:gd name="T74" fmla="*/ 252 w 264"/>
                <a:gd name="T75" fmla="*/ 29 h 96"/>
                <a:gd name="T76" fmla="*/ 260 w 264"/>
                <a:gd name="T77" fmla="*/ 29 h 96"/>
                <a:gd name="T78" fmla="*/ 267 w 264"/>
                <a:gd name="T79" fmla="*/ 23 h 96"/>
                <a:gd name="T80" fmla="*/ 275 w 264"/>
                <a:gd name="T81" fmla="*/ 23 h 96"/>
                <a:gd name="T82" fmla="*/ 275 w 264"/>
                <a:gd name="T83" fmla="*/ 23 h 96"/>
                <a:gd name="T84" fmla="*/ 282 w 264"/>
                <a:gd name="T85" fmla="*/ 17 h 96"/>
                <a:gd name="T86" fmla="*/ 290 w 264"/>
                <a:gd name="T87" fmla="*/ 17 h 96"/>
                <a:gd name="T88" fmla="*/ 298 w 264"/>
                <a:gd name="T89" fmla="*/ 17 h 96"/>
                <a:gd name="T90" fmla="*/ 305 w 264"/>
                <a:gd name="T91" fmla="*/ 17 h 96"/>
                <a:gd name="T92" fmla="*/ 313 w 264"/>
                <a:gd name="T93" fmla="*/ 6 h 96"/>
                <a:gd name="T94" fmla="*/ 320 w 264"/>
                <a:gd name="T95" fmla="*/ 6 h 96"/>
                <a:gd name="T96" fmla="*/ 328 w 264"/>
                <a:gd name="T97" fmla="*/ 6 h 96"/>
                <a:gd name="T98" fmla="*/ 328 w 264"/>
                <a:gd name="T99" fmla="*/ 0 h 9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4" h="96">
                  <a:moveTo>
                    <a:pt x="0" y="96"/>
                  </a:moveTo>
                  <a:lnTo>
                    <a:pt x="0" y="90"/>
                  </a:lnTo>
                  <a:lnTo>
                    <a:pt x="6" y="90"/>
                  </a:lnTo>
                  <a:lnTo>
                    <a:pt x="12" y="90"/>
                  </a:lnTo>
                  <a:lnTo>
                    <a:pt x="18" y="90"/>
                  </a:lnTo>
                  <a:lnTo>
                    <a:pt x="18" y="84"/>
                  </a:lnTo>
                  <a:lnTo>
                    <a:pt x="24" y="84"/>
                  </a:lnTo>
                  <a:lnTo>
                    <a:pt x="30" y="84"/>
                  </a:lnTo>
                  <a:lnTo>
                    <a:pt x="36" y="78"/>
                  </a:lnTo>
                  <a:lnTo>
                    <a:pt x="42" y="78"/>
                  </a:lnTo>
                  <a:lnTo>
                    <a:pt x="48" y="78"/>
                  </a:lnTo>
                  <a:lnTo>
                    <a:pt x="48" y="72"/>
                  </a:lnTo>
                  <a:lnTo>
                    <a:pt x="54" y="72"/>
                  </a:lnTo>
                  <a:lnTo>
                    <a:pt x="60" y="72"/>
                  </a:lnTo>
                  <a:lnTo>
                    <a:pt x="66" y="72"/>
                  </a:lnTo>
                  <a:lnTo>
                    <a:pt x="66" y="66"/>
                  </a:lnTo>
                  <a:lnTo>
                    <a:pt x="72" y="66"/>
                  </a:lnTo>
                  <a:lnTo>
                    <a:pt x="78" y="66"/>
                  </a:lnTo>
                  <a:lnTo>
                    <a:pt x="84" y="60"/>
                  </a:lnTo>
                  <a:lnTo>
                    <a:pt x="90" y="60"/>
                  </a:lnTo>
                  <a:lnTo>
                    <a:pt x="96" y="60"/>
                  </a:lnTo>
                  <a:lnTo>
                    <a:pt x="102" y="54"/>
                  </a:lnTo>
                  <a:lnTo>
                    <a:pt x="108" y="54"/>
                  </a:lnTo>
                  <a:lnTo>
                    <a:pt x="114" y="54"/>
                  </a:lnTo>
                  <a:lnTo>
                    <a:pt x="114" y="48"/>
                  </a:lnTo>
                  <a:lnTo>
                    <a:pt x="120" y="48"/>
                  </a:lnTo>
                  <a:lnTo>
                    <a:pt x="126" y="48"/>
                  </a:lnTo>
                  <a:lnTo>
                    <a:pt x="132" y="48"/>
                  </a:lnTo>
                  <a:lnTo>
                    <a:pt x="132" y="42"/>
                  </a:lnTo>
                  <a:lnTo>
                    <a:pt x="138" y="42"/>
                  </a:lnTo>
                  <a:lnTo>
                    <a:pt x="144" y="42"/>
                  </a:lnTo>
                  <a:lnTo>
                    <a:pt x="150" y="42"/>
                  </a:lnTo>
                  <a:lnTo>
                    <a:pt x="150" y="36"/>
                  </a:lnTo>
                  <a:lnTo>
                    <a:pt x="156" y="36"/>
                  </a:lnTo>
                  <a:lnTo>
                    <a:pt x="162" y="36"/>
                  </a:lnTo>
                  <a:lnTo>
                    <a:pt x="168" y="36"/>
                  </a:lnTo>
                  <a:lnTo>
                    <a:pt x="168" y="30"/>
                  </a:lnTo>
                  <a:lnTo>
                    <a:pt x="174" y="30"/>
                  </a:lnTo>
                  <a:lnTo>
                    <a:pt x="180" y="30"/>
                  </a:lnTo>
                  <a:lnTo>
                    <a:pt x="186" y="30"/>
                  </a:lnTo>
                  <a:lnTo>
                    <a:pt x="186" y="24"/>
                  </a:lnTo>
                  <a:lnTo>
                    <a:pt x="192" y="24"/>
                  </a:lnTo>
                  <a:lnTo>
                    <a:pt x="198" y="24"/>
                  </a:lnTo>
                  <a:lnTo>
                    <a:pt x="204" y="24"/>
                  </a:lnTo>
                  <a:lnTo>
                    <a:pt x="204" y="18"/>
                  </a:lnTo>
                  <a:lnTo>
                    <a:pt x="210" y="18"/>
                  </a:lnTo>
                  <a:lnTo>
                    <a:pt x="216" y="18"/>
                  </a:lnTo>
                  <a:lnTo>
                    <a:pt x="222" y="18"/>
                  </a:lnTo>
                  <a:lnTo>
                    <a:pt x="222" y="12"/>
                  </a:lnTo>
                  <a:lnTo>
                    <a:pt x="228" y="12"/>
                  </a:lnTo>
                  <a:lnTo>
                    <a:pt x="234" y="12"/>
                  </a:lnTo>
                  <a:lnTo>
                    <a:pt x="240" y="12"/>
                  </a:lnTo>
                  <a:lnTo>
                    <a:pt x="240" y="6"/>
                  </a:lnTo>
                  <a:lnTo>
                    <a:pt x="246" y="6"/>
                  </a:lnTo>
                  <a:lnTo>
                    <a:pt x="252" y="6"/>
                  </a:lnTo>
                  <a:lnTo>
                    <a:pt x="258" y="6"/>
                  </a:lnTo>
                  <a:lnTo>
                    <a:pt x="258" y="0"/>
                  </a:lnTo>
                  <a:lnTo>
                    <a:pt x="264" y="0"/>
                  </a:lnTo>
                </a:path>
              </a:pathLst>
            </a:custGeom>
            <a:noFill/>
            <a:ln w="15875">
              <a:solidFill>
                <a:srgbClr val="0070C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39" name="Group 39"/>
          <p:cNvGrpSpPr/>
          <p:nvPr/>
        </p:nvGrpSpPr>
        <p:grpSpPr bwMode="auto">
          <a:xfrm>
            <a:off x="8601076" y="2600036"/>
            <a:ext cx="1030349" cy="393765"/>
            <a:chOff x="4511" y="2304"/>
            <a:chExt cx="811" cy="309"/>
          </a:xfrm>
        </p:grpSpPr>
        <p:graphicFrame>
          <p:nvGraphicFramePr>
            <p:cNvPr id="40" name="Object 40"/>
            <p:cNvGraphicFramePr>
              <a:graphicFrameLocks noChangeAspect="1"/>
            </p:cNvGraphicFramePr>
            <p:nvPr/>
          </p:nvGraphicFramePr>
          <p:xfrm>
            <a:off x="4533" y="2304"/>
            <a:ext cx="789" cy="309"/>
          </p:xfrm>
          <a:graphic>
            <a:graphicData uri="http://schemas.openxmlformats.org/presentationml/2006/ole">
              <mc:AlternateContent xmlns:mc="http://schemas.openxmlformats.org/markup-compatibility/2006">
                <mc:Choice xmlns:v="urn:schemas-microsoft-com:vml" Requires="v">
                  <p:oleObj spid="_x0000_s22048" name="Equation" r:id="rId21" imgW="24079200" imgH="9448800" progId="Equation.DSMT4">
                    <p:embed/>
                  </p:oleObj>
                </mc:Choice>
                <mc:Fallback>
                  <p:oleObj name="Equation" r:id="rId21" imgW="24079200" imgH="9448800" progId="Equation.DSMT4">
                    <p:embed/>
                    <p:pic>
                      <p:nvPicPr>
                        <p:cNvPr id="0" name="图片 22047"/>
                        <p:cNvPicPr>
                          <a:picLocks noChangeAspect="1"/>
                        </p:cNvPicPr>
                        <p:nvPr/>
                      </p:nvPicPr>
                      <p:blipFill>
                        <a:blip r:embed="rId22">
                          <a:biLevel thresh="50000"/>
                          <a:grayscl/>
                        </a:blip>
                        <a:stretch>
                          <a:fillRect/>
                        </a:stretch>
                      </p:blipFill>
                      <p:spPr>
                        <a:xfrm>
                          <a:off x="4533" y="2304"/>
                          <a:ext cx="789" cy="309"/>
                        </a:xfrm>
                        <a:prstGeom prst="rect">
                          <a:avLst/>
                        </a:prstGeom>
                        <a:noFill/>
                        <a:ln w="9525">
                          <a:noFill/>
                        </a:ln>
                      </p:spPr>
                    </p:pic>
                  </p:oleObj>
                </mc:Fallback>
              </mc:AlternateContent>
            </a:graphicData>
          </a:graphic>
        </p:graphicFrame>
        <p:sp>
          <p:nvSpPr>
            <p:cNvPr id="41" name="Oval 41"/>
            <p:cNvSpPr>
              <a:spLocks noChangeArrowheads="1"/>
            </p:cNvSpPr>
            <p:nvPr/>
          </p:nvSpPr>
          <p:spPr bwMode="auto">
            <a:xfrm>
              <a:off x="4511" y="2371"/>
              <a:ext cx="45" cy="45"/>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42" name="Group 42"/>
          <p:cNvGrpSpPr/>
          <p:nvPr/>
        </p:nvGrpSpPr>
        <p:grpSpPr bwMode="auto">
          <a:xfrm>
            <a:off x="7261224" y="979175"/>
            <a:ext cx="2594572" cy="2562538"/>
            <a:chOff x="3456" y="1027"/>
            <a:chExt cx="2042" cy="2018"/>
          </a:xfrm>
        </p:grpSpPr>
        <p:sp>
          <p:nvSpPr>
            <p:cNvPr id="43" name="Line 43"/>
            <p:cNvSpPr>
              <a:spLocks noChangeShapeType="1"/>
            </p:cNvSpPr>
            <p:nvPr/>
          </p:nvSpPr>
          <p:spPr bwMode="auto">
            <a:xfrm>
              <a:off x="3456" y="2544"/>
              <a:ext cx="2040" cy="1"/>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44" name="Line 44"/>
            <p:cNvSpPr>
              <a:spLocks noChangeShapeType="1"/>
            </p:cNvSpPr>
            <p:nvPr/>
          </p:nvSpPr>
          <p:spPr bwMode="auto">
            <a:xfrm>
              <a:off x="3900" y="1104"/>
              <a:ext cx="1" cy="1941"/>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5" name="Object 45"/>
            <p:cNvGraphicFramePr>
              <a:graphicFrameLocks noChangeAspect="1"/>
            </p:cNvGraphicFramePr>
            <p:nvPr/>
          </p:nvGraphicFramePr>
          <p:xfrm>
            <a:off x="5328" y="2544"/>
            <a:ext cx="170" cy="180"/>
          </p:xfrm>
          <a:graphic>
            <a:graphicData uri="http://schemas.openxmlformats.org/presentationml/2006/ole">
              <mc:AlternateContent xmlns:mc="http://schemas.openxmlformats.org/markup-compatibility/2006">
                <mc:Choice xmlns:v="urn:schemas-microsoft-com:vml" Requires="v">
                  <p:oleObj spid="_x0000_s22049" name="Equation" r:id="rId23" imgW="5181600" imgH="5486400" progId="Equation.DSMT4">
                    <p:embed/>
                  </p:oleObj>
                </mc:Choice>
                <mc:Fallback>
                  <p:oleObj name="Equation" r:id="rId23" imgW="5181600" imgH="5486400" progId="Equation.DSMT4">
                    <p:embed/>
                    <p:pic>
                      <p:nvPicPr>
                        <p:cNvPr id="0" name="图片 22048"/>
                        <p:cNvPicPr>
                          <a:picLocks noChangeAspect="1"/>
                        </p:cNvPicPr>
                        <p:nvPr/>
                      </p:nvPicPr>
                      <p:blipFill>
                        <a:blip r:embed="rId24"/>
                        <a:stretch>
                          <a:fillRect/>
                        </a:stretch>
                      </p:blipFill>
                      <p:spPr>
                        <a:xfrm>
                          <a:off x="5328" y="2544"/>
                          <a:ext cx="170" cy="180"/>
                        </a:xfrm>
                        <a:prstGeom prst="rect">
                          <a:avLst/>
                        </a:prstGeom>
                        <a:noFill/>
                        <a:ln w="9525">
                          <a:noFill/>
                        </a:ln>
                      </p:spPr>
                    </p:pic>
                  </p:oleObj>
                </mc:Fallback>
              </mc:AlternateContent>
            </a:graphicData>
          </a:graphic>
        </p:graphicFrame>
        <p:graphicFrame>
          <p:nvGraphicFramePr>
            <p:cNvPr id="46" name="Object 46"/>
            <p:cNvGraphicFramePr>
              <a:graphicFrameLocks noChangeAspect="1"/>
            </p:cNvGraphicFramePr>
            <p:nvPr/>
          </p:nvGraphicFramePr>
          <p:xfrm>
            <a:off x="3668" y="1027"/>
            <a:ext cx="190" cy="240"/>
          </p:xfrm>
          <a:graphic>
            <a:graphicData uri="http://schemas.openxmlformats.org/presentationml/2006/ole">
              <mc:AlternateContent xmlns:mc="http://schemas.openxmlformats.org/markup-compatibility/2006">
                <mc:Choice xmlns:v="urn:schemas-microsoft-com:vml" Requires="v">
                  <p:oleObj spid="_x0000_s22050" name="Equation" r:id="rId25" imgW="5791200" imgH="7315200" progId="Equation.DSMT4">
                    <p:embed/>
                  </p:oleObj>
                </mc:Choice>
                <mc:Fallback>
                  <p:oleObj name="Equation" r:id="rId25" imgW="5791200" imgH="7315200" progId="Equation.DSMT4">
                    <p:embed/>
                    <p:pic>
                      <p:nvPicPr>
                        <p:cNvPr id="0" name="图片 22049"/>
                        <p:cNvPicPr>
                          <a:picLocks noChangeAspect="1"/>
                        </p:cNvPicPr>
                        <p:nvPr/>
                      </p:nvPicPr>
                      <p:blipFill>
                        <a:blip r:embed="rId26"/>
                        <a:stretch>
                          <a:fillRect/>
                        </a:stretch>
                      </p:blipFill>
                      <p:spPr>
                        <a:xfrm>
                          <a:off x="3668" y="1027"/>
                          <a:ext cx="190" cy="240"/>
                        </a:xfrm>
                        <a:prstGeom prst="rect">
                          <a:avLst/>
                        </a:prstGeom>
                        <a:noFill/>
                        <a:ln w="9525">
                          <a:noFill/>
                        </a:ln>
                      </p:spPr>
                    </p:pic>
                  </p:oleObj>
                </mc:Fallback>
              </mc:AlternateContent>
            </a:graphicData>
          </a:graphic>
        </p:graphicFrame>
        <p:graphicFrame>
          <p:nvGraphicFramePr>
            <p:cNvPr id="47" name="Object 47"/>
            <p:cNvGraphicFramePr>
              <a:graphicFrameLocks noChangeAspect="1"/>
            </p:cNvGraphicFramePr>
            <p:nvPr/>
          </p:nvGraphicFramePr>
          <p:xfrm>
            <a:off x="3861" y="2545"/>
            <a:ext cx="170" cy="180"/>
          </p:xfrm>
          <a:graphic>
            <a:graphicData uri="http://schemas.openxmlformats.org/presentationml/2006/ole">
              <mc:AlternateContent xmlns:mc="http://schemas.openxmlformats.org/markup-compatibility/2006">
                <mc:Choice xmlns:v="urn:schemas-microsoft-com:vml" Requires="v">
                  <p:oleObj spid="_x0000_s22051" name="Equation" r:id="rId27" imgW="5181600" imgH="5486400" progId="Equation.DSMT4">
                    <p:embed/>
                  </p:oleObj>
                </mc:Choice>
                <mc:Fallback>
                  <p:oleObj name="Equation" r:id="rId27" imgW="5181600" imgH="5486400" progId="Equation.DSMT4">
                    <p:embed/>
                    <p:pic>
                      <p:nvPicPr>
                        <p:cNvPr id="0" name="图片 22050"/>
                        <p:cNvPicPr>
                          <a:picLocks noChangeAspect="1"/>
                        </p:cNvPicPr>
                        <p:nvPr/>
                      </p:nvPicPr>
                      <p:blipFill>
                        <a:blip r:embed="rId28"/>
                        <a:stretch>
                          <a:fillRect/>
                        </a:stretch>
                      </p:blipFill>
                      <p:spPr>
                        <a:xfrm>
                          <a:off x="3861" y="2545"/>
                          <a:ext cx="170" cy="180"/>
                        </a:xfrm>
                        <a:prstGeom prst="rect">
                          <a:avLst/>
                        </a:prstGeom>
                        <a:noFill/>
                        <a:ln w="9525">
                          <a:noFill/>
                        </a:ln>
                      </p:spPr>
                    </p:pic>
                  </p:oleObj>
                </mc:Fallback>
              </mc:AlternateContent>
            </a:graphicData>
          </a:graphic>
        </p:graphicFrame>
      </p:grpSp>
      <p:sp>
        <p:nvSpPr>
          <p:cNvPr id="48" name="Text Box 48"/>
          <p:cNvSpPr txBox="1">
            <a:spLocks noChangeArrowheads="1"/>
          </p:cNvSpPr>
          <p:nvPr/>
        </p:nvSpPr>
        <p:spPr bwMode="auto">
          <a:xfrm>
            <a:off x="2438400" y="3919538"/>
            <a:ext cx="1752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指数函数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49" name="AutoShape 49"/>
          <p:cNvSpPr/>
          <p:nvPr/>
        </p:nvSpPr>
        <p:spPr bwMode="auto">
          <a:xfrm>
            <a:off x="7467600" y="4071938"/>
            <a:ext cx="152400" cy="914400"/>
          </a:xfrm>
          <a:prstGeom prst="rightBrace">
            <a:avLst>
              <a:gd name="adj1" fmla="val 50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left)">
                                      <p:cBhvr>
                                        <p:cTn id="21" dur="500"/>
                                        <p:tgtEl>
                                          <p:spTgt spid="3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down)">
                                      <p:cBhvr>
                                        <p:cTn id="35" dur="500"/>
                                        <p:tgtEl>
                                          <p:spTgt spid="23"/>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left)">
                                      <p:cBhvr>
                                        <p:cTn id="53" dur="500"/>
                                        <p:tgtEl>
                                          <p:spTgt spid="31"/>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left)">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wipe(left)">
                                      <p:cBhvr>
                                        <p:cTn id="67" dur="500"/>
                                        <p:tgtEl>
                                          <p:spTgt spid="48"/>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ipe(left)">
                                      <p:cBhvr>
                                        <p:cTn id="71" dur="500"/>
                                        <p:tgtEl>
                                          <p:spTgt spid="1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ipe(left)">
                                      <p:cBhvr>
                                        <p:cTn id="76" dur="500"/>
                                        <p:tgtEl>
                                          <p:spTgt spid="11"/>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wipe(left)">
                                      <p:cBhvr>
                                        <p:cTn id="80" dur="500"/>
                                        <p:tgtEl>
                                          <p:spTgt spid="1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wipe(up)">
                                      <p:cBhvr>
                                        <p:cTn id="85" dur="500"/>
                                        <p:tgtEl>
                                          <p:spTgt spid="49"/>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89" dur="500"/>
                                        <p:tgtEl>
                                          <p:spTgt spid="13">
                                            <p:txEl>
                                              <p:pRg st="4294967295" end="4294967295"/>
                                            </p:txEl>
                                          </p:spTgt>
                                        </p:tgtEl>
                                      </p:cBhvr>
                                    </p:animEffect>
                                  </p:childTnLst>
                                </p:cTn>
                              </p:par>
                            </p:childTnLst>
                          </p:cTn>
                        </p:par>
                        <p:par>
                          <p:cTn id="90" fill="hold">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13">
                                            <p:txEl>
                                              <p:pRg st="0" end="0"/>
                                            </p:txEl>
                                          </p:spTgt>
                                        </p:tgtEl>
                                        <p:attrNameLst>
                                          <p:attrName>style.visibility</p:attrName>
                                        </p:attrNameLst>
                                      </p:cBhvr>
                                      <p:to>
                                        <p:strVal val="visible"/>
                                      </p:to>
                                    </p:set>
                                    <p:animEffect transition="in" filter="wipe(left)">
                                      <p:cBhvr>
                                        <p:cTn id="93" dur="500"/>
                                        <p:tgtEl>
                                          <p:spTgt spid="13">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4">
                                            <p:txEl>
                                              <p:pRg st="4294967295" end="4294967295"/>
                                            </p:txEl>
                                          </p:spTgt>
                                        </p:tgtEl>
                                        <p:attrNameLst>
                                          <p:attrName>style.visibility</p:attrName>
                                        </p:attrNameLst>
                                      </p:cBhvr>
                                      <p:to>
                                        <p:strVal val="visible"/>
                                      </p:to>
                                    </p:set>
                                    <p:animEffect transition="in" filter="wipe(left)">
                                      <p:cBhvr>
                                        <p:cTn id="98" dur="500"/>
                                        <p:tgtEl>
                                          <p:spTgt spid="14">
                                            <p:txEl>
                                              <p:pRg st="4294967295" end="4294967295"/>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4">
                                            <p:txEl>
                                              <p:pRg st="0" end="0"/>
                                            </p:txEl>
                                          </p:spTgt>
                                        </p:tgtEl>
                                        <p:attrNameLst>
                                          <p:attrName>style.visibility</p:attrName>
                                        </p:attrNameLst>
                                      </p:cBhvr>
                                      <p:to>
                                        <p:strVal val="visible"/>
                                      </p:to>
                                    </p:set>
                                    <p:animEffect transition="in" filter="wipe(left)">
                                      <p:cBhvr>
                                        <p:cTn id="103" dur="500"/>
                                        <p:tgtEl>
                                          <p:spTgt spid="14">
                                            <p:txEl>
                                              <p:pRg st="0" end="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5"/>
                                        </p:tgtEl>
                                        <p:attrNameLst>
                                          <p:attrName>style.visibility</p:attrName>
                                        </p:attrNameLst>
                                      </p:cBhvr>
                                      <p:to>
                                        <p:strVal val="visible"/>
                                      </p:to>
                                    </p:set>
                                    <p:animEffect transition="in" filter="wipe(left)">
                                      <p:cBhvr>
                                        <p:cTn id="10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1" grpId="0" autoUpdateAnimBg="0"/>
      <p:bldP spid="13" grpId="0" advAuto="0" autoUpdateAnimBg="0" build="p"/>
      <p:bldP spid="14" grpId="0" autoUpdateAnimBg="0" build="p"/>
      <p:bldP spid="19" grpId="0" bldLvl="0" animBg="1"/>
      <p:bldP spid="23" grpId="0" bldLvl="0" animBg="1"/>
      <p:bldP spid="24" grpId="0" bldLvl="0" animBg="1"/>
      <p:bldP spid="48" grpId="0" autoUpdateAnimBg="0"/>
      <p:bldP spid="4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2"/>
          <p:cNvSpPr txBox="1">
            <a:spLocks noChangeArrowheads="1"/>
          </p:cNvSpPr>
          <p:nvPr/>
        </p:nvSpPr>
        <p:spPr bwMode="auto">
          <a:xfrm>
            <a:off x="1868171" y="1329690"/>
            <a:ext cx="25209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3 </a:t>
            </a:r>
            <a:r>
              <a:rPr lang="zh-CN" altLang="en-US" sz="2800" b="1" dirty="0">
                <a:latin typeface="Times New Roman" panose="02020603050405020304" pitchFamily="18" charset="0"/>
                <a:ea typeface="黑体" panose="02010609060101010101" charset="-122"/>
                <a:cs typeface="Times New Roman" panose="02020603050405020304" pitchFamily="18" charset="0"/>
              </a:rPr>
              <a:t>求函数</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1" name="对象 4"/>
          <p:cNvGraphicFramePr>
            <a:graphicFrameLocks noChangeAspect="1"/>
          </p:cNvGraphicFramePr>
          <p:nvPr/>
        </p:nvGraphicFramePr>
        <p:xfrm>
          <a:off x="3751263" y="1305560"/>
          <a:ext cx="1689100" cy="546100"/>
        </p:xfrm>
        <a:graphic>
          <a:graphicData uri="http://schemas.openxmlformats.org/presentationml/2006/ole">
            <mc:AlternateContent xmlns:mc="http://schemas.openxmlformats.org/markup-compatibility/2006">
              <mc:Choice xmlns:v="urn:schemas-microsoft-com:vml" Requires="v">
                <p:oleObj spid="_x0000_s22529" name="Equation" r:id="rId1" imgW="40538400" imgH="13106400" progId="Equation.DSMT4">
                  <p:embed/>
                </p:oleObj>
              </mc:Choice>
              <mc:Fallback>
                <p:oleObj name="Equation" r:id="rId1" imgW="40538400" imgH="13106400" progId="Equation.DSMT4">
                  <p:embed/>
                  <p:pic>
                    <p:nvPicPr>
                      <p:cNvPr id="0" name="图片 22528"/>
                      <p:cNvPicPr>
                        <a:picLocks noChangeAspect="1"/>
                      </p:cNvPicPr>
                      <p:nvPr/>
                    </p:nvPicPr>
                    <p:blipFill>
                      <a:blip r:embed="rId2"/>
                      <a:stretch>
                        <a:fillRect/>
                      </a:stretch>
                    </p:blipFill>
                    <p:spPr>
                      <a:xfrm>
                        <a:off x="3751263" y="1305560"/>
                        <a:ext cx="1689100" cy="546100"/>
                      </a:xfrm>
                      <a:prstGeom prst="rect">
                        <a:avLst/>
                      </a:prstGeom>
                      <a:noFill/>
                      <a:ln w="9525">
                        <a:noFill/>
                      </a:ln>
                    </p:spPr>
                  </p:pic>
                </p:oleObj>
              </mc:Fallback>
            </mc:AlternateContent>
          </a:graphicData>
        </a:graphic>
      </p:graphicFrame>
      <p:graphicFrame>
        <p:nvGraphicFramePr>
          <p:cNvPr id="52" name="对象 6"/>
          <p:cNvGraphicFramePr>
            <a:graphicFrameLocks noChangeAspect="1"/>
          </p:cNvGraphicFramePr>
          <p:nvPr/>
        </p:nvGraphicFramePr>
        <p:xfrm>
          <a:off x="5573713" y="1423670"/>
          <a:ext cx="819150" cy="309562"/>
        </p:xfrm>
        <a:graphic>
          <a:graphicData uri="http://schemas.openxmlformats.org/presentationml/2006/ole">
            <mc:AlternateContent xmlns:mc="http://schemas.openxmlformats.org/markup-compatibility/2006">
              <mc:Choice xmlns:v="urn:schemas-microsoft-com:vml" Requires="v">
                <p:oleObj spid="_x0000_s22851" name="Equation" r:id="rId3" imgW="19812000" imgH="7315200" progId="Equation.DSMT4">
                  <p:embed/>
                </p:oleObj>
              </mc:Choice>
              <mc:Fallback>
                <p:oleObj name="Equation" r:id="rId3" imgW="19812000" imgH="7315200" progId="Equation.DSMT4">
                  <p:embed/>
                  <p:pic>
                    <p:nvPicPr>
                      <p:cNvPr id="0" name="图片 22850"/>
                      <p:cNvPicPr>
                        <a:picLocks noChangeAspect="1"/>
                      </p:cNvPicPr>
                      <p:nvPr/>
                    </p:nvPicPr>
                    <p:blipFill>
                      <a:blip r:embed="rId4"/>
                      <a:stretch>
                        <a:fillRect/>
                      </a:stretch>
                    </p:blipFill>
                    <p:spPr>
                      <a:xfrm>
                        <a:off x="5573713" y="1423670"/>
                        <a:ext cx="819150" cy="309562"/>
                      </a:xfrm>
                      <a:prstGeom prst="rect">
                        <a:avLst/>
                      </a:prstGeom>
                      <a:noFill/>
                      <a:ln w="9525">
                        <a:noFill/>
                      </a:ln>
                    </p:spPr>
                  </p:pic>
                </p:oleObj>
              </mc:Fallback>
            </mc:AlternateContent>
          </a:graphicData>
        </a:graphic>
      </p:graphicFrame>
      <p:sp>
        <p:nvSpPr>
          <p:cNvPr id="53" name="TextBox 7"/>
          <p:cNvSpPr txBox="1">
            <a:spLocks noChangeArrowheads="1"/>
          </p:cNvSpPr>
          <p:nvPr/>
        </p:nvSpPr>
        <p:spPr bwMode="auto">
          <a:xfrm>
            <a:off x="6393181" y="1317625"/>
            <a:ext cx="223361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的反函数．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54" name="TextBox 53"/>
          <p:cNvSpPr txBox="1">
            <a:spLocks noChangeArrowheads="1"/>
          </p:cNvSpPr>
          <p:nvPr/>
        </p:nvSpPr>
        <p:spPr bwMode="auto">
          <a:xfrm>
            <a:off x="1869123" y="2149792"/>
            <a:ext cx="23034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解</a:t>
            </a:r>
            <a:r>
              <a:rPr lang="en-US"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a:t>
            </a:r>
            <a:r>
              <a:rPr lang="zh-CN"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 </a:t>
            </a:r>
            <a:r>
              <a:rPr lang="zh-CN" altLang="zh-CN" sz="2800" b="1" dirty="0">
                <a:latin typeface="Times New Roman" panose="02020603050405020304" pitchFamily="18" charset="0"/>
                <a:ea typeface="黑体" panose="02010609060101010101" charset="-122"/>
                <a:cs typeface="Times New Roman" panose="02020603050405020304" pitchFamily="18" charset="0"/>
              </a:rPr>
              <a:t>因为</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5" name="对象 54"/>
          <p:cNvGraphicFramePr>
            <a:graphicFrameLocks noChangeAspect="1"/>
          </p:cNvGraphicFramePr>
          <p:nvPr/>
        </p:nvGraphicFramePr>
        <p:xfrm>
          <a:off x="3522981" y="2148205"/>
          <a:ext cx="1555750" cy="457200"/>
        </p:xfrm>
        <a:graphic>
          <a:graphicData uri="http://schemas.openxmlformats.org/presentationml/2006/ole">
            <mc:AlternateContent xmlns:mc="http://schemas.openxmlformats.org/markup-compatibility/2006">
              <mc:Choice xmlns:v="urn:schemas-microsoft-com:vml" Requires="v">
                <p:oleObj spid="_x0000_s22852" name="Equation" r:id="rId5" imgW="37490400" imgH="10972800" progId="Equation.DSMT4">
                  <p:embed/>
                </p:oleObj>
              </mc:Choice>
              <mc:Fallback>
                <p:oleObj name="Equation" r:id="rId5" imgW="37490400" imgH="10972800" progId="Equation.DSMT4">
                  <p:embed/>
                  <p:pic>
                    <p:nvPicPr>
                      <p:cNvPr id="0" name="图片 22851"/>
                      <p:cNvPicPr>
                        <a:picLocks noChangeAspect="1"/>
                      </p:cNvPicPr>
                      <p:nvPr/>
                    </p:nvPicPr>
                    <p:blipFill>
                      <a:blip r:embed="rId6"/>
                      <a:stretch>
                        <a:fillRect/>
                      </a:stretch>
                    </p:blipFill>
                    <p:spPr>
                      <a:xfrm>
                        <a:off x="3522981" y="2148205"/>
                        <a:ext cx="1555750" cy="457200"/>
                      </a:xfrm>
                      <a:prstGeom prst="rect">
                        <a:avLst/>
                      </a:prstGeom>
                      <a:noFill/>
                      <a:ln w="9525">
                        <a:noFill/>
                      </a:ln>
                    </p:spPr>
                  </p:pic>
                </p:oleObj>
              </mc:Fallback>
            </mc:AlternateContent>
          </a:graphicData>
        </a:graphic>
      </p:graphicFrame>
      <p:graphicFrame>
        <p:nvGraphicFramePr>
          <p:cNvPr id="56" name="对象 55"/>
          <p:cNvGraphicFramePr>
            <a:graphicFrameLocks noChangeAspect="1"/>
          </p:cNvGraphicFramePr>
          <p:nvPr/>
        </p:nvGraphicFramePr>
        <p:xfrm>
          <a:off x="5224463" y="2148205"/>
          <a:ext cx="1943100" cy="457200"/>
        </p:xfrm>
        <a:graphic>
          <a:graphicData uri="http://schemas.openxmlformats.org/presentationml/2006/ole">
            <mc:AlternateContent xmlns:mc="http://schemas.openxmlformats.org/markup-compatibility/2006">
              <mc:Choice xmlns:v="urn:schemas-microsoft-com:vml" Requires="v">
                <p:oleObj spid="_x0000_s22853" name="Equation" r:id="rId7" imgW="46634400" imgH="10972800" progId="Equation.DSMT4">
                  <p:embed/>
                </p:oleObj>
              </mc:Choice>
              <mc:Fallback>
                <p:oleObj name="Equation" r:id="rId7" imgW="46634400" imgH="10972800" progId="Equation.DSMT4">
                  <p:embed/>
                  <p:pic>
                    <p:nvPicPr>
                      <p:cNvPr id="0" name="图片 22852"/>
                      <p:cNvPicPr>
                        <a:picLocks noChangeAspect="1"/>
                      </p:cNvPicPr>
                      <p:nvPr/>
                    </p:nvPicPr>
                    <p:blipFill>
                      <a:blip r:embed="rId8"/>
                      <a:stretch>
                        <a:fillRect/>
                      </a:stretch>
                    </p:blipFill>
                    <p:spPr>
                      <a:xfrm>
                        <a:off x="5224463" y="2148205"/>
                        <a:ext cx="1943100" cy="457200"/>
                      </a:xfrm>
                      <a:prstGeom prst="rect">
                        <a:avLst/>
                      </a:prstGeom>
                      <a:noFill/>
                      <a:ln w="9525">
                        <a:noFill/>
                      </a:ln>
                    </p:spPr>
                  </p:pic>
                </p:oleObj>
              </mc:Fallback>
            </mc:AlternateContent>
          </a:graphicData>
        </a:graphic>
      </p:graphicFrame>
      <p:sp>
        <p:nvSpPr>
          <p:cNvPr id="57" name="TextBox 56"/>
          <p:cNvSpPr txBox="1">
            <a:spLocks noChangeArrowheads="1"/>
          </p:cNvSpPr>
          <p:nvPr/>
        </p:nvSpPr>
        <p:spPr bwMode="auto">
          <a:xfrm>
            <a:off x="2441258" y="2836862"/>
            <a:ext cx="10810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而</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8" name="对象 57"/>
          <p:cNvGraphicFramePr>
            <a:graphicFrameLocks noChangeAspect="1"/>
          </p:cNvGraphicFramePr>
          <p:nvPr/>
        </p:nvGraphicFramePr>
        <p:xfrm>
          <a:off x="2979421" y="2732722"/>
          <a:ext cx="2159000" cy="546100"/>
        </p:xfrm>
        <a:graphic>
          <a:graphicData uri="http://schemas.openxmlformats.org/presentationml/2006/ole">
            <mc:AlternateContent xmlns:mc="http://schemas.openxmlformats.org/markup-compatibility/2006">
              <mc:Choice xmlns:v="urn:schemas-microsoft-com:vml" Requires="v">
                <p:oleObj spid="_x0000_s22854" name="Equation" r:id="rId9" imgW="51816000" imgH="13106400" progId="Equation.DSMT4">
                  <p:embed/>
                </p:oleObj>
              </mc:Choice>
              <mc:Fallback>
                <p:oleObj name="Equation" r:id="rId9" imgW="51816000" imgH="13106400" progId="Equation.DSMT4">
                  <p:embed/>
                  <p:pic>
                    <p:nvPicPr>
                      <p:cNvPr id="0" name="图片 22853"/>
                      <p:cNvPicPr>
                        <a:picLocks noChangeAspect="1"/>
                      </p:cNvPicPr>
                      <p:nvPr/>
                    </p:nvPicPr>
                    <p:blipFill>
                      <a:blip r:embed="rId10"/>
                      <a:stretch>
                        <a:fillRect/>
                      </a:stretch>
                    </p:blipFill>
                    <p:spPr>
                      <a:xfrm>
                        <a:off x="2979421" y="2732722"/>
                        <a:ext cx="2159000" cy="546100"/>
                      </a:xfrm>
                      <a:prstGeom prst="rect">
                        <a:avLst/>
                      </a:prstGeom>
                      <a:noFill/>
                      <a:ln w="9525">
                        <a:noFill/>
                      </a:ln>
                    </p:spPr>
                  </p:pic>
                </p:oleObj>
              </mc:Fallback>
            </mc:AlternateContent>
          </a:graphicData>
        </a:graphic>
      </p:graphicFrame>
      <p:sp>
        <p:nvSpPr>
          <p:cNvPr id="59" name="TextBox 58"/>
          <p:cNvSpPr txBox="1">
            <a:spLocks noChangeArrowheads="1"/>
          </p:cNvSpPr>
          <p:nvPr/>
        </p:nvSpPr>
        <p:spPr bwMode="auto">
          <a:xfrm>
            <a:off x="2441576" y="3481070"/>
            <a:ext cx="34559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即直接函数的值域为</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0" name="对象 59"/>
          <p:cNvGraphicFramePr>
            <a:graphicFrameLocks noChangeAspect="1"/>
          </p:cNvGraphicFramePr>
          <p:nvPr/>
        </p:nvGraphicFramePr>
        <p:xfrm>
          <a:off x="5728653" y="3548697"/>
          <a:ext cx="1314450" cy="387350"/>
        </p:xfrm>
        <a:graphic>
          <a:graphicData uri="http://schemas.openxmlformats.org/presentationml/2006/ole">
            <mc:AlternateContent xmlns:mc="http://schemas.openxmlformats.org/markup-compatibility/2006">
              <mc:Choice xmlns:v="urn:schemas-microsoft-com:vml" Requires="v">
                <p:oleObj spid="_x0000_s22855" name="Equation" r:id="rId11" imgW="31394400" imgH="9448800" progId="Equation.DSMT4">
                  <p:embed/>
                </p:oleObj>
              </mc:Choice>
              <mc:Fallback>
                <p:oleObj name="Equation" r:id="rId11" imgW="31394400" imgH="9448800" progId="Equation.DSMT4">
                  <p:embed/>
                  <p:pic>
                    <p:nvPicPr>
                      <p:cNvPr id="0" name="图片 22854"/>
                      <p:cNvPicPr>
                        <a:picLocks noChangeAspect="1"/>
                      </p:cNvPicPr>
                      <p:nvPr/>
                    </p:nvPicPr>
                    <p:blipFill>
                      <a:blip r:embed="rId12"/>
                      <a:stretch>
                        <a:fillRect/>
                      </a:stretch>
                    </p:blipFill>
                    <p:spPr>
                      <a:xfrm>
                        <a:off x="5728653" y="3548697"/>
                        <a:ext cx="1314450" cy="387350"/>
                      </a:xfrm>
                      <a:prstGeom prst="rect">
                        <a:avLst/>
                      </a:prstGeom>
                      <a:noFill/>
                      <a:ln w="9525">
                        <a:noFill/>
                      </a:ln>
                    </p:spPr>
                  </p:pic>
                </p:oleObj>
              </mc:Fallback>
            </mc:AlternateContent>
          </a:graphicData>
        </a:graphic>
      </p:graphicFrame>
      <p:sp>
        <p:nvSpPr>
          <p:cNvPr id="61" name="TextBox 60"/>
          <p:cNvSpPr txBox="1">
            <a:spLocks noChangeArrowheads="1"/>
          </p:cNvSpPr>
          <p:nvPr/>
        </p:nvSpPr>
        <p:spPr bwMode="auto">
          <a:xfrm>
            <a:off x="2441258" y="4077970"/>
            <a:ext cx="288131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charset="-122"/>
                <a:cs typeface="Times New Roman" panose="02020603050405020304" pitchFamily="18" charset="0"/>
              </a:rPr>
              <a:t>所以反函数为</a:t>
            </a:r>
            <a:endParaRPr lang="zh-CN" altLang="zh-CN"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2" name="对象 61"/>
          <p:cNvGraphicFramePr>
            <a:graphicFrameLocks noChangeAspect="1"/>
          </p:cNvGraphicFramePr>
          <p:nvPr/>
        </p:nvGraphicFramePr>
        <p:xfrm>
          <a:off x="4845686" y="4077652"/>
          <a:ext cx="1955800" cy="457200"/>
        </p:xfrm>
        <a:graphic>
          <a:graphicData uri="http://schemas.openxmlformats.org/presentationml/2006/ole">
            <mc:AlternateContent xmlns:mc="http://schemas.openxmlformats.org/markup-compatibility/2006">
              <mc:Choice xmlns:v="urn:schemas-microsoft-com:vml" Requires="v">
                <p:oleObj spid="_x0000_s22856" name="Equation" r:id="rId13" imgW="46939200" imgH="10972800" progId="Equation.DSMT4">
                  <p:embed/>
                </p:oleObj>
              </mc:Choice>
              <mc:Fallback>
                <p:oleObj name="Equation" r:id="rId13" imgW="46939200" imgH="10972800" progId="Equation.DSMT4">
                  <p:embed/>
                  <p:pic>
                    <p:nvPicPr>
                      <p:cNvPr id="0" name="图片 22855"/>
                      <p:cNvPicPr>
                        <a:picLocks noChangeAspect="1"/>
                      </p:cNvPicPr>
                      <p:nvPr/>
                    </p:nvPicPr>
                    <p:blipFill>
                      <a:blip r:embed="rId14"/>
                      <a:stretch>
                        <a:fillRect/>
                      </a:stretch>
                    </p:blipFill>
                    <p:spPr>
                      <a:xfrm>
                        <a:off x="4845686" y="4077652"/>
                        <a:ext cx="1955800" cy="457200"/>
                      </a:xfrm>
                      <a:prstGeom prst="rect">
                        <a:avLst/>
                      </a:prstGeom>
                      <a:noFill/>
                      <a:ln w="9525">
                        <a:noFill/>
                      </a:ln>
                    </p:spPr>
                  </p:pic>
                </p:oleObj>
              </mc:Fallback>
            </mc:AlternateContent>
          </a:graphicData>
        </a:graphic>
      </p:graphicFrame>
      <p:graphicFrame>
        <p:nvGraphicFramePr>
          <p:cNvPr id="63" name="对象 62"/>
          <p:cNvGraphicFramePr>
            <a:graphicFrameLocks noChangeAspect="1"/>
          </p:cNvGraphicFramePr>
          <p:nvPr/>
        </p:nvGraphicFramePr>
        <p:xfrm>
          <a:off x="6959615" y="4145285"/>
          <a:ext cx="1733550" cy="387350"/>
        </p:xfrm>
        <a:graphic>
          <a:graphicData uri="http://schemas.openxmlformats.org/presentationml/2006/ole">
            <mc:AlternateContent xmlns:mc="http://schemas.openxmlformats.org/markup-compatibility/2006">
              <mc:Choice xmlns:v="urn:schemas-microsoft-com:vml" Requires="v">
                <p:oleObj spid="_x0000_s22857" name="Equation" r:id="rId15" imgW="41452800" imgH="9448800" progId="Equation.DSMT4">
                  <p:embed/>
                </p:oleObj>
              </mc:Choice>
              <mc:Fallback>
                <p:oleObj name="Equation" r:id="rId15" imgW="41452800" imgH="9448800" progId="Equation.DSMT4">
                  <p:embed/>
                  <p:pic>
                    <p:nvPicPr>
                      <p:cNvPr id="0" name="图片 22856"/>
                      <p:cNvPicPr>
                        <a:picLocks noChangeAspect="1"/>
                      </p:cNvPicPr>
                      <p:nvPr/>
                    </p:nvPicPr>
                    <p:blipFill>
                      <a:blip r:embed="rId16"/>
                      <a:stretch>
                        <a:fillRect/>
                      </a:stretch>
                    </p:blipFill>
                    <p:spPr>
                      <a:xfrm>
                        <a:off x="6959615" y="4145285"/>
                        <a:ext cx="1733550" cy="3873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1000"/>
                                        <p:tgtEl>
                                          <p:spTgt spid="54"/>
                                        </p:tgtEl>
                                      </p:cBhvr>
                                    </p:animEffect>
                                    <p:anim calcmode="lin" valueType="num">
                                      <p:cBhvr>
                                        <p:cTn id="8" dur="1000" fill="hold"/>
                                        <p:tgtEl>
                                          <p:spTgt spid="54"/>
                                        </p:tgtEl>
                                        <p:attrNameLst>
                                          <p:attrName>ppt_x</p:attrName>
                                        </p:attrNameLst>
                                      </p:cBhvr>
                                      <p:tavLst>
                                        <p:tav tm="0">
                                          <p:val>
                                            <p:strVal val="#ppt_x"/>
                                          </p:val>
                                        </p:tav>
                                        <p:tav tm="100000">
                                          <p:val>
                                            <p:strVal val="#ppt_x"/>
                                          </p:val>
                                        </p:tav>
                                      </p:tavLst>
                                    </p:anim>
                                    <p:anim calcmode="lin" valueType="num">
                                      <p:cBhvr>
                                        <p:cTn id="9" dur="1000" fill="hold"/>
                                        <p:tgtEl>
                                          <p:spTgt spid="5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1000"/>
                                        <p:tgtEl>
                                          <p:spTgt spid="55"/>
                                        </p:tgtEl>
                                      </p:cBhvr>
                                    </p:animEffect>
                                    <p:anim calcmode="lin" valueType="num">
                                      <p:cBhvr>
                                        <p:cTn id="13" dur="1000" fill="hold"/>
                                        <p:tgtEl>
                                          <p:spTgt spid="55"/>
                                        </p:tgtEl>
                                        <p:attrNameLst>
                                          <p:attrName>ppt_x</p:attrName>
                                        </p:attrNameLst>
                                      </p:cBhvr>
                                      <p:tavLst>
                                        <p:tav tm="0">
                                          <p:val>
                                            <p:strVal val="#ppt_x"/>
                                          </p:val>
                                        </p:tav>
                                        <p:tav tm="100000">
                                          <p:val>
                                            <p:strVal val="#ppt_x"/>
                                          </p:val>
                                        </p:tav>
                                      </p:tavLst>
                                    </p:anim>
                                    <p:anim calcmode="lin" valueType="num">
                                      <p:cBhvr>
                                        <p:cTn id="14"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1000"/>
                                        <p:tgtEl>
                                          <p:spTgt spid="56"/>
                                        </p:tgtEl>
                                      </p:cBhvr>
                                    </p:animEffect>
                                    <p:anim calcmode="lin" valueType="num">
                                      <p:cBhvr>
                                        <p:cTn id="20" dur="1000" fill="hold"/>
                                        <p:tgtEl>
                                          <p:spTgt spid="56"/>
                                        </p:tgtEl>
                                        <p:attrNameLst>
                                          <p:attrName>ppt_x</p:attrName>
                                        </p:attrNameLst>
                                      </p:cBhvr>
                                      <p:tavLst>
                                        <p:tav tm="0">
                                          <p:val>
                                            <p:strVal val="#ppt_x"/>
                                          </p:val>
                                        </p:tav>
                                        <p:tav tm="100000">
                                          <p:val>
                                            <p:strVal val="#ppt_x"/>
                                          </p:val>
                                        </p:tav>
                                      </p:tavLst>
                                    </p:anim>
                                    <p:anim calcmode="lin" valueType="num">
                                      <p:cBhvr>
                                        <p:cTn id="2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1000"/>
                                        <p:tgtEl>
                                          <p:spTgt spid="57"/>
                                        </p:tgtEl>
                                      </p:cBhvr>
                                    </p:animEffect>
                                    <p:anim calcmode="lin" valueType="num">
                                      <p:cBhvr>
                                        <p:cTn id="27" dur="1000" fill="hold"/>
                                        <p:tgtEl>
                                          <p:spTgt spid="57"/>
                                        </p:tgtEl>
                                        <p:attrNameLst>
                                          <p:attrName>ppt_x</p:attrName>
                                        </p:attrNameLst>
                                      </p:cBhvr>
                                      <p:tavLst>
                                        <p:tav tm="0">
                                          <p:val>
                                            <p:strVal val="#ppt_x"/>
                                          </p:val>
                                        </p:tav>
                                        <p:tav tm="100000">
                                          <p:val>
                                            <p:strVal val="#ppt_x"/>
                                          </p:val>
                                        </p:tav>
                                      </p:tavLst>
                                    </p:anim>
                                    <p:anim calcmode="lin" valueType="num">
                                      <p:cBhvr>
                                        <p:cTn id="28" dur="1000" fill="hold"/>
                                        <p:tgtEl>
                                          <p:spTgt spid="57"/>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1000"/>
                                        <p:tgtEl>
                                          <p:spTgt spid="58"/>
                                        </p:tgtEl>
                                      </p:cBhvr>
                                    </p:animEffect>
                                    <p:anim calcmode="lin" valueType="num">
                                      <p:cBhvr>
                                        <p:cTn id="32" dur="1000" fill="hold"/>
                                        <p:tgtEl>
                                          <p:spTgt spid="58"/>
                                        </p:tgtEl>
                                        <p:attrNameLst>
                                          <p:attrName>ppt_x</p:attrName>
                                        </p:attrNameLst>
                                      </p:cBhvr>
                                      <p:tavLst>
                                        <p:tav tm="0">
                                          <p:val>
                                            <p:strVal val="#ppt_x"/>
                                          </p:val>
                                        </p:tav>
                                        <p:tav tm="100000">
                                          <p:val>
                                            <p:strVal val="#ppt_x"/>
                                          </p:val>
                                        </p:tav>
                                      </p:tavLst>
                                    </p:anim>
                                    <p:anim calcmode="lin" valueType="num">
                                      <p:cBhvr>
                                        <p:cTn id="3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fade">
                                      <p:cBhvr>
                                        <p:cTn id="38" dur="1000"/>
                                        <p:tgtEl>
                                          <p:spTgt spid="59"/>
                                        </p:tgtEl>
                                      </p:cBhvr>
                                    </p:animEffect>
                                    <p:anim calcmode="lin" valueType="num">
                                      <p:cBhvr>
                                        <p:cTn id="39" dur="1000" fill="hold"/>
                                        <p:tgtEl>
                                          <p:spTgt spid="59"/>
                                        </p:tgtEl>
                                        <p:attrNameLst>
                                          <p:attrName>ppt_x</p:attrName>
                                        </p:attrNameLst>
                                      </p:cBhvr>
                                      <p:tavLst>
                                        <p:tav tm="0">
                                          <p:val>
                                            <p:strVal val="#ppt_x"/>
                                          </p:val>
                                        </p:tav>
                                        <p:tav tm="100000">
                                          <p:val>
                                            <p:strVal val="#ppt_x"/>
                                          </p:val>
                                        </p:tav>
                                      </p:tavLst>
                                    </p:anim>
                                    <p:anim calcmode="lin" valueType="num">
                                      <p:cBhvr>
                                        <p:cTn id="40" dur="1000" fill="hold"/>
                                        <p:tgtEl>
                                          <p:spTgt spid="59"/>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fade">
                                      <p:cBhvr>
                                        <p:cTn id="43" dur="1000"/>
                                        <p:tgtEl>
                                          <p:spTgt spid="60"/>
                                        </p:tgtEl>
                                      </p:cBhvr>
                                    </p:animEffect>
                                    <p:anim calcmode="lin" valueType="num">
                                      <p:cBhvr>
                                        <p:cTn id="44" dur="1000" fill="hold"/>
                                        <p:tgtEl>
                                          <p:spTgt spid="60"/>
                                        </p:tgtEl>
                                        <p:attrNameLst>
                                          <p:attrName>ppt_x</p:attrName>
                                        </p:attrNameLst>
                                      </p:cBhvr>
                                      <p:tavLst>
                                        <p:tav tm="0">
                                          <p:val>
                                            <p:strVal val="#ppt_x"/>
                                          </p:val>
                                        </p:tav>
                                        <p:tav tm="100000">
                                          <p:val>
                                            <p:strVal val="#ppt_x"/>
                                          </p:val>
                                        </p:tav>
                                      </p:tavLst>
                                    </p:anim>
                                    <p:anim calcmode="lin" valueType="num">
                                      <p:cBhvr>
                                        <p:cTn id="45"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fade">
                                      <p:cBhvr>
                                        <p:cTn id="50" dur="1000"/>
                                        <p:tgtEl>
                                          <p:spTgt spid="61"/>
                                        </p:tgtEl>
                                      </p:cBhvr>
                                    </p:animEffect>
                                    <p:anim calcmode="lin" valueType="num">
                                      <p:cBhvr>
                                        <p:cTn id="51" dur="1000" fill="hold"/>
                                        <p:tgtEl>
                                          <p:spTgt spid="61"/>
                                        </p:tgtEl>
                                        <p:attrNameLst>
                                          <p:attrName>ppt_x</p:attrName>
                                        </p:attrNameLst>
                                      </p:cBhvr>
                                      <p:tavLst>
                                        <p:tav tm="0">
                                          <p:val>
                                            <p:strVal val="#ppt_x"/>
                                          </p:val>
                                        </p:tav>
                                        <p:tav tm="100000">
                                          <p:val>
                                            <p:strVal val="#ppt_x"/>
                                          </p:val>
                                        </p:tav>
                                      </p:tavLst>
                                    </p:anim>
                                    <p:anim calcmode="lin" valueType="num">
                                      <p:cBhvr>
                                        <p:cTn id="52"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fade">
                                      <p:cBhvr>
                                        <p:cTn id="57" dur="1000"/>
                                        <p:tgtEl>
                                          <p:spTgt spid="62"/>
                                        </p:tgtEl>
                                      </p:cBhvr>
                                    </p:animEffect>
                                    <p:anim calcmode="lin" valueType="num">
                                      <p:cBhvr>
                                        <p:cTn id="58" dur="1000" fill="hold"/>
                                        <p:tgtEl>
                                          <p:spTgt spid="62"/>
                                        </p:tgtEl>
                                        <p:attrNameLst>
                                          <p:attrName>ppt_x</p:attrName>
                                        </p:attrNameLst>
                                      </p:cBhvr>
                                      <p:tavLst>
                                        <p:tav tm="0">
                                          <p:val>
                                            <p:strVal val="#ppt_x"/>
                                          </p:val>
                                        </p:tav>
                                        <p:tav tm="100000">
                                          <p:val>
                                            <p:strVal val="#ppt_x"/>
                                          </p:val>
                                        </p:tav>
                                      </p:tavLst>
                                    </p:anim>
                                    <p:anim calcmode="lin" valueType="num">
                                      <p:cBhvr>
                                        <p:cTn id="59" dur="1000" fill="hold"/>
                                        <p:tgtEl>
                                          <p:spTgt spid="6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1000"/>
                                        <p:tgtEl>
                                          <p:spTgt spid="63"/>
                                        </p:tgtEl>
                                      </p:cBhvr>
                                    </p:animEffect>
                                    <p:anim calcmode="lin" valueType="num">
                                      <p:cBhvr>
                                        <p:cTn id="63" dur="1000" fill="hold"/>
                                        <p:tgtEl>
                                          <p:spTgt spid="63"/>
                                        </p:tgtEl>
                                        <p:attrNameLst>
                                          <p:attrName>ppt_x</p:attrName>
                                        </p:attrNameLst>
                                      </p:cBhvr>
                                      <p:tavLst>
                                        <p:tav tm="0">
                                          <p:val>
                                            <p:strVal val="#ppt_x"/>
                                          </p:val>
                                        </p:tav>
                                        <p:tav tm="100000">
                                          <p:val>
                                            <p:strVal val="#ppt_x"/>
                                          </p:val>
                                        </p:tav>
                                      </p:tavLst>
                                    </p:anim>
                                    <p:anim calcmode="lin" valueType="num">
                                      <p:cBhvr>
                                        <p:cTn id="64"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7" grpId="0"/>
      <p:bldP spid="59" grpId="0"/>
      <p:bldP spid="6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109980" y="701993"/>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cs typeface="+mn-cs"/>
              </a:rPr>
              <a:t>分段函数举例</a:t>
            </a:r>
            <a:br>
              <a:rPr lang="zh-CN" altLang="zh-CN" sz="3200" b="1" dirty="0">
                <a:solidFill>
                  <a:schemeClr val="accent6">
                    <a:lumMod val="50000"/>
                  </a:schemeClr>
                </a:solidFill>
                <a:latin typeface="黑体" panose="02010609060101010101" charset="-122"/>
                <a:ea typeface="黑体" panose="02010609060101010101" charset="-122"/>
                <a:cs typeface="+mn-cs"/>
              </a:rPr>
            </a:br>
            <a:endParaRPr lang="zh-CN" altLang="en-US" sz="3200" b="1" dirty="0">
              <a:solidFill>
                <a:schemeClr val="accent6">
                  <a:lumMod val="50000"/>
                </a:schemeClr>
              </a:solidFill>
              <a:latin typeface="黑体" panose="02010609060101010101" charset="-122"/>
              <a:ea typeface="黑体" panose="02010609060101010101" charset="-122"/>
              <a:cs typeface="+mn-cs"/>
            </a:endParaRPr>
          </a:p>
        </p:txBody>
      </p:sp>
      <p:sp>
        <p:nvSpPr>
          <p:cNvPr id="3" name="TextBox 2"/>
          <p:cNvSpPr txBox="1">
            <a:spLocks noChangeArrowheads="1"/>
          </p:cNvSpPr>
          <p:nvPr/>
        </p:nvSpPr>
        <p:spPr bwMode="auto">
          <a:xfrm>
            <a:off x="1818005" y="1494790"/>
            <a:ext cx="387286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buClrTx/>
              <a:buSzTx/>
              <a:buFontTx/>
            </a:pPr>
            <a:r>
              <a:rPr lang="zh-CN" altLang="en-US" sz="3200" b="1" dirty="0">
                <a:solidFill>
                  <a:srgbClr val="0000FF"/>
                </a:solidFill>
                <a:latin typeface="楷体" panose="02010609060101010101" charset="-122"/>
                <a:ea typeface="楷体" panose="02010609060101010101" charset="-122"/>
                <a:cs typeface="楷体" panose="02010609060101010101" charset="-122"/>
              </a:rPr>
              <a:t>1</a:t>
            </a:r>
            <a:r>
              <a:rPr lang="en-US" altLang="zh-CN" sz="3200" b="1" dirty="0">
                <a:solidFill>
                  <a:srgbClr val="0000FF"/>
                </a:solidFill>
                <a:latin typeface="楷体" panose="02010609060101010101" charset="-122"/>
                <a:ea typeface="楷体" panose="02010609060101010101" charset="-122"/>
                <a:cs typeface="楷体" panose="02010609060101010101" charset="-122"/>
              </a:rPr>
              <a:t>.</a:t>
            </a:r>
            <a:r>
              <a:rPr lang="zh-CN" altLang="en-US" sz="3200" b="1" dirty="0">
                <a:solidFill>
                  <a:srgbClr val="0000FF"/>
                </a:solidFill>
                <a:latin typeface="楷体" panose="02010609060101010101" charset="-122"/>
                <a:ea typeface="楷体" panose="02010609060101010101" charset="-122"/>
                <a:cs typeface="楷体" panose="02010609060101010101" charset="-122"/>
              </a:rPr>
              <a:t>绝对值函数</a:t>
            </a:r>
            <a:endParaRPr lang="zh-CN" altLang="en-US" sz="3200" b="1" dirty="0">
              <a:solidFill>
                <a:srgbClr val="0000FF"/>
              </a:solidFill>
              <a:latin typeface="楷体" panose="02010609060101010101" charset="-122"/>
              <a:ea typeface="楷体" panose="02010609060101010101" charset="-122"/>
              <a:cs typeface="楷体" panose="02010609060101010101" charset="-122"/>
            </a:endParaRPr>
          </a:p>
        </p:txBody>
      </p:sp>
      <p:graphicFrame>
        <p:nvGraphicFramePr>
          <p:cNvPr id="4" name="对象 3"/>
          <p:cNvGraphicFramePr>
            <a:graphicFrameLocks noChangeAspect="1"/>
          </p:cNvGraphicFramePr>
          <p:nvPr/>
        </p:nvGraphicFramePr>
        <p:xfrm>
          <a:off x="3617913" y="2263140"/>
          <a:ext cx="3213000" cy="1080000"/>
        </p:xfrm>
        <a:graphic>
          <a:graphicData uri="http://schemas.openxmlformats.org/presentationml/2006/ole">
            <mc:AlternateContent xmlns:mc="http://schemas.openxmlformats.org/markup-compatibility/2006">
              <mc:Choice xmlns:v="urn:schemas-microsoft-com:vml" Requires="v">
                <p:oleObj spid="_x0000_s23553" name="Equation" r:id="rId1" imgW="72542400" imgH="24384000" progId="Equation.DSMT4">
                  <p:embed/>
                </p:oleObj>
              </mc:Choice>
              <mc:Fallback>
                <p:oleObj name="Equation" r:id="rId1" imgW="72542400" imgH="24384000" progId="Equation.DSMT4">
                  <p:embed/>
                  <p:pic>
                    <p:nvPicPr>
                      <p:cNvPr id="0" name="图片 23552"/>
                      <p:cNvPicPr>
                        <a:picLocks noChangeAspect="1"/>
                      </p:cNvPicPr>
                      <p:nvPr/>
                    </p:nvPicPr>
                    <p:blipFill>
                      <a:blip r:embed="rId2"/>
                      <a:stretch>
                        <a:fillRect/>
                      </a:stretch>
                    </p:blipFill>
                    <p:spPr>
                      <a:xfrm>
                        <a:off x="3617913" y="2263140"/>
                        <a:ext cx="3213000" cy="1080000"/>
                      </a:xfrm>
                      <a:prstGeom prst="rect">
                        <a:avLst/>
                      </a:prstGeom>
                      <a:noFill/>
                      <a:ln w="9525">
                        <a:noFill/>
                      </a:ln>
                    </p:spPr>
                  </p:pic>
                </p:oleObj>
              </mc:Fallback>
            </mc:AlternateContent>
          </a:graphicData>
        </a:graphic>
      </p:graphicFrame>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4425" y="981075"/>
            <a:ext cx="2595563" cy="230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3"/>
          <p:cNvSpPr txBox="1">
            <a:spLocks noChangeArrowheads="1"/>
          </p:cNvSpPr>
          <p:nvPr/>
        </p:nvSpPr>
        <p:spPr bwMode="auto">
          <a:xfrm>
            <a:off x="1818005" y="3662998"/>
            <a:ext cx="24384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2.符号函数</a:t>
            </a:r>
            <a:endParaRPr lang="zh-CN" altLang="en-US" sz="3200" b="1" dirty="0">
              <a:solidFill>
                <a:srgbClr val="0000FF"/>
              </a:solidFill>
              <a:latin typeface="楷体" panose="02010609060101010101" charset="-122"/>
              <a:ea typeface="楷体" panose="02010609060101010101" charset="-122"/>
              <a:cs typeface="楷体" panose="02010609060101010101" charset="-122"/>
            </a:endParaRPr>
          </a:p>
        </p:txBody>
      </p:sp>
      <p:graphicFrame>
        <p:nvGraphicFramePr>
          <p:cNvPr id="7" name="对象 6"/>
          <p:cNvGraphicFramePr>
            <a:graphicFrameLocks noChangeAspect="1"/>
          </p:cNvGraphicFramePr>
          <p:nvPr/>
        </p:nvGraphicFramePr>
        <p:xfrm>
          <a:off x="2605405" y="4982528"/>
          <a:ext cx="1641475" cy="392112"/>
        </p:xfrm>
        <a:graphic>
          <a:graphicData uri="http://schemas.openxmlformats.org/presentationml/2006/ole">
            <mc:AlternateContent xmlns:mc="http://schemas.openxmlformats.org/markup-compatibility/2006">
              <mc:Choice xmlns:v="urn:schemas-microsoft-com:vml" Requires="v">
                <p:oleObj spid="_x0000_s23955" name="Equation" r:id="rId4" imgW="38100000" imgH="7620000" progId="Equation.DSMT4">
                  <p:embed/>
                </p:oleObj>
              </mc:Choice>
              <mc:Fallback>
                <p:oleObj name="Equation" r:id="rId4" imgW="38100000" imgH="7620000" progId="Equation.DSMT4">
                  <p:embed/>
                  <p:pic>
                    <p:nvPicPr>
                      <p:cNvPr id="0" name="图片 23954"/>
                      <p:cNvPicPr>
                        <a:picLocks noChangeAspect="1"/>
                      </p:cNvPicPr>
                      <p:nvPr/>
                    </p:nvPicPr>
                    <p:blipFill>
                      <a:blip r:embed="rId5">
                        <a:biLevel thresh="50000"/>
                        <a:grayscl/>
                      </a:blip>
                      <a:stretch>
                        <a:fillRect/>
                      </a:stretch>
                    </p:blipFill>
                    <p:spPr>
                      <a:xfrm>
                        <a:off x="2605405" y="4982528"/>
                        <a:ext cx="1641475" cy="392112"/>
                      </a:xfrm>
                      <a:prstGeom prst="rect">
                        <a:avLst/>
                      </a:prstGeom>
                      <a:noFill/>
                      <a:ln w="9525">
                        <a:noFill/>
                      </a:ln>
                    </p:spPr>
                  </p:pic>
                </p:oleObj>
              </mc:Fallback>
            </mc:AlternateContent>
          </a:graphicData>
        </a:graphic>
      </p:graphicFrame>
      <p:sp>
        <p:nvSpPr>
          <p:cNvPr id="8" name="Text Box 5"/>
          <p:cNvSpPr txBox="1">
            <a:spLocks noChangeArrowheads="1"/>
          </p:cNvSpPr>
          <p:nvPr/>
        </p:nvSpPr>
        <p:spPr bwMode="auto">
          <a:xfrm>
            <a:off x="5434013" y="4292600"/>
            <a:ext cx="16764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当 </a:t>
            </a:r>
            <a:r>
              <a:rPr kumimoji="1" lang="en-US" altLang="zh-CN" sz="3200" b="1" i="1">
                <a:latin typeface="Times New Roman" panose="02020603050405020304" pitchFamily="18" charset="0"/>
                <a:ea typeface="黑体" panose="02010609060101010101" charset="-122"/>
                <a:cs typeface="Times New Roman" panose="02020603050405020304" pitchFamily="18" charset="0"/>
              </a:rPr>
              <a:t>x</a:t>
            </a:r>
            <a:r>
              <a:rPr kumimoji="1" lang="en-US" altLang="zh-CN" sz="3200" b="1">
                <a:latin typeface="Times New Roman" panose="02020603050405020304" pitchFamily="18" charset="0"/>
                <a:ea typeface="黑体" panose="02010609060101010101" charset="-122"/>
                <a:cs typeface="Times New Roman" panose="02020603050405020304" pitchFamily="18" charset="0"/>
              </a:rPr>
              <a:t> &gt; 0</a:t>
            </a:r>
            <a:endParaRPr kumimoji="1" lang="en-US" altLang="zh-CN" sz="32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9" name="Object 6"/>
          <p:cNvGraphicFramePr>
            <a:graphicFrameLocks noChangeAspect="1"/>
          </p:cNvGraphicFramePr>
          <p:nvPr/>
        </p:nvGraphicFramePr>
        <p:xfrm>
          <a:off x="4862513" y="4441825"/>
          <a:ext cx="363537" cy="452438"/>
        </p:xfrm>
        <a:graphic>
          <a:graphicData uri="http://schemas.openxmlformats.org/presentationml/2006/ole">
            <mc:AlternateContent xmlns:mc="http://schemas.openxmlformats.org/markup-compatibility/2006">
              <mc:Choice xmlns:v="urn:schemas-microsoft-com:vml" Requires="v">
                <p:oleObj spid="_x0000_s23956" name="Equation" r:id="rId6" imgW="7315200" imgH="9448800" progId="Equation.DSMT4">
                  <p:embed/>
                </p:oleObj>
              </mc:Choice>
              <mc:Fallback>
                <p:oleObj name="Equation" r:id="rId6" imgW="7315200" imgH="9448800" progId="Equation.DSMT4">
                  <p:embed/>
                  <p:pic>
                    <p:nvPicPr>
                      <p:cNvPr id="0" name="图片 23955"/>
                      <p:cNvPicPr>
                        <a:picLocks noChangeAspect="1"/>
                      </p:cNvPicPr>
                      <p:nvPr/>
                    </p:nvPicPr>
                    <p:blipFill>
                      <a:blip r:embed="rId7">
                        <a:biLevel thresh="50000"/>
                        <a:grayscl/>
                      </a:blip>
                      <a:stretch>
                        <a:fillRect/>
                      </a:stretch>
                    </p:blipFill>
                    <p:spPr>
                      <a:xfrm>
                        <a:off x="4862513" y="4441825"/>
                        <a:ext cx="363537" cy="452438"/>
                      </a:xfrm>
                      <a:prstGeom prst="rect">
                        <a:avLst/>
                      </a:prstGeom>
                      <a:noFill/>
                      <a:ln w="9525">
                        <a:noFill/>
                      </a:ln>
                    </p:spPr>
                  </p:pic>
                </p:oleObj>
              </mc:Fallback>
            </mc:AlternateContent>
          </a:graphicData>
        </a:graphic>
      </p:graphicFrame>
      <p:sp>
        <p:nvSpPr>
          <p:cNvPr id="10" name="Text Box 7"/>
          <p:cNvSpPr txBox="1">
            <a:spLocks noChangeArrowheads="1"/>
          </p:cNvSpPr>
          <p:nvPr/>
        </p:nvSpPr>
        <p:spPr bwMode="auto">
          <a:xfrm>
            <a:off x="5434013" y="4876800"/>
            <a:ext cx="16764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当 </a:t>
            </a:r>
            <a:r>
              <a:rPr kumimoji="1" lang="en-US" altLang="zh-CN" sz="3200" b="1" i="1">
                <a:latin typeface="Times New Roman" panose="02020603050405020304" pitchFamily="18" charset="0"/>
                <a:ea typeface="黑体" panose="02010609060101010101" charset="-122"/>
                <a:cs typeface="Times New Roman" panose="02020603050405020304" pitchFamily="18" charset="0"/>
              </a:rPr>
              <a:t>x</a:t>
            </a:r>
            <a:r>
              <a:rPr kumimoji="1" lang="en-US" altLang="zh-CN" sz="3200" b="1">
                <a:latin typeface="Times New Roman" panose="02020603050405020304" pitchFamily="18" charset="0"/>
                <a:ea typeface="黑体" panose="02010609060101010101" charset="-122"/>
                <a:cs typeface="Times New Roman" panose="02020603050405020304" pitchFamily="18" charset="0"/>
              </a:rPr>
              <a:t> = 0</a:t>
            </a:r>
            <a:endParaRPr kumimoji="1" lang="en-US" altLang="zh-CN" sz="32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1" name="Object 8"/>
          <p:cNvGraphicFramePr>
            <a:graphicFrameLocks noChangeAspect="1"/>
          </p:cNvGraphicFramePr>
          <p:nvPr/>
        </p:nvGraphicFramePr>
        <p:xfrm>
          <a:off x="4772025" y="5013325"/>
          <a:ext cx="419100" cy="450850"/>
        </p:xfrm>
        <a:graphic>
          <a:graphicData uri="http://schemas.openxmlformats.org/presentationml/2006/ole">
            <mc:AlternateContent xmlns:mc="http://schemas.openxmlformats.org/markup-compatibility/2006">
              <mc:Choice xmlns:v="urn:schemas-microsoft-com:vml" Requires="v">
                <p:oleObj spid="_x0000_s23957" name="Equation" r:id="rId8" imgW="8839200" imgH="9448800" progId="Equation.DSMT4">
                  <p:embed/>
                </p:oleObj>
              </mc:Choice>
              <mc:Fallback>
                <p:oleObj name="Equation" r:id="rId8" imgW="8839200" imgH="9448800" progId="Equation.DSMT4">
                  <p:embed/>
                  <p:pic>
                    <p:nvPicPr>
                      <p:cNvPr id="0" name="图片 23956"/>
                      <p:cNvPicPr>
                        <a:picLocks noChangeAspect="1"/>
                      </p:cNvPicPr>
                      <p:nvPr/>
                    </p:nvPicPr>
                    <p:blipFill>
                      <a:blip r:embed="rId9">
                        <a:biLevel thresh="50000"/>
                        <a:grayscl/>
                      </a:blip>
                      <a:stretch>
                        <a:fillRect/>
                      </a:stretch>
                    </p:blipFill>
                    <p:spPr>
                      <a:xfrm>
                        <a:off x="4772025" y="5013325"/>
                        <a:ext cx="419100" cy="450850"/>
                      </a:xfrm>
                      <a:prstGeom prst="rect">
                        <a:avLst/>
                      </a:prstGeom>
                      <a:noFill/>
                      <a:ln w="9525">
                        <a:noFill/>
                      </a:ln>
                    </p:spPr>
                  </p:pic>
                </p:oleObj>
              </mc:Fallback>
            </mc:AlternateContent>
          </a:graphicData>
        </a:graphic>
      </p:graphicFrame>
      <p:sp>
        <p:nvSpPr>
          <p:cNvPr id="12" name="Text Box 9"/>
          <p:cNvSpPr txBox="1">
            <a:spLocks noChangeArrowheads="1"/>
          </p:cNvSpPr>
          <p:nvPr/>
        </p:nvSpPr>
        <p:spPr bwMode="auto">
          <a:xfrm>
            <a:off x="5434013" y="5359400"/>
            <a:ext cx="16764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当 </a:t>
            </a:r>
            <a:r>
              <a:rPr kumimoji="1" lang="en-US" altLang="zh-CN" sz="3200" b="1" i="1">
                <a:latin typeface="Times New Roman" panose="02020603050405020304" pitchFamily="18" charset="0"/>
                <a:ea typeface="黑体" panose="02010609060101010101" charset="-122"/>
                <a:cs typeface="Times New Roman" panose="02020603050405020304" pitchFamily="18" charset="0"/>
              </a:rPr>
              <a:t>x</a:t>
            </a:r>
            <a:r>
              <a:rPr kumimoji="1" lang="en-US" altLang="zh-CN" sz="3200" b="1">
                <a:latin typeface="Times New Roman" panose="02020603050405020304" pitchFamily="18" charset="0"/>
                <a:ea typeface="黑体" panose="02010609060101010101" charset="-122"/>
                <a:cs typeface="Times New Roman" panose="02020603050405020304" pitchFamily="18" charset="0"/>
              </a:rPr>
              <a:t> &lt; 0</a:t>
            </a:r>
            <a:endParaRPr kumimoji="1" lang="en-US" altLang="zh-CN" sz="32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3" name="Object 10"/>
          <p:cNvGraphicFramePr>
            <a:graphicFrameLocks noChangeAspect="1"/>
          </p:cNvGraphicFramePr>
          <p:nvPr/>
        </p:nvGraphicFramePr>
        <p:xfrm>
          <a:off x="4640263" y="5487988"/>
          <a:ext cx="584200" cy="452437"/>
        </p:xfrm>
        <a:graphic>
          <a:graphicData uri="http://schemas.openxmlformats.org/presentationml/2006/ole">
            <mc:AlternateContent xmlns:mc="http://schemas.openxmlformats.org/markup-compatibility/2006">
              <mc:Choice xmlns:v="urn:schemas-microsoft-com:vml" Requires="v">
                <p:oleObj spid="_x0000_s23958" name="Equation" r:id="rId10" imgW="12801600" imgH="9448800" progId="Equation.DSMT4">
                  <p:embed/>
                </p:oleObj>
              </mc:Choice>
              <mc:Fallback>
                <p:oleObj name="Equation" r:id="rId10" imgW="12801600" imgH="9448800" progId="Equation.DSMT4">
                  <p:embed/>
                  <p:pic>
                    <p:nvPicPr>
                      <p:cNvPr id="0" name="图片 23957"/>
                      <p:cNvPicPr>
                        <a:picLocks noChangeAspect="1"/>
                      </p:cNvPicPr>
                      <p:nvPr/>
                    </p:nvPicPr>
                    <p:blipFill>
                      <a:blip r:embed="rId11">
                        <a:biLevel thresh="50000"/>
                        <a:grayscl/>
                      </a:blip>
                      <a:stretch>
                        <a:fillRect/>
                      </a:stretch>
                    </p:blipFill>
                    <p:spPr>
                      <a:xfrm>
                        <a:off x="4640263" y="5487988"/>
                        <a:ext cx="584200" cy="452437"/>
                      </a:xfrm>
                      <a:prstGeom prst="rect">
                        <a:avLst/>
                      </a:prstGeom>
                      <a:noFill/>
                      <a:ln w="9525">
                        <a:noFill/>
                      </a:ln>
                    </p:spPr>
                  </p:pic>
                </p:oleObj>
              </mc:Fallback>
            </mc:AlternateContent>
          </a:graphicData>
        </a:graphic>
      </p:graphicFrame>
      <p:grpSp>
        <p:nvGrpSpPr>
          <p:cNvPr id="14" name="Group 11"/>
          <p:cNvGrpSpPr/>
          <p:nvPr/>
        </p:nvGrpSpPr>
        <p:grpSpPr bwMode="auto">
          <a:xfrm>
            <a:off x="7146925" y="4246634"/>
            <a:ext cx="2298943" cy="1617590"/>
            <a:chOff x="3648" y="1221"/>
            <a:chExt cx="1812" cy="1275"/>
          </a:xfrm>
        </p:grpSpPr>
        <p:sp>
          <p:nvSpPr>
            <p:cNvPr id="15" name="Line 12"/>
            <p:cNvSpPr>
              <a:spLocks noChangeShapeType="1"/>
            </p:cNvSpPr>
            <p:nvPr/>
          </p:nvSpPr>
          <p:spPr bwMode="auto">
            <a:xfrm>
              <a:off x="3648" y="1968"/>
              <a:ext cx="172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6" name="Line 13"/>
            <p:cNvSpPr>
              <a:spLocks noChangeShapeType="1"/>
            </p:cNvSpPr>
            <p:nvPr/>
          </p:nvSpPr>
          <p:spPr bwMode="auto">
            <a:xfrm flipV="1">
              <a:off x="4464" y="1344"/>
              <a:ext cx="0" cy="115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7" name="Object 14"/>
            <p:cNvGraphicFramePr>
              <a:graphicFrameLocks noChangeAspect="1"/>
            </p:cNvGraphicFramePr>
            <p:nvPr/>
          </p:nvGraphicFramePr>
          <p:xfrm>
            <a:off x="5116" y="1920"/>
            <a:ext cx="344" cy="337"/>
          </p:xfrm>
          <a:graphic>
            <a:graphicData uri="http://schemas.openxmlformats.org/presentationml/2006/ole">
              <mc:AlternateContent xmlns:mc="http://schemas.openxmlformats.org/markup-compatibility/2006">
                <mc:Choice xmlns:v="urn:schemas-microsoft-com:vml" Requires="v">
                  <p:oleObj spid="_x0000_s23959" name="Equation" r:id="rId12" imgW="3048000" imgH="3352800" progId="Equation.DSMT4">
                    <p:embed/>
                  </p:oleObj>
                </mc:Choice>
                <mc:Fallback>
                  <p:oleObj name="Equation" r:id="rId12" imgW="3048000" imgH="3352800" progId="Equation.DSMT4">
                    <p:embed/>
                    <p:pic>
                      <p:nvPicPr>
                        <p:cNvPr id="0" name="图片 23958"/>
                        <p:cNvPicPr>
                          <a:picLocks noChangeAspect="1"/>
                        </p:cNvPicPr>
                        <p:nvPr/>
                      </p:nvPicPr>
                      <p:blipFill>
                        <a:blip r:embed="rId13"/>
                        <a:stretch>
                          <a:fillRect/>
                        </a:stretch>
                      </p:blipFill>
                      <p:spPr>
                        <a:xfrm>
                          <a:off x="5116" y="1920"/>
                          <a:ext cx="344" cy="337"/>
                        </a:xfrm>
                        <a:prstGeom prst="rect">
                          <a:avLst/>
                        </a:prstGeom>
                        <a:noFill/>
                        <a:ln w="9525">
                          <a:noFill/>
                        </a:ln>
                      </p:spPr>
                    </p:pic>
                  </p:oleObj>
                </mc:Fallback>
              </mc:AlternateContent>
            </a:graphicData>
          </a:graphic>
        </p:graphicFrame>
        <p:graphicFrame>
          <p:nvGraphicFramePr>
            <p:cNvPr id="18" name="Object 15"/>
            <p:cNvGraphicFramePr>
              <a:graphicFrameLocks noChangeAspect="1"/>
            </p:cNvGraphicFramePr>
            <p:nvPr/>
          </p:nvGraphicFramePr>
          <p:xfrm>
            <a:off x="4164" y="1221"/>
            <a:ext cx="335" cy="374"/>
          </p:xfrm>
          <a:graphic>
            <a:graphicData uri="http://schemas.openxmlformats.org/presentationml/2006/ole">
              <mc:AlternateContent xmlns:mc="http://schemas.openxmlformats.org/markup-compatibility/2006">
                <mc:Choice xmlns:v="urn:schemas-microsoft-com:vml" Requires="v">
                  <p:oleObj spid="_x0000_s23960" name="Equation" r:id="rId14" imgW="3352800" imgH="3962400" progId="Equation.DSMT4">
                    <p:embed/>
                  </p:oleObj>
                </mc:Choice>
                <mc:Fallback>
                  <p:oleObj name="Equation" r:id="rId14" imgW="3352800" imgH="3962400" progId="Equation.DSMT4">
                    <p:embed/>
                    <p:pic>
                      <p:nvPicPr>
                        <p:cNvPr id="0" name="图片 23959"/>
                        <p:cNvPicPr>
                          <a:picLocks noChangeAspect="1"/>
                        </p:cNvPicPr>
                        <p:nvPr/>
                      </p:nvPicPr>
                      <p:blipFill>
                        <a:blip r:embed="rId15"/>
                        <a:stretch>
                          <a:fillRect/>
                        </a:stretch>
                      </p:blipFill>
                      <p:spPr>
                        <a:xfrm>
                          <a:off x="4164" y="1221"/>
                          <a:ext cx="335" cy="374"/>
                        </a:xfrm>
                        <a:prstGeom prst="rect">
                          <a:avLst/>
                        </a:prstGeom>
                        <a:noFill/>
                        <a:ln w="9525">
                          <a:noFill/>
                        </a:ln>
                      </p:spPr>
                    </p:pic>
                  </p:oleObj>
                </mc:Fallback>
              </mc:AlternateContent>
            </a:graphicData>
          </a:graphic>
        </p:graphicFrame>
        <p:graphicFrame>
          <p:nvGraphicFramePr>
            <p:cNvPr id="19" name="Object 16"/>
            <p:cNvGraphicFramePr>
              <a:graphicFrameLocks noChangeAspect="1"/>
            </p:cNvGraphicFramePr>
            <p:nvPr/>
          </p:nvGraphicFramePr>
          <p:xfrm>
            <a:off x="4450" y="1968"/>
            <a:ext cx="170" cy="180"/>
          </p:xfrm>
          <a:graphic>
            <a:graphicData uri="http://schemas.openxmlformats.org/presentationml/2006/ole">
              <mc:AlternateContent xmlns:mc="http://schemas.openxmlformats.org/markup-compatibility/2006">
                <mc:Choice xmlns:v="urn:schemas-microsoft-com:vml" Requires="v">
                  <p:oleObj spid="_x0000_s23961" name="Equation" r:id="rId16" imgW="5181600" imgH="5486400" progId="Equation.DSMT4">
                    <p:embed/>
                  </p:oleObj>
                </mc:Choice>
                <mc:Fallback>
                  <p:oleObj name="Equation" r:id="rId16" imgW="5181600" imgH="5486400" progId="Equation.DSMT4">
                    <p:embed/>
                    <p:pic>
                      <p:nvPicPr>
                        <p:cNvPr id="0" name="图片 23960"/>
                        <p:cNvPicPr>
                          <a:picLocks noChangeAspect="1"/>
                        </p:cNvPicPr>
                        <p:nvPr/>
                      </p:nvPicPr>
                      <p:blipFill>
                        <a:blip r:embed="rId17"/>
                        <a:stretch>
                          <a:fillRect/>
                        </a:stretch>
                      </p:blipFill>
                      <p:spPr>
                        <a:xfrm>
                          <a:off x="4450" y="1968"/>
                          <a:ext cx="170" cy="180"/>
                        </a:xfrm>
                        <a:prstGeom prst="rect">
                          <a:avLst/>
                        </a:prstGeom>
                        <a:noFill/>
                        <a:ln w="9525">
                          <a:noFill/>
                        </a:ln>
                      </p:spPr>
                    </p:pic>
                  </p:oleObj>
                </mc:Fallback>
              </mc:AlternateContent>
            </a:graphicData>
          </a:graphic>
        </p:graphicFrame>
      </p:grpSp>
      <p:sp>
        <p:nvSpPr>
          <p:cNvPr id="20" name="Oval 17"/>
          <p:cNvSpPr>
            <a:spLocks noChangeArrowheads="1"/>
          </p:cNvSpPr>
          <p:nvPr/>
        </p:nvSpPr>
        <p:spPr bwMode="auto">
          <a:xfrm>
            <a:off x="8158163" y="5160963"/>
            <a:ext cx="52387" cy="52387"/>
          </a:xfrm>
          <a:prstGeom prst="ellipse">
            <a:avLst/>
          </a:prstGeom>
          <a:solidFill>
            <a:srgbClr val="0070C0"/>
          </a:solidFill>
          <a:ln w="9525">
            <a:solidFill>
              <a:srgbClr val="66FF66"/>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nvGrpSpPr>
          <p:cNvPr id="21" name="Group 18"/>
          <p:cNvGrpSpPr/>
          <p:nvPr/>
        </p:nvGrpSpPr>
        <p:grpSpPr bwMode="auto">
          <a:xfrm>
            <a:off x="8008883" y="4568190"/>
            <a:ext cx="965256" cy="304800"/>
            <a:chOff x="4327" y="1475"/>
            <a:chExt cx="761" cy="240"/>
          </a:xfrm>
        </p:grpSpPr>
        <p:grpSp>
          <p:nvGrpSpPr>
            <p:cNvPr id="22" name="Group 19"/>
            <p:cNvGrpSpPr/>
            <p:nvPr/>
          </p:nvGrpSpPr>
          <p:grpSpPr bwMode="auto">
            <a:xfrm>
              <a:off x="4445" y="1614"/>
              <a:ext cx="643" cy="41"/>
              <a:chOff x="4445" y="1614"/>
              <a:chExt cx="643" cy="41"/>
            </a:xfrm>
          </p:grpSpPr>
          <p:sp>
            <p:nvSpPr>
              <p:cNvPr id="24" name="Line 20"/>
              <p:cNvSpPr>
                <a:spLocks noChangeShapeType="1"/>
              </p:cNvSpPr>
              <p:nvPr/>
            </p:nvSpPr>
            <p:spPr bwMode="auto">
              <a:xfrm>
                <a:off x="4464" y="1632"/>
                <a:ext cx="624" cy="0"/>
              </a:xfrm>
              <a:prstGeom prst="line">
                <a:avLst/>
              </a:prstGeom>
              <a:noFill/>
              <a:ln w="28575">
                <a:solidFill>
                  <a:srgbClr val="00B0F0"/>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5" name="Oval 21"/>
              <p:cNvSpPr>
                <a:spLocks noChangeArrowheads="1"/>
              </p:cNvSpPr>
              <p:nvPr/>
            </p:nvSpPr>
            <p:spPr bwMode="auto">
              <a:xfrm>
                <a:off x="4445" y="1614"/>
                <a:ext cx="41" cy="41"/>
              </a:xfrm>
              <a:prstGeom prst="ellipse">
                <a:avLst/>
              </a:prstGeom>
              <a:solidFill>
                <a:schemeClr val="bg1"/>
              </a:solidFill>
              <a:ln w="9525">
                <a:solidFill>
                  <a:schemeClr val="tx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23" name="Object 22"/>
            <p:cNvGraphicFramePr>
              <a:graphicFrameLocks noChangeAspect="1"/>
            </p:cNvGraphicFramePr>
            <p:nvPr/>
          </p:nvGraphicFramePr>
          <p:xfrm>
            <a:off x="4327" y="1475"/>
            <a:ext cx="110" cy="240"/>
          </p:xfrm>
          <a:graphic>
            <a:graphicData uri="http://schemas.openxmlformats.org/presentationml/2006/ole">
              <mc:AlternateContent xmlns:mc="http://schemas.openxmlformats.org/markup-compatibility/2006">
                <mc:Choice xmlns:v="urn:schemas-microsoft-com:vml" Requires="v">
                  <p:oleObj spid="_x0000_s23962" name="Equation" r:id="rId18" imgW="3352800" imgH="7315200" progId="Equation.DSMT4">
                    <p:embed/>
                  </p:oleObj>
                </mc:Choice>
                <mc:Fallback>
                  <p:oleObj name="Equation" r:id="rId18" imgW="3352800" imgH="7315200" progId="Equation.DSMT4">
                    <p:embed/>
                    <p:pic>
                      <p:nvPicPr>
                        <p:cNvPr id="0" name="图片 23961"/>
                        <p:cNvPicPr>
                          <a:picLocks noChangeAspect="1"/>
                        </p:cNvPicPr>
                        <p:nvPr/>
                      </p:nvPicPr>
                      <p:blipFill>
                        <a:blip r:embed="rId19"/>
                        <a:stretch>
                          <a:fillRect/>
                        </a:stretch>
                      </p:blipFill>
                      <p:spPr>
                        <a:xfrm>
                          <a:off x="4327" y="1475"/>
                          <a:ext cx="110" cy="240"/>
                        </a:xfrm>
                        <a:prstGeom prst="rect">
                          <a:avLst/>
                        </a:prstGeom>
                        <a:noFill/>
                        <a:ln w="9525">
                          <a:noFill/>
                        </a:ln>
                      </p:spPr>
                    </p:pic>
                  </p:oleObj>
                </mc:Fallback>
              </mc:AlternateContent>
            </a:graphicData>
          </a:graphic>
        </p:graphicFrame>
      </p:grpSp>
      <p:grpSp>
        <p:nvGrpSpPr>
          <p:cNvPr id="26" name="Group 23"/>
          <p:cNvGrpSpPr/>
          <p:nvPr/>
        </p:nvGrpSpPr>
        <p:grpSpPr bwMode="auto">
          <a:xfrm>
            <a:off x="7389813" y="5482868"/>
            <a:ext cx="1139542" cy="304619"/>
            <a:chOff x="3840" y="2195"/>
            <a:chExt cx="898" cy="241"/>
          </a:xfrm>
        </p:grpSpPr>
        <p:grpSp>
          <p:nvGrpSpPr>
            <p:cNvPr id="27" name="Group 24"/>
            <p:cNvGrpSpPr/>
            <p:nvPr/>
          </p:nvGrpSpPr>
          <p:grpSpPr bwMode="auto">
            <a:xfrm>
              <a:off x="3840" y="2285"/>
              <a:ext cx="646" cy="41"/>
              <a:chOff x="3840" y="2285"/>
              <a:chExt cx="646" cy="41"/>
            </a:xfrm>
          </p:grpSpPr>
          <p:sp>
            <p:nvSpPr>
              <p:cNvPr id="29" name="Line 25"/>
              <p:cNvSpPr>
                <a:spLocks noChangeShapeType="1"/>
              </p:cNvSpPr>
              <p:nvPr/>
            </p:nvSpPr>
            <p:spPr bwMode="auto">
              <a:xfrm>
                <a:off x="3840" y="2304"/>
                <a:ext cx="624" cy="0"/>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0" name="Oval 26"/>
              <p:cNvSpPr>
                <a:spLocks noChangeArrowheads="1"/>
              </p:cNvSpPr>
              <p:nvPr/>
            </p:nvSpPr>
            <p:spPr bwMode="auto">
              <a:xfrm>
                <a:off x="4445" y="2285"/>
                <a:ext cx="41" cy="41"/>
              </a:xfrm>
              <a:prstGeom prst="ellipse">
                <a:avLst/>
              </a:prstGeom>
              <a:solidFill>
                <a:schemeClr val="bg1"/>
              </a:solidFill>
              <a:ln w="9525">
                <a:solidFill>
                  <a:schemeClr val="tx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28" name="Object 27"/>
            <p:cNvGraphicFramePr>
              <a:graphicFrameLocks noChangeAspect="1"/>
            </p:cNvGraphicFramePr>
            <p:nvPr/>
          </p:nvGraphicFramePr>
          <p:xfrm>
            <a:off x="4438" y="2195"/>
            <a:ext cx="300" cy="241"/>
          </p:xfrm>
          <a:graphic>
            <a:graphicData uri="http://schemas.openxmlformats.org/presentationml/2006/ole">
              <mc:AlternateContent xmlns:mc="http://schemas.openxmlformats.org/markup-compatibility/2006">
                <mc:Choice xmlns:v="urn:schemas-microsoft-com:vml" Requires="v">
                  <p:oleObj spid="_x0000_s23963" name="Equation" r:id="rId20" imgW="9144000" imgH="7315200" progId="Equation.DSMT4">
                    <p:embed/>
                  </p:oleObj>
                </mc:Choice>
                <mc:Fallback>
                  <p:oleObj name="Equation" r:id="rId20" imgW="9144000" imgH="7315200" progId="Equation.DSMT4">
                    <p:embed/>
                    <p:pic>
                      <p:nvPicPr>
                        <p:cNvPr id="0" name="图片 23962"/>
                        <p:cNvPicPr>
                          <a:picLocks noChangeAspect="1"/>
                        </p:cNvPicPr>
                        <p:nvPr/>
                      </p:nvPicPr>
                      <p:blipFill>
                        <a:blip r:embed="rId21"/>
                        <a:stretch>
                          <a:fillRect/>
                        </a:stretch>
                      </p:blipFill>
                      <p:spPr>
                        <a:xfrm>
                          <a:off x="4438" y="2195"/>
                          <a:ext cx="300" cy="241"/>
                        </a:xfrm>
                        <a:prstGeom prst="rect">
                          <a:avLst/>
                        </a:prstGeom>
                        <a:noFill/>
                        <a:ln w="9525">
                          <a:noFill/>
                        </a:ln>
                      </p:spPr>
                    </p:pic>
                  </p:oleObj>
                </mc:Fallback>
              </mc:AlternateContent>
            </a:graphicData>
          </a:graphic>
        </p:graphicFrame>
      </p:grpSp>
      <p:sp>
        <p:nvSpPr>
          <p:cNvPr id="31" name="AutoShape 76"/>
          <p:cNvSpPr/>
          <p:nvPr/>
        </p:nvSpPr>
        <p:spPr bwMode="auto">
          <a:xfrm>
            <a:off x="4367213" y="4568825"/>
            <a:ext cx="152400" cy="1219200"/>
          </a:xfrm>
          <a:prstGeom prst="leftBrace">
            <a:avLst>
              <a:gd name="adj1" fmla="val 666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up)">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wipe(left)">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left)">
                                      <p:cBhvr>
                                        <p:cTn id="75" dur="500"/>
                                        <p:tgtEl>
                                          <p:spTgt spid="1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left)">
                                      <p:cBhvr>
                                        <p:cTn id="80" dur="500"/>
                                        <p:tgtEl>
                                          <p:spTgt spid="1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wipe(left)">
                                      <p:cBhvr>
                                        <p:cTn id="8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utoUpdateAnimBg="0"/>
      <p:bldP spid="8" grpId="0" autoUpdateAnimBg="0"/>
      <p:bldP spid="10" grpId="0" autoUpdateAnimBg="0"/>
      <p:bldP spid="12" grpId="0" autoUpdateAnimBg="0"/>
      <p:bldP spid="20" grpId="0" bldLvl="0" animBg="1"/>
      <p:bldP spid="3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8"/>
          <p:cNvSpPr txBox="1">
            <a:spLocks noChangeArrowheads="1"/>
          </p:cNvSpPr>
          <p:nvPr/>
        </p:nvSpPr>
        <p:spPr bwMode="auto">
          <a:xfrm>
            <a:off x="1696720" y="543560"/>
            <a:ext cx="325628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3.取整函数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 name="Object 29"/>
          <p:cNvGraphicFramePr>
            <a:graphicFrameLocks noChangeAspect="1"/>
          </p:cNvGraphicFramePr>
          <p:nvPr/>
        </p:nvGraphicFramePr>
        <p:xfrm>
          <a:off x="3187700" y="1141413"/>
          <a:ext cx="1035050" cy="452437"/>
        </p:xfrm>
        <a:graphic>
          <a:graphicData uri="http://schemas.openxmlformats.org/presentationml/2006/ole">
            <mc:AlternateContent xmlns:mc="http://schemas.openxmlformats.org/markup-compatibility/2006">
              <mc:Choice xmlns:v="urn:schemas-microsoft-com:vml" Requires="v">
                <p:oleObj spid="_x0000_s24577" name="Equation" r:id="rId1" imgW="23774400" imgH="9448800" progId="Equation.DSMT4">
                  <p:embed/>
                </p:oleObj>
              </mc:Choice>
              <mc:Fallback>
                <p:oleObj name="Equation" r:id="rId1" imgW="23774400" imgH="9448800" progId="Equation.DSMT4">
                  <p:embed/>
                  <p:pic>
                    <p:nvPicPr>
                      <p:cNvPr id="0" name="图片 24576"/>
                      <p:cNvPicPr>
                        <a:picLocks noChangeAspect="1"/>
                      </p:cNvPicPr>
                      <p:nvPr/>
                    </p:nvPicPr>
                    <p:blipFill>
                      <a:blip r:embed="rId2">
                        <a:biLevel thresh="50000"/>
                        <a:grayscl/>
                      </a:blip>
                      <a:stretch>
                        <a:fillRect/>
                      </a:stretch>
                    </p:blipFill>
                    <p:spPr>
                      <a:xfrm>
                        <a:off x="3187700" y="1141413"/>
                        <a:ext cx="1035050" cy="452437"/>
                      </a:xfrm>
                      <a:prstGeom prst="rect">
                        <a:avLst/>
                      </a:prstGeom>
                      <a:noFill/>
                      <a:ln w="9525">
                        <a:noFill/>
                      </a:ln>
                    </p:spPr>
                  </p:pic>
                </p:oleObj>
              </mc:Fallback>
            </mc:AlternateContent>
          </a:graphicData>
        </a:graphic>
      </p:graphicFrame>
      <p:sp>
        <p:nvSpPr>
          <p:cNvPr id="4" name="Text Box 30"/>
          <p:cNvSpPr txBox="1">
            <a:spLocks noChangeArrowheads="1"/>
          </p:cNvSpPr>
          <p:nvPr/>
        </p:nvSpPr>
        <p:spPr bwMode="auto">
          <a:xfrm>
            <a:off x="5088255" y="1092835"/>
            <a:ext cx="1143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Object 31"/>
          <p:cNvGraphicFramePr>
            <a:graphicFrameLocks noChangeAspect="1"/>
          </p:cNvGraphicFramePr>
          <p:nvPr/>
        </p:nvGraphicFramePr>
        <p:xfrm>
          <a:off x="5666740" y="1127125"/>
          <a:ext cx="2767013" cy="452438"/>
        </p:xfrm>
        <a:graphic>
          <a:graphicData uri="http://schemas.openxmlformats.org/presentationml/2006/ole">
            <mc:AlternateContent xmlns:mc="http://schemas.openxmlformats.org/markup-compatibility/2006">
              <mc:Choice xmlns:v="urn:schemas-microsoft-com:vml" Requires="v">
                <p:oleObj spid="_x0000_s25086" name="Equation" r:id="rId3" imgW="65227200" imgH="9448800" progId="Equation.DSMT4">
                  <p:embed/>
                </p:oleObj>
              </mc:Choice>
              <mc:Fallback>
                <p:oleObj name="Equation" r:id="rId3" imgW="65227200" imgH="9448800" progId="Equation.DSMT4">
                  <p:embed/>
                  <p:pic>
                    <p:nvPicPr>
                      <p:cNvPr id="0" name="图片 25085"/>
                      <p:cNvPicPr>
                        <a:picLocks noChangeAspect="1"/>
                      </p:cNvPicPr>
                      <p:nvPr/>
                    </p:nvPicPr>
                    <p:blipFill>
                      <a:blip r:embed="rId4">
                        <a:biLevel thresh="50000"/>
                        <a:grayscl/>
                      </a:blip>
                      <a:stretch>
                        <a:fillRect/>
                      </a:stretch>
                    </p:blipFill>
                    <p:spPr>
                      <a:xfrm>
                        <a:off x="5666740" y="1127125"/>
                        <a:ext cx="2767013" cy="452438"/>
                      </a:xfrm>
                      <a:prstGeom prst="rect">
                        <a:avLst/>
                      </a:prstGeom>
                      <a:noFill/>
                      <a:ln w="9525">
                        <a:noFill/>
                      </a:ln>
                    </p:spPr>
                  </p:pic>
                </p:oleObj>
              </mc:Fallback>
            </mc:AlternateContent>
          </a:graphicData>
        </a:graphic>
      </p:graphicFrame>
      <p:graphicFrame>
        <p:nvGraphicFramePr>
          <p:cNvPr id="6" name="Object 32"/>
          <p:cNvGraphicFramePr>
            <a:graphicFrameLocks noChangeAspect="1"/>
          </p:cNvGraphicFramePr>
          <p:nvPr/>
        </p:nvGraphicFramePr>
        <p:xfrm>
          <a:off x="4308475" y="1211263"/>
          <a:ext cx="693738" cy="363537"/>
        </p:xfrm>
        <a:graphic>
          <a:graphicData uri="http://schemas.openxmlformats.org/presentationml/2006/ole">
            <mc:AlternateContent xmlns:mc="http://schemas.openxmlformats.org/markup-compatibility/2006">
              <mc:Choice xmlns:v="urn:schemas-microsoft-com:vml" Requires="v">
                <p:oleObj spid="_x0000_s25087" name="Equation" r:id="rId5" imgW="15544800" imgH="7315200" progId="Equation.DSMT4">
                  <p:embed/>
                </p:oleObj>
              </mc:Choice>
              <mc:Fallback>
                <p:oleObj name="Equation" r:id="rId5" imgW="15544800" imgH="7315200" progId="Equation.DSMT4">
                  <p:embed/>
                  <p:pic>
                    <p:nvPicPr>
                      <p:cNvPr id="0" name="图片 25086"/>
                      <p:cNvPicPr>
                        <a:picLocks noChangeAspect="1"/>
                      </p:cNvPicPr>
                      <p:nvPr/>
                    </p:nvPicPr>
                    <p:blipFill>
                      <a:blip r:embed="rId6">
                        <a:biLevel thresh="50000"/>
                        <a:grayscl/>
                      </a:blip>
                      <a:stretch>
                        <a:fillRect/>
                      </a:stretch>
                    </p:blipFill>
                    <p:spPr>
                      <a:xfrm>
                        <a:off x="4308475" y="1211263"/>
                        <a:ext cx="693738" cy="363537"/>
                      </a:xfrm>
                      <a:prstGeom prst="rect">
                        <a:avLst/>
                      </a:prstGeom>
                      <a:noFill/>
                      <a:ln w="9525">
                        <a:noFill/>
                      </a:ln>
                    </p:spPr>
                  </p:pic>
                </p:oleObj>
              </mc:Fallback>
            </mc:AlternateContent>
          </a:graphicData>
        </a:graphic>
      </p:graphicFrame>
      <p:grpSp>
        <p:nvGrpSpPr>
          <p:cNvPr id="7" name="Group 33"/>
          <p:cNvGrpSpPr/>
          <p:nvPr/>
        </p:nvGrpSpPr>
        <p:grpSpPr bwMode="auto">
          <a:xfrm>
            <a:off x="4365625" y="1731963"/>
            <a:ext cx="3214075" cy="1917700"/>
            <a:chOff x="1584" y="2542"/>
            <a:chExt cx="2530" cy="1510"/>
          </a:xfrm>
        </p:grpSpPr>
        <p:grpSp>
          <p:nvGrpSpPr>
            <p:cNvPr id="8" name="Group 34"/>
            <p:cNvGrpSpPr/>
            <p:nvPr/>
          </p:nvGrpSpPr>
          <p:grpSpPr bwMode="auto">
            <a:xfrm>
              <a:off x="1584" y="2542"/>
              <a:ext cx="2530" cy="1510"/>
              <a:chOff x="1584" y="2542"/>
              <a:chExt cx="2530" cy="1510"/>
            </a:xfrm>
          </p:grpSpPr>
          <p:sp>
            <p:nvSpPr>
              <p:cNvPr id="10" name="Line 35"/>
              <p:cNvSpPr>
                <a:spLocks noChangeShapeType="1"/>
              </p:cNvSpPr>
              <p:nvPr/>
            </p:nvSpPr>
            <p:spPr bwMode="auto">
              <a:xfrm>
                <a:off x="1584" y="3527"/>
                <a:ext cx="244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1" name="Line 36"/>
              <p:cNvSpPr>
                <a:spLocks noChangeShapeType="1"/>
              </p:cNvSpPr>
              <p:nvPr/>
            </p:nvSpPr>
            <p:spPr bwMode="auto">
              <a:xfrm flipV="1">
                <a:off x="2400" y="2640"/>
                <a:ext cx="0" cy="141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2" name="Object 37"/>
              <p:cNvGraphicFramePr>
                <a:graphicFrameLocks noChangeAspect="1"/>
              </p:cNvGraphicFramePr>
              <p:nvPr/>
            </p:nvGraphicFramePr>
            <p:xfrm>
              <a:off x="3770" y="3501"/>
              <a:ext cx="344" cy="336"/>
            </p:xfrm>
            <a:graphic>
              <a:graphicData uri="http://schemas.openxmlformats.org/presentationml/2006/ole">
                <mc:AlternateContent xmlns:mc="http://schemas.openxmlformats.org/markup-compatibility/2006">
                  <mc:Choice xmlns:v="urn:schemas-microsoft-com:vml" Requires="v">
                    <p:oleObj spid="_x0000_s25088" name="Equation" r:id="rId7" imgW="3048000" imgH="3352800" progId="Equation.DSMT4">
                      <p:embed/>
                    </p:oleObj>
                  </mc:Choice>
                  <mc:Fallback>
                    <p:oleObj name="Equation" r:id="rId7" imgW="3048000" imgH="3352800" progId="Equation.DSMT4">
                      <p:embed/>
                      <p:pic>
                        <p:nvPicPr>
                          <p:cNvPr id="0" name="图片 25087"/>
                          <p:cNvPicPr>
                            <a:picLocks noChangeAspect="1"/>
                          </p:cNvPicPr>
                          <p:nvPr/>
                        </p:nvPicPr>
                        <p:blipFill>
                          <a:blip r:embed="rId8"/>
                          <a:stretch>
                            <a:fillRect/>
                          </a:stretch>
                        </p:blipFill>
                        <p:spPr>
                          <a:xfrm>
                            <a:off x="3770" y="3501"/>
                            <a:ext cx="344" cy="336"/>
                          </a:xfrm>
                          <a:prstGeom prst="rect">
                            <a:avLst/>
                          </a:prstGeom>
                          <a:noFill/>
                          <a:ln w="9525">
                            <a:noFill/>
                          </a:ln>
                        </p:spPr>
                      </p:pic>
                    </p:oleObj>
                  </mc:Fallback>
                </mc:AlternateContent>
              </a:graphicData>
            </a:graphic>
          </p:graphicFrame>
          <p:graphicFrame>
            <p:nvGraphicFramePr>
              <p:cNvPr id="13" name="Object 38"/>
              <p:cNvGraphicFramePr>
                <a:graphicFrameLocks noChangeAspect="1"/>
              </p:cNvGraphicFramePr>
              <p:nvPr/>
            </p:nvGraphicFramePr>
            <p:xfrm>
              <a:off x="2099" y="2542"/>
              <a:ext cx="335" cy="374"/>
            </p:xfrm>
            <a:graphic>
              <a:graphicData uri="http://schemas.openxmlformats.org/presentationml/2006/ole">
                <mc:AlternateContent xmlns:mc="http://schemas.openxmlformats.org/markup-compatibility/2006">
                  <mc:Choice xmlns:v="urn:schemas-microsoft-com:vml" Requires="v">
                    <p:oleObj spid="_x0000_s25089" name="Equation" r:id="rId9" imgW="3352800" imgH="3962400" progId="Equation.DSMT4">
                      <p:embed/>
                    </p:oleObj>
                  </mc:Choice>
                  <mc:Fallback>
                    <p:oleObj name="Equation" r:id="rId9" imgW="3352800" imgH="3962400" progId="Equation.DSMT4">
                      <p:embed/>
                      <p:pic>
                        <p:nvPicPr>
                          <p:cNvPr id="0" name="图片 25088"/>
                          <p:cNvPicPr>
                            <a:picLocks noChangeAspect="1"/>
                          </p:cNvPicPr>
                          <p:nvPr/>
                        </p:nvPicPr>
                        <p:blipFill>
                          <a:blip r:embed="rId10"/>
                          <a:stretch>
                            <a:fillRect/>
                          </a:stretch>
                        </p:blipFill>
                        <p:spPr>
                          <a:xfrm>
                            <a:off x="2099" y="2542"/>
                            <a:ext cx="335" cy="374"/>
                          </a:xfrm>
                          <a:prstGeom prst="rect">
                            <a:avLst/>
                          </a:prstGeom>
                          <a:noFill/>
                          <a:ln w="9525">
                            <a:noFill/>
                          </a:ln>
                        </p:spPr>
                      </p:pic>
                    </p:oleObj>
                  </mc:Fallback>
                </mc:AlternateContent>
              </a:graphicData>
            </a:graphic>
          </p:graphicFrame>
        </p:grpSp>
        <p:graphicFrame>
          <p:nvGraphicFramePr>
            <p:cNvPr id="9" name="Object 39"/>
            <p:cNvGraphicFramePr>
              <a:graphicFrameLocks noChangeAspect="1"/>
            </p:cNvGraphicFramePr>
            <p:nvPr/>
          </p:nvGraphicFramePr>
          <p:xfrm>
            <a:off x="2323" y="3487"/>
            <a:ext cx="342" cy="335"/>
          </p:xfrm>
          <a:graphic>
            <a:graphicData uri="http://schemas.openxmlformats.org/presentationml/2006/ole">
              <mc:AlternateContent xmlns:mc="http://schemas.openxmlformats.org/markup-compatibility/2006">
                <mc:Choice xmlns:v="urn:schemas-microsoft-com:vml" Requires="v">
                  <p:oleObj spid="_x0000_s25090" name="Equation" r:id="rId11" imgW="3048000" imgH="3352800" progId="Equation.DSMT4">
                    <p:embed/>
                  </p:oleObj>
                </mc:Choice>
                <mc:Fallback>
                  <p:oleObj name="Equation" r:id="rId11" imgW="3048000" imgH="3352800" progId="Equation.DSMT4">
                    <p:embed/>
                    <p:pic>
                      <p:nvPicPr>
                        <p:cNvPr id="0" name="图片 25089"/>
                        <p:cNvPicPr>
                          <a:picLocks noChangeAspect="1"/>
                        </p:cNvPicPr>
                        <p:nvPr/>
                      </p:nvPicPr>
                      <p:blipFill>
                        <a:blip r:embed="rId12"/>
                        <a:stretch>
                          <a:fillRect/>
                        </a:stretch>
                      </p:blipFill>
                      <p:spPr>
                        <a:xfrm>
                          <a:off x="2323" y="3487"/>
                          <a:ext cx="342" cy="335"/>
                        </a:xfrm>
                        <a:prstGeom prst="rect">
                          <a:avLst/>
                        </a:prstGeom>
                        <a:noFill/>
                        <a:ln w="9525">
                          <a:noFill/>
                        </a:ln>
                      </p:spPr>
                    </p:pic>
                  </p:oleObj>
                </mc:Fallback>
              </mc:AlternateContent>
            </a:graphicData>
          </a:graphic>
        </p:graphicFrame>
      </p:grpSp>
      <p:grpSp>
        <p:nvGrpSpPr>
          <p:cNvPr id="14" name="Group 40"/>
          <p:cNvGrpSpPr/>
          <p:nvPr/>
        </p:nvGrpSpPr>
        <p:grpSpPr bwMode="auto">
          <a:xfrm>
            <a:off x="5402263" y="2962286"/>
            <a:ext cx="403860" cy="371004"/>
            <a:chOff x="2400" y="3511"/>
            <a:chExt cx="318" cy="293"/>
          </a:xfrm>
        </p:grpSpPr>
        <p:grpSp>
          <p:nvGrpSpPr>
            <p:cNvPr id="15" name="Group 41"/>
            <p:cNvGrpSpPr/>
            <p:nvPr/>
          </p:nvGrpSpPr>
          <p:grpSpPr bwMode="auto">
            <a:xfrm>
              <a:off x="2400" y="3511"/>
              <a:ext cx="281" cy="41"/>
              <a:chOff x="2400" y="3511"/>
              <a:chExt cx="281" cy="41"/>
            </a:xfrm>
          </p:grpSpPr>
          <p:sp>
            <p:nvSpPr>
              <p:cNvPr id="17" name="Line 42"/>
              <p:cNvSpPr>
                <a:spLocks noChangeShapeType="1"/>
              </p:cNvSpPr>
              <p:nvPr/>
            </p:nvSpPr>
            <p:spPr bwMode="auto">
              <a:xfrm>
                <a:off x="2400" y="3530"/>
                <a:ext cx="2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8" name="Oval 43"/>
              <p:cNvSpPr>
                <a:spLocks noChangeArrowheads="1"/>
              </p:cNvSpPr>
              <p:nvPr/>
            </p:nvSpPr>
            <p:spPr bwMode="auto">
              <a:xfrm>
                <a:off x="2640" y="3511"/>
                <a:ext cx="41" cy="41"/>
              </a:xfrm>
              <a:prstGeom prst="ellipse">
                <a:avLst/>
              </a:prstGeom>
              <a:solidFill>
                <a:schemeClr val="bg1"/>
              </a:solidFill>
              <a:ln w="9525">
                <a:solidFill>
                  <a:schemeClr val="accent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16" name="Object 44"/>
            <p:cNvGraphicFramePr>
              <a:graphicFrameLocks noChangeAspect="1"/>
            </p:cNvGraphicFramePr>
            <p:nvPr/>
          </p:nvGraphicFramePr>
          <p:xfrm>
            <a:off x="2608" y="3563"/>
            <a:ext cx="110" cy="241"/>
          </p:xfrm>
          <a:graphic>
            <a:graphicData uri="http://schemas.openxmlformats.org/presentationml/2006/ole">
              <mc:AlternateContent xmlns:mc="http://schemas.openxmlformats.org/markup-compatibility/2006">
                <mc:Choice xmlns:v="urn:schemas-microsoft-com:vml" Requires="v">
                  <p:oleObj spid="_x0000_s25091" name="Equation" r:id="rId13" imgW="3352800" imgH="7315200" progId="Equation.DSMT4">
                    <p:embed/>
                  </p:oleObj>
                </mc:Choice>
                <mc:Fallback>
                  <p:oleObj name="Equation" r:id="rId13" imgW="3352800" imgH="7315200" progId="Equation.DSMT4">
                    <p:embed/>
                    <p:pic>
                      <p:nvPicPr>
                        <p:cNvPr id="0" name="图片 25090"/>
                        <p:cNvPicPr>
                          <a:picLocks noChangeAspect="1"/>
                        </p:cNvPicPr>
                        <p:nvPr/>
                      </p:nvPicPr>
                      <p:blipFill>
                        <a:blip r:embed="rId14"/>
                        <a:stretch>
                          <a:fillRect/>
                        </a:stretch>
                      </p:blipFill>
                      <p:spPr>
                        <a:xfrm>
                          <a:off x="2608" y="3563"/>
                          <a:ext cx="110" cy="241"/>
                        </a:xfrm>
                        <a:prstGeom prst="rect">
                          <a:avLst/>
                        </a:prstGeom>
                        <a:noFill/>
                        <a:ln w="9525">
                          <a:noFill/>
                        </a:ln>
                      </p:spPr>
                    </p:pic>
                  </p:oleObj>
                </mc:Fallback>
              </mc:AlternateContent>
            </a:graphicData>
          </a:graphic>
        </p:graphicFrame>
      </p:grpSp>
      <p:grpSp>
        <p:nvGrpSpPr>
          <p:cNvPr id="19" name="Group 45"/>
          <p:cNvGrpSpPr/>
          <p:nvPr/>
        </p:nvGrpSpPr>
        <p:grpSpPr bwMode="auto">
          <a:xfrm>
            <a:off x="6105525" y="2222499"/>
            <a:ext cx="511810" cy="1086475"/>
            <a:chOff x="2953" y="2928"/>
            <a:chExt cx="403" cy="856"/>
          </a:xfrm>
        </p:grpSpPr>
        <p:sp>
          <p:nvSpPr>
            <p:cNvPr id="20" name="Line 46"/>
            <p:cNvSpPr>
              <a:spLocks noChangeShapeType="1"/>
            </p:cNvSpPr>
            <p:nvPr/>
          </p:nvSpPr>
          <p:spPr bwMode="auto">
            <a:xfrm>
              <a:off x="2953" y="2951"/>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nvGrpSpPr>
            <p:cNvPr id="21" name="Group 47"/>
            <p:cNvGrpSpPr/>
            <p:nvPr/>
          </p:nvGrpSpPr>
          <p:grpSpPr bwMode="auto">
            <a:xfrm>
              <a:off x="2976" y="2928"/>
              <a:ext cx="281" cy="41"/>
              <a:chOff x="2400" y="3511"/>
              <a:chExt cx="281" cy="41"/>
            </a:xfrm>
          </p:grpSpPr>
          <p:sp>
            <p:nvSpPr>
              <p:cNvPr id="23" name="Line 48"/>
              <p:cNvSpPr>
                <a:spLocks noChangeShapeType="1"/>
              </p:cNvSpPr>
              <p:nvPr/>
            </p:nvSpPr>
            <p:spPr bwMode="auto">
              <a:xfrm>
                <a:off x="2400" y="3530"/>
                <a:ext cx="2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4" name="Oval 49"/>
              <p:cNvSpPr>
                <a:spLocks noChangeArrowheads="1"/>
              </p:cNvSpPr>
              <p:nvPr/>
            </p:nvSpPr>
            <p:spPr bwMode="auto">
              <a:xfrm>
                <a:off x="2640" y="3511"/>
                <a:ext cx="41" cy="41"/>
              </a:xfrm>
              <a:prstGeom prst="ellipse">
                <a:avLst/>
              </a:prstGeom>
              <a:solidFill>
                <a:schemeClr val="bg1"/>
              </a:solidFill>
              <a:ln w="9525">
                <a:solidFill>
                  <a:schemeClr val="accent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22" name="Object 50"/>
            <p:cNvGraphicFramePr>
              <a:graphicFrameLocks noChangeAspect="1"/>
            </p:cNvGraphicFramePr>
            <p:nvPr/>
          </p:nvGraphicFramePr>
          <p:xfrm>
            <a:off x="3116" y="3515"/>
            <a:ext cx="240" cy="269"/>
          </p:xfrm>
          <a:graphic>
            <a:graphicData uri="http://schemas.openxmlformats.org/presentationml/2006/ole">
              <mc:AlternateContent xmlns:mc="http://schemas.openxmlformats.org/markup-compatibility/2006">
                <mc:Choice xmlns:v="urn:schemas-microsoft-com:vml" Requires="v">
                  <p:oleObj spid="_x0000_s25092" name="Equation" r:id="rId15" imgW="2743200" imgH="4267200" progId="Equation.DSMT4">
                    <p:embed/>
                  </p:oleObj>
                </mc:Choice>
                <mc:Fallback>
                  <p:oleObj name="Equation" r:id="rId15" imgW="2743200" imgH="4267200" progId="Equation.DSMT4">
                    <p:embed/>
                    <p:pic>
                      <p:nvPicPr>
                        <p:cNvPr id="0" name="图片 25091"/>
                        <p:cNvPicPr>
                          <a:picLocks noChangeAspect="1"/>
                        </p:cNvPicPr>
                        <p:nvPr/>
                      </p:nvPicPr>
                      <p:blipFill>
                        <a:blip r:embed="rId16"/>
                        <a:stretch>
                          <a:fillRect/>
                        </a:stretch>
                      </p:blipFill>
                      <p:spPr>
                        <a:xfrm>
                          <a:off x="3116" y="3515"/>
                          <a:ext cx="240" cy="269"/>
                        </a:xfrm>
                        <a:prstGeom prst="rect">
                          <a:avLst/>
                        </a:prstGeom>
                        <a:noFill/>
                        <a:ln w="9525">
                          <a:noFill/>
                        </a:ln>
                      </p:spPr>
                    </p:pic>
                  </p:oleObj>
                </mc:Fallback>
              </mc:AlternateContent>
            </a:graphicData>
          </a:graphic>
        </p:graphicFrame>
      </p:grpSp>
      <p:grpSp>
        <p:nvGrpSpPr>
          <p:cNvPr id="25" name="Group 51"/>
          <p:cNvGrpSpPr/>
          <p:nvPr/>
        </p:nvGrpSpPr>
        <p:grpSpPr bwMode="auto">
          <a:xfrm>
            <a:off x="6470648" y="1855787"/>
            <a:ext cx="541380" cy="1464927"/>
            <a:chOff x="3241" y="2640"/>
            <a:chExt cx="426" cy="1154"/>
          </a:xfrm>
        </p:grpSpPr>
        <p:grpSp>
          <p:nvGrpSpPr>
            <p:cNvPr id="26" name="Group 52"/>
            <p:cNvGrpSpPr/>
            <p:nvPr/>
          </p:nvGrpSpPr>
          <p:grpSpPr bwMode="auto">
            <a:xfrm>
              <a:off x="3271" y="2640"/>
              <a:ext cx="281" cy="41"/>
              <a:chOff x="2400" y="3511"/>
              <a:chExt cx="281" cy="41"/>
            </a:xfrm>
          </p:grpSpPr>
          <p:sp>
            <p:nvSpPr>
              <p:cNvPr id="30" name="Line 53"/>
              <p:cNvSpPr>
                <a:spLocks noChangeShapeType="1"/>
              </p:cNvSpPr>
              <p:nvPr/>
            </p:nvSpPr>
            <p:spPr bwMode="auto">
              <a:xfrm>
                <a:off x="2400" y="3530"/>
                <a:ext cx="2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1" name="Oval 54"/>
              <p:cNvSpPr>
                <a:spLocks noChangeArrowheads="1"/>
              </p:cNvSpPr>
              <p:nvPr/>
            </p:nvSpPr>
            <p:spPr bwMode="auto">
              <a:xfrm>
                <a:off x="2640" y="3511"/>
                <a:ext cx="41" cy="41"/>
              </a:xfrm>
              <a:prstGeom prst="ellipse">
                <a:avLst/>
              </a:prstGeom>
              <a:solidFill>
                <a:schemeClr val="bg1"/>
              </a:solidFill>
              <a:ln w="9525">
                <a:solidFill>
                  <a:schemeClr val="accent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27" name="Object 55"/>
            <p:cNvGraphicFramePr>
              <a:graphicFrameLocks noChangeAspect="1"/>
            </p:cNvGraphicFramePr>
            <p:nvPr/>
          </p:nvGraphicFramePr>
          <p:xfrm>
            <a:off x="3406" y="3514"/>
            <a:ext cx="261" cy="280"/>
          </p:xfrm>
          <a:graphic>
            <a:graphicData uri="http://schemas.openxmlformats.org/presentationml/2006/ole">
              <mc:AlternateContent xmlns:mc="http://schemas.openxmlformats.org/markup-compatibility/2006">
                <mc:Choice xmlns:v="urn:schemas-microsoft-com:vml" Requires="v">
                  <p:oleObj spid="_x0000_s25093" name="Equation" r:id="rId17" imgW="3048000" imgH="3962400" progId="Equation.DSMT4">
                    <p:embed/>
                  </p:oleObj>
                </mc:Choice>
                <mc:Fallback>
                  <p:oleObj name="Equation" r:id="rId17" imgW="3048000" imgH="3962400" progId="Equation.DSMT4">
                    <p:embed/>
                    <p:pic>
                      <p:nvPicPr>
                        <p:cNvPr id="0" name="图片 25092"/>
                        <p:cNvPicPr>
                          <a:picLocks noChangeAspect="1"/>
                        </p:cNvPicPr>
                        <p:nvPr/>
                      </p:nvPicPr>
                      <p:blipFill>
                        <a:blip r:embed="rId18"/>
                        <a:stretch>
                          <a:fillRect/>
                        </a:stretch>
                      </p:blipFill>
                      <p:spPr>
                        <a:xfrm>
                          <a:off x="3406" y="3514"/>
                          <a:ext cx="261" cy="280"/>
                        </a:xfrm>
                        <a:prstGeom prst="rect">
                          <a:avLst/>
                        </a:prstGeom>
                        <a:noFill/>
                        <a:ln w="9525">
                          <a:noFill/>
                        </a:ln>
                      </p:spPr>
                    </p:pic>
                  </p:oleObj>
                </mc:Fallback>
              </mc:AlternateContent>
            </a:graphicData>
          </a:graphic>
        </p:graphicFrame>
        <p:sp>
          <p:nvSpPr>
            <p:cNvPr id="28" name="Line 56"/>
            <p:cNvSpPr>
              <a:spLocks noChangeShapeType="1"/>
            </p:cNvSpPr>
            <p:nvPr/>
          </p:nvSpPr>
          <p:spPr bwMode="auto">
            <a:xfrm>
              <a:off x="3527" y="2688"/>
              <a:ext cx="0" cy="86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9" name="Line 57"/>
            <p:cNvSpPr>
              <a:spLocks noChangeShapeType="1"/>
            </p:cNvSpPr>
            <p:nvPr/>
          </p:nvSpPr>
          <p:spPr bwMode="auto">
            <a:xfrm>
              <a:off x="3241" y="2675"/>
              <a:ext cx="0" cy="86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32" name="Group 58"/>
          <p:cNvGrpSpPr/>
          <p:nvPr/>
        </p:nvGrpSpPr>
        <p:grpSpPr bwMode="auto">
          <a:xfrm>
            <a:off x="5735638" y="2587625"/>
            <a:ext cx="565853" cy="733054"/>
            <a:chOff x="2663" y="3216"/>
            <a:chExt cx="445" cy="578"/>
          </a:xfrm>
        </p:grpSpPr>
        <p:grpSp>
          <p:nvGrpSpPr>
            <p:cNvPr id="33" name="Group 59"/>
            <p:cNvGrpSpPr/>
            <p:nvPr/>
          </p:nvGrpSpPr>
          <p:grpSpPr bwMode="auto">
            <a:xfrm>
              <a:off x="2688" y="3216"/>
              <a:ext cx="281" cy="41"/>
              <a:chOff x="2400" y="3511"/>
              <a:chExt cx="281" cy="41"/>
            </a:xfrm>
          </p:grpSpPr>
          <p:sp>
            <p:nvSpPr>
              <p:cNvPr id="36" name="Line 60"/>
              <p:cNvSpPr>
                <a:spLocks noChangeShapeType="1"/>
              </p:cNvSpPr>
              <p:nvPr/>
            </p:nvSpPr>
            <p:spPr bwMode="auto">
              <a:xfrm>
                <a:off x="2400" y="3530"/>
                <a:ext cx="2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7" name="Oval 61"/>
              <p:cNvSpPr>
                <a:spLocks noChangeArrowheads="1"/>
              </p:cNvSpPr>
              <p:nvPr/>
            </p:nvSpPr>
            <p:spPr bwMode="auto">
              <a:xfrm>
                <a:off x="2640" y="3511"/>
                <a:ext cx="41" cy="41"/>
              </a:xfrm>
              <a:prstGeom prst="ellipse">
                <a:avLst/>
              </a:prstGeom>
              <a:solidFill>
                <a:schemeClr val="bg1"/>
              </a:solidFill>
              <a:ln w="9525">
                <a:solidFill>
                  <a:schemeClr val="accent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34" name="Object 62"/>
            <p:cNvGraphicFramePr>
              <a:graphicFrameLocks noChangeAspect="1"/>
            </p:cNvGraphicFramePr>
            <p:nvPr/>
          </p:nvGraphicFramePr>
          <p:xfrm>
            <a:off x="2847" y="3514"/>
            <a:ext cx="261" cy="280"/>
          </p:xfrm>
          <a:graphic>
            <a:graphicData uri="http://schemas.openxmlformats.org/presentationml/2006/ole">
              <mc:AlternateContent xmlns:mc="http://schemas.openxmlformats.org/markup-compatibility/2006">
                <mc:Choice xmlns:v="urn:schemas-microsoft-com:vml" Requires="v">
                  <p:oleObj spid="_x0000_s25094" name="Equation" r:id="rId19" imgW="3048000" imgH="3962400" progId="Equation.DSMT4">
                    <p:embed/>
                  </p:oleObj>
                </mc:Choice>
                <mc:Fallback>
                  <p:oleObj name="Equation" r:id="rId19" imgW="3048000" imgH="3962400" progId="Equation.DSMT4">
                    <p:embed/>
                    <p:pic>
                      <p:nvPicPr>
                        <p:cNvPr id="0" name="图片 25093"/>
                        <p:cNvPicPr>
                          <a:picLocks noChangeAspect="1"/>
                        </p:cNvPicPr>
                        <p:nvPr/>
                      </p:nvPicPr>
                      <p:blipFill>
                        <a:blip r:embed="rId20"/>
                        <a:stretch>
                          <a:fillRect/>
                        </a:stretch>
                      </p:blipFill>
                      <p:spPr>
                        <a:xfrm>
                          <a:off x="2847" y="3514"/>
                          <a:ext cx="261" cy="280"/>
                        </a:xfrm>
                        <a:prstGeom prst="rect">
                          <a:avLst/>
                        </a:prstGeom>
                        <a:noFill/>
                        <a:ln w="9525">
                          <a:noFill/>
                        </a:ln>
                      </p:spPr>
                    </p:pic>
                  </p:oleObj>
                </mc:Fallback>
              </mc:AlternateContent>
            </a:graphicData>
          </a:graphic>
        </p:graphicFrame>
        <p:sp>
          <p:nvSpPr>
            <p:cNvPr id="35" name="Line 63"/>
            <p:cNvSpPr>
              <a:spLocks noChangeShapeType="1"/>
            </p:cNvSpPr>
            <p:nvPr/>
          </p:nvSpPr>
          <p:spPr bwMode="auto">
            <a:xfrm>
              <a:off x="2663" y="3228"/>
              <a:ext cx="0" cy="28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38" name="Group 64"/>
          <p:cNvGrpSpPr/>
          <p:nvPr/>
        </p:nvGrpSpPr>
        <p:grpSpPr bwMode="auto">
          <a:xfrm>
            <a:off x="4491354" y="2939772"/>
            <a:ext cx="931546" cy="744816"/>
            <a:chOff x="1683" y="3493"/>
            <a:chExt cx="733" cy="587"/>
          </a:xfrm>
        </p:grpSpPr>
        <p:grpSp>
          <p:nvGrpSpPr>
            <p:cNvPr id="39" name="Group 65"/>
            <p:cNvGrpSpPr/>
            <p:nvPr/>
          </p:nvGrpSpPr>
          <p:grpSpPr bwMode="auto">
            <a:xfrm>
              <a:off x="1970" y="3493"/>
              <a:ext cx="446" cy="347"/>
              <a:chOff x="1970" y="3493"/>
              <a:chExt cx="446" cy="347"/>
            </a:xfrm>
          </p:grpSpPr>
          <p:graphicFrame>
            <p:nvGraphicFramePr>
              <p:cNvPr id="46" name="Object 66"/>
              <p:cNvGraphicFramePr>
                <a:graphicFrameLocks noChangeAspect="1"/>
              </p:cNvGraphicFramePr>
              <p:nvPr/>
            </p:nvGraphicFramePr>
            <p:xfrm>
              <a:off x="1970" y="3493"/>
              <a:ext cx="294" cy="280"/>
            </p:xfrm>
            <a:graphic>
              <a:graphicData uri="http://schemas.openxmlformats.org/presentationml/2006/ole">
                <mc:AlternateContent xmlns:mc="http://schemas.openxmlformats.org/markup-compatibility/2006">
                  <mc:Choice xmlns:v="urn:schemas-microsoft-com:vml" Requires="v">
                    <p:oleObj spid="_x0000_s25095" name="Equation" r:id="rId21" imgW="4572000" imgH="3962400" progId="Equation.DSMT4">
                      <p:embed/>
                    </p:oleObj>
                  </mc:Choice>
                  <mc:Fallback>
                    <p:oleObj name="Equation" r:id="rId21" imgW="4572000" imgH="3962400" progId="Equation.DSMT4">
                      <p:embed/>
                      <p:pic>
                        <p:nvPicPr>
                          <p:cNvPr id="0" name="图片 25094"/>
                          <p:cNvPicPr>
                            <a:picLocks noChangeAspect="1"/>
                          </p:cNvPicPr>
                          <p:nvPr/>
                        </p:nvPicPr>
                        <p:blipFill>
                          <a:blip r:embed="rId22"/>
                          <a:stretch>
                            <a:fillRect/>
                          </a:stretch>
                        </p:blipFill>
                        <p:spPr>
                          <a:xfrm>
                            <a:off x="1970" y="3493"/>
                            <a:ext cx="294" cy="280"/>
                          </a:xfrm>
                          <a:prstGeom prst="rect">
                            <a:avLst/>
                          </a:prstGeom>
                          <a:noFill/>
                          <a:ln w="9525">
                            <a:noFill/>
                          </a:ln>
                        </p:spPr>
                      </p:pic>
                    </p:oleObj>
                  </mc:Fallback>
                </mc:AlternateContent>
              </a:graphicData>
            </a:graphic>
          </p:graphicFrame>
          <p:grpSp>
            <p:nvGrpSpPr>
              <p:cNvPr id="47" name="Group 67"/>
              <p:cNvGrpSpPr/>
              <p:nvPr/>
            </p:nvGrpSpPr>
            <p:grpSpPr bwMode="auto">
              <a:xfrm>
                <a:off x="2135" y="3799"/>
                <a:ext cx="281" cy="41"/>
                <a:chOff x="2400" y="3511"/>
                <a:chExt cx="281" cy="41"/>
              </a:xfrm>
            </p:grpSpPr>
            <p:sp>
              <p:nvSpPr>
                <p:cNvPr id="48" name="Line 68"/>
                <p:cNvSpPr>
                  <a:spLocks noChangeShapeType="1"/>
                </p:cNvSpPr>
                <p:nvPr/>
              </p:nvSpPr>
              <p:spPr bwMode="auto">
                <a:xfrm>
                  <a:off x="2400" y="3530"/>
                  <a:ext cx="2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49" name="Oval 69"/>
                <p:cNvSpPr>
                  <a:spLocks noChangeArrowheads="1"/>
                </p:cNvSpPr>
                <p:nvPr/>
              </p:nvSpPr>
              <p:spPr bwMode="auto">
                <a:xfrm>
                  <a:off x="2640" y="3511"/>
                  <a:ext cx="41" cy="41"/>
                </a:xfrm>
                <a:prstGeom prst="ellipse">
                  <a:avLst/>
                </a:prstGeom>
                <a:solidFill>
                  <a:schemeClr val="bg1"/>
                </a:solidFill>
                <a:ln w="9525">
                  <a:solidFill>
                    <a:schemeClr val="accent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grpSp>
          <p:nvGrpSpPr>
            <p:cNvPr id="40" name="Group 70"/>
            <p:cNvGrpSpPr/>
            <p:nvPr/>
          </p:nvGrpSpPr>
          <p:grpSpPr bwMode="auto">
            <a:xfrm>
              <a:off x="1683" y="3493"/>
              <a:ext cx="470" cy="587"/>
              <a:chOff x="1683" y="3493"/>
              <a:chExt cx="470" cy="587"/>
            </a:xfrm>
          </p:grpSpPr>
          <p:grpSp>
            <p:nvGrpSpPr>
              <p:cNvPr id="41" name="Group 71"/>
              <p:cNvGrpSpPr/>
              <p:nvPr/>
            </p:nvGrpSpPr>
            <p:grpSpPr bwMode="auto">
              <a:xfrm>
                <a:off x="1872" y="4039"/>
                <a:ext cx="281" cy="41"/>
                <a:chOff x="2400" y="3511"/>
                <a:chExt cx="281" cy="41"/>
              </a:xfrm>
            </p:grpSpPr>
            <p:sp>
              <p:nvSpPr>
                <p:cNvPr id="44" name="Line 72"/>
                <p:cNvSpPr>
                  <a:spLocks noChangeShapeType="1"/>
                </p:cNvSpPr>
                <p:nvPr/>
              </p:nvSpPr>
              <p:spPr bwMode="auto">
                <a:xfrm>
                  <a:off x="2400" y="3530"/>
                  <a:ext cx="2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45" name="Oval 73"/>
                <p:cNvSpPr>
                  <a:spLocks noChangeArrowheads="1"/>
                </p:cNvSpPr>
                <p:nvPr/>
              </p:nvSpPr>
              <p:spPr bwMode="auto">
                <a:xfrm>
                  <a:off x="2640" y="3511"/>
                  <a:ext cx="41" cy="41"/>
                </a:xfrm>
                <a:prstGeom prst="ellipse">
                  <a:avLst/>
                </a:prstGeom>
                <a:solidFill>
                  <a:schemeClr val="bg1"/>
                </a:solidFill>
                <a:ln w="9525">
                  <a:solidFill>
                    <a:schemeClr val="accent1"/>
                  </a:solidFill>
                  <a:round/>
                </a:ln>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sp>
            <p:nvSpPr>
              <p:cNvPr id="42" name="Line 74"/>
              <p:cNvSpPr>
                <a:spLocks noChangeShapeType="1"/>
              </p:cNvSpPr>
              <p:nvPr/>
            </p:nvSpPr>
            <p:spPr bwMode="auto">
              <a:xfrm>
                <a:off x="2135" y="3527"/>
                <a:ext cx="0" cy="55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3" name="Object 75"/>
              <p:cNvGraphicFramePr>
                <a:graphicFrameLocks noChangeAspect="1"/>
              </p:cNvGraphicFramePr>
              <p:nvPr/>
            </p:nvGraphicFramePr>
            <p:xfrm>
              <a:off x="1683" y="3493"/>
              <a:ext cx="286" cy="280"/>
            </p:xfrm>
            <a:graphic>
              <a:graphicData uri="http://schemas.openxmlformats.org/presentationml/2006/ole">
                <mc:AlternateContent xmlns:mc="http://schemas.openxmlformats.org/markup-compatibility/2006">
                  <mc:Choice xmlns:v="urn:schemas-microsoft-com:vml" Requires="v">
                    <p:oleObj spid="_x0000_s25096" name="Equation" r:id="rId23" imgW="4876800" imgH="3962400" progId="Equation.DSMT4">
                      <p:embed/>
                    </p:oleObj>
                  </mc:Choice>
                  <mc:Fallback>
                    <p:oleObj name="Equation" r:id="rId23" imgW="4876800" imgH="3962400" progId="Equation.DSMT4">
                      <p:embed/>
                      <p:pic>
                        <p:nvPicPr>
                          <p:cNvPr id="0" name="图片 25095"/>
                          <p:cNvPicPr>
                            <a:picLocks noChangeAspect="1"/>
                          </p:cNvPicPr>
                          <p:nvPr/>
                        </p:nvPicPr>
                        <p:blipFill>
                          <a:blip r:embed="rId24"/>
                          <a:stretch>
                            <a:fillRect/>
                          </a:stretch>
                        </p:blipFill>
                        <p:spPr>
                          <a:xfrm>
                            <a:off x="1683" y="3493"/>
                            <a:ext cx="286" cy="280"/>
                          </a:xfrm>
                          <a:prstGeom prst="rect">
                            <a:avLst/>
                          </a:prstGeom>
                          <a:noFill/>
                          <a:ln w="9525">
                            <a:noFill/>
                          </a:ln>
                        </p:spPr>
                      </p:pic>
                    </p:oleObj>
                  </mc:Fallback>
                </mc:AlternateContent>
              </a:graphicData>
            </a:graphic>
          </p:graphicFrame>
        </p:grpSp>
      </p:grpSp>
      <p:sp>
        <p:nvSpPr>
          <p:cNvPr id="50" name="TextBox 49"/>
          <p:cNvSpPr txBox="1">
            <a:spLocks noChangeArrowheads="1"/>
          </p:cNvSpPr>
          <p:nvPr/>
        </p:nvSpPr>
        <p:spPr bwMode="auto">
          <a:xfrm>
            <a:off x="1696720" y="3769360"/>
            <a:ext cx="374777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4.狄利克雷函数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1" name="对象 50"/>
          <p:cNvGraphicFramePr>
            <a:graphicFrameLocks noChangeAspect="1"/>
          </p:cNvGraphicFramePr>
          <p:nvPr/>
        </p:nvGraphicFramePr>
        <p:xfrm>
          <a:off x="3181350" y="4437063"/>
          <a:ext cx="4114800" cy="1047750"/>
        </p:xfrm>
        <a:graphic>
          <a:graphicData uri="http://schemas.openxmlformats.org/presentationml/2006/ole">
            <mc:AlternateContent xmlns:mc="http://schemas.openxmlformats.org/markup-compatibility/2006">
              <mc:Choice xmlns:v="urn:schemas-microsoft-com:vml" Requires="v">
                <p:oleObj spid="_x0000_s25097" name="Equation" r:id="rId25" imgW="98755200" imgH="24993600" progId="Equation.DSMT4">
                  <p:embed/>
                </p:oleObj>
              </mc:Choice>
              <mc:Fallback>
                <p:oleObj name="Equation" r:id="rId25" imgW="98755200" imgH="24993600" progId="Equation.DSMT4">
                  <p:embed/>
                  <p:pic>
                    <p:nvPicPr>
                      <p:cNvPr id="0" name="图片 25096"/>
                      <p:cNvPicPr>
                        <a:picLocks noChangeAspect="1"/>
                      </p:cNvPicPr>
                      <p:nvPr/>
                    </p:nvPicPr>
                    <p:blipFill>
                      <a:blip r:embed="rId26"/>
                      <a:stretch>
                        <a:fillRect/>
                      </a:stretch>
                    </p:blipFill>
                    <p:spPr>
                      <a:xfrm>
                        <a:off x="3181350" y="4437063"/>
                        <a:ext cx="4114800" cy="1047750"/>
                      </a:xfrm>
                      <a:prstGeom prst="rect">
                        <a:avLst/>
                      </a:prstGeom>
                      <a:noFill/>
                      <a:ln w="9525">
                        <a:noFill/>
                      </a:ln>
                    </p:spPr>
                  </p:pic>
                </p:oleObj>
              </mc:Fallback>
            </mc:AlternateContent>
          </a:graphicData>
        </a:graphic>
      </p:graphicFrame>
      <p:pic>
        <p:nvPicPr>
          <p:cNvPr id="52" name="Picture 25"/>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7680325" y="3645024"/>
            <a:ext cx="2565400" cy="227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left)">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1000"/>
                                        <p:tgtEl>
                                          <p:spTgt spid="50"/>
                                        </p:tgtEl>
                                      </p:cBhvr>
                                    </p:animEffect>
                                    <p:anim calcmode="lin" valueType="num">
                                      <p:cBhvr>
                                        <p:cTn id="63" dur="1000" fill="hold"/>
                                        <p:tgtEl>
                                          <p:spTgt spid="50"/>
                                        </p:tgtEl>
                                        <p:attrNameLst>
                                          <p:attrName>ppt_x</p:attrName>
                                        </p:attrNameLst>
                                      </p:cBhvr>
                                      <p:tavLst>
                                        <p:tav tm="0">
                                          <p:val>
                                            <p:strVal val="#ppt_x"/>
                                          </p:val>
                                        </p:tav>
                                        <p:tav tm="100000">
                                          <p:val>
                                            <p:strVal val="#ppt_x"/>
                                          </p:val>
                                        </p:tav>
                                      </p:tavLst>
                                    </p:anim>
                                    <p:anim calcmode="lin" valueType="num">
                                      <p:cBhvr>
                                        <p:cTn id="6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51"/>
                                        </p:tgtEl>
                                        <p:attrNameLst>
                                          <p:attrName>style.visibility</p:attrName>
                                        </p:attrNameLst>
                                      </p:cBhvr>
                                      <p:to>
                                        <p:strVal val="visible"/>
                                      </p:to>
                                    </p:set>
                                    <p:anim calcmode="lin" valueType="num">
                                      <p:cBhvr additive="base">
                                        <p:cTn id="69" dur="500" fill="hold"/>
                                        <p:tgtEl>
                                          <p:spTgt spid="51"/>
                                        </p:tgtEl>
                                        <p:attrNameLst>
                                          <p:attrName>ppt_x</p:attrName>
                                        </p:attrNameLst>
                                      </p:cBhvr>
                                      <p:tavLst>
                                        <p:tav tm="0">
                                          <p:val>
                                            <p:strVal val="#ppt_x"/>
                                          </p:val>
                                        </p:tav>
                                        <p:tav tm="100000">
                                          <p:val>
                                            <p:strVal val="#ppt_x"/>
                                          </p:val>
                                        </p:tav>
                                      </p:tavLst>
                                    </p:anim>
                                    <p:anim calcmode="lin" valueType="num">
                                      <p:cBhvr additive="base">
                                        <p:cTn id="7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fade">
                                      <p:cBhvr>
                                        <p:cTn id="75" dur="1000"/>
                                        <p:tgtEl>
                                          <p:spTgt spid="52"/>
                                        </p:tgtEl>
                                      </p:cBhvr>
                                    </p:animEffect>
                                    <p:anim calcmode="lin" valueType="num">
                                      <p:cBhvr>
                                        <p:cTn id="76" dur="1000" fill="hold"/>
                                        <p:tgtEl>
                                          <p:spTgt spid="52"/>
                                        </p:tgtEl>
                                        <p:attrNameLst>
                                          <p:attrName>ppt_x</p:attrName>
                                        </p:attrNameLst>
                                      </p:cBhvr>
                                      <p:tavLst>
                                        <p:tav tm="0">
                                          <p:val>
                                            <p:strVal val="#ppt_x"/>
                                          </p:val>
                                        </p:tav>
                                        <p:tav tm="100000">
                                          <p:val>
                                            <p:strVal val="#ppt_x"/>
                                          </p:val>
                                        </p:tav>
                                      </p:tavLst>
                                    </p:anim>
                                    <p:anim calcmode="lin" valueType="num">
                                      <p:cBhvr>
                                        <p:cTn id="77"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utoUpdateAnimBg="0"/>
      <p:bldP spid="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3680460" y="788988"/>
            <a:ext cx="1524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设函数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 name="Object 4"/>
          <p:cNvGraphicFramePr>
            <a:graphicFrameLocks noChangeAspect="1"/>
          </p:cNvGraphicFramePr>
          <p:nvPr/>
        </p:nvGraphicFramePr>
        <p:xfrm>
          <a:off x="4932680" y="831533"/>
          <a:ext cx="2514600" cy="441325"/>
        </p:xfrm>
        <a:graphic>
          <a:graphicData uri="http://schemas.openxmlformats.org/presentationml/2006/ole">
            <mc:AlternateContent xmlns:mc="http://schemas.openxmlformats.org/markup-compatibility/2006">
              <mc:Choice xmlns:v="urn:schemas-microsoft-com:vml" Requires="v">
                <p:oleObj spid="_x0000_s25601" name="Equation" r:id="rId1" imgW="59131200" imgH="9448800" progId="Equation.DSMT4">
                  <p:embed/>
                </p:oleObj>
              </mc:Choice>
              <mc:Fallback>
                <p:oleObj name="Equation" r:id="rId1" imgW="59131200" imgH="9448800" progId="Equation.DSMT4">
                  <p:embed/>
                  <p:pic>
                    <p:nvPicPr>
                      <p:cNvPr id="0" name="图片 25600"/>
                      <p:cNvPicPr>
                        <a:picLocks noChangeAspect="1"/>
                      </p:cNvPicPr>
                      <p:nvPr/>
                    </p:nvPicPr>
                    <p:blipFill>
                      <a:blip r:embed="rId2"/>
                      <a:stretch>
                        <a:fillRect/>
                      </a:stretch>
                    </p:blipFill>
                    <p:spPr>
                      <a:xfrm>
                        <a:off x="4932680" y="831533"/>
                        <a:ext cx="2514600" cy="441325"/>
                      </a:xfrm>
                      <a:prstGeom prst="rect">
                        <a:avLst/>
                      </a:prstGeom>
                      <a:noFill/>
                      <a:ln w="9525">
                        <a:noFill/>
                      </a:ln>
                    </p:spPr>
                  </p:pic>
                </p:oleObj>
              </mc:Fallback>
            </mc:AlternateContent>
          </a:graphicData>
        </a:graphic>
      </p:graphicFrame>
      <p:sp>
        <p:nvSpPr>
          <p:cNvPr id="4" name="Text Box 5"/>
          <p:cNvSpPr txBox="1">
            <a:spLocks noChangeArrowheads="1"/>
          </p:cNvSpPr>
          <p:nvPr/>
        </p:nvSpPr>
        <p:spPr bwMode="auto">
          <a:xfrm>
            <a:off x="7447280" y="788988"/>
            <a:ext cx="16764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且有区间</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Object 6"/>
          <p:cNvGraphicFramePr>
            <a:graphicFrameLocks noChangeAspect="1"/>
          </p:cNvGraphicFramePr>
          <p:nvPr/>
        </p:nvGraphicFramePr>
        <p:xfrm>
          <a:off x="9046528" y="874395"/>
          <a:ext cx="1077912" cy="436563"/>
        </p:xfrm>
        <a:graphic>
          <a:graphicData uri="http://schemas.openxmlformats.org/presentationml/2006/ole">
            <mc:AlternateContent xmlns:mc="http://schemas.openxmlformats.org/markup-compatibility/2006">
              <mc:Choice xmlns:v="urn:schemas-microsoft-com:vml" Requires="v">
                <p:oleObj spid="_x0000_s26407" name="Equation" r:id="rId3" imgW="24688800" imgH="9144000" progId="Equation.DSMT4">
                  <p:embed/>
                </p:oleObj>
              </mc:Choice>
              <mc:Fallback>
                <p:oleObj name="Equation" r:id="rId3" imgW="24688800" imgH="9144000" progId="Equation.DSMT4">
                  <p:embed/>
                  <p:pic>
                    <p:nvPicPr>
                      <p:cNvPr id="0" name="图片 26406"/>
                      <p:cNvPicPr>
                        <a:picLocks noChangeAspect="1"/>
                      </p:cNvPicPr>
                      <p:nvPr/>
                    </p:nvPicPr>
                    <p:blipFill>
                      <a:blip r:embed="rId4"/>
                      <a:stretch>
                        <a:fillRect/>
                      </a:stretch>
                    </p:blipFill>
                    <p:spPr>
                      <a:xfrm>
                        <a:off x="9046528" y="874395"/>
                        <a:ext cx="1077912" cy="436563"/>
                      </a:xfrm>
                      <a:prstGeom prst="rect">
                        <a:avLst/>
                      </a:prstGeom>
                      <a:noFill/>
                      <a:ln w="9525">
                        <a:noFill/>
                      </a:ln>
                    </p:spPr>
                  </p:pic>
                </p:oleObj>
              </mc:Fallback>
            </mc:AlternateContent>
          </a:graphicData>
        </a:graphic>
      </p:graphicFrame>
      <p:sp>
        <p:nvSpPr>
          <p:cNvPr id="6" name="Text Box 7"/>
          <p:cNvSpPr txBox="1">
            <a:spLocks noChangeArrowheads="1"/>
          </p:cNvSpPr>
          <p:nvPr/>
        </p:nvSpPr>
        <p:spPr bwMode="auto">
          <a:xfrm>
            <a:off x="1301750" y="1358583"/>
            <a:ext cx="19050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1.有界性</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7" name="Object 8"/>
          <p:cNvGraphicFramePr>
            <a:graphicFrameLocks noChangeAspect="1"/>
          </p:cNvGraphicFramePr>
          <p:nvPr/>
        </p:nvGraphicFramePr>
        <p:xfrm>
          <a:off x="3127692" y="1933060"/>
          <a:ext cx="1218960" cy="380880"/>
        </p:xfrm>
        <a:graphic>
          <a:graphicData uri="http://schemas.openxmlformats.org/presentationml/2006/ole">
            <mc:AlternateContent xmlns:mc="http://schemas.openxmlformats.org/markup-compatibility/2006">
              <mc:Choice xmlns:v="urn:schemas-microsoft-com:vml" Requires="v">
                <p:oleObj spid="_x0000_s26408" name="Equation" r:id="rId5" imgW="29260800" imgH="9144000" progId="Equation.DSMT4">
                  <p:embed/>
                </p:oleObj>
              </mc:Choice>
              <mc:Fallback>
                <p:oleObj name="Equation" r:id="rId5" imgW="29260800" imgH="9144000" progId="Equation.DSMT4">
                  <p:embed/>
                  <p:pic>
                    <p:nvPicPr>
                      <p:cNvPr id="0" name="图片 26407"/>
                      <p:cNvPicPr>
                        <a:picLocks noChangeAspect="1"/>
                      </p:cNvPicPr>
                      <p:nvPr/>
                    </p:nvPicPr>
                    <p:blipFill>
                      <a:blip r:embed="rId6"/>
                      <a:stretch>
                        <a:fillRect/>
                      </a:stretch>
                    </p:blipFill>
                    <p:spPr>
                      <a:xfrm>
                        <a:off x="3127692" y="1933060"/>
                        <a:ext cx="1218960" cy="380880"/>
                      </a:xfrm>
                      <a:prstGeom prst="rect">
                        <a:avLst/>
                      </a:prstGeom>
                      <a:noFill/>
                      <a:ln w="9525">
                        <a:noFill/>
                      </a:ln>
                    </p:spPr>
                  </p:pic>
                </p:oleObj>
              </mc:Fallback>
            </mc:AlternateContent>
          </a:graphicData>
        </a:graphic>
      </p:graphicFrame>
      <p:graphicFrame>
        <p:nvGraphicFramePr>
          <p:cNvPr id="8" name="Object 9"/>
          <p:cNvGraphicFramePr>
            <a:graphicFrameLocks noChangeAspect="1"/>
          </p:cNvGraphicFramePr>
          <p:nvPr/>
        </p:nvGraphicFramePr>
        <p:xfrm>
          <a:off x="1882458" y="1917383"/>
          <a:ext cx="1122127" cy="392400"/>
        </p:xfrm>
        <a:graphic>
          <a:graphicData uri="http://schemas.openxmlformats.org/presentationml/2006/ole">
            <mc:AlternateContent xmlns:mc="http://schemas.openxmlformats.org/markup-compatibility/2006">
              <mc:Choice xmlns:v="urn:schemas-microsoft-com:vml" Requires="v">
                <p:oleObj spid="_x0000_s26409" name="Equation" r:id="rId7" imgW="29870400" imgH="9448800" progId="Equation.DSMT4">
                  <p:embed/>
                </p:oleObj>
              </mc:Choice>
              <mc:Fallback>
                <p:oleObj name="Equation" r:id="rId7" imgW="29870400" imgH="9448800" progId="Equation.DSMT4">
                  <p:embed/>
                  <p:pic>
                    <p:nvPicPr>
                      <p:cNvPr id="0" name="图片 26408"/>
                      <p:cNvPicPr>
                        <a:picLocks noChangeAspect="1"/>
                      </p:cNvPicPr>
                      <p:nvPr/>
                    </p:nvPicPr>
                    <p:blipFill>
                      <a:blip r:embed="rId8"/>
                      <a:stretch>
                        <a:fillRect/>
                      </a:stretch>
                    </p:blipFill>
                    <p:spPr>
                      <a:xfrm>
                        <a:off x="1882458" y="1917383"/>
                        <a:ext cx="1122127" cy="392400"/>
                      </a:xfrm>
                      <a:prstGeom prst="rect">
                        <a:avLst/>
                      </a:prstGeom>
                      <a:noFill/>
                      <a:ln w="9525">
                        <a:noFill/>
                      </a:ln>
                    </p:spPr>
                  </p:pic>
                </p:oleObj>
              </mc:Fallback>
            </mc:AlternateContent>
          </a:graphicData>
        </a:graphic>
      </p:graphicFrame>
      <p:sp>
        <p:nvSpPr>
          <p:cNvPr id="9" name="Text Box 10"/>
          <p:cNvSpPr txBox="1">
            <a:spLocks noChangeArrowheads="1"/>
          </p:cNvSpPr>
          <p:nvPr/>
        </p:nvSpPr>
        <p:spPr bwMode="auto">
          <a:xfrm>
            <a:off x="4406900" y="1852930"/>
            <a:ext cx="1143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使</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0" name="Object 11"/>
          <p:cNvGraphicFramePr>
            <a:graphicFrameLocks noChangeAspect="1"/>
          </p:cNvGraphicFramePr>
          <p:nvPr/>
        </p:nvGraphicFramePr>
        <p:xfrm>
          <a:off x="4900930" y="1843088"/>
          <a:ext cx="1784350" cy="541337"/>
        </p:xfrm>
        <a:graphic>
          <a:graphicData uri="http://schemas.openxmlformats.org/presentationml/2006/ole">
            <mc:AlternateContent xmlns:mc="http://schemas.openxmlformats.org/markup-compatibility/2006">
              <mc:Choice xmlns:v="urn:schemas-microsoft-com:vml" Requires="v">
                <p:oleObj spid="_x0000_s26410" name="Equation" r:id="rId9" imgW="41757600" imgH="11582400" progId="Equation.DSMT4">
                  <p:embed/>
                </p:oleObj>
              </mc:Choice>
              <mc:Fallback>
                <p:oleObj name="Equation" r:id="rId9" imgW="41757600" imgH="11582400" progId="Equation.DSMT4">
                  <p:embed/>
                  <p:pic>
                    <p:nvPicPr>
                      <p:cNvPr id="0" name="图片 26409"/>
                      <p:cNvPicPr>
                        <a:picLocks noChangeAspect="1"/>
                      </p:cNvPicPr>
                      <p:nvPr/>
                    </p:nvPicPr>
                    <p:blipFill>
                      <a:blip r:embed="rId10"/>
                      <a:stretch>
                        <a:fillRect/>
                      </a:stretch>
                    </p:blipFill>
                    <p:spPr>
                      <a:xfrm>
                        <a:off x="4900930" y="1843088"/>
                        <a:ext cx="1784350" cy="541337"/>
                      </a:xfrm>
                      <a:prstGeom prst="rect">
                        <a:avLst/>
                      </a:prstGeom>
                      <a:noFill/>
                      <a:ln w="9525">
                        <a:noFill/>
                      </a:ln>
                    </p:spPr>
                  </p:pic>
                </p:oleObj>
              </mc:Fallback>
            </mc:AlternateContent>
          </a:graphicData>
        </a:graphic>
      </p:graphicFrame>
      <p:sp>
        <p:nvSpPr>
          <p:cNvPr id="11" name="Text Box 12"/>
          <p:cNvSpPr txBox="1">
            <a:spLocks noChangeArrowheads="1"/>
          </p:cNvSpPr>
          <p:nvPr/>
        </p:nvSpPr>
        <p:spPr bwMode="auto">
          <a:xfrm>
            <a:off x="6842125" y="1843088"/>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称 </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3" name="Object 14"/>
          <p:cNvGraphicFramePr>
            <a:graphicFrameLocks noChangeAspect="1"/>
          </p:cNvGraphicFramePr>
          <p:nvPr/>
        </p:nvGraphicFramePr>
        <p:xfrm>
          <a:off x="3162454" y="2412683"/>
          <a:ext cx="1117440" cy="380880"/>
        </p:xfrm>
        <a:graphic>
          <a:graphicData uri="http://schemas.openxmlformats.org/presentationml/2006/ole">
            <mc:AlternateContent xmlns:mc="http://schemas.openxmlformats.org/markup-compatibility/2006">
              <mc:Choice xmlns:v="urn:schemas-microsoft-com:vml" Requires="v">
                <p:oleObj spid="_x0000_s26412" name="Equation" r:id="rId11" imgW="26822400" imgH="9144000" progId="Equation.DSMT4">
                  <p:embed/>
                </p:oleObj>
              </mc:Choice>
              <mc:Fallback>
                <p:oleObj name="Equation" r:id="rId11" imgW="26822400" imgH="9144000" progId="Equation.DSMT4">
                  <p:embed/>
                  <p:pic>
                    <p:nvPicPr>
                      <p:cNvPr id="0" name="图片 26411"/>
                      <p:cNvPicPr>
                        <a:picLocks noChangeAspect="1"/>
                      </p:cNvPicPr>
                      <p:nvPr/>
                    </p:nvPicPr>
                    <p:blipFill>
                      <a:blip r:embed="rId12"/>
                      <a:stretch>
                        <a:fillRect/>
                      </a:stretch>
                    </p:blipFill>
                    <p:spPr>
                      <a:xfrm>
                        <a:off x="3162454" y="2412683"/>
                        <a:ext cx="1117440" cy="380880"/>
                      </a:xfrm>
                      <a:prstGeom prst="rect">
                        <a:avLst/>
                      </a:prstGeom>
                      <a:noFill/>
                      <a:ln w="9525">
                        <a:noFill/>
                      </a:ln>
                    </p:spPr>
                  </p:pic>
                </p:oleObj>
              </mc:Fallback>
            </mc:AlternateContent>
          </a:graphicData>
        </a:graphic>
      </p:graphicFrame>
      <p:graphicFrame>
        <p:nvGraphicFramePr>
          <p:cNvPr id="14" name="Object 15"/>
          <p:cNvGraphicFramePr>
            <a:graphicFrameLocks noChangeAspect="1"/>
          </p:cNvGraphicFramePr>
          <p:nvPr/>
        </p:nvGraphicFramePr>
        <p:xfrm>
          <a:off x="1882458" y="2406650"/>
          <a:ext cx="1244600" cy="393700"/>
        </p:xfrm>
        <a:graphic>
          <a:graphicData uri="http://schemas.openxmlformats.org/presentationml/2006/ole">
            <mc:AlternateContent xmlns:mc="http://schemas.openxmlformats.org/markup-compatibility/2006">
              <mc:Choice xmlns:v="urn:schemas-microsoft-com:vml" Requires="v">
                <p:oleObj spid="_x0000_s26413" name="Equation" r:id="rId13" imgW="29870400" imgH="9448800" progId="Equation.DSMT4">
                  <p:embed/>
                </p:oleObj>
              </mc:Choice>
              <mc:Fallback>
                <p:oleObj name="Equation" r:id="rId13" imgW="29870400" imgH="9448800" progId="Equation.DSMT4">
                  <p:embed/>
                  <p:pic>
                    <p:nvPicPr>
                      <p:cNvPr id="0" name="图片 26412"/>
                      <p:cNvPicPr>
                        <a:picLocks noChangeAspect="1"/>
                      </p:cNvPicPr>
                      <p:nvPr/>
                    </p:nvPicPr>
                    <p:blipFill>
                      <a:blip r:embed="rId14"/>
                      <a:stretch>
                        <a:fillRect/>
                      </a:stretch>
                    </p:blipFill>
                    <p:spPr>
                      <a:xfrm>
                        <a:off x="1882458" y="2406650"/>
                        <a:ext cx="1244600" cy="393700"/>
                      </a:xfrm>
                      <a:prstGeom prst="rect">
                        <a:avLst/>
                      </a:prstGeom>
                      <a:noFill/>
                      <a:ln w="9525">
                        <a:noFill/>
                      </a:ln>
                    </p:spPr>
                  </p:pic>
                </p:oleObj>
              </mc:Fallback>
            </mc:AlternateContent>
          </a:graphicData>
        </a:graphic>
      </p:graphicFrame>
      <p:sp>
        <p:nvSpPr>
          <p:cNvPr id="15" name="Text Box 16"/>
          <p:cNvSpPr txBox="1">
            <a:spLocks noChangeArrowheads="1"/>
          </p:cNvSpPr>
          <p:nvPr/>
        </p:nvSpPr>
        <p:spPr bwMode="auto">
          <a:xfrm>
            <a:off x="4406900" y="2365693"/>
            <a:ext cx="1143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使</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6" name="Object 17"/>
          <p:cNvGraphicFramePr>
            <a:graphicFrameLocks noChangeAspect="1"/>
          </p:cNvGraphicFramePr>
          <p:nvPr/>
        </p:nvGraphicFramePr>
        <p:xfrm>
          <a:off x="4900930" y="2355215"/>
          <a:ext cx="1784350" cy="541338"/>
        </p:xfrm>
        <a:graphic>
          <a:graphicData uri="http://schemas.openxmlformats.org/presentationml/2006/ole">
            <mc:AlternateContent xmlns:mc="http://schemas.openxmlformats.org/markup-compatibility/2006">
              <mc:Choice xmlns:v="urn:schemas-microsoft-com:vml" Requires="v">
                <p:oleObj spid="_x0000_s26414" name="Equation" r:id="rId15" imgW="41757600" imgH="11582400" progId="Equation.DSMT4">
                  <p:embed/>
                </p:oleObj>
              </mc:Choice>
              <mc:Fallback>
                <p:oleObj name="Equation" r:id="rId15" imgW="41757600" imgH="11582400" progId="Equation.DSMT4">
                  <p:embed/>
                  <p:pic>
                    <p:nvPicPr>
                      <p:cNvPr id="0" name="图片 26413"/>
                      <p:cNvPicPr>
                        <a:picLocks noChangeAspect="1"/>
                      </p:cNvPicPr>
                      <p:nvPr/>
                    </p:nvPicPr>
                    <p:blipFill>
                      <a:blip r:embed="rId16"/>
                      <a:stretch>
                        <a:fillRect/>
                      </a:stretch>
                    </p:blipFill>
                    <p:spPr>
                      <a:xfrm>
                        <a:off x="4900930" y="2355215"/>
                        <a:ext cx="1784350" cy="541338"/>
                      </a:xfrm>
                      <a:prstGeom prst="rect">
                        <a:avLst/>
                      </a:prstGeom>
                      <a:noFill/>
                      <a:ln w="9525">
                        <a:noFill/>
                      </a:ln>
                    </p:spPr>
                  </p:pic>
                </p:oleObj>
              </mc:Fallback>
            </mc:AlternateContent>
          </a:graphicData>
        </a:graphic>
      </p:graphicFrame>
      <p:sp>
        <p:nvSpPr>
          <p:cNvPr id="17" name="Text Box 18"/>
          <p:cNvSpPr txBox="1">
            <a:spLocks noChangeArrowheads="1"/>
          </p:cNvSpPr>
          <p:nvPr/>
        </p:nvSpPr>
        <p:spPr bwMode="auto">
          <a:xfrm>
            <a:off x="6842125" y="2365375"/>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称 </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8" name="Object 19"/>
          <p:cNvGraphicFramePr>
            <a:graphicFrameLocks noChangeAspect="1"/>
          </p:cNvGraphicFramePr>
          <p:nvPr/>
        </p:nvGraphicFramePr>
        <p:xfrm>
          <a:off x="7365365" y="2406333"/>
          <a:ext cx="776288" cy="441325"/>
        </p:xfrm>
        <a:graphic>
          <a:graphicData uri="http://schemas.openxmlformats.org/presentationml/2006/ole">
            <mc:AlternateContent xmlns:mc="http://schemas.openxmlformats.org/markup-compatibility/2006">
              <mc:Choice xmlns:v="urn:schemas-microsoft-com:vml" Requires="v">
                <p:oleObj spid="_x0000_s26415" name="Equation" r:id="rId17" imgW="17373600" imgH="9448800" progId="Equation.DSMT4">
                  <p:embed/>
                </p:oleObj>
              </mc:Choice>
              <mc:Fallback>
                <p:oleObj name="Equation" r:id="rId17" imgW="17373600" imgH="9448800" progId="Equation.DSMT4">
                  <p:embed/>
                  <p:pic>
                    <p:nvPicPr>
                      <p:cNvPr id="0" name="图片 26414"/>
                      <p:cNvPicPr>
                        <a:picLocks noChangeAspect="1"/>
                      </p:cNvPicPr>
                      <p:nvPr/>
                    </p:nvPicPr>
                    <p:blipFill>
                      <a:blip r:embed="rId18"/>
                      <a:stretch>
                        <a:fillRect/>
                      </a:stretch>
                    </p:blipFill>
                    <p:spPr>
                      <a:xfrm>
                        <a:off x="7365365" y="2406333"/>
                        <a:ext cx="776288" cy="441325"/>
                      </a:xfrm>
                      <a:prstGeom prst="rect">
                        <a:avLst/>
                      </a:prstGeom>
                      <a:noFill/>
                      <a:ln w="9525">
                        <a:noFill/>
                      </a:ln>
                    </p:spPr>
                  </p:pic>
                </p:oleObj>
              </mc:Fallback>
            </mc:AlternateContent>
          </a:graphicData>
        </a:graphic>
      </p:graphicFrame>
      <p:sp>
        <p:nvSpPr>
          <p:cNvPr id="19" name="Text Box 20"/>
          <p:cNvSpPr txBox="1">
            <a:spLocks noChangeArrowheads="1"/>
          </p:cNvSpPr>
          <p:nvPr/>
        </p:nvSpPr>
        <p:spPr bwMode="auto">
          <a:xfrm>
            <a:off x="1752600" y="2887663"/>
            <a:ext cx="6477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说明</a:t>
            </a:r>
            <a:r>
              <a:rPr kumimoji="1" lang="en-US" altLang="zh-CN"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还可定义有上界、有下界、无</a:t>
            </a:r>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界</a:t>
            </a:r>
            <a:r>
              <a:rPr kumimoji="1" lang="en-US" altLang="zh-CN" sz="2800" b="1" dirty="0" smtClean="0">
                <a:latin typeface="Times New Roman" panose="02020603050405020304" pitchFamily="18" charset="0"/>
                <a:ea typeface="黑体" panose="02010609060101010101" charset="-122"/>
                <a:cs typeface="Times New Roman" panose="02020603050405020304" pitchFamily="18" charset="0"/>
              </a:rPr>
              <a:t>.</a:t>
            </a:r>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 </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21" name="Text Box 22"/>
          <p:cNvSpPr txBox="1">
            <a:spLocks noChangeArrowheads="1"/>
          </p:cNvSpPr>
          <p:nvPr/>
        </p:nvSpPr>
        <p:spPr bwMode="auto">
          <a:xfrm>
            <a:off x="1301649" y="3384549"/>
            <a:ext cx="21336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2. 单调性</a:t>
            </a:r>
            <a:endParaRPr lang="zh-CN" altLang="en-US" sz="3200" b="1" dirty="0">
              <a:solidFill>
                <a:schemeClr val="accent3">
                  <a:lumMod val="50000"/>
                </a:schemeClr>
              </a:solidFill>
              <a:latin typeface="楷体" panose="02010609060101010101" charset="-122"/>
              <a:ea typeface="楷体" panose="02010609060101010101" charset="-122"/>
            </a:endParaRPr>
          </a:p>
        </p:txBody>
      </p:sp>
      <p:sp>
        <p:nvSpPr>
          <p:cNvPr id="22" name="Text Box 23"/>
          <p:cNvSpPr txBox="1">
            <a:spLocks noChangeArrowheads="1"/>
          </p:cNvSpPr>
          <p:nvPr/>
        </p:nvSpPr>
        <p:spPr bwMode="auto">
          <a:xfrm>
            <a:off x="8065135" y="1843088"/>
            <a:ext cx="20593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为有界函数</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23" name="Text Box 24"/>
          <p:cNvSpPr txBox="1">
            <a:spLocks noChangeArrowheads="1"/>
          </p:cNvSpPr>
          <p:nvPr/>
        </p:nvSpPr>
        <p:spPr bwMode="auto">
          <a:xfrm>
            <a:off x="8065135" y="2374583"/>
            <a:ext cx="210693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在 </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I</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charset="-122"/>
                <a:cs typeface="Times New Roman" panose="02020603050405020304" pitchFamily="18" charset="0"/>
              </a:rPr>
              <a:t>上有界</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33" name="Text Box 34"/>
          <p:cNvSpPr txBox="1">
            <a:spLocks noChangeArrowheads="1"/>
          </p:cNvSpPr>
          <p:nvPr/>
        </p:nvSpPr>
        <p:spPr bwMode="auto">
          <a:xfrm>
            <a:off x="3886200" y="3930333"/>
            <a:ext cx="838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当</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34" name="Rectangle 35"/>
          <p:cNvSpPr>
            <a:spLocks noChangeArrowheads="1"/>
          </p:cNvSpPr>
          <p:nvPr/>
        </p:nvSpPr>
        <p:spPr bwMode="auto">
          <a:xfrm>
            <a:off x="1828800" y="3909695"/>
            <a:ext cx="8534400" cy="2438400"/>
          </a:xfrm>
          <a:prstGeom prst="rect">
            <a:avLst/>
          </a:prstGeom>
          <a:ln>
            <a:noFill/>
          </a:ln>
          <a:extLst>
            <a:ext uri="{91240B29-F687-4F45-9708-019B960494DF}">
              <a14:hiddenLine xmlns:a14="http://schemas.microsoft.com/office/drawing/2010/main" w="9525">
                <a:solidFill>
                  <a:schemeClr val="bg1"/>
                </a:solidFill>
                <a:miter lim="800000"/>
                <a:headEnd/>
                <a:tailEnd/>
              </a14:hiddenLine>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5" name="Object 36"/>
          <p:cNvGraphicFramePr>
            <a:graphicFrameLocks noChangeAspect="1"/>
          </p:cNvGraphicFramePr>
          <p:nvPr/>
        </p:nvGraphicFramePr>
        <p:xfrm>
          <a:off x="2082800" y="3968115"/>
          <a:ext cx="1681163" cy="479425"/>
        </p:xfrm>
        <a:graphic>
          <a:graphicData uri="http://schemas.openxmlformats.org/presentationml/2006/ole">
            <mc:AlternateContent xmlns:mc="http://schemas.openxmlformats.org/markup-compatibility/2006">
              <mc:Choice xmlns:v="urn:schemas-microsoft-com:vml" Requires="v">
                <p:oleObj spid="_x0000_s26416" name="Equation" r:id="rId19" imgW="39319200" imgH="10363200" progId="Equation.DSMT4">
                  <p:embed/>
                </p:oleObj>
              </mc:Choice>
              <mc:Fallback>
                <p:oleObj name="Equation" r:id="rId19" imgW="39319200" imgH="10363200" progId="Equation.DSMT4">
                  <p:embed/>
                  <p:pic>
                    <p:nvPicPr>
                      <p:cNvPr id="0" name="图片 26415"/>
                      <p:cNvPicPr>
                        <a:picLocks noChangeAspect="1"/>
                      </p:cNvPicPr>
                      <p:nvPr/>
                    </p:nvPicPr>
                    <p:blipFill>
                      <a:blip r:embed="rId20"/>
                      <a:stretch>
                        <a:fillRect/>
                      </a:stretch>
                    </p:blipFill>
                    <p:spPr>
                      <a:xfrm>
                        <a:off x="2082800" y="3968115"/>
                        <a:ext cx="1681163" cy="479425"/>
                      </a:xfrm>
                      <a:prstGeom prst="rect">
                        <a:avLst/>
                      </a:prstGeom>
                      <a:noFill/>
                      <a:ln w="9525">
                        <a:noFill/>
                      </a:ln>
                    </p:spPr>
                  </p:pic>
                </p:oleObj>
              </mc:Fallback>
            </mc:AlternateContent>
          </a:graphicData>
        </a:graphic>
      </p:graphicFrame>
      <p:graphicFrame>
        <p:nvGraphicFramePr>
          <p:cNvPr id="36" name="Object 37"/>
          <p:cNvGraphicFramePr>
            <a:graphicFrameLocks noChangeAspect="1"/>
          </p:cNvGraphicFramePr>
          <p:nvPr/>
        </p:nvGraphicFramePr>
        <p:xfrm>
          <a:off x="4406781" y="3951568"/>
          <a:ext cx="985837" cy="479425"/>
        </p:xfrm>
        <a:graphic>
          <a:graphicData uri="http://schemas.openxmlformats.org/presentationml/2006/ole">
            <mc:AlternateContent xmlns:mc="http://schemas.openxmlformats.org/markup-compatibility/2006">
              <mc:Choice xmlns:v="urn:schemas-microsoft-com:vml" Requires="v">
                <p:oleObj spid="_x0000_s26417" name="Equation" r:id="rId21" imgW="22555200" imgH="10363200" progId="Equation.DSMT4">
                  <p:embed/>
                </p:oleObj>
              </mc:Choice>
              <mc:Fallback>
                <p:oleObj name="Equation" r:id="rId21" imgW="22555200" imgH="10363200" progId="Equation.DSMT4">
                  <p:embed/>
                  <p:pic>
                    <p:nvPicPr>
                      <p:cNvPr id="0" name="图片 26416"/>
                      <p:cNvPicPr>
                        <a:picLocks noChangeAspect="1"/>
                      </p:cNvPicPr>
                      <p:nvPr/>
                    </p:nvPicPr>
                    <p:blipFill>
                      <a:blip r:embed="rId22"/>
                      <a:stretch>
                        <a:fillRect/>
                      </a:stretch>
                    </p:blipFill>
                    <p:spPr>
                      <a:xfrm>
                        <a:off x="4406781" y="3951568"/>
                        <a:ext cx="985837" cy="479425"/>
                      </a:xfrm>
                      <a:prstGeom prst="rect">
                        <a:avLst/>
                      </a:prstGeom>
                      <a:noFill/>
                      <a:ln w="9525">
                        <a:noFill/>
                      </a:ln>
                    </p:spPr>
                  </p:pic>
                </p:oleObj>
              </mc:Fallback>
            </mc:AlternateContent>
          </a:graphicData>
        </a:graphic>
      </p:graphicFrame>
      <p:sp>
        <p:nvSpPr>
          <p:cNvPr id="37" name="Text Box 38"/>
          <p:cNvSpPr txBox="1">
            <a:spLocks noChangeArrowheads="1"/>
          </p:cNvSpPr>
          <p:nvPr/>
        </p:nvSpPr>
        <p:spPr bwMode="auto">
          <a:xfrm>
            <a:off x="5392420" y="3968395"/>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时</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8" name="Object 39"/>
          <p:cNvGraphicFramePr>
            <a:graphicFrameLocks noChangeAspect="1"/>
          </p:cNvGraphicFramePr>
          <p:nvPr/>
        </p:nvGraphicFramePr>
        <p:xfrm>
          <a:off x="1301750" y="4502150"/>
          <a:ext cx="2519363" cy="496888"/>
        </p:xfrm>
        <a:graphic>
          <a:graphicData uri="http://schemas.openxmlformats.org/presentationml/2006/ole">
            <mc:AlternateContent xmlns:mc="http://schemas.openxmlformats.org/markup-compatibility/2006">
              <mc:Choice xmlns:v="urn:schemas-microsoft-com:vml" Requires="v">
                <p:oleObj spid="_x0000_s26418" name="Equation" r:id="rId23" imgW="58826400" imgH="10668000" progId="Equation.DSMT4">
                  <p:embed/>
                </p:oleObj>
              </mc:Choice>
              <mc:Fallback>
                <p:oleObj name="Equation" r:id="rId23" imgW="58826400" imgH="10668000" progId="Equation.DSMT4">
                  <p:embed/>
                  <p:pic>
                    <p:nvPicPr>
                      <p:cNvPr id="0" name="图片 26417"/>
                      <p:cNvPicPr>
                        <a:picLocks noChangeAspect="1"/>
                      </p:cNvPicPr>
                      <p:nvPr/>
                    </p:nvPicPr>
                    <p:blipFill>
                      <a:blip r:embed="rId24"/>
                      <a:stretch>
                        <a:fillRect/>
                      </a:stretch>
                    </p:blipFill>
                    <p:spPr>
                      <a:xfrm>
                        <a:off x="1301750" y="4502150"/>
                        <a:ext cx="2519363" cy="496888"/>
                      </a:xfrm>
                      <a:prstGeom prst="rect">
                        <a:avLst/>
                      </a:prstGeom>
                      <a:noFill/>
                      <a:ln w="9525">
                        <a:noFill/>
                      </a:ln>
                    </p:spPr>
                  </p:pic>
                </p:oleObj>
              </mc:Fallback>
            </mc:AlternateContent>
          </a:graphicData>
        </a:graphic>
      </p:graphicFrame>
      <p:sp>
        <p:nvSpPr>
          <p:cNvPr id="39" name="Text Box 40"/>
          <p:cNvSpPr txBox="1">
            <a:spLocks noChangeArrowheads="1"/>
          </p:cNvSpPr>
          <p:nvPr/>
        </p:nvSpPr>
        <p:spPr bwMode="auto">
          <a:xfrm>
            <a:off x="3810000" y="4489768"/>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称 </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0" name="Object 41"/>
          <p:cNvGraphicFramePr>
            <a:graphicFrameLocks noChangeAspect="1"/>
          </p:cNvGraphicFramePr>
          <p:nvPr/>
        </p:nvGraphicFramePr>
        <p:xfrm>
          <a:off x="4182428" y="4530090"/>
          <a:ext cx="779462" cy="441325"/>
        </p:xfrm>
        <a:graphic>
          <a:graphicData uri="http://schemas.openxmlformats.org/presentationml/2006/ole">
            <mc:AlternateContent xmlns:mc="http://schemas.openxmlformats.org/markup-compatibility/2006">
              <mc:Choice xmlns:v="urn:schemas-microsoft-com:vml" Requires="v">
                <p:oleObj spid="_x0000_s26419" name="Equation" r:id="rId25" imgW="17373600" imgH="9448800" progId="Equation.DSMT4">
                  <p:embed/>
                </p:oleObj>
              </mc:Choice>
              <mc:Fallback>
                <p:oleObj name="Equation" r:id="rId25" imgW="17373600" imgH="9448800" progId="Equation.DSMT4">
                  <p:embed/>
                  <p:pic>
                    <p:nvPicPr>
                      <p:cNvPr id="0" name="图片 26418"/>
                      <p:cNvPicPr>
                        <a:picLocks noChangeAspect="1"/>
                      </p:cNvPicPr>
                      <p:nvPr/>
                    </p:nvPicPr>
                    <p:blipFill>
                      <a:blip r:embed="rId26"/>
                      <a:stretch>
                        <a:fillRect/>
                      </a:stretch>
                    </p:blipFill>
                    <p:spPr>
                      <a:xfrm>
                        <a:off x="4182428" y="4530090"/>
                        <a:ext cx="779462" cy="441325"/>
                      </a:xfrm>
                      <a:prstGeom prst="rect">
                        <a:avLst/>
                      </a:prstGeom>
                      <a:noFill/>
                      <a:ln w="9525">
                        <a:noFill/>
                      </a:ln>
                    </p:spPr>
                  </p:pic>
                </p:oleObj>
              </mc:Fallback>
            </mc:AlternateContent>
          </a:graphicData>
        </a:graphic>
      </p:graphicFrame>
      <p:sp>
        <p:nvSpPr>
          <p:cNvPr id="41" name="Text Box 42"/>
          <p:cNvSpPr txBox="1">
            <a:spLocks noChangeArrowheads="1"/>
          </p:cNvSpPr>
          <p:nvPr/>
        </p:nvSpPr>
        <p:spPr bwMode="auto">
          <a:xfrm>
            <a:off x="4932680" y="4523423"/>
            <a:ext cx="1752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为 </a:t>
            </a:r>
            <a:r>
              <a:rPr kumimoji="1" lang="en-US" altLang="zh-CN" sz="2800" b="1" i="1">
                <a:latin typeface="Times New Roman" panose="02020603050405020304" pitchFamily="18" charset="0"/>
                <a:ea typeface="黑体" panose="02010609060101010101" charset="-122"/>
                <a:cs typeface="Times New Roman" panose="02020603050405020304" pitchFamily="18" charset="0"/>
              </a:rPr>
              <a:t>I</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charset="-122"/>
                <a:cs typeface="Times New Roman" panose="02020603050405020304" pitchFamily="18" charset="0"/>
              </a:rPr>
              <a:t>上的</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2" name="Object 43"/>
          <p:cNvGraphicFramePr>
            <a:graphicFrameLocks noChangeAspect="1"/>
          </p:cNvGraphicFramePr>
          <p:nvPr/>
        </p:nvGraphicFramePr>
        <p:xfrm>
          <a:off x="1312866" y="5093971"/>
          <a:ext cx="2508250" cy="496887"/>
        </p:xfrm>
        <a:graphic>
          <a:graphicData uri="http://schemas.openxmlformats.org/presentationml/2006/ole">
            <mc:AlternateContent xmlns:mc="http://schemas.openxmlformats.org/markup-compatibility/2006">
              <mc:Choice xmlns:v="urn:schemas-microsoft-com:vml" Requires="v">
                <p:oleObj spid="_x0000_s26420" name="Equation" r:id="rId27" imgW="59131200" imgH="10668000" progId="Equation.DSMT4">
                  <p:embed/>
                </p:oleObj>
              </mc:Choice>
              <mc:Fallback>
                <p:oleObj name="Equation" r:id="rId27" imgW="59131200" imgH="10668000" progId="Equation.DSMT4">
                  <p:embed/>
                  <p:pic>
                    <p:nvPicPr>
                      <p:cNvPr id="0" name="图片 26419"/>
                      <p:cNvPicPr>
                        <a:picLocks noChangeAspect="1"/>
                      </p:cNvPicPr>
                      <p:nvPr/>
                    </p:nvPicPr>
                    <p:blipFill>
                      <a:blip r:embed="rId28"/>
                      <a:stretch>
                        <a:fillRect/>
                      </a:stretch>
                    </p:blipFill>
                    <p:spPr>
                      <a:xfrm>
                        <a:off x="1312866" y="5093971"/>
                        <a:ext cx="2508250" cy="496887"/>
                      </a:xfrm>
                      <a:prstGeom prst="rect">
                        <a:avLst/>
                      </a:prstGeom>
                      <a:noFill/>
                      <a:ln w="9525">
                        <a:noFill/>
                      </a:ln>
                    </p:spPr>
                  </p:pic>
                </p:oleObj>
              </mc:Fallback>
            </mc:AlternateContent>
          </a:graphicData>
        </a:graphic>
      </p:graphicFrame>
      <p:sp>
        <p:nvSpPr>
          <p:cNvPr id="43" name="Text Box 44"/>
          <p:cNvSpPr txBox="1">
            <a:spLocks noChangeArrowheads="1"/>
          </p:cNvSpPr>
          <p:nvPr/>
        </p:nvSpPr>
        <p:spPr bwMode="auto">
          <a:xfrm>
            <a:off x="3821430" y="5094923"/>
            <a:ext cx="762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称 </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4" name="Object 45"/>
          <p:cNvGraphicFramePr>
            <a:graphicFrameLocks noChangeAspect="1"/>
          </p:cNvGraphicFramePr>
          <p:nvPr/>
        </p:nvGraphicFramePr>
        <p:xfrm>
          <a:off x="4279583" y="5134928"/>
          <a:ext cx="777875" cy="441325"/>
        </p:xfrm>
        <a:graphic>
          <a:graphicData uri="http://schemas.openxmlformats.org/presentationml/2006/ole">
            <mc:AlternateContent xmlns:mc="http://schemas.openxmlformats.org/markup-compatibility/2006">
              <mc:Choice xmlns:v="urn:schemas-microsoft-com:vml" Requires="v">
                <p:oleObj spid="_x0000_s26421" name="Equation" r:id="rId29" imgW="17373600" imgH="9448800" progId="Equation.DSMT4">
                  <p:embed/>
                </p:oleObj>
              </mc:Choice>
              <mc:Fallback>
                <p:oleObj name="Equation" r:id="rId29" imgW="17373600" imgH="9448800" progId="Equation.DSMT4">
                  <p:embed/>
                  <p:pic>
                    <p:nvPicPr>
                      <p:cNvPr id="0" name="图片 26420"/>
                      <p:cNvPicPr>
                        <a:picLocks noChangeAspect="1"/>
                      </p:cNvPicPr>
                      <p:nvPr/>
                    </p:nvPicPr>
                    <p:blipFill>
                      <a:blip r:embed="rId30"/>
                      <a:stretch>
                        <a:fillRect/>
                      </a:stretch>
                    </p:blipFill>
                    <p:spPr>
                      <a:xfrm>
                        <a:off x="4279583" y="5134928"/>
                        <a:ext cx="777875" cy="441325"/>
                      </a:xfrm>
                      <a:prstGeom prst="rect">
                        <a:avLst/>
                      </a:prstGeom>
                      <a:noFill/>
                      <a:ln w="9525">
                        <a:noFill/>
                      </a:ln>
                    </p:spPr>
                  </p:pic>
                </p:oleObj>
              </mc:Fallback>
            </mc:AlternateContent>
          </a:graphicData>
        </a:graphic>
      </p:graphicFrame>
      <p:sp>
        <p:nvSpPr>
          <p:cNvPr id="45" name="Text Box 46"/>
          <p:cNvSpPr txBox="1">
            <a:spLocks noChangeArrowheads="1"/>
          </p:cNvSpPr>
          <p:nvPr/>
        </p:nvSpPr>
        <p:spPr bwMode="auto">
          <a:xfrm>
            <a:off x="4961890" y="5095250"/>
            <a:ext cx="2133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为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I</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上的</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46" name="Text Box 47"/>
          <p:cNvSpPr txBox="1">
            <a:spLocks noChangeArrowheads="1"/>
          </p:cNvSpPr>
          <p:nvPr/>
        </p:nvSpPr>
        <p:spPr bwMode="auto">
          <a:xfrm>
            <a:off x="6294557" y="4530385"/>
            <a:ext cx="2362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单调增函数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47" name="Text Box 48"/>
          <p:cNvSpPr txBox="1">
            <a:spLocks noChangeArrowheads="1"/>
          </p:cNvSpPr>
          <p:nvPr/>
        </p:nvSpPr>
        <p:spPr bwMode="auto">
          <a:xfrm>
            <a:off x="6332570" y="5095182"/>
            <a:ext cx="2286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单调减函数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grpSp>
        <p:nvGrpSpPr>
          <p:cNvPr id="48" name="Group 49"/>
          <p:cNvGrpSpPr/>
          <p:nvPr/>
        </p:nvGrpSpPr>
        <p:grpSpPr bwMode="auto">
          <a:xfrm>
            <a:off x="8877300" y="3930650"/>
            <a:ext cx="2244725" cy="1685925"/>
            <a:chOff x="3934" y="2923"/>
            <a:chExt cx="1414" cy="1062"/>
          </a:xfrm>
        </p:grpSpPr>
        <p:grpSp>
          <p:nvGrpSpPr>
            <p:cNvPr id="49" name="Group 50"/>
            <p:cNvGrpSpPr/>
            <p:nvPr/>
          </p:nvGrpSpPr>
          <p:grpSpPr bwMode="auto">
            <a:xfrm>
              <a:off x="3934" y="2923"/>
              <a:ext cx="1414" cy="1062"/>
              <a:chOff x="3866" y="2923"/>
              <a:chExt cx="1414" cy="1062"/>
            </a:xfrm>
          </p:grpSpPr>
          <p:sp>
            <p:nvSpPr>
              <p:cNvPr id="51" name="Line 51"/>
              <p:cNvSpPr>
                <a:spLocks noChangeShapeType="1"/>
              </p:cNvSpPr>
              <p:nvPr/>
            </p:nvSpPr>
            <p:spPr bwMode="auto">
              <a:xfrm>
                <a:off x="3920" y="3812"/>
                <a:ext cx="13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52" name="Line 52"/>
              <p:cNvSpPr>
                <a:spLocks noChangeShapeType="1"/>
              </p:cNvSpPr>
              <p:nvPr/>
            </p:nvSpPr>
            <p:spPr bwMode="auto">
              <a:xfrm flipV="1">
                <a:off x="4018" y="2991"/>
                <a:ext cx="0" cy="99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3" name="Object 53"/>
              <p:cNvGraphicFramePr>
                <a:graphicFrameLocks noChangeAspect="1"/>
              </p:cNvGraphicFramePr>
              <p:nvPr/>
            </p:nvGraphicFramePr>
            <p:xfrm>
              <a:off x="5144" y="3836"/>
              <a:ext cx="136" cy="144"/>
            </p:xfrm>
            <a:graphic>
              <a:graphicData uri="http://schemas.openxmlformats.org/presentationml/2006/ole">
                <mc:AlternateContent xmlns:mc="http://schemas.openxmlformats.org/markup-compatibility/2006">
                  <mc:Choice xmlns:v="urn:schemas-microsoft-com:vml" Requires="v">
                    <p:oleObj spid="_x0000_s26422" name="Equation" r:id="rId31" imgW="5181600" imgH="5486400" progId="Equation.DSMT4">
                      <p:embed/>
                    </p:oleObj>
                  </mc:Choice>
                  <mc:Fallback>
                    <p:oleObj name="Equation" r:id="rId31" imgW="5181600" imgH="5486400" progId="Equation.DSMT4">
                      <p:embed/>
                      <p:pic>
                        <p:nvPicPr>
                          <p:cNvPr id="0" name="图片 26421"/>
                          <p:cNvPicPr>
                            <a:picLocks noChangeAspect="1"/>
                          </p:cNvPicPr>
                          <p:nvPr/>
                        </p:nvPicPr>
                        <p:blipFill>
                          <a:blip r:embed="rId32"/>
                          <a:stretch>
                            <a:fillRect/>
                          </a:stretch>
                        </p:blipFill>
                        <p:spPr>
                          <a:xfrm>
                            <a:off x="5144" y="3836"/>
                            <a:ext cx="136" cy="144"/>
                          </a:xfrm>
                          <a:prstGeom prst="rect">
                            <a:avLst/>
                          </a:prstGeom>
                          <a:noFill/>
                          <a:ln w="9525">
                            <a:noFill/>
                          </a:ln>
                        </p:spPr>
                      </p:pic>
                    </p:oleObj>
                  </mc:Fallback>
                </mc:AlternateContent>
              </a:graphicData>
            </a:graphic>
          </p:graphicFrame>
          <p:graphicFrame>
            <p:nvGraphicFramePr>
              <p:cNvPr id="54" name="Object 54"/>
              <p:cNvGraphicFramePr>
                <a:graphicFrameLocks noChangeAspect="1"/>
              </p:cNvGraphicFramePr>
              <p:nvPr/>
            </p:nvGraphicFramePr>
            <p:xfrm>
              <a:off x="3866" y="2923"/>
              <a:ext cx="152" cy="192"/>
            </p:xfrm>
            <a:graphic>
              <a:graphicData uri="http://schemas.openxmlformats.org/presentationml/2006/ole">
                <mc:AlternateContent xmlns:mc="http://schemas.openxmlformats.org/markup-compatibility/2006">
                  <mc:Choice xmlns:v="urn:schemas-microsoft-com:vml" Requires="v">
                    <p:oleObj spid="_x0000_s26423" name="Equation" r:id="rId33" imgW="5791200" imgH="7315200" progId="Equation.DSMT4">
                      <p:embed/>
                    </p:oleObj>
                  </mc:Choice>
                  <mc:Fallback>
                    <p:oleObj name="Equation" r:id="rId33" imgW="5791200" imgH="7315200" progId="Equation.DSMT4">
                      <p:embed/>
                      <p:pic>
                        <p:nvPicPr>
                          <p:cNvPr id="0" name="图片 26422"/>
                          <p:cNvPicPr>
                            <a:picLocks noChangeAspect="1"/>
                          </p:cNvPicPr>
                          <p:nvPr/>
                        </p:nvPicPr>
                        <p:blipFill>
                          <a:blip r:embed="rId34"/>
                          <a:stretch>
                            <a:fillRect/>
                          </a:stretch>
                        </p:blipFill>
                        <p:spPr>
                          <a:xfrm>
                            <a:off x="3866" y="2923"/>
                            <a:ext cx="152" cy="192"/>
                          </a:xfrm>
                          <a:prstGeom prst="rect">
                            <a:avLst/>
                          </a:prstGeom>
                          <a:noFill/>
                          <a:ln w="9525">
                            <a:noFill/>
                          </a:ln>
                        </p:spPr>
                      </p:pic>
                    </p:oleObj>
                  </mc:Fallback>
                </mc:AlternateContent>
              </a:graphicData>
            </a:graphic>
          </p:graphicFrame>
        </p:grpSp>
        <p:sp>
          <p:nvSpPr>
            <p:cNvPr id="50" name="Freeform 55"/>
            <p:cNvSpPr/>
            <p:nvPr/>
          </p:nvSpPr>
          <p:spPr bwMode="auto">
            <a:xfrm>
              <a:off x="4277" y="3077"/>
              <a:ext cx="777" cy="519"/>
            </a:xfrm>
            <a:custGeom>
              <a:avLst/>
              <a:gdLst>
                <a:gd name="T0" fmla="*/ 0 w 864"/>
                <a:gd name="T1" fmla="*/ 342 h 576"/>
                <a:gd name="T2" fmla="*/ 198 w 864"/>
                <a:gd name="T3" fmla="*/ 114 h 576"/>
                <a:gd name="T4" fmla="*/ 509 w 864"/>
                <a:gd name="T5" fmla="*/ 0 h 576"/>
                <a:gd name="T6" fmla="*/ 0 60000 65536"/>
                <a:gd name="T7" fmla="*/ 0 60000 65536"/>
                <a:gd name="T8" fmla="*/ 0 60000 65536"/>
              </a:gdLst>
              <a:ahLst/>
              <a:cxnLst>
                <a:cxn ang="T6">
                  <a:pos x="T0" y="T1"/>
                </a:cxn>
                <a:cxn ang="T7">
                  <a:pos x="T2" y="T3"/>
                </a:cxn>
                <a:cxn ang="T8">
                  <a:pos x="T4" y="T5"/>
                </a:cxn>
              </a:cxnLst>
              <a:rect l="0" t="0" r="r" b="b"/>
              <a:pathLst>
                <a:path w="864" h="576">
                  <a:moveTo>
                    <a:pt x="0" y="576"/>
                  </a:moveTo>
                  <a:cubicBezTo>
                    <a:pt x="96" y="432"/>
                    <a:pt x="192" y="288"/>
                    <a:pt x="336" y="192"/>
                  </a:cubicBezTo>
                  <a:cubicBezTo>
                    <a:pt x="480" y="96"/>
                    <a:pt x="776" y="32"/>
                    <a:pt x="864" y="0"/>
                  </a:cubicBezTo>
                </a:path>
              </a:pathLst>
            </a:custGeom>
            <a:noFill/>
            <a:ln w="22225">
              <a:solidFill>
                <a:schemeClr val="tx2"/>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sp>
        <p:nvSpPr>
          <p:cNvPr id="55" name="Freeform 56"/>
          <p:cNvSpPr/>
          <p:nvPr/>
        </p:nvSpPr>
        <p:spPr bwMode="auto">
          <a:xfrm>
            <a:off x="9318625" y="3968115"/>
            <a:ext cx="1439863" cy="1166813"/>
          </a:xfrm>
          <a:custGeom>
            <a:avLst/>
            <a:gdLst>
              <a:gd name="T0" fmla="*/ 0 w 1008"/>
              <a:gd name="T1" fmla="*/ 0 h 816"/>
              <a:gd name="T2" fmla="*/ 2147483647 w 1008"/>
              <a:gd name="T3" fmla="*/ 2147483647 h 816"/>
              <a:gd name="T4" fmla="*/ 2147483647 w 1008"/>
              <a:gd name="T5" fmla="*/ 2147483647 h 816"/>
              <a:gd name="T6" fmla="*/ 0 60000 65536"/>
              <a:gd name="T7" fmla="*/ 0 60000 65536"/>
              <a:gd name="T8" fmla="*/ 0 60000 65536"/>
            </a:gdLst>
            <a:ahLst/>
            <a:cxnLst>
              <a:cxn ang="T6">
                <a:pos x="T0" y="T1"/>
              </a:cxn>
              <a:cxn ang="T7">
                <a:pos x="T2" y="T3"/>
              </a:cxn>
              <a:cxn ang="T8">
                <a:pos x="T4" y="T5"/>
              </a:cxn>
            </a:cxnLst>
            <a:rect l="0" t="0" r="r" b="b"/>
            <a:pathLst>
              <a:path w="1008" h="816">
                <a:moveTo>
                  <a:pt x="0" y="0"/>
                </a:moveTo>
                <a:cubicBezTo>
                  <a:pt x="204" y="100"/>
                  <a:pt x="408" y="200"/>
                  <a:pt x="576" y="336"/>
                </a:cubicBezTo>
                <a:cubicBezTo>
                  <a:pt x="744" y="472"/>
                  <a:pt x="936" y="736"/>
                  <a:pt x="1008" y="816"/>
                </a:cubicBezTo>
              </a:path>
            </a:pathLst>
          </a:custGeom>
          <a:noFill/>
          <a:ln w="19050" cmpd="sng">
            <a:solidFill>
              <a:srgbClr val="C00000"/>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nvGrpSpPr>
          <p:cNvPr id="56" name="Group 57"/>
          <p:cNvGrpSpPr/>
          <p:nvPr/>
        </p:nvGrpSpPr>
        <p:grpSpPr bwMode="auto">
          <a:xfrm>
            <a:off x="9759916" y="4235767"/>
            <a:ext cx="724156" cy="1495415"/>
            <a:chOff x="4244" y="2736"/>
            <a:chExt cx="507" cy="1046"/>
          </a:xfrm>
        </p:grpSpPr>
        <p:grpSp>
          <p:nvGrpSpPr>
            <p:cNvPr id="57" name="Group 58"/>
            <p:cNvGrpSpPr/>
            <p:nvPr/>
          </p:nvGrpSpPr>
          <p:grpSpPr bwMode="auto">
            <a:xfrm>
              <a:off x="4244" y="3471"/>
              <a:ext cx="507" cy="311"/>
              <a:chOff x="4244" y="3471"/>
              <a:chExt cx="507" cy="311"/>
            </a:xfrm>
          </p:grpSpPr>
          <p:graphicFrame>
            <p:nvGraphicFramePr>
              <p:cNvPr id="60" name="Object 59"/>
              <p:cNvGraphicFramePr>
                <a:graphicFrameLocks noChangeAspect="1"/>
              </p:cNvGraphicFramePr>
              <p:nvPr/>
            </p:nvGraphicFramePr>
            <p:xfrm>
              <a:off x="4244" y="3480"/>
              <a:ext cx="196" cy="302"/>
            </p:xfrm>
            <a:graphic>
              <a:graphicData uri="http://schemas.openxmlformats.org/presentationml/2006/ole">
                <mc:AlternateContent xmlns:mc="http://schemas.openxmlformats.org/markup-compatibility/2006">
                  <mc:Choice xmlns:v="urn:schemas-microsoft-com:vml" Requires="v">
                    <p:oleObj spid="_x0000_s26424" name="Equation" r:id="rId35" imgW="6705600" imgH="10363200" progId="Equation.DSMT4">
                      <p:embed/>
                    </p:oleObj>
                  </mc:Choice>
                  <mc:Fallback>
                    <p:oleObj name="Equation" r:id="rId35" imgW="6705600" imgH="10363200" progId="Equation.DSMT4">
                      <p:embed/>
                      <p:pic>
                        <p:nvPicPr>
                          <p:cNvPr id="0" name="图片 26423"/>
                          <p:cNvPicPr>
                            <a:picLocks noChangeAspect="1"/>
                          </p:cNvPicPr>
                          <p:nvPr/>
                        </p:nvPicPr>
                        <p:blipFill>
                          <a:blip r:embed="rId36"/>
                          <a:stretch>
                            <a:fillRect/>
                          </a:stretch>
                        </p:blipFill>
                        <p:spPr>
                          <a:xfrm>
                            <a:off x="4244" y="3480"/>
                            <a:ext cx="196" cy="302"/>
                          </a:xfrm>
                          <a:prstGeom prst="rect">
                            <a:avLst/>
                          </a:prstGeom>
                          <a:noFill/>
                          <a:ln w="9525">
                            <a:noFill/>
                          </a:ln>
                        </p:spPr>
                      </p:pic>
                    </p:oleObj>
                  </mc:Fallback>
                </mc:AlternateContent>
              </a:graphicData>
            </a:graphic>
          </p:graphicFrame>
          <p:graphicFrame>
            <p:nvGraphicFramePr>
              <p:cNvPr id="61" name="Object 60"/>
              <p:cNvGraphicFramePr>
                <a:graphicFrameLocks noChangeAspect="1"/>
              </p:cNvGraphicFramePr>
              <p:nvPr/>
            </p:nvGraphicFramePr>
            <p:xfrm>
              <a:off x="4529" y="3471"/>
              <a:ext cx="222" cy="302"/>
            </p:xfrm>
            <a:graphic>
              <a:graphicData uri="http://schemas.openxmlformats.org/presentationml/2006/ole">
                <mc:AlternateContent xmlns:mc="http://schemas.openxmlformats.org/markup-compatibility/2006">
                  <mc:Choice xmlns:v="urn:schemas-microsoft-com:vml" Requires="v">
                    <p:oleObj spid="_x0000_s26425" name="Equation" r:id="rId37" imgW="7620000" imgH="10363200" progId="Equation.DSMT4">
                      <p:embed/>
                    </p:oleObj>
                  </mc:Choice>
                  <mc:Fallback>
                    <p:oleObj name="Equation" r:id="rId37" imgW="7620000" imgH="10363200" progId="Equation.DSMT4">
                      <p:embed/>
                      <p:pic>
                        <p:nvPicPr>
                          <p:cNvPr id="0" name="图片 26424"/>
                          <p:cNvPicPr>
                            <a:picLocks noChangeAspect="1"/>
                          </p:cNvPicPr>
                          <p:nvPr/>
                        </p:nvPicPr>
                        <p:blipFill>
                          <a:blip r:embed="rId38"/>
                          <a:stretch>
                            <a:fillRect/>
                          </a:stretch>
                        </p:blipFill>
                        <p:spPr>
                          <a:xfrm>
                            <a:off x="4529" y="3471"/>
                            <a:ext cx="222" cy="302"/>
                          </a:xfrm>
                          <a:prstGeom prst="rect">
                            <a:avLst/>
                          </a:prstGeom>
                          <a:noFill/>
                          <a:ln w="9525">
                            <a:noFill/>
                          </a:ln>
                        </p:spPr>
                      </p:pic>
                    </p:oleObj>
                  </mc:Fallback>
                </mc:AlternateContent>
              </a:graphicData>
            </a:graphic>
          </p:graphicFrame>
        </p:grpSp>
        <p:sp>
          <p:nvSpPr>
            <p:cNvPr id="58" name="Line 61"/>
            <p:cNvSpPr>
              <a:spLocks noChangeShapeType="1"/>
            </p:cNvSpPr>
            <p:nvPr/>
          </p:nvSpPr>
          <p:spPr bwMode="auto">
            <a:xfrm>
              <a:off x="4272" y="2976"/>
              <a:ext cx="0" cy="5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59" name="Line 62"/>
            <p:cNvSpPr>
              <a:spLocks noChangeShapeType="1"/>
            </p:cNvSpPr>
            <p:nvPr/>
          </p:nvSpPr>
          <p:spPr bwMode="auto">
            <a:xfrm>
              <a:off x="4704" y="2736"/>
              <a:ext cx="0" cy="76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sp>
        <p:nvSpPr>
          <p:cNvPr id="62" name="标题 1"/>
          <p:cNvSpPr txBox="1"/>
          <p:nvPr/>
        </p:nvSpPr>
        <p:spPr bwMode="auto">
          <a:xfrm>
            <a:off x="593090" y="1008380"/>
            <a:ext cx="329311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函数的几种特性</a:t>
            </a:r>
            <a:b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br>
            <a:endParaRPr lang="zh-CN" altLang="en-US" sz="3200" b="1" dirty="0">
              <a:solidFill>
                <a:schemeClr val="accent6">
                  <a:lumMod val="50000"/>
                </a:schemeClr>
              </a:solidFill>
              <a:latin typeface="黑体" panose="02010609060101010101" charset="-122"/>
              <a:ea typeface="黑体" panose="02010609060101010101" charset="-122"/>
            </a:endParaRPr>
          </a:p>
        </p:txBody>
      </p:sp>
      <p:graphicFrame>
        <p:nvGraphicFramePr>
          <p:cNvPr id="20" name="Object 19"/>
          <p:cNvGraphicFramePr>
            <a:graphicFrameLocks noChangeAspect="1"/>
          </p:cNvGraphicFramePr>
          <p:nvPr/>
        </p:nvGraphicFramePr>
        <p:xfrm>
          <a:off x="7365365" y="1867853"/>
          <a:ext cx="776288" cy="441325"/>
        </p:xfrm>
        <a:graphic>
          <a:graphicData uri="http://schemas.openxmlformats.org/presentationml/2006/ole">
            <mc:AlternateContent xmlns:mc="http://schemas.openxmlformats.org/markup-compatibility/2006">
              <mc:Choice xmlns:v="urn:schemas-microsoft-com:vml" Requires="v">
                <p:oleObj spid="_x0000_s24" name="Equation" r:id="rId39" imgW="17373600" imgH="9448800" progId="Equation.DSMT4">
                  <p:embed/>
                </p:oleObj>
              </mc:Choice>
              <mc:Fallback>
                <p:oleObj name="Equation" r:id="rId39" imgW="17373600" imgH="9448800" progId="Equation.DSMT4">
                  <p:embed/>
                  <p:pic>
                    <p:nvPicPr>
                      <p:cNvPr id="0" name="图片 26414"/>
                      <p:cNvPicPr>
                        <a:picLocks noChangeAspect="1"/>
                      </p:cNvPicPr>
                      <p:nvPr/>
                    </p:nvPicPr>
                    <p:blipFill>
                      <a:blip r:embed="rId18"/>
                      <a:stretch>
                        <a:fillRect/>
                      </a:stretch>
                    </p:blipFill>
                    <p:spPr>
                      <a:xfrm>
                        <a:off x="7365365" y="1867853"/>
                        <a:ext cx="776288" cy="44132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500"/>
                                        <p:tgtEl>
                                          <p:spTgt spid="20"/>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57" dur="500"/>
                                        <p:tgtEl>
                                          <p:spTgt spid="22">
                                            <p:txEl>
                                              <p:pRg st="4294967295" end="4294967295"/>
                                            </p:txEl>
                                          </p:spTgt>
                                        </p:tgtEl>
                                      </p:cBhvr>
                                    </p:animEffect>
                                  </p:childTnLst>
                                </p:cTn>
                              </p:par>
                            </p:childTnLst>
                          </p:cTn>
                        </p:par>
                        <p:par>
                          <p:cTn id="58" fill="hold">
                            <p:stCondLst>
                              <p:cond delay="1500"/>
                            </p:stCondLst>
                            <p:childTnLst>
                              <p:par>
                                <p:cTn id="59" presetID="22" presetClass="entr" presetSubtype="8" fill="hold" grpId="0" nodeType="afterEffect">
                                  <p:stCondLst>
                                    <p:cond delay="0"/>
                                  </p:stCondLst>
                                  <p:childTnLst>
                                    <p:set>
                                      <p:cBhvr>
                                        <p:cTn id="60"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61" dur="500"/>
                                        <p:tgtEl>
                                          <p:spTgt spid="22">
                                            <p:txEl>
                                              <p:pRg st="4294967295" end="4294967295"/>
                                            </p:txEl>
                                          </p:spTgt>
                                        </p:tgtEl>
                                      </p:cBhvr>
                                    </p:animEffect>
                                  </p:childTnLst>
                                </p:cTn>
                              </p:par>
                            </p:childTnLst>
                          </p:cTn>
                        </p:par>
                        <p:par>
                          <p:cTn id="62" fill="hold">
                            <p:stCondLst>
                              <p:cond delay="2000"/>
                            </p:stCondLst>
                            <p:childTnLst>
                              <p:par>
                                <p:cTn id="63" presetID="22" presetClass="entr" presetSubtype="8" fill="hold" grpId="0" nodeType="afterEffect">
                                  <p:stCondLst>
                                    <p:cond delay="0"/>
                                  </p:stCondLst>
                                  <p:childTnLst>
                                    <p:set>
                                      <p:cBhvr>
                                        <p:cTn id="64" dur="1" fill="hold">
                                          <p:stCondLst>
                                            <p:cond delay="0"/>
                                          </p:stCondLst>
                                        </p:cTn>
                                        <p:tgtEl>
                                          <p:spTgt spid="22">
                                            <p:txEl>
                                              <p:pRg st="0" end="0"/>
                                            </p:txEl>
                                          </p:spTgt>
                                        </p:tgtEl>
                                        <p:attrNameLst>
                                          <p:attrName>style.visibility</p:attrName>
                                        </p:attrNameLst>
                                      </p:cBhvr>
                                      <p:to>
                                        <p:strVal val="visible"/>
                                      </p:to>
                                    </p:set>
                                    <p:animEffect transition="in" filter="wipe(left)">
                                      <p:cBhvr>
                                        <p:cTn id="65" dur="500"/>
                                        <p:tgtEl>
                                          <p:spTgt spid="22">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left)">
                                      <p:cBhvr>
                                        <p:cTn id="75" dur="500"/>
                                        <p:tgtEl>
                                          <p:spTgt spid="1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5"/>
                                        </p:tgtEl>
                                        <p:attrNameLst>
                                          <p:attrName>style.visibility</p:attrName>
                                        </p:attrNameLst>
                                      </p:cBhvr>
                                      <p:to>
                                        <p:strVal val="visible"/>
                                      </p:to>
                                    </p:set>
                                    <p:animEffect transition="in" filter="wipe(left)">
                                      <p:cBhvr>
                                        <p:cTn id="80" dur="500"/>
                                        <p:tgtEl>
                                          <p:spTgt spid="15"/>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wipe(left)">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wipe(left)">
                                      <p:cBhvr>
                                        <p:cTn id="89" dur="500"/>
                                        <p:tgtEl>
                                          <p:spTgt spid="17"/>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18"/>
                                        </p:tgtEl>
                                        <p:attrNameLst>
                                          <p:attrName>style.visibility</p:attrName>
                                        </p:attrNameLst>
                                      </p:cBhvr>
                                      <p:to>
                                        <p:strVal val="visible"/>
                                      </p:to>
                                    </p:set>
                                    <p:animEffect transition="in" filter="wipe(left)">
                                      <p:cBhvr>
                                        <p:cTn id="93" dur="500"/>
                                        <p:tgtEl>
                                          <p:spTgt spid="18"/>
                                        </p:tgtEl>
                                      </p:cBhvr>
                                    </p:animEffec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23">
                                            <p:txEl>
                                              <p:pRg st="4294967295" end="4294967295"/>
                                            </p:txEl>
                                          </p:spTgt>
                                        </p:tgtEl>
                                        <p:attrNameLst>
                                          <p:attrName>style.visibility</p:attrName>
                                        </p:attrNameLst>
                                      </p:cBhvr>
                                      <p:to>
                                        <p:strVal val="visible"/>
                                      </p:to>
                                    </p:set>
                                    <p:animEffect transition="in" filter="wipe(left)">
                                      <p:cBhvr>
                                        <p:cTn id="97" dur="500"/>
                                        <p:tgtEl>
                                          <p:spTgt spid="23">
                                            <p:txEl>
                                              <p:pRg st="4294967295" end="4294967295"/>
                                            </p:txEl>
                                          </p:spTgt>
                                        </p:tgtEl>
                                      </p:cBhvr>
                                    </p:animEffect>
                                  </p:childTnLst>
                                </p:cTn>
                              </p:par>
                            </p:childTnLst>
                          </p:cTn>
                        </p:par>
                        <p:par>
                          <p:cTn id="98" fill="hold">
                            <p:stCondLst>
                              <p:cond delay="1500"/>
                            </p:stCondLst>
                            <p:childTnLst>
                              <p:par>
                                <p:cTn id="99" presetID="22" presetClass="entr" presetSubtype="8" fill="hold" grpId="0" nodeType="afterEffect">
                                  <p:stCondLst>
                                    <p:cond delay="0"/>
                                  </p:stCondLst>
                                  <p:childTnLst>
                                    <p:set>
                                      <p:cBhvr>
                                        <p:cTn id="100" dur="1" fill="hold">
                                          <p:stCondLst>
                                            <p:cond delay="0"/>
                                          </p:stCondLst>
                                        </p:cTn>
                                        <p:tgtEl>
                                          <p:spTgt spid="23">
                                            <p:txEl>
                                              <p:pRg st="4294967295" end="4294967295"/>
                                            </p:txEl>
                                          </p:spTgt>
                                        </p:tgtEl>
                                        <p:attrNameLst>
                                          <p:attrName>style.visibility</p:attrName>
                                        </p:attrNameLst>
                                      </p:cBhvr>
                                      <p:to>
                                        <p:strVal val="visible"/>
                                      </p:to>
                                    </p:set>
                                    <p:animEffect transition="in" filter="wipe(left)">
                                      <p:cBhvr>
                                        <p:cTn id="101" dur="500"/>
                                        <p:tgtEl>
                                          <p:spTgt spid="23">
                                            <p:txEl>
                                              <p:pRg st="4294967295" end="4294967295"/>
                                            </p:txEl>
                                          </p:spTgt>
                                        </p:tgtEl>
                                      </p:cBhvr>
                                    </p:animEffect>
                                  </p:childTnLst>
                                </p:cTn>
                              </p:par>
                            </p:childTnLst>
                          </p:cTn>
                        </p:par>
                        <p:par>
                          <p:cTn id="102" fill="hold">
                            <p:stCondLst>
                              <p:cond delay="2000"/>
                            </p:stCondLst>
                            <p:childTnLst>
                              <p:par>
                                <p:cTn id="103" presetID="22" presetClass="entr" presetSubtype="8" fill="hold" grpId="0" nodeType="afterEffect">
                                  <p:stCondLst>
                                    <p:cond delay="0"/>
                                  </p:stCondLst>
                                  <p:childTnLst>
                                    <p:set>
                                      <p:cBhvr>
                                        <p:cTn id="104" dur="1" fill="hold">
                                          <p:stCondLst>
                                            <p:cond delay="0"/>
                                          </p:stCondLst>
                                        </p:cTn>
                                        <p:tgtEl>
                                          <p:spTgt spid="23">
                                            <p:txEl>
                                              <p:pRg st="0" end="0"/>
                                            </p:txEl>
                                          </p:spTgt>
                                        </p:tgtEl>
                                        <p:attrNameLst>
                                          <p:attrName>style.visibility</p:attrName>
                                        </p:attrNameLst>
                                      </p:cBhvr>
                                      <p:to>
                                        <p:strVal val="visible"/>
                                      </p:to>
                                    </p:set>
                                    <p:animEffect transition="in" filter="wipe(left)">
                                      <p:cBhvr>
                                        <p:cTn id="105" dur="500"/>
                                        <p:tgtEl>
                                          <p:spTgt spid="23">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9"/>
                                        </p:tgtEl>
                                        <p:attrNameLst>
                                          <p:attrName>style.visibility</p:attrName>
                                        </p:attrNameLst>
                                      </p:cBhvr>
                                      <p:to>
                                        <p:strVal val="visible"/>
                                      </p:to>
                                    </p:set>
                                    <p:animEffect transition="in" filter="wipe(left)">
                                      <p:cBhvr>
                                        <p:cTn id="110" dur="500"/>
                                        <p:tgtEl>
                                          <p:spTgt spid="1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nodePh="1">
                                  <p:stCondLst>
                                    <p:cond delay="0"/>
                                  </p:stCondLst>
                                  <p:endCondLst>
                                    <p:cond evt="begin" delay="0">
                                      <p:tn val="113"/>
                                    </p:cond>
                                  </p:endCondLst>
                                  <p:childTnLst>
                                    <p:set>
                                      <p:cBhvr>
                                        <p:cTn id="114" dur="1" fill="hold">
                                          <p:stCondLst>
                                            <p:cond delay="0"/>
                                          </p:stCondLst>
                                        </p:cTn>
                                        <p:tgtEl>
                                          <p:spTgt spid="34"/>
                                        </p:tgtEl>
                                        <p:attrNameLst>
                                          <p:attrName>style.visibility</p:attrName>
                                        </p:attrNameLst>
                                      </p:cBhvr>
                                      <p:to>
                                        <p:strVal val="visible"/>
                                      </p:to>
                                    </p:set>
                                    <p:animEffect transition="in" filter="wipe(left)">
                                      <p:cBhvr>
                                        <p:cTn id="115" dur="500"/>
                                        <p:tgtEl>
                                          <p:spTgt spid="34"/>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1"/>
                                        </p:tgtEl>
                                        <p:attrNameLst>
                                          <p:attrName>style.visibility</p:attrName>
                                        </p:attrNameLst>
                                      </p:cBhvr>
                                      <p:to>
                                        <p:strVal val="visible"/>
                                      </p:to>
                                    </p:set>
                                    <p:animEffect transition="in" filter="wipe(left)">
                                      <p:cBhvr>
                                        <p:cTn id="120" dur="500"/>
                                        <p:tgtEl>
                                          <p:spTgt spid="21"/>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35"/>
                                        </p:tgtEl>
                                        <p:attrNameLst>
                                          <p:attrName>style.visibility</p:attrName>
                                        </p:attrNameLst>
                                      </p:cBhvr>
                                      <p:to>
                                        <p:strVal val="visible"/>
                                      </p:to>
                                    </p:set>
                                    <p:animEffect transition="in" filter="wipe(left)">
                                      <p:cBhvr>
                                        <p:cTn id="125" dur="500"/>
                                        <p:tgtEl>
                                          <p:spTgt spid="35"/>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33"/>
                                        </p:tgtEl>
                                        <p:attrNameLst>
                                          <p:attrName>style.visibility</p:attrName>
                                        </p:attrNameLst>
                                      </p:cBhvr>
                                      <p:to>
                                        <p:strVal val="visible"/>
                                      </p:to>
                                    </p:set>
                                    <p:animEffect transition="in" filter="wipe(left)">
                                      <p:cBhvr>
                                        <p:cTn id="130" dur="500"/>
                                        <p:tgtEl>
                                          <p:spTgt spid="33"/>
                                        </p:tgtEl>
                                      </p:cBhvr>
                                    </p:animEffec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36"/>
                                        </p:tgtEl>
                                        <p:attrNameLst>
                                          <p:attrName>style.visibility</p:attrName>
                                        </p:attrNameLst>
                                      </p:cBhvr>
                                      <p:to>
                                        <p:strVal val="visible"/>
                                      </p:to>
                                    </p:set>
                                    <p:animEffect transition="in" filter="wipe(left)">
                                      <p:cBhvr>
                                        <p:cTn id="134" dur="500"/>
                                        <p:tgtEl>
                                          <p:spTgt spid="36"/>
                                        </p:tgtEl>
                                      </p:cBhvr>
                                    </p:animEffect>
                                  </p:childTnLst>
                                </p:cTn>
                              </p:par>
                            </p:childTnLst>
                          </p:cTn>
                        </p:par>
                        <p:par>
                          <p:cTn id="135" fill="hold">
                            <p:stCondLst>
                              <p:cond delay="1000"/>
                            </p:stCondLst>
                            <p:childTnLst>
                              <p:par>
                                <p:cTn id="136" presetID="22" presetClass="entr" presetSubtype="8" fill="hold" grpId="0" nodeType="afterEffect">
                                  <p:stCondLst>
                                    <p:cond delay="0"/>
                                  </p:stCondLst>
                                  <p:childTnLst>
                                    <p:set>
                                      <p:cBhvr>
                                        <p:cTn id="137" dur="1" fill="hold">
                                          <p:stCondLst>
                                            <p:cond delay="0"/>
                                          </p:stCondLst>
                                        </p:cTn>
                                        <p:tgtEl>
                                          <p:spTgt spid="37"/>
                                        </p:tgtEl>
                                        <p:attrNameLst>
                                          <p:attrName>style.visibility</p:attrName>
                                        </p:attrNameLst>
                                      </p:cBhvr>
                                      <p:to>
                                        <p:strVal val="visible"/>
                                      </p:to>
                                    </p:set>
                                    <p:animEffect transition="in" filter="wipe(left)">
                                      <p:cBhvr>
                                        <p:cTn id="138" dur="500"/>
                                        <p:tgtEl>
                                          <p:spTgt spid="37"/>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38"/>
                                        </p:tgtEl>
                                        <p:attrNameLst>
                                          <p:attrName>style.visibility</p:attrName>
                                        </p:attrNameLst>
                                      </p:cBhvr>
                                      <p:to>
                                        <p:strVal val="visible"/>
                                      </p:to>
                                    </p:set>
                                    <p:animEffect transition="in" filter="wipe(left)">
                                      <p:cBhvr>
                                        <p:cTn id="143" dur="500"/>
                                        <p:tgtEl>
                                          <p:spTgt spid="38"/>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48"/>
                                        </p:tgtEl>
                                        <p:attrNameLst>
                                          <p:attrName>style.visibility</p:attrName>
                                        </p:attrNameLst>
                                      </p:cBhvr>
                                      <p:to>
                                        <p:strVal val="visible"/>
                                      </p:to>
                                    </p:set>
                                    <p:animEffect transition="in" filter="wipe(left)">
                                      <p:cBhvr>
                                        <p:cTn id="148" dur="500"/>
                                        <p:tgtEl>
                                          <p:spTgt spid="48"/>
                                        </p:tgtEl>
                                      </p:cBhvr>
                                    </p:animEffect>
                                  </p:childTnLst>
                                </p:cTn>
                              </p:par>
                            </p:childTnLst>
                          </p:cTn>
                        </p:par>
                        <p:par>
                          <p:cTn id="149" fill="hold">
                            <p:stCondLst>
                              <p:cond delay="500"/>
                            </p:stCondLst>
                            <p:childTnLst>
                              <p:par>
                                <p:cTn id="150" presetID="22" presetClass="entr" presetSubtype="4" fill="hold" nodeType="afterEffect">
                                  <p:stCondLst>
                                    <p:cond delay="0"/>
                                  </p:stCondLst>
                                  <p:childTnLst>
                                    <p:set>
                                      <p:cBhvr>
                                        <p:cTn id="151" dur="1" fill="hold">
                                          <p:stCondLst>
                                            <p:cond delay="0"/>
                                          </p:stCondLst>
                                        </p:cTn>
                                        <p:tgtEl>
                                          <p:spTgt spid="56"/>
                                        </p:tgtEl>
                                        <p:attrNameLst>
                                          <p:attrName>style.visibility</p:attrName>
                                        </p:attrNameLst>
                                      </p:cBhvr>
                                      <p:to>
                                        <p:strVal val="visible"/>
                                      </p:to>
                                    </p:set>
                                    <p:animEffect transition="in" filter="wipe(down)">
                                      <p:cBhvr>
                                        <p:cTn id="152" dur="500"/>
                                        <p:tgtEl>
                                          <p:spTgt spid="56"/>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9"/>
                                        </p:tgtEl>
                                        <p:attrNameLst>
                                          <p:attrName>style.visibility</p:attrName>
                                        </p:attrNameLst>
                                      </p:cBhvr>
                                      <p:to>
                                        <p:strVal val="visible"/>
                                      </p:to>
                                    </p:set>
                                    <p:animEffect transition="in" filter="wipe(left)">
                                      <p:cBhvr>
                                        <p:cTn id="157" dur="500"/>
                                        <p:tgtEl>
                                          <p:spTgt spid="39"/>
                                        </p:tgtEl>
                                      </p:cBhvr>
                                    </p:animEffect>
                                  </p:childTnLst>
                                </p:cTn>
                              </p:par>
                            </p:childTnLst>
                          </p:cTn>
                        </p:par>
                        <p:par>
                          <p:cTn id="158" fill="hold">
                            <p:stCondLst>
                              <p:cond delay="500"/>
                            </p:stCondLst>
                            <p:childTnLst>
                              <p:par>
                                <p:cTn id="159" presetID="22" presetClass="entr" presetSubtype="8" fill="hold" nodeType="after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wipe(left)">
                                      <p:cBhvr>
                                        <p:cTn id="161" dur="500"/>
                                        <p:tgtEl>
                                          <p:spTgt spid="40"/>
                                        </p:tgtEl>
                                      </p:cBhvr>
                                    </p:animEffect>
                                  </p:childTnLst>
                                </p:cTn>
                              </p:par>
                            </p:childTnLst>
                          </p:cTn>
                        </p:par>
                        <p:par>
                          <p:cTn id="162" fill="hold">
                            <p:stCondLst>
                              <p:cond delay="1000"/>
                            </p:stCondLst>
                            <p:childTnLst>
                              <p:par>
                                <p:cTn id="163" presetID="22" presetClass="entr" presetSubtype="8" fill="hold" grpId="0" nodeType="afterEffect">
                                  <p:stCondLst>
                                    <p:cond delay="0"/>
                                  </p:stCondLst>
                                  <p:childTnLst>
                                    <p:set>
                                      <p:cBhvr>
                                        <p:cTn id="164" dur="1" fill="hold">
                                          <p:stCondLst>
                                            <p:cond delay="0"/>
                                          </p:stCondLst>
                                        </p:cTn>
                                        <p:tgtEl>
                                          <p:spTgt spid="41"/>
                                        </p:tgtEl>
                                        <p:attrNameLst>
                                          <p:attrName>style.visibility</p:attrName>
                                        </p:attrNameLst>
                                      </p:cBhvr>
                                      <p:to>
                                        <p:strVal val="visible"/>
                                      </p:to>
                                    </p:set>
                                    <p:animEffect transition="in" filter="wipe(left)">
                                      <p:cBhvr>
                                        <p:cTn id="165" dur="500"/>
                                        <p:tgtEl>
                                          <p:spTgt spid="41"/>
                                        </p:tgtEl>
                                      </p:cBhvr>
                                    </p:animEffect>
                                  </p:childTnLst>
                                </p:cTn>
                              </p:par>
                            </p:childTnLst>
                          </p:cTn>
                        </p:par>
                        <p:par>
                          <p:cTn id="166" fill="hold">
                            <p:stCondLst>
                              <p:cond delay="1500"/>
                            </p:stCondLst>
                            <p:childTnLst>
                              <p:par>
                                <p:cTn id="167" presetID="22" presetClass="entr" presetSubtype="8" fill="hold" grpId="0" nodeType="afterEffect">
                                  <p:stCondLst>
                                    <p:cond delay="0"/>
                                  </p:stCondLst>
                                  <p:childTnLst>
                                    <p:set>
                                      <p:cBhvr>
                                        <p:cTn id="168" dur="1" fill="hold">
                                          <p:stCondLst>
                                            <p:cond delay="0"/>
                                          </p:stCondLst>
                                        </p:cTn>
                                        <p:tgtEl>
                                          <p:spTgt spid="46"/>
                                        </p:tgtEl>
                                        <p:attrNameLst>
                                          <p:attrName>style.visibility</p:attrName>
                                        </p:attrNameLst>
                                      </p:cBhvr>
                                      <p:to>
                                        <p:strVal val="visible"/>
                                      </p:to>
                                    </p:set>
                                    <p:animEffect transition="in" filter="wipe(left)">
                                      <p:cBhvr>
                                        <p:cTn id="169" dur="500"/>
                                        <p:tgtEl>
                                          <p:spTgt spid="4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nodeType="clickEffect">
                                  <p:stCondLst>
                                    <p:cond delay="0"/>
                                  </p:stCondLst>
                                  <p:childTnLst>
                                    <p:set>
                                      <p:cBhvr>
                                        <p:cTn id="173" dur="1" fill="hold">
                                          <p:stCondLst>
                                            <p:cond delay="0"/>
                                          </p:stCondLst>
                                        </p:cTn>
                                        <p:tgtEl>
                                          <p:spTgt spid="42"/>
                                        </p:tgtEl>
                                        <p:attrNameLst>
                                          <p:attrName>style.visibility</p:attrName>
                                        </p:attrNameLst>
                                      </p:cBhvr>
                                      <p:to>
                                        <p:strVal val="visible"/>
                                      </p:to>
                                    </p:set>
                                    <p:animEffect transition="in" filter="wipe(left)">
                                      <p:cBhvr>
                                        <p:cTn id="174" dur="500"/>
                                        <p:tgtEl>
                                          <p:spTgt spid="42"/>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55"/>
                                        </p:tgtEl>
                                        <p:attrNameLst>
                                          <p:attrName>style.visibility</p:attrName>
                                        </p:attrNameLst>
                                      </p:cBhvr>
                                      <p:to>
                                        <p:strVal val="visible"/>
                                      </p:to>
                                    </p:set>
                                    <p:animEffect transition="in" filter="wipe(left)">
                                      <p:cBhvr>
                                        <p:cTn id="179" dur="500"/>
                                        <p:tgtEl>
                                          <p:spTgt spid="55"/>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43"/>
                                        </p:tgtEl>
                                        <p:attrNameLst>
                                          <p:attrName>style.visibility</p:attrName>
                                        </p:attrNameLst>
                                      </p:cBhvr>
                                      <p:to>
                                        <p:strVal val="visible"/>
                                      </p:to>
                                    </p:set>
                                    <p:animEffect transition="in" filter="wipe(left)">
                                      <p:cBhvr>
                                        <p:cTn id="184" dur="500"/>
                                        <p:tgtEl>
                                          <p:spTgt spid="43"/>
                                        </p:tgtEl>
                                      </p:cBhvr>
                                    </p:animEffect>
                                  </p:childTnLst>
                                </p:cTn>
                              </p:par>
                            </p:childTnLst>
                          </p:cTn>
                        </p:par>
                        <p:par>
                          <p:cTn id="185" fill="hold">
                            <p:stCondLst>
                              <p:cond delay="500"/>
                            </p:stCondLst>
                            <p:childTnLst>
                              <p:par>
                                <p:cTn id="186" presetID="22" presetClass="entr" presetSubtype="8" fill="hold" nodeType="afterEffect">
                                  <p:stCondLst>
                                    <p:cond delay="0"/>
                                  </p:stCondLst>
                                  <p:childTnLst>
                                    <p:set>
                                      <p:cBhvr>
                                        <p:cTn id="187" dur="1" fill="hold">
                                          <p:stCondLst>
                                            <p:cond delay="0"/>
                                          </p:stCondLst>
                                        </p:cTn>
                                        <p:tgtEl>
                                          <p:spTgt spid="44"/>
                                        </p:tgtEl>
                                        <p:attrNameLst>
                                          <p:attrName>style.visibility</p:attrName>
                                        </p:attrNameLst>
                                      </p:cBhvr>
                                      <p:to>
                                        <p:strVal val="visible"/>
                                      </p:to>
                                    </p:set>
                                    <p:animEffect transition="in" filter="wipe(left)">
                                      <p:cBhvr>
                                        <p:cTn id="188" dur="500"/>
                                        <p:tgtEl>
                                          <p:spTgt spid="44"/>
                                        </p:tgtEl>
                                      </p:cBhvr>
                                    </p:animEffect>
                                  </p:childTnLst>
                                </p:cTn>
                              </p:par>
                            </p:childTnLst>
                          </p:cTn>
                        </p:par>
                        <p:par>
                          <p:cTn id="189" fill="hold">
                            <p:stCondLst>
                              <p:cond delay="1000"/>
                            </p:stCondLst>
                            <p:childTnLst>
                              <p:par>
                                <p:cTn id="190" presetID="22" presetClass="entr" presetSubtype="8" fill="hold" grpId="0" nodeType="afterEffect">
                                  <p:stCondLst>
                                    <p:cond delay="0"/>
                                  </p:stCondLst>
                                  <p:childTnLst>
                                    <p:set>
                                      <p:cBhvr>
                                        <p:cTn id="191" dur="1" fill="hold">
                                          <p:stCondLst>
                                            <p:cond delay="0"/>
                                          </p:stCondLst>
                                        </p:cTn>
                                        <p:tgtEl>
                                          <p:spTgt spid="45"/>
                                        </p:tgtEl>
                                        <p:attrNameLst>
                                          <p:attrName>style.visibility</p:attrName>
                                        </p:attrNameLst>
                                      </p:cBhvr>
                                      <p:to>
                                        <p:strVal val="visible"/>
                                      </p:to>
                                    </p:set>
                                    <p:animEffect transition="in" filter="wipe(left)">
                                      <p:cBhvr>
                                        <p:cTn id="192" dur="500"/>
                                        <p:tgtEl>
                                          <p:spTgt spid="45"/>
                                        </p:tgtEl>
                                      </p:cBhvr>
                                    </p:animEffect>
                                  </p:childTnLst>
                                </p:cTn>
                              </p:par>
                            </p:childTnLst>
                          </p:cTn>
                        </p:par>
                        <p:par>
                          <p:cTn id="193" fill="hold">
                            <p:stCondLst>
                              <p:cond delay="1500"/>
                            </p:stCondLst>
                            <p:childTnLst>
                              <p:par>
                                <p:cTn id="194" presetID="22" presetClass="entr" presetSubtype="8" fill="hold" grpId="0" nodeType="afterEffect">
                                  <p:stCondLst>
                                    <p:cond delay="0"/>
                                  </p:stCondLst>
                                  <p:childTnLst>
                                    <p:set>
                                      <p:cBhvr>
                                        <p:cTn id="195" dur="1" fill="hold">
                                          <p:stCondLst>
                                            <p:cond delay="0"/>
                                          </p:stCondLst>
                                        </p:cTn>
                                        <p:tgtEl>
                                          <p:spTgt spid="47"/>
                                        </p:tgtEl>
                                        <p:attrNameLst>
                                          <p:attrName>style.visibility</p:attrName>
                                        </p:attrNameLst>
                                      </p:cBhvr>
                                      <p:to>
                                        <p:strVal val="visible"/>
                                      </p:to>
                                    </p:set>
                                    <p:animEffect transition="in" filter="wipe(left)">
                                      <p:cBhvr>
                                        <p:cTn id="19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utoUpdateAnimBg="0"/>
      <p:bldP spid="6" grpId="0" autoUpdateAnimBg="0"/>
      <p:bldP spid="9" grpId="0" autoUpdateAnimBg="0"/>
      <p:bldP spid="11" grpId="0" autoUpdateAnimBg="0"/>
      <p:bldP spid="15" grpId="0" autoUpdateAnimBg="0"/>
      <p:bldP spid="17" grpId="0" autoUpdateAnimBg="0"/>
      <p:bldP spid="19" grpId="0" autoUpdateAnimBg="0"/>
      <p:bldP spid="21" grpId="0" autoUpdateAnimBg="0"/>
      <p:bldP spid="22" grpId="0" advAuto="0" autoUpdateAnimBg="0" build="p"/>
      <p:bldP spid="23" grpId="0" advAuto="0" autoUpdateAnimBg="0" build="p"/>
      <p:bldP spid="33" grpId="0" autoUpdateAnimBg="0"/>
      <p:bldP spid="34" grpId="0"/>
      <p:bldP spid="37" grpId="0" autoUpdateAnimBg="0"/>
      <p:bldP spid="39" grpId="0" autoUpdateAnimBg="0"/>
      <p:bldP spid="41" grpId="0" autoUpdateAnimBg="0"/>
      <p:bldP spid="43" grpId="0" autoUpdateAnimBg="0"/>
      <p:bldP spid="45" grpId="0" autoUpdateAnimBg="0"/>
      <p:bldP spid="46" grpId="0" autoUpdateAnimBg="0"/>
      <p:bldP spid="47" grpId="0" autoUpdateAnimBg="0"/>
      <p:bldP spid="55"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8194676" y="1571625"/>
            <a:ext cx="2405063" cy="1857374"/>
            <a:chOff x="4017" y="815"/>
            <a:chExt cx="1515" cy="1170"/>
          </a:xfrm>
        </p:grpSpPr>
        <p:sp>
          <p:nvSpPr>
            <p:cNvPr id="3" name="Line 3"/>
            <p:cNvSpPr>
              <a:spLocks noChangeShapeType="1"/>
            </p:cNvSpPr>
            <p:nvPr/>
          </p:nvSpPr>
          <p:spPr bwMode="auto">
            <a:xfrm>
              <a:off x="4064" y="1467"/>
              <a:ext cx="13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4" name="Line 4"/>
            <p:cNvSpPr>
              <a:spLocks noChangeShapeType="1"/>
            </p:cNvSpPr>
            <p:nvPr/>
          </p:nvSpPr>
          <p:spPr bwMode="auto">
            <a:xfrm flipV="1">
              <a:off x="4725" y="881"/>
              <a:ext cx="0" cy="110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5219" y="1438"/>
            <a:ext cx="313" cy="302"/>
          </p:xfrm>
          <a:graphic>
            <a:graphicData uri="http://schemas.openxmlformats.org/presentationml/2006/ole">
              <mc:AlternateContent xmlns:mc="http://schemas.openxmlformats.org/markup-compatibility/2006">
                <mc:Choice xmlns:v="urn:schemas-microsoft-com:vml" Requires="v">
                  <p:oleObj spid="_x0000_s26625" name="Equation" r:id="rId1" imgW="3048000" imgH="3352800" progId="Equation.DSMT4">
                    <p:embed/>
                  </p:oleObj>
                </mc:Choice>
                <mc:Fallback>
                  <p:oleObj name="Equation" r:id="rId1" imgW="3048000" imgH="3352800" progId="Equation.DSMT4">
                    <p:embed/>
                    <p:pic>
                      <p:nvPicPr>
                        <p:cNvPr id="0" name="图片 26624"/>
                        <p:cNvPicPr>
                          <a:picLocks noChangeAspect="1"/>
                        </p:cNvPicPr>
                        <p:nvPr/>
                      </p:nvPicPr>
                      <p:blipFill>
                        <a:blip r:embed="rId2"/>
                        <a:stretch>
                          <a:fillRect/>
                        </a:stretch>
                      </p:blipFill>
                      <p:spPr>
                        <a:xfrm>
                          <a:off x="5219" y="1438"/>
                          <a:ext cx="313" cy="302"/>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4436" y="815"/>
            <a:ext cx="302" cy="341"/>
          </p:xfrm>
          <a:graphic>
            <a:graphicData uri="http://schemas.openxmlformats.org/presentationml/2006/ole">
              <mc:AlternateContent xmlns:mc="http://schemas.openxmlformats.org/markup-compatibility/2006">
                <mc:Choice xmlns:v="urn:schemas-microsoft-com:vml" Requires="v">
                  <p:oleObj spid="_x0000_s27347" name="Equation" r:id="rId3" imgW="3352800" imgH="3962400" progId="Equation.DSMT4">
                    <p:embed/>
                  </p:oleObj>
                </mc:Choice>
                <mc:Fallback>
                  <p:oleObj name="Equation" r:id="rId3" imgW="3352800" imgH="3962400" progId="Equation.DSMT4">
                    <p:embed/>
                    <p:pic>
                      <p:nvPicPr>
                        <p:cNvPr id="0" name="图片 27346"/>
                        <p:cNvPicPr>
                          <a:picLocks noChangeAspect="1"/>
                        </p:cNvPicPr>
                        <p:nvPr/>
                      </p:nvPicPr>
                      <p:blipFill>
                        <a:blip r:embed="rId4"/>
                        <a:stretch>
                          <a:fillRect/>
                        </a:stretch>
                      </p:blipFill>
                      <p:spPr>
                        <a:xfrm>
                          <a:off x="4436" y="815"/>
                          <a:ext cx="302" cy="341"/>
                        </a:xfrm>
                        <a:prstGeom prst="rect">
                          <a:avLst/>
                        </a:prstGeom>
                        <a:noFill/>
                        <a:ln w="9525">
                          <a:noFill/>
                        </a:ln>
                      </p:spPr>
                    </p:pic>
                  </p:oleObj>
                </mc:Fallback>
              </mc:AlternateContent>
            </a:graphicData>
          </a:graphic>
        </p:graphicFrame>
        <p:graphicFrame>
          <p:nvGraphicFramePr>
            <p:cNvPr id="7" name="Object 7"/>
            <p:cNvGraphicFramePr>
              <a:graphicFrameLocks noChangeAspect="1"/>
            </p:cNvGraphicFramePr>
            <p:nvPr/>
          </p:nvGraphicFramePr>
          <p:xfrm>
            <a:off x="4722" y="1459"/>
            <a:ext cx="136" cy="144"/>
          </p:xfrm>
          <a:graphic>
            <a:graphicData uri="http://schemas.openxmlformats.org/presentationml/2006/ole">
              <mc:AlternateContent xmlns:mc="http://schemas.openxmlformats.org/markup-compatibility/2006">
                <mc:Choice xmlns:v="urn:schemas-microsoft-com:vml" Requires="v">
                  <p:oleObj spid="_x0000_s27348" name="Equation" r:id="rId5" imgW="5181600" imgH="5486400" progId="Equation.DSMT4">
                    <p:embed/>
                  </p:oleObj>
                </mc:Choice>
                <mc:Fallback>
                  <p:oleObj name="Equation" r:id="rId5" imgW="5181600" imgH="5486400" progId="Equation.DSMT4">
                    <p:embed/>
                    <p:pic>
                      <p:nvPicPr>
                        <p:cNvPr id="0" name="图片 27347"/>
                        <p:cNvPicPr>
                          <a:picLocks noChangeAspect="1"/>
                        </p:cNvPicPr>
                        <p:nvPr/>
                      </p:nvPicPr>
                      <p:blipFill>
                        <a:blip r:embed="rId6"/>
                        <a:stretch>
                          <a:fillRect/>
                        </a:stretch>
                      </p:blipFill>
                      <p:spPr>
                        <a:xfrm>
                          <a:off x="4722" y="1459"/>
                          <a:ext cx="136" cy="144"/>
                        </a:xfrm>
                        <a:prstGeom prst="rect">
                          <a:avLst/>
                        </a:prstGeom>
                        <a:noFill/>
                        <a:ln w="9525">
                          <a:noFill/>
                        </a:ln>
                      </p:spPr>
                    </p:pic>
                  </p:oleObj>
                </mc:Fallback>
              </mc:AlternateContent>
            </a:graphicData>
          </a:graphic>
        </p:graphicFrame>
        <p:grpSp>
          <p:nvGrpSpPr>
            <p:cNvPr id="8" name="Group 8"/>
            <p:cNvGrpSpPr/>
            <p:nvPr/>
          </p:nvGrpSpPr>
          <p:grpSpPr bwMode="auto">
            <a:xfrm>
              <a:off x="5077" y="1456"/>
              <a:ext cx="136" cy="166"/>
              <a:chOff x="4981" y="1936"/>
              <a:chExt cx="136" cy="166"/>
            </a:xfrm>
          </p:grpSpPr>
          <p:sp>
            <p:nvSpPr>
              <p:cNvPr id="20" name="Oval 9"/>
              <p:cNvSpPr>
                <a:spLocks noChangeArrowheads="1"/>
              </p:cNvSpPr>
              <p:nvPr/>
            </p:nvSpPr>
            <p:spPr bwMode="auto">
              <a:xfrm>
                <a:off x="5047" y="1936"/>
                <a:ext cx="27" cy="27"/>
              </a:xfrm>
              <a:prstGeom prst="ellipse">
                <a:avLst/>
              </a:prstGeom>
              <a:solidFill>
                <a:schemeClr val="hlink"/>
              </a:solidFill>
              <a:ln w="9525">
                <a:solidFill>
                  <a:schemeClr val="tx1"/>
                </a:solidFill>
                <a:round/>
              </a:ln>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1" name="Object 10"/>
              <p:cNvGraphicFramePr>
                <a:graphicFrameLocks noChangeAspect="1"/>
              </p:cNvGraphicFramePr>
              <p:nvPr/>
            </p:nvGraphicFramePr>
            <p:xfrm>
              <a:off x="4981" y="1958"/>
              <a:ext cx="136" cy="144"/>
            </p:xfrm>
            <a:graphic>
              <a:graphicData uri="http://schemas.openxmlformats.org/presentationml/2006/ole">
                <mc:AlternateContent xmlns:mc="http://schemas.openxmlformats.org/markup-compatibility/2006">
                  <mc:Choice xmlns:v="urn:schemas-microsoft-com:vml" Requires="v">
                    <p:oleObj spid="_x0000_s27349" name="Equation" r:id="rId7" imgW="5181600" imgH="5486400" progId="Equation.DSMT4">
                      <p:embed/>
                    </p:oleObj>
                  </mc:Choice>
                  <mc:Fallback>
                    <p:oleObj name="Equation" r:id="rId7" imgW="5181600" imgH="5486400" progId="Equation.DSMT4">
                      <p:embed/>
                      <p:pic>
                        <p:nvPicPr>
                          <p:cNvPr id="0" name="图片 27348"/>
                          <p:cNvPicPr>
                            <a:picLocks noChangeAspect="1"/>
                          </p:cNvPicPr>
                          <p:nvPr/>
                        </p:nvPicPr>
                        <p:blipFill>
                          <a:blip r:embed="rId8"/>
                          <a:stretch>
                            <a:fillRect/>
                          </a:stretch>
                        </p:blipFill>
                        <p:spPr>
                          <a:xfrm>
                            <a:off x="4981" y="1958"/>
                            <a:ext cx="136" cy="144"/>
                          </a:xfrm>
                          <a:prstGeom prst="rect">
                            <a:avLst/>
                          </a:prstGeom>
                          <a:noFill/>
                          <a:ln w="9525">
                            <a:noFill/>
                          </a:ln>
                        </p:spPr>
                      </p:pic>
                    </p:oleObj>
                  </mc:Fallback>
                </mc:AlternateContent>
              </a:graphicData>
            </a:graphic>
          </p:graphicFrame>
        </p:grpSp>
        <p:grpSp>
          <p:nvGrpSpPr>
            <p:cNvPr id="9" name="Group 11"/>
            <p:cNvGrpSpPr/>
            <p:nvPr/>
          </p:nvGrpSpPr>
          <p:grpSpPr bwMode="auto">
            <a:xfrm>
              <a:off x="4017" y="1456"/>
              <a:ext cx="264" cy="169"/>
              <a:chOff x="3914" y="1936"/>
              <a:chExt cx="264" cy="169"/>
            </a:xfrm>
          </p:grpSpPr>
          <p:sp>
            <p:nvSpPr>
              <p:cNvPr id="18" name="Oval 12"/>
              <p:cNvSpPr>
                <a:spLocks noChangeArrowheads="1"/>
              </p:cNvSpPr>
              <p:nvPr/>
            </p:nvSpPr>
            <p:spPr bwMode="auto">
              <a:xfrm>
                <a:off x="4128" y="1936"/>
                <a:ext cx="27" cy="27"/>
              </a:xfrm>
              <a:prstGeom prst="ellipse">
                <a:avLst/>
              </a:prstGeom>
              <a:solidFill>
                <a:schemeClr val="hlink"/>
              </a:solidFill>
              <a:ln w="9525">
                <a:solidFill>
                  <a:schemeClr val="tx1"/>
                </a:solidFill>
                <a:round/>
              </a:ln>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9" name="Object 13"/>
              <p:cNvGraphicFramePr>
                <a:graphicFrameLocks noChangeAspect="1"/>
              </p:cNvGraphicFramePr>
              <p:nvPr/>
            </p:nvGraphicFramePr>
            <p:xfrm>
              <a:off x="3914" y="1961"/>
              <a:ext cx="264" cy="144"/>
            </p:xfrm>
            <a:graphic>
              <a:graphicData uri="http://schemas.openxmlformats.org/presentationml/2006/ole">
                <mc:AlternateContent xmlns:mc="http://schemas.openxmlformats.org/markup-compatibility/2006">
                  <mc:Choice xmlns:v="urn:schemas-microsoft-com:vml" Requires="v">
                    <p:oleObj spid="_x0000_s27350" name="Equation" r:id="rId9" imgW="10058400" imgH="5486400" progId="Equation.DSMT4">
                      <p:embed/>
                    </p:oleObj>
                  </mc:Choice>
                  <mc:Fallback>
                    <p:oleObj name="Equation" r:id="rId9" imgW="10058400" imgH="5486400" progId="Equation.DSMT4">
                      <p:embed/>
                      <p:pic>
                        <p:nvPicPr>
                          <p:cNvPr id="0" name="图片 27349"/>
                          <p:cNvPicPr>
                            <a:picLocks noChangeAspect="1"/>
                          </p:cNvPicPr>
                          <p:nvPr/>
                        </p:nvPicPr>
                        <p:blipFill>
                          <a:blip r:embed="rId10"/>
                          <a:stretch>
                            <a:fillRect/>
                          </a:stretch>
                        </p:blipFill>
                        <p:spPr>
                          <a:xfrm>
                            <a:off x="3914" y="1961"/>
                            <a:ext cx="264" cy="144"/>
                          </a:xfrm>
                          <a:prstGeom prst="rect">
                            <a:avLst/>
                          </a:prstGeom>
                          <a:noFill/>
                          <a:ln w="9525">
                            <a:noFill/>
                          </a:ln>
                        </p:spPr>
                      </p:pic>
                    </p:oleObj>
                  </mc:Fallback>
                </mc:AlternateContent>
              </a:graphicData>
            </a:graphic>
          </p:graphicFrame>
        </p:grpSp>
        <p:sp>
          <p:nvSpPr>
            <p:cNvPr id="10" name="Line 14"/>
            <p:cNvSpPr>
              <a:spLocks noChangeShapeType="1"/>
            </p:cNvSpPr>
            <p:nvPr/>
          </p:nvSpPr>
          <p:spPr bwMode="auto">
            <a:xfrm flipV="1">
              <a:off x="5160" y="963"/>
              <a:ext cx="0" cy="47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11" name="Line 15"/>
            <p:cNvSpPr>
              <a:spLocks noChangeShapeType="1"/>
            </p:cNvSpPr>
            <p:nvPr/>
          </p:nvSpPr>
          <p:spPr bwMode="auto">
            <a:xfrm>
              <a:off x="4245" y="1490"/>
              <a:ext cx="0" cy="43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nvGrpSpPr>
            <p:cNvPr id="12" name="Group 16"/>
            <p:cNvGrpSpPr/>
            <p:nvPr/>
          </p:nvGrpSpPr>
          <p:grpSpPr bwMode="auto">
            <a:xfrm>
              <a:off x="4711" y="928"/>
              <a:ext cx="636" cy="278"/>
              <a:chOff x="4615" y="1408"/>
              <a:chExt cx="636" cy="278"/>
            </a:xfrm>
          </p:grpSpPr>
          <p:sp>
            <p:nvSpPr>
              <p:cNvPr id="16" name="Freeform 17"/>
              <p:cNvSpPr/>
              <p:nvPr/>
            </p:nvSpPr>
            <p:spPr bwMode="auto">
              <a:xfrm>
                <a:off x="4627" y="1408"/>
                <a:ext cx="624" cy="272"/>
              </a:xfrm>
              <a:custGeom>
                <a:avLst/>
                <a:gdLst>
                  <a:gd name="T0" fmla="*/ 0 w 624"/>
                  <a:gd name="T1" fmla="*/ 240 h 272"/>
                  <a:gd name="T2" fmla="*/ 192 w 624"/>
                  <a:gd name="T3" fmla="*/ 240 h 272"/>
                  <a:gd name="T4" fmla="*/ 432 w 624"/>
                  <a:gd name="T5" fmla="*/ 48 h 272"/>
                  <a:gd name="T6" fmla="*/ 624 w 624"/>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72">
                    <a:moveTo>
                      <a:pt x="0" y="240"/>
                    </a:moveTo>
                    <a:cubicBezTo>
                      <a:pt x="60" y="256"/>
                      <a:pt x="120" y="272"/>
                      <a:pt x="192" y="240"/>
                    </a:cubicBezTo>
                    <a:cubicBezTo>
                      <a:pt x="264" y="208"/>
                      <a:pt x="360" y="88"/>
                      <a:pt x="432" y="48"/>
                    </a:cubicBezTo>
                    <a:cubicBezTo>
                      <a:pt x="504" y="8"/>
                      <a:pt x="592" y="8"/>
                      <a:pt x="624" y="0"/>
                    </a:cubicBezTo>
                  </a:path>
                </a:pathLst>
              </a:custGeom>
              <a:noFill/>
              <a:ln w="19050" cmpd="sng">
                <a:solidFill>
                  <a:srgbClr val="0070C0"/>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17" name="Oval 18"/>
              <p:cNvSpPr>
                <a:spLocks noChangeArrowheads="1"/>
              </p:cNvSpPr>
              <p:nvPr/>
            </p:nvSpPr>
            <p:spPr bwMode="auto">
              <a:xfrm>
                <a:off x="4615" y="1645"/>
                <a:ext cx="41" cy="41"/>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grpSp>
          <p:nvGrpSpPr>
            <p:cNvPr id="13" name="Group 19"/>
            <p:cNvGrpSpPr/>
            <p:nvPr/>
          </p:nvGrpSpPr>
          <p:grpSpPr bwMode="auto">
            <a:xfrm>
              <a:off x="4104" y="1699"/>
              <a:ext cx="641" cy="272"/>
              <a:chOff x="4008" y="2179"/>
              <a:chExt cx="641" cy="272"/>
            </a:xfrm>
          </p:grpSpPr>
          <p:sp>
            <p:nvSpPr>
              <p:cNvPr id="14" name="Freeform 20"/>
              <p:cNvSpPr/>
              <p:nvPr/>
            </p:nvSpPr>
            <p:spPr bwMode="auto">
              <a:xfrm rot="10800000">
                <a:off x="4008" y="2179"/>
                <a:ext cx="624" cy="272"/>
              </a:xfrm>
              <a:custGeom>
                <a:avLst/>
                <a:gdLst>
                  <a:gd name="T0" fmla="*/ 0 w 624"/>
                  <a:gd name="T1" fmla="*/ 240 h 272"/>
                  <a:gd name="T2" fmla="*/ 192 w 624"/>
                  <a:gd name="T3" fmla="*/ 240 h 272"/>
                  <a:gd name="T4" fmla="*/ 432 w 624"/>
                  <a:gd name="T5" fmla="*/ 48 h 272"/>
                  <a:gd name="T6" fmla="*/ 624 w 624"/>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72">
                    <a:moveTo>
                      <a:pt x="0" y="240"/>
                    </a:moveTo>
                    <a:cubicBezTo>
                      <a:pt x="60" y="256"/>
                      <a:pt x="120" y="272"/>
                      <a:pt x="192" y="240"/>
                    </a:cubicBezTo>
                    <a:cubicBezTo>
                      <a:pt x="264" y="208"/>
                      <a:pt x="360" y="88"/>
                      <a:pt x="432" y="48"/>
                    </a:cubicBezTo>
                    <a:cubicBezTo>
                      <a:pt x="504" y="8"/>
                      <a:pt x="592" y="8"/>
                      <a:pt x="624" y="0"/>
                    </a:cubicBezTo>
                  </a:path>
                </a:pathLst>
              </a:custGeom>
              <a:noFill/>
              <a:ln w="19050" cmpd="sng">
                <a:solidFill>
                  <a:srgbClr val="0070C0"/>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15" name="Oval 21"/>
              <p:cNvSpPr>
                <a:spLocks noChangeArrowheads="1"/>
              </p:cNvSpPr>
              <p:nvPr/>
            </p:nvSpPr>
            <p:spPr bwMode="auto">
              <a:xfrm>
                <a:off x="4608" y="2195"/>
                <a:ext cx="41" cy="41"/>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grpSp>
      <p:sp>
        <p:nvSpPr>
          <p:cNvPr id="22" name="Rectangle 22"/>
          <p:cNvSpPr txBox="1">
            <a:spLocks noChangeArrowheads="1"/>
          </p:cNvSpPr>
          <p:nvPr/>
        </p:nvSpPr>
        <p:spPr>
          <a:xfrm>
            <a:off x="1302385" y="363855"/>
            <a:ext cx="22098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charset="-122"/>
                <a:ea typeface="楷体" panose="02010609060101010101" charset="-122"/>
                <a:cs typeface="楷体" panose="02010609060101010101" charset="-122"/>
              </a:rPr>
              <a:t>3. 奇偶性</a:t>
            </a:r>
            <a:endParaRPr lang="zh-CN" altLang="en-US" sz="3200" b="1" dirty="0">
              <a:solidFill>
                <a:srgbClr val="0000FF"/>
              </a:solidFill>
              <a:latin typeface="楷体" panose="02010609060101010101" charset="-122"/>
              <a:ea typeface="楷体" panose="02010609060101010101" charset="-122"/>
              <a:cs typeface="楷体" panose="02010609060101010101" charset="-122"/>
            </a:endParaRPr>
          </a:p>
        </p:txBody>
      </p:sp>
      <p:graphicFrame>
        <p:nvGraphicFramePr>
          <p:cNvPr id="23" name="Object 23"/>
          <p:cNvGraphicFramePr>
            <a:graphicFrameLocks noChangeAspect="1"/>
          </p:cNvGraphicFramePr>
          <p:nvPr/>
        </p:nvGraphicFramePr>
        <p:xfrm>
          <a:off x="2171700" y="973455"/>
          <a:ext cx="1246188" cy="438150"/>
        </p:xfrm>
        <a:graphic>
          <a:graphicData uri="http://schemas.openxmlformats.org/presentationml/2006/ole">
            <mc:AlternateContent xmlns:mc="http://schemas.openxmlformats.org/markup-compatibility/2006">
              <mc:Choice xmlns:v="urn:schemas-microsoft-com:vml" Requires="v">
                <p:oleObj spid="_x0000_s27351" name="Equation" r:id="rId11" imgW="28651200" imgH="9144000" progId="Equation.DSMT4">
                  <p:embed/>
                </p:oleObj>
              </mc:Choice>
              <mc:Fallback>
                <p:oleObj name="Equation" r:id="rId11" imgW="28651200" imgH="9144000" progId="Equation.DSMT4">
                  <p:embed/>
                  <p:pic>
                    <p:nvPicPr>
                      <p:cNvPr id="0" name="图片 27350"/>
                      <p:cNvPicPr>
                        <a:picLocks noChangeAspect="1"/>
                      </p:cNvPicPr>
                      <p:nvPr/>
                    </p:nvPicPr>
                    <p:blipFill>
                      <a:blip r:embed="rId12"/>
                      <a:stretch>
                        <a:fillRect/>
                      </a:stretch>
                    </p:blipFill>
                    <p:spPr>
                      <a:xfrm>
                        <a:off x="2171700" y="973455"/>
                        <a:ext cx="1246188" cy="438150"/>
                      </a:xfrm>
                      <a:prstGeom prst="rect">
                        <a:avLst/>
                      </a:prstGeom>
                      <a:noFill/>
                      <a:ln w="9525">
                        <a:noFill/>
                      </a:ln>
                    </p:spPr>
                  </p:pic>
                </p:oleObj>
              </mc:Fallback>
            </mc:AlternateContent>
          </a:graphicData>
        </a:graphic>
      </p:graphicFrame>
      <p:sp>
        <p:nvSpPr>
          <p:cNvPr id="24" name="Text Box 24"/>
          <p:cNvSpPr txBox="1">
            <a:spLocks noChangeArrowheads="1"/>
          </p:cNvSpPr>
          <p:nvPr/>
        </p:nvSpPr>
        <p:spPr bwMode="auto">
          <a:xfrm>
            <a:off x="3512185" y="889635"/>
            <a:ext cx="1219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latin typeface="Times New Roman" panose="02020603050405020304" pitchFamily="18" charset="0"/>
                <a:ea typeface="黑体" panose="02010609060101010101" charset="-122"/>
                <a:cs typeface="Times New Roman" panose="02020603050405020304" pitchFamily="18" charset="0"/>
              </a:rPr>
              <a:t>且有</a:t>
            </a:r>
            <a:endParaRPr kumimoji="1" lang="zh-CN" altLang="en-US" sz="2800"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5" name="Object 25"/>
          <p:cNvGraphicFramePr>
            <a:graphicFrameLocks noChangeAspect="1"/>
          </p:cNvGraphicFramePr>
          <p:nvPr/>
        </p:nvGraphicFramePr>
        <p:xfrm>
          <a:off x="4359275" y="948373"/>
          <a:ext cx="1173163" cy="404812"/>
        </p:xfrm>
        <a:graphic>
          <a:graphicData uri="http://schemas.openxmlformats.org/presentationml/2006/ole">
            <mc:AlternateContent xmlns:mc="http://schemas.openxmlformats.org/markup-compatibility/2006">
              <mc:Choice xmlns:v="urn:schemas-microsoft-com:vml" Requires="v">
                <p:oleObj spid="_x0000_s27352" name="Equation" r:id="rId13" imgW="27127200" imgH="8534400" progId="Equation.DSMT4">
                  <p:embed/>
                </p:oleObj>
              </mc:Choice>
              <mc:Fallback>
                <p:oleObj name="Equation" r:id="rId13" imgW="27127200" imgH="8534400" progId="Equation.DSMT4">
                  <p:embed/>
                  <p:pic>
                    <p:nvPicPr>
                      <p:cNvPr id="0" name="图片 27351"/>
                      <p:cNvPicPr>
                        <a:picLocks noChangeAspect="1"/>
                      </p:cNvPicPr>
                      <p:nvPr/>
                    </p:nvPicPr>
                    <p:blipFill>
                      <a:blip r:embed="rId14"/>
                      <a:stretch>
                        <a:fillRect/>
                      </a:stretch>
                    </p:blipFill>
                    <p:spPr>
                      <a:xfrm>
                        <a:off x="4359275" y="948373"/>
                        <a:ext cx="1173163" cy="404812"/>
                      </a:xfrm>
                      <a:prstGeom prst="rect">
                        <a:avLst/>
                      </a:prstGeom>
                      <a:noFill/>
                      <a:ln w="9525">
                        <a:noFill/>
                      </a:ln>
                    </p:spPr>
                  </p:pic>
                </p:oleObj>
              </mc:Fallback>
            </mc:AlternateContent>
          </a:graphicData>
        </a:graphic>
      </p:graphicFrame>
      <p:sp>
        <p:nvSpPr>
          <p:cNvPr id="26" name="Text Box 26"/>
          <p:cNvSpPr txBox="1">
            <a:spLocks noChangeArrowheads="1"/>
          </p:cNvSpPr>
          <p:nvPr/>
        </p:nvSpPr>
        <p:spPr bwMode="auto">
          <a:xfrm>
            <a:off x="2058670" y="1477010"/>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charset="-122"/>
                <a:cs typeface="Times New Roman" panose="02020603050405020304" pitchFamily="18" charset="0"/>
              </a:rPr>
              <a:t>若</a:t>
            </a:r>
            <a:endParaRPr kumimoji="1" lang="zh-CN" altLang="en-US" sz="280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7" name="Object 27"/>
          <p:cNvGraphicFramePr>
            <a:graphicFrameLocks noChangeAspect="1"/>
          </p:cNvGraphicFramePr>
          <p:nvPr/>
        </p:nvGraphicFramePr>
        <p:xfrm>
          <a:off x="2514600" y="1517015"/>
          <a:ext cx="2133600" cy="441325"/>
        </p:xfrm>
        <a:graphic>
          <a:graphicData uri="http://schemas.openxmlformats.org/presentationml/2006/ole">
            <mc:AlternateContent xmlns:mc="http://schemas.openxmlformats.org/markup-compatibility/2006">
              <mc:Choice xmlns:v="urn:schemas-microsoft-com:vml" Requires="v">
                <p:oleObj spid="_x0000_s27353" name="Equation" r:id="rId15" imgW="49987200" imgH="9448800" progId="Equation.DSMT4">
                  <p:embed/>
                </p:oleObj>
              </mc:Choice>
              <mc:Fallback>
                <p:oleObj name="Equation" r:id="rId15" imgW="49987200" imgH="9448800" progId="Equation.DSMT4">
                  <p:embed/>
                  <p:pic>
                    <p:nvPicPr>
                      <p:cNvPr id="0" name="图片 27352"/>
                      <p:cNvPicPr>
                        <a:picLocks noChangeAspect="1"/>
                      </p:cNvPicPr>
                      <p:nvPr/>
                    </p:nvPicPr>
                    <p:blipFill>
                      <a:blip r:embed="rId16">
                        <a:biLevel thresh="50000"/>
                        <a:grayscl/>
                      </a:blip>
                      <a:stretch>
                        <a:fillRect/>
                      </a:stretch>
                    </p:blipFill>
                    <p:spPr>
                      <a:xfrm>
                        <a:off x="2514600" y="1517015"/>
                        <a:ext cx="2133600" cy="441325"/>
                      </a:xfrm>
                      <a:prstGeom prst="rect">
                        <a:avLst/>
                      </a:prstGeom>
                      <a:noFill/>
                      <a:ln w="9525">
                        <a:noFill/>
                      </a:ln>
                    </p:spPr>
                  </p:pic>
                </p:oleObj>
              </mc:Fallback>
            </mc:AlternateContent>
          </a:graphicData>
        </a:graphic>
      </p:graphicFrame>
      <p:sp>
        <p:nvSpPr>
          <p:cNvPr id="28" name="Text Box 28"/>
          <p:cNvSpPr txBox="1">
            <a:spLocks noChangeArrowheads="1"/>
          </p:cNvSpPr>
          <p:nvPr/>
        </p:nvSpPr>
        <p:spPr bwMode="auto">
          <a:xfrm>
            <a:off x="4731385" y="1477010"/>
            <a:ext cx="3429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latin typeface="Times New Roman" panose="02020603050405020304" pitchFamily="18" charset="0"/>
                <a:ea typeface="黑体" panose="02010609060101010101" charset="-122"/>
                <a:cs typeface="Times New Roman" panose="02020603050405020304" pitchFamily="18" charset="0"/>
              </a:rPr>
              <a:t>则称</a:t>
            </a:r>
            <a:r>
              <a:rPr kumimoji="1" lang="zh-CN" altLang="en-US" sz="2800" i="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i="1" dirty="0">
                <a:latin typeface="Times New Roman" panose="02020603050405020304" pitchFamily="18" charset="0"/>
                <a:ea typeface="黑体" panose="02010609060101010101" charset="-122"/>
                <a:cs typeface="Times New Roman" panose="02020603050405020304" pitchFamily="18" charset="0"/>
              </a:rPr>
              <a:t>f</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dirty="0">
                <a:latin typeface="Times New Roman" panose="02020603050405020304" pitchFamily="18" charset="0"/>
                <a:ea typeface="黑体" panose="02010609060101010101" charset="-122"/>
                <a:cs typeface="Times New Roman" panose="02020603050405020304" pitchFamily="18" charset="0"/>
              </a:rPr>
              <a:t>为</a:t>
            </a:r>
            <a:r>
              <a:rPr kumimoji="1" lang="zh-CN" altLang="en-US" sz="2800"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偶函数</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dirty="0">
              <a:latin typeface="Times New Roman" panose="02020603050405020304" pitchFamily="18" charset="0"/>
              <a:ea typeface="黑体" panose="02010609060101010101" charset="-122"/>
              <a:cs typeface="Times New Roman" panose="02020603050405020304" pitchFamily="18" charset="0"/>
            </a:endParaRPr>
          </a:p>
        </p:txBody>
      </p:sp>
      <p:sp>
        <p:nvSpPr>
          <p:cNvPr id="29" name="Text Box 29"/>
          <p:cNvSpPr txBox="1">
            <a:spLocks noChangeArrowheads="1"/>
          </p:cNvSpPr>
          <p:nvPr/>
        </p:nvSpPr>
        <p:spPr bwMode="auto">
          <a:xfrm>
            <a:off x="2058670" y="2051685"/>
            <a:ext cx="99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charset="-122"/>
                <a:cs typeface="Times New Roman" panose="02020603050405020304" pitchFamily="18" charset="0"/>
              </a:rPr>
              <a:t>若</a:t>
            </a:r>
            <a:endParaRPr kumimoji="1" lang="zh-CN" altLang="en-US" sz="280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0" name="Object 30"/>
          <p:cNvGraphicFramePr>
            <a:graphicFrameLocks noChangeAspect="1"/>
          </p:cNvGraphicFramePr>
          <p:nvPr/>
        </p:nvGraphicFramePr>
        <p:xfrm>
          <a:off x="2490788" y="2091055"/>
          <a:ext cx="2333625" cy="442913"/>
        </p:xfrm>
        <a:graphic>
          <a:graphicData uri="http://schemas.openxmlformats.org/presentationml/2006/ole">
            <mc:AlternateContent xmlns:mc="http://schemas.openxmlformats.org/markup-compatibility/2006">
              <mc:Choice xmlns:v="urn:schemas-microsoft-com:vml" Requires="v">
                <p:oleObj spid="_x0000_s27354" name="Equation" r:id="rId17" imgW="54864000" imgH="9448800" progId="Equation.DSMT4">
                  <p:embed/>
                </p:oleObj>
              </mc:Choice>
              <mc:Fallback>
                <p:oleObj name="Equation" r:id="rId17" imgW="54864000" imgH="9448800" progId="Equation.DSMT4">
                  <p:embed/>
                  <p:pic>
                    <p:nvPicPr>
                      <p:cNvPr id="0" name="图片 27353"/>
                      <p:cNvPicPr>
                        <a:picLocks noChangeAspect="1"/>
                      </p:cNvPicPr>
                      <p:nvPr/>
                    </p:nvPicPr>
                    <p:blipFill>
                      <a:blip r:embed="rId18">
                        <a:biLevel thresh="50000"/>
                        <a:grayscl/>
                      </a:blip>
                      <a:stretch>
                        <a:fillRect/>
                      </a:stretch>
                    </p:blipFill>
                    <p:spPr>
                      <a:xfrm>
                        <a:off x="2490788" y="2091055"/>
                        <a:ext cx="2333625" cy="442913"/>
                      </a:xfrm>
                      <a:prstGeom prst="rect">
                        <a:avLst/>
                      </a:prstGeom>
                      <a:noFill/>
                      <a:ln w="9525">
                        <a:noFill/>
                      </a:ln>
                    </p:spPr>
                  </p:pic>
                </p:oleObj>
              </mc:Fallback>
            </mc:AlternateContent>
          </a:graphicData>
        </a:graphic>
      </p:graphicFrame>
      <p:sp>
        <p:nvSpPr>
          <p:cNvPr id="31" name="Text Box 31"/>
          <p:cNvSpPr txBox="1">
            <a:spLocks noChangeArrowheads="1"/>
          </p:cNvSpPr>
          <p:nvPr/>
        </p:nvSpPr>
        <p:spPr bwMode="auto">
          <a:xfrm>
            <a:off x="4797742" y="2051387"/>
            <a:ext cx="325913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latin typeface="Times New Roman" panose="02020603050405020304" pitchFamily="18" charset="0"/>
                <a:ea typeface="黑体" panose="02010609060101010101" charset="-122"/>
                <a:cs typeface="Times New Roman" panose="02020603050405020304" pitchFamily="18" charset="0"/>
              </a:rPr>
              <a:t>则称 </a:t>
            </a:r>
            <a:r>
              <a:rPr kumimoji="1" lang="en-US" altLang="zh-CN" sz="2800" i="1" dirty="0">
                <a:latin typeface="Times New Roman" panose="02020603050405020304" pitchFamily="18" charset="0"/>
                <a:ea typeface="黑体" panose="02010609060101010101" charset="-122"/>
                <a:cs typeface="Times New Roman" panose="02020603050405020304" pitchFamily="18" charset="0"/>
              </a:rPr>
              <a:t>f</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dirty="0">
                <a:latin typeface="Times New Roman" panose="02020603050405020304" pitchFamily="18" charset="0"/>
                <a:ea typeface="黑体" panose="02010609060101010101" charset="-122"/>
                <a:cs typeface="Times New Roman" panose="02020603050405020304" pitchFamily="18" charset="0"/>
              </a:rPr>
              <a:t>为</a:t>
            </a:r>
            <a:r>
              <a:rPr kumimoji="1" lang="zh-CN" altLang="en-US" sz="2800"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奇函数</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dirty="0">
              <a:latin typeface="Times New Roman" panose="02020603050405020304" pitchFamily="18" charset="0"/>
              <a:ea typeface="黑体" panose="02010609060101010101" charset="-122"/>
              <a:cs typeface="Times New Roman" panose="02020603050405020304" pitchFamily="18" charset="0"/>
            </a:endParaRPr>
          </a:p>
        </p:txBody>
      </p:sp>
      <p:sp>
        <p:nvSpPr>
          <p:cNvPr id="32" name="Text Box 32"/>
          <p:cNvSpPr txBox="1">
            <a:spLocks noChangeArrowheads="1"/>
          </p:cNvSpPr>
          <p:nvPr/>
        </p:nvSpPr>
        <p:spPr bwMode="auto">
          <a:xfrm>
            <a:off x="1449070" y="2721293"/>
            <a:ext cx="1600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说明</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dirty="0">
                <a:latin typeface="Times New Roman" panose="02020603050405020304" pitchFamily="18" charset="0"/>
                <a:ea typeface="黑体" panose="02010609060101010101" charset="-122"/>
                <a:cs typeface="Times New Roman" panose="02020603050405020304" pitchFamily="18" charset="0"/>
              </a:rPr>
              <a:t>若</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3" name="Object 33"/>
          <p:cNvGraphicFramePr>
            <a:graphicFrameLocks noChangeAspect="1"/>
          </p:cNvGraphicFramePr>
          <p:nvPr/>
        </p:nvGraphicFramePr>
        <p:xfrm>
          <a:off x="2856548" y="2783523"/>
          <a:ext cx="823912" cy="441325"/>
        </p:xfrm>
        <a:graphic>
          <a:graphicData uri="http://schemas.openxmlformats.org/presentationml/2006/ole">
            <mc:AlternateContent xmlns:mc="http://schemas.openxmlformats.org/markup-compatibility/2006">
              <mc:Choice xmlns:v="urn:schemas-microsoft-com:vml" Requires="v">
                <p:oleObj spid="_x0000_s27355" name="Equation" r:id="rId19" imgW="18592800" imgH="9448800" progId="Equation.DSMT4">
                  <p:embed/>
                </p:oleObj>
              </mc:Choice>
              <mc:Fallback>
                <p:oleObj name="Equation" r:id="rId19" imgW="18592800" imgH="9448800" progId="Equation.DSMT4">
                  <p:embed/>
                  <p:pic>
                    <p:nvPicPr>
                      <p:cNvPr id="0" name="图片 27354"/>
                      <p:cNvPicPr>
                        <a:picLocks noChangeAspect="1"/>
                      </p:cNvPicPr>
                      <p:nvPr/>
                    </p:nvPicPr>
                    <p:blipFill>
                      <a:blip r:embed="rId20"/>
                      <a:stretch>
                        <a:fillRect/>
                      </a:stretch>
                    </p:blipFill>
                    <p:spPr>
                      <a:xfrm>
                        <a:off x="2856548" y="2783523"/>
                        <a:ext cx="823912" cy="441325"/>
                      </a:xfrm>
                      <a:prstGeom prst="rect">
                        <a:avLst/>
                      </a:prstGeom>
                      <a:noFill/>
                      <a:ln w="9525">
                        <a:noFill/>
                      </a:ln>
                    </p:spPr>
                  </p:pic>
                </p:oleObj>
              </mc:Fallback>
            </mc:AlternateContent>
          </a:graphicData>
        </a:graphic>
      </p:graphicFrame>
      <p:sp>
        <p:nvSpPr>
          <p:cNvPr id="34" name="Text Box 34"/>
          <p:cNvSpPr txBox="1">
            <a:spLocks noChangeArrowheads="1"/>
          </p:cNvSpPr>
          <p:nvPr/>
        </p:nvSpPr>
        <p:spPr bwMode="auto">
          <a:xfrm>
            <a:off x="3512185" y="2742883"/>
            <a:ext cx="2667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latin typeface="Times New Roman" panose="02020603050405020304" pitchFamily="18" charset="0"/>
                <a:ea typeface="黑体" panose="02010609060101010101" charset="-122"/>
                <a:cs typeface="Times New Roman" panose="02020603050405020304" pitchFamily="18" charset="0"/>
              </a:rPr>
              <a:t>在 </a:t>
            </a:r>
            <a:r>
              <a:rPr kumimoji="1" lang="en-US" altLang="zh-CN" sz="2800" i="1" dirty="0">
                <a:latin typeface="Times New Roman" panose="02020603050405020304" pitchFamily="18" charset="0"/>
                <a:ea typeface="黑体" panose="02010609060101010101" charset="-122"/>
                <a:cs typeface="Times New Roman" panose="02020603050405020304" pitchFamily="18" charset="0"/>
              </a:rPr>
              <a:t>x</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 = 0 </a:t>
            </a:r>
            <a:r>
              <a:rPr kumimoji="1" lang="zh-CN" altLang="en-US" sz="2800" dirty="0">
                <a:latin typeface="Times New Roman" panose="02020603050405020304" pitchFamily="18" charset="0"/>
                <a:ea typeface="黑体" panose="02010609060101010101" charset="-122"/>
                <a:cs typeface="Times New Roman" panose="02020603050405020304" pitchFamily="18" charset="0"/>
              </a:rPr>
              <a:t>有定义 </a:t>
            </a:r>
            <a:r>
              <a:rPr kumimoji="1" lang="en-US" altLang="zh-CN" sz="2800"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5" name="Object 35"/>
          <p:cNvGraphicFramePr>
            <a:graphicFrameLocks noChangeAspect="1"/>
          </p:cNvGraphicFramePr>
          <p:nvPr/>
        </p:nvGraphicFramePr>
        <p:xfrm>
          <a:off x="5219700" y="3357563"/>
          <a:ext cx="1358900" cy="442912"/>
        </p:xfrm>
        <a:graphic>
          <a:graphicData uri="http://schemas.openxmlformats.org/presentationml/2006/ole">
            <mc:AlternateContent xmlns:mc="http://schemas.openxmlformats.org/markup-compatibility/2006">
              <mc:Choice xmlns:v="urn:schemas-microsoft-com:vml" Requires="v">
                <p:oleObj spid="_x0000_s27356" name="Equation" r:id="rId21" imgW="31394400" imgH="9448800" progId="Equation.DSMT4">
                  <p:embed/>
                </p:oleObj>
              </mc:Choice>
              <mc:Fallback>
                <p:oleObj name="Equation" r:id="rId21" imgW="31394400" imgH="9448800" progId="Equation.DSMT4">
                  <p:embed/>
                  <p:pic>
                    <p:nvPicPr>
                      <p:cNvPr id="0" name="图片 27355"/>
                      <p:cNvPicPr>
                        <a:picLocks noChangeAspect="1"/>
                      </p:cNvPicPr>
                      <p:nvPr/>
                    </p:nvPicPr>
                    <p:blipFill>
                      <a:blip r:embed="rId22"/>
                      <a:stretch>
                        <a:fillRect/>
                      </a:stretch>
                    </p:blipFill>
                    <p:spPr>
                      <a:xfrm>
                        <a:off x="5219700" y="3357563"/>
                        <a:ext cx="1358900" cy="442912"/>
                      </a:xfrm>
                      <a:prstGeom prst="rect">
                        <a:avLst/>
                      </a:prstGeom>
                      <a:noFill/>
                      <a:ln w="9525">
                        <a:noFill/>
                      </a:ln>
                    </p:spPr>
                  </p:pic>
                </p:oleObj>
              </mc:Fallback>
            </mc:AlternateContent>
          </a:graphicData>
        </a:graphic>
      </p:graphicFrame>
      <p:graphicFrame>
        <p:nvGraphicFramePr>
          <p:cNvPr id="36" name="Object 36"/>
          <p:cNvGraphicFramePr>
            <a:graphicFrameLocks noChangeAspect="1"/>
          </p:cNvGraphicFramePr>
          <p:nvPr/>
        </p:nvGraphicFramePr>
        <p:xfrm>
          <a:off x="6871568" y="2807632"/>
          <a:ext cx="774360" cy="393480"/>
        </p:xfrm>
        <a:graphic>
          <a:graphicData uri="http://schemas.openxmlformats.org/presentationml/2006/ole">
            <mc:AlternateContent xmlns:mc="http://schemas.openxmlformats.org/markup-compatibility/2006">
              <mc:Choice xmlns:v="urn:schemas-microsoft-com:vml" Requires="v">
                <p:oleObj spid="_x0000_s27357" name="Equation" r:id="rId23" imgW="18592800" imgH="9448800" progId="Equation.DSMT4">
                  <p:embed/>
                </p:oleObj>
              </mc:Choice>
              <mc:Fallback>
                <p:oleObj name="Equation" r:id="rId23" imgW="18592800" imgH="9448800" progId="Equation.DSMT4">
                  <p:embed/>
                  <p:pic>
                    <p:nvPicPr>
                      <p:cNvPr id="0" name="图片 27356"/>
                      <p:cNvPicPr>
                        <a:picLocks noChangeAspect="1"/>
                      </p:cNvPicPr>
                      <p:nvPr/>
                    </p:nvPicPr>
                    <p:blipFill>
                      <a:blip r:embed="rId24"/>
                      <a:stretch>
                        <a:fillRect/>
                      </a:stretch>
                    </p:blipFill>
                    <p:spPr>
                      <a:xfrm>
                        <a:off x="6871568" y="2807632"/>
                        <a:ext cx="774360" cy="393480"/>
                      </a:xfrm>
                      <a:prstGeom prst="rect">
                        <a:avLst/>
                      </a:prstGeom>
                      <a:noFill/>
                      <a:ln w="9525">
                        <a:noFill/>
                      </a:ln>
                    </p:spPr>
                  </p:pic>
                </p:oleObj>
              </mc:Fallback>
            </mc:AlternateContent>
          </a:graphicData>
        </a:graphic>
      </p:graphicFrame>
      <p:sp>
        <p:nvSpPr>
          <p:cNvPr id="37" name="Text Box 37"/>
          <p:cNvSpPr txBox="1">
            <a:spLocks noChangeArrowheads="1"/>
          </p:cNvSpPr>
          <p:nvPr/>
        </p:nvSpPr>
        <p:spPr bwMode="auto">
          <a:xfrm>
            <a:off x="2362200" y="3318193"/>
            <a:ext cx="2286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charset="-122"/>
                <a:cs typeface="Times New Roman" panose="02020603050405020304" pitchFamily="18" charset="0"/>
              </a:rPr>
              <a:t>为</a:t>
            </a:r>
            <a:r>
              <a:rPr kumimoji="1" lang="zh-CN" altLang="en-US" sz="2800" b="1">
                <a:latin typeface="Times New Roman" panose="02020603050405020304" pitchFamily="18" charset="0"/>
                <a:ea typeface="黑体" panose="02010609060101010101" charset="-122"/>
                <a:cs typeface="Times New Roman" panose="02020603050405020304" pitchFamily="18" charset="0"/>
              </a:rPr>
              <a:t>奇函数</a:t>
            </a:r>
            <a:r>
              <a:rPr kumimoji="1" lang="zh-CN" altLang="en-US" sz="2800">
                <a:latin typeface="Times New Roman" panose="02020603050405020304" pitchFamily="18" charset="0"/>
                <a:ea typeface="黑体" panose="02010609060101010101"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a:latin typeface="Times New Roman" panose="02020603050405020304" pitchFamily="18" charset="0"/>
              <a:ea typeface="黑体" panose="02010609060101010101" charset="-122"/>
              <a:cs typeface="Times New Roman" panose="02020603050405020304" pitchFamily="18" charset="0"/>
            </a:endParaRPr>
          </a:p>
        </p:txBody>
      </p:sp>
      <p:sp>
        <p:nvSpPr>
          <p:cNvPr id="38" name="Oval 38"/>
          <p:cNvSpPr>
            <a:spLocks noChangeArrowheads="1"/>
          </p:cNvSpPr>
          <p:nvPr/>
        </p:nvSpPr>
        <p:spPr bwMode="auto">
          <a:xfrm>
            <a:off x="9282113" y="2573338"/>
            <a:ext cx="65087" cy="65087"/>
          </a:xfrm>
          <a:prstGeom prst="ellipse">
            <a:avLst/>
          </a:prstGeom>
          <a:solidFill>
            <a:srgbClr val="0070C0"/>
          </a:solidFill>
          <a:ln w="9525">
            <a:solidFill>
              <a:srgbClr val="0070C0"/>
            </a:solidFill>
            <a:round/>
          </a:ln>
        </p:spPr>
        <p:txBody>
          <a:bodyPr wrap="none" anchor="ct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39" name="Text Box 39"/>
          <p:cNvSpPr txBox="1">
            <a:spLocks noChangeArrowheads="1"/>
          </p:cNvSpPr>
          <p:nvPr/>
        </p:nvSpPr>
        <p:spPr bwMode="auto">
          <a:xfrm>
            <a:off x="6045835" y="2743835"/>
            <a:ext cx="1219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charset="-122"/>
                <a:cs typeface="Times New Roman" panose="02020603050405020304" pitchFamily="18" charset="0"/>
              </a:rPr>
              <a:t>则当</a:t>
            </a:r>
            <a:endParaRPr kumimoji="1"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40" name="Text Box 40"/>
          <p:cNvSpPr txBox="1">
            <a:spLocks noChangeArrowheads="1"/>
          </p:cNvSpPr>
          <p:nvPr/>
        </p:nvSpPr>
        <p:spPr bwMode="auto">
          <a:xfrm>
            <a:off x="4359275" y="3318193"/>
            <a:ext cx="1219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charset="-122"/>
                <a:cs typeface="Times New Roman" panose="02020603050405020304" pitchFamily="18" charset="0"/>
              </a:rPr>
              <a:t>必有</a:t>
            </a:r>
            <a:endParaRPr kumimoji="1"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41" name="Text Box 41"/>
          <p:cNvSpPr txBox="1">
            <a:spLocks noChangeArrowheads="1"/>
          </p:cNvSpPr>
          <p:nvPr/>
        </p:nvSpPr>
        <p:spPr bwMode="auto">
          <a:xfrm>
            <a:off x="1468148" y="4054158"/>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例：</a:t>
            </a:r>
            <a:endParaRPr kumimoji="1" lang="zh-CN" altLang="en-US" sz="2800"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2" name="Object 42"/>
          <p:cNvGraphicFramePr>
            <a:graphicFrameLocks noChangeAspect="1"/>
          </p:cNvGraphicFramePr>
          <p:nvPr/>
        </p:nvGraphicFramePr>
        <p:xfrm>
          <a:off x="2181225" y="4242753"/>
          <a:ext cx="2800350" cy="912812"/>
        </p:xfrm>
        <a:graphic>
          <a:graphicData uri="http://schemas.openxmlformats.org/presentationml/2006/ole">
            <mc:AlternateContent xmlns:mc="http://schemas.openxmlformats.org/markup-compatibility/2006">
              <mc:Choice xmlns:v="urn:schemas-microsoft-com:vml" Requires="v">
                <p:oleObj spid="_x0000_s27358" name="Equation" r:id="rId25" imgW="66141600" imgH="21031200" progId="Equation.DSMT4">
                  <p:embed/>
                </p:oleObj>
              </mc:Choice>
              <mc:Fallback>
                <p:oleObj name="Equation" r:id="rId25" imgW="66141600" imgH="21031200" progId="Equation.DSMT4">
                  <p:embed/>
                  <p:pic>
                    <p:nvPicPr>
                      <p:cNvPr id="0" name="图片 27357"/>
                      <p:cNvPicPr>
                        <a:picLocks noChangeAspect="1"/>
                      </p:cNvPicPr>
                      <p:nvPr/>
                    </p:nvPicPr>
                    <p:blipFill>
                      <a:blip r:embed="rId26"/>
                      <a:stretch>
                        <a:fillRect/>
                      </a:stretch>
                    </p:blipFill>
                    <p:spPr>
                      <a:xfrm>
                        <a:off x="2181225" y="4242753"/>
                        <a:ext cx="2800350" cy="912812"/>
                      </a:xfrm>
                      <a:prstGeom prst="rect">
                        <a:avLst/>
                      </a:prstGeom>
                      <a:noFill/>
                      <a:ln w="9525">
                        <a:noFill/>
                      </a:ln>
                    </p:spPr>
                  </p:pic>
                </p:oleObj>
              </mc:Fallback>
            </mc:AlternateContent>
          </a:graphicData>
        </a:graphic>
      </p:graphicFrame>
      <p:sp>
        <p:nvSpPr>
          <p:cNvPr id="44" name="Text Box 44"/>
          <p:cNvSpPr txBox="1">
            <a:spLocks noChangeArrowheads="1"/>
          </p:cNvSpPr>
          <p:nvPr/>
        </p:nvSpPr>
        <p:spPr bwMode="auto">
          <a:xfrm>
            <a:off x="5007610" y="4490085"/>
            <a:ext cx="1783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dirty="0" smtClean="0">
                <a:latin typeface="Times New Roman" panose="02020603050405020304" pitchFamily="18" charset="0"/>
                <a:ea typeface="黑体" panose="02010609060101010101" charset="-122"/>
                <a:cs typeface="Times New Roman" panose="02020603050405020304" pitchFamily="18" charset="0"/>
              </a:rPr>
              <a:t>为偶函数</a:t>
            </a:r>
            <a:endParaRPr kumimoji="1" lang="zh-CN" altLang="en-US" sz="2800"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5" name="Object 45"/>
          <p:cNvGraphicFramePr>
            <a:graphicFrameLocks noChangeAspect="1"/>
          </p:cNvGraphicFramePr>
          <p:nvPr/>
        </p:nvGraphicFramePr>
        <p:xfrm>
          <a:off x="9869488" y="5983288"/>
          <a:ext cx="134937" cy="149225"/>
        </p:xfrm>
        <a:graphic>
          <a:graphicData uri="http://schemas.openxmlformats.org/presentationml/2006/ole">
            <mc:AlternateContent xmlns:mc="http://schemas.openxmlformats.org/markup-compatibility/2006">
              <mc:Choice xmlns:v="urn:schemas-microsoft-com:vml" Requires="v">
                <p:oleObj spid="_x0000_s27360" name="Equation" r:id="rId27" imgW="3048000" imgH="3352800" progId="Equation.DSMT4">
                  <p:embed/>
                </p:oleObj>
              </mc:Choice>
              <mc:Fallback>
                <p:oleObj name="Equation" r:id="rId27" imgW="3048000" imgH="3352800" progId="Equation.DSMT4">
                  <p:embed/>
                  <p:pic>
                    <p:nvPicPr>
                      <p:cNvPr id="0" name="图片 27359"/>
                      <p:cNvPicPr>
                        <a:picLocks noChangeAspect="1"/>
                      </p:cNvPicPr>
                      <p:nvPr/>
                    </p:nvPicPr>
                    <p:blipFill>
                      <a:blip r:embed="rId28"/>
                      <a:stretch>
                        <a:fillRect/>
                      </a:stretch>
                    </p:blipFill>
                    <p:spPr>
                      <a:xfrm>
                        <a:off x="9869488" y="5983288"/>
                        <a:ext cx="134937" cy="149225"/>
                      </a:xfrm>
                      <a:prstGeom prst="rect">
                        <a:avLst/>
                      </a:prstGeom>
                      <a:noFill/>
                      <a:ln w="9525">
                        <a:noFill/>
                      </a:ln>
                    </p:spPr>
                  </p:pic>
                </p:oleObj>
              </mc:Fallback>
            </mc:AlternateContent>
          </a:graphicData>
        </a:graphic>
      </p:graphicFrame>
      <p:graphicFrame>
        <p:nvGraphicFramePr>
          <p:cNvPr id="46" name="Object 46"/>
          <p:cNvGraphicFramePr>
            <a:graphicFrameLocks noChangeAspect="1"/>
          </p:cNvGraphicFramePr>
          <p:nvPr/>
        </p:nvGraphicFramePr>
        <p:xfrm>
          <a:off x="8791575" y="3881438"/>
          <a:ext cx="158750" cy="173037"/>
        </p:xfrm>
        <a:graphic>
          <a:graphicData uri="http://schemas.openxmlformats.org/presentationml/2006/ole">
            <mc:AlternateContent xmlns:mc="http://schemas.openxmlformats.org/markup-compatibility/2006">
              <mc:Choice xmlns:v="urn:schemas-microsoft-com:vml" Requires="v">
                <p:oleObj spid="_x0000_s27361" name="Equation" r:id="rId29" imgW="3352800" imgH="3962400" progId="Equation.DSMT4">
                  <p:embed/>
                </p:oleObj>
              </mc:Choice>
              <mc:Fallback>
                <p:oleObj name="Equation" r:id="rId29" imgW="3352800" imgH="3962400" progId="Equation.DSMT4">
                  <p:embed/>
                  <p:pic>
                    <p:nvPicPr>
                      <p:cNvPr id="0" name="图片 27360"/>
                      <p:cNvPicPr>
                        <a:picLocks noChangeAspect="1"/>
                      </p:cNvPicPr>
                      <p:nvPr/>
                    </p:nvPicPr>
                    <p:blipFill>
                      <a:blip r:embed="rId30"/>
                      <a:stretch>
                        <a:fillRect/>
                      </a:stretch>
                    </p:blipFill>
                    <p:spPr>
                      <a:xfrm>
                        <a:off x="8791575" y="3881438"/>
                        <a:ext cx="158750" cy="173037"/>
                      </a:xfrm>
                      <a:prstGeom prst="rect">
                        <a:avLst/>
                      </a:prstGeom>
                      <a:noFill/>
                      <a:ln w="9525">
                        <a:noFill/>
                      </a:ln>
                    </p:spPr>
                  </p:pic>
                </p:oleObj>
              </mc:Fallback>
            </mc:AlternateContent>
          </a:graphicData>
        </a:graphic>
      </p:graphicFrame>
      <p:graphicFrame>
        <p:nvGraphicFramePr>
          <p:cNvPr id="47" name="Object 47"/>
          <p:cNvGraphicFramePr>
            <a:graphicFrameLocks noChangeAspect="1"/>
          </p:cNvGraphicFramePr>
          <p:nvPr/>
        </p:nvGraphicFramePr>
        <p:xfrm>
          <a:off x="8367713" y="5843588"/>
          <a:ext cx="271462" cy="292100"/>
        </p:xfrm>
        <a:graphic>
          <a:graphicData uri="http://schemas.openxmlformats.org/presentationml/2006/ole">
            <mc:AlternateContent xmlns:mc="http://schemas.openxmlformats.org/markup-compatibility/2006">
              <mc:Choice xmlns:v="urn:schemas-microsoft-com:vml" Requires="v">
                <p:oleObj spid="_x0000_s27362" name="Equation" r:id="rId31" imgW="5181600" imgH="5486400" progId="Equation.DSMT4">
                  <p:embed/>
                </p:oleObj>
              </mc:Choice>
              <mc:Fallback>
                <p:oleObj name="Equation" r:id="rId31" imgW="5181600" imgH="5486400" progId="Equation.DSMT4">
                  <p:embed/>
                  <p:pic>
                    <p:nvPicPr>
                      <p:cNvPr id="0" name="图片 27361"/>
                      <p:cNvPicPr>
                        <a:picLocks noChangeAspect="1"/>
                      </p:cNvPicPr>
                      <p:nvPr/>
                    </p:nvPicPr>
                    <p:blipFill>
                      <a:blip r:embed="rId32"/>
                      <a:stretch>
                        <a:fillRect/>
                      </a:stretch>
                    </p:blipFill>
                    <p:spPr>
                      <a:xfrm>
                        <a:off x="8367713" y="5843588"/>
                        <a:ext cx="271462" cy="292100"/>
                      </a:xfrm>
                      <a:prstGeom prst="rect">
                        <a:avLst/>
                      </a:prstGeom>
                      <a:noFill/>
                      <a:ln w="9525">
                        <a:noFill/>
                      </a:ln>
                    </p:spPr>
                  </p:pic>
                </p:oleObj>
              </mc:Fallback>
            </mc:AlternateContent>
          </a:graphicData>
        </a:graphic>
      </p:graphicFrame>
      <p:sp>
        <p:nvSpPr>
          <p:cNvPr id="48" name="Freeform 48"/>
          <p:cNvSpPr/>
          <p:nvPr/>
        </p:nvSpPr>
        <p:spPr bwMode="auto">
          <a:xfrm>
            <a:off x="8364538" y="5357813"/>
            <a:ext cx="650875" cy="111125"/>
          </a:xfrm>
          <a:custGeom>
            <a:avLst/>
            <a:gdLst>
              <a:gd name="T0" fmla="*/ 2147483647 w 594"/>
              <a:gd name="T1" fmla="*/ 2147483647 h 102"/>
              <a:gd name="T2" fmla="*/ 2147483647 w 594"/>
              <a:gd name="T3" fmla="*/ 2147483647 h 102"/>
              <a:gd name="T4" fmla="*/ 2147483647 w 594"/>
              <a:gd name="T5" fmla="*/ 2147483647 h 102"/>
              <a:gd name="T6" fmla="*/ 2147483647 w 594"/>
              <a:gd name="T7" fmla="*/ 2147483647 h 102"/>
              <a:gd name="T8" fmla="*/ 2147483647 w 594"/>
              <a:gd name="T9" fmla="*/ 2147483647 h 102"/>
              <a:gd name="T10" fmla="*/ 2147483647 w 594"/>
              <a:gd name="T11" fmla="*/ 2147483647 h 102"/>
              <a:gd name="T12" fmla="*/ 2147483647 w 594"/>
              <a:gd name="T13" fmla="*/ 2147483647 h 102"/>
              <a:gd name="T14" fmla="*/ 2147483647 w 594"/>
              <a:gd name="T15" fmla="*/ 2147483647 h 102"/>
              <a:gd name="T16" fmla="*/ 2147483647 w 594"/>
              <a:gd name="T17" fmla="*/ 2147483647 h 102"/>
              <a:gd name="T18" fmla="*/ 2147483647 w 594"/>
              <a:gd name="T19" fmla="*/ 2147483647 h 102"/>
              <a:gd name="T20" fmla="*/ 2147483647 w 594"/>
              <a:gd name="T21" fmla="*/ 2147483647 h 102"/>
              <a:gd name="T22" fmla="*/ 2147483647 w 594"/>
              <a:gd name="T23" fmla="*/ 2147483647 h 102"/>
              <a:gd name="T24" fmla="*/ 2147483647 w 594"/>
              <a:gd name="T25" fmla="*/ 2147483647 h 102"/>
              <a:gd name="T26" fmla="*/ 2147483647 w 594"/>
              <a:gd name="T27" fmla="*/ 2147483647 h 102"/>
              <a:gd name="T28" fmla="*/ 2147483647 w 594"/>
              <a:gd name="T29" fmla="*/ 2147483647 h 102"/>
              <a:gd name="T30" fmla="*/ 2147483647 w 594"/>
              <a:gd name="T31" fmla="*/ 2147483647 h 102"/>
              <a:gd name="T32" fmla="*/ 2147483647 w 594"/>
              <a:gd name="T33" fmla="*/ 2147483647 h 102"/>
              <a:gd name="T34" fmla="*/ 2147483647 w 594"/>
              <a:gd name="T35" fmla="*/ 2147483647 h 102"/>
              <a:gd name="T36" fmla="*/ 2147483647 w 594"/>
              <a:gd name="T37" fmla="*/ 2147483647 h 102"/>
              <a:gd name="T38" fmla="*/ 2147483647 w 594"/>
              <a:gd name="T39" fmla="*/ 2147483647 h 102"/>
              <a:gd name="T40" fmla="*/ 2147483647 w 594"/>
              <a:gd name="T41" fmla="*/ 2147483647 h 102"/>
              <a:gd name="T42" fmla="*/ 2147483647 w 594"/>
              <a:gd name="T43" fmla="*/ 2147483647 h 102"/>
              <a:gd name="T44" fmla="*/ 2147483647 w 594"/>
              <a:gd name="T45" fmla="*/ 2147483647 h 102"/>
              <a:gd name="T46" fmla="*/ 2147483647 w 594"/>
              <a:gd name="T47" fmla="*/ 2147483647 h 102"/>
              <a:gd name="T48" fmla="*/ 2147483647 w 594"/>
              <a:gd name="T49" fmla="*/ 2147483647 h 102"/>
              <a:gd name="T50" fmla="*/ 2147483647 w 594"/>
              <a:gd name="T51" fmla="*/ 2147483647 h 102"/>
              <a:gd name="T52" fmla="*/ 2147483647 w 594"/>
              <a:gd name="T53" fmla="*/ 2147483647 h 102"/>
              <a:gd name="T54" fmla="*/ 2147483647 w 594"/>
              <a:gd name="T55" fmla="*/ 2147483647 h 102"/>
              <a:gd name="T56" fmla="*/ 2147483647 w 594"/>
              <a:gd name="T57" fmla="*/ 2147483647 h 102"/>
              <a:gd name="T58" fmla="*/ 2147483647 w 594"/>
              <a:gd name="T59" fmla="*/ 2147483647 h 102"/>
              <a:gd name="T60" fmla="*/ 2147483647 w 594"/>
              <a:gd name="T61" fmla="*/ 2147483647 h 102"/>
              <a:gd name="T62" fmla="*/ 2147483647 w 594"/>
              <a:gd name="T63" fmla="*/ 2147483647 h 102"/>
              <a:gd name="T64" fmla="*/ 2147483647 w 594"/>
              <a:gd name="T65" fmla="*/ 2147483647 h 102"/>
              <a:gd name="T66" fmla="*/ 2147483647 w 594"/>
              <a:gd name="T67" fmla="*/ 2147483647 h 102"/>
              <a:gd name="T68" fmla="*/ 2147483647 w 594"/>
              <a:gd name="T69" fmla="*/ 2147483647 h 102"/>
              <a:gd name="T70" fmla="*/ 2147483647 w 594"/>
              <a:gd name="T71" fmla="*/ 2147483647 h 102"/>
              <a:gd name="T72" fmla="*/ 2147483647 w 594"/>
              <a:gd name="T73" fmla="*/ 2147483647 h 102"/>
              <a:gd name="T74" fmla="*/ 2147483647 w 594"/>
              <a:gd name="T75" fmla="*/ 2147483647 h 102"/>
              <a:gd name="T76" fmla="*/ 2147483647 w 594"/>
              <a:gd name="T77" fmla="*/ 2147483647 h 102"/>
              <a:gd name="T78" fmla="*/ 2147483647 w 594"/>
              <a:gd name="T79" fmla="*/ 2147483647 h 102"/>
              <a:gd name="T80" fmla="*/ 2147483647 w 594"/>
              <a:gd name="T81" fmla="*/ 2147483647 h 102"/>
              <a:gd name="T82" fmla="*/ 2147483647 w 594"/>
              <a:gd name="T83" fmla="*/ 2147483647 h 102"/>
              <a:gd name="T84" fmla="*/ 2147483647 w 594"/>
              <a:gd name="T85" fmla="*/ 2147483647 h 102"/>
              <a:gd name="T86" fmla="*/ 2147483647 w 594"/>
              <a:gd name="T87" fmla="*/ 2147483647 h 102"/>
              <a:gd name="T88" fmla="*/ 2147483647 w 594"/>
              <a:gd name="T89" fmla="*/ 2147483647 h 102"/>
              <a:gd name="T90" fmla="*/ 2147483647 w 594"/>
              <a:gd name="T91" fmla="*/ 2147483647 h 102"/>
              <a:gd name="T92" fmla="*/ 2147483647 w 594"/>
              <a:gd name="T93" fmla="*/ 2147483647 h 102"/>
              <a:gd name="T94" fmla="*/ 2147483647 w 594"/>
              <a:gd name="T95" fmla="*/ 2147483647 h 102"/>
              <a:gd name="T96" fmla="*/ 2147483647 w 594"/>
              <a:gd name="T97" fmla="*/ 2147483647 h 102"/>
              <a:gd name="T98" fmla="*/ 2147483647 w 594"/>
              <a:gd name="T99" fmla="*/ 2147483647 h 102"/>
              <a:gd name="T100" fmla="*/ 2147483647 w 594"/>
              <a:gd name="T101" fmla="*/ 0 h 1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102">
                <a:moveTo>
                  <a:pt x="0" y="0"/>
                </a:moveTo>
                <a:lnTo>
                  <a:pt x="0" y="0"/>
                </a:lnTo>
                <a:lnTo>
                  <a:pt x="6" y="0"/>
                </a:lnTo>
                <a:lnTo>
                  <a:pt x="12" y="6"/>
                </a:lnTo>
                <a:lnTo>
                  <a:pt x="18" y="12"/>
                </a:lnTo>
                <a:lnTo>
                  <a:pt x="24" y="12"/>
                </a:lnTo>
                <a:lnTo>
                  <a:pt x="24" y="18"/>
                </a:lnTo>
                <a:lnTo>
                  <a:pt x="30" y="18"/>
                </a:lnTo>
                <a:lnTo>
                  <a:pt x="36" y="24"/>
                </a:lnTo>
                <a:lnTo>
                  <a:pt x="42" y="24"/>
                </a:lnTo>
                <a:lnTo>
                  <a:pt x="42" y="30"/>
                </a:lnTo>
                <a:lnTo>
                  <a:pt x="48" y="30"/>
                </a:lnTo>
                <a:lnTo>
                  <a:pt x="54" y="36"/>
                </a:lnTo>
                <a:lnTo>
                  <a:pt x="60" y="36"/>
                </a:lnTo>
                <a:lnTo>
                  <a:pt x="66" y="42"/>
                </a:lnTo>
                <a:lnTo>
                  <a:pt x="72" y="42"/>
                </a:lnTo>
                <a:lnTo>
                  <a:pt x="72" y="48"/>
                </a:lnTo>
                <a:lnTo>
                  <a:pt x="78" y="48"/>
                </a:lnTo>
                <a:lnTo>
                  <a:pt x="84" y="48"/>
                </a:lnTo>
                <a:lnTo>
                  <a:pt x="84" y="54"/>
                </a:lnTo>
                <a:lnTo>
                  <a:pt x="90" y="54"/>
                </a:lnTo>
                <a:lnTo>
                  <a:pt x="96" y="54"/>
                </a:lnTo>
                <a:lnTo>
                  <a:pt x="96" y="60"/>
                </a:lnTo>
                <a:lnTo>
                  <a:pt x="102" y="60"/>
                </a:lnTo>
                <a:lnTo>
                  <a:pt x="108" y="60"/>
                </a:lnTo>
                <a:lnTo>
                  <a:pt x="114" y="66"/>
                </a:lnTo>
                <a:lnTo>
                  <a:pt x="120" y="66"/>
                </a:lnTo>
                <a:lnTo>
                  <a:pt x="126" y="72"/>
                </a:lnTo>
                <a:lnTo>
                  <a:pt x="132" y="72"/>
                </a:lnTo>
                <a:lnTo>
                  <a:pt x="138" y="72"/>
                </a:lnTo>
                <a:lnTo>
                  <a:pt x="144" y="78"/>
                </a:lnTo>
                <a:lnTo>
                  <a:pt x="150" y="78"/>
                </a:lnTo>
                <a:lnTo>
                  <a:pt x="156" y="78"/>
                </a:lnTo>
                <a:lnTo>
                  <a:pt x="156" y="84"/>
                </a:lnTo>
                <a:lnTo>
                  <a:pt x="162" y="84"/>
                </a:lnTo>
                <a:lnTo>
                  <a:pt x="168" y="84"/>
                </a:lnTo>
                <a:lnTo>
                  <a:pt x="174" y="84"/>
                </a:lnTo>
                <a:lnTo>
                  <a:pt x="174" y="90"/>
                </a:lnTo>
                <a:lnTo>
                  <a:pt x="180" y="90"/>
                </a:lnTo>
                <a:lnTo>
                  <a:pt x="186" y="90"/>
                </a:lnTo>
                <a:lnTo>
                  <a:pt x="192" y="90"/>
                </a:lnTo>
                <a:lnTo>
                  <a:pt x="198" y="90"/>
                </a:lnTo>
                <a:lnTo>
                  <a:pt x="198" y="96"/>
                </a:lnTo>
                <a:lnTo>
                  <a:pt x="204" y="96"/>
                </a:lnTo>
                <a:lnTo>
                  <a:pt x="210" y="96"/>
                </a:lnTo>
                <a:lnTo>
                  <a:pt x="216" y="96"/>
                </a:lnTo>
                <a:lnTo>
                  <a:pt x="222" y="96"/>
                </a:lnTo>
                <a:lnTo>
                  <a:pt x="228" y="96"/>
                </a:lnTo>
                <a:lnTo>
                  <a:pt x="234" y="102"/>
                </a:lnTo>
                <a:lnTo>
                  <a:pt x="240" y="102"/>
                </a:lnTo>
                <a:lnTo>
                  <a:pt x="246" y="102"/>
                </a:lnTo>
                <a:lnTo>
                  <a:pt x="252" y="102"/>
                </a:lnTo>
                <a:lnTo>
                  <a:pt x="258" y="102"/>
                </a:lnTo>
                <a:lnTo>
                  <a:pt x="264" y="102"/>
                </a:lnTo>
                <a:lnTo>
                  <a:pt x="270" y="102"/>
                </a:lnTo>
                <a:lnTo>
                  <a:pt x="276" y="102"/>
                </a:lnTo>
                <a:lnTo>
                  <a:pt x="282" y="102"/>
                </a:lnTo>
                <a:lnTo>
                  <a:pt x="288" y="102"/>
                </a:lnTo>
                <a:lnTo>
                  <a:pt x="294" y="102"/>
                </a:lnTo>
                <a:lnTo>
                  <a:pt x="300" y="102"/>
                </a:lnTo>
                <a:lnTo>
                  <a:pt x="306" y="102"/>
                </a:lnTo>
                <a:lnTo>
                  <a:pt x="312" y="102"/>
                </a:lnTo>
                <a:lnTo>
                  <a:pt x="318" y="102"/>
                </a:lnTo>
                <a:lnTo>
                  <a:pt x="324" y="102"/>
                </a:lnTo>
                <a:lnTo>
                  <a:pt x="330" y="102"/>
                </a:lnTo>
                <a:lnTo>
                  <a:pt x="336" y="102"/>
                </a:lnTo>
                <a:lnTo>
                  <a:pt x="342" y="102"/>
                </a:lnTo>
                <a:lnTo>
                  <a:pt x="348" y="102"/>
                </a:lnTo>
                <a:lnTo>
                  <a:pt x="354" y="102"/>
                </a:lnTo>
                <a:lnTo>
                  <a:pt x="360" y="102"/>
                </a:lnTo>
                <a:lnTo>
                  <a:pt x="366" y="96"/>
                </a:lnTo>
                <a:lnTo>
                  <a:pt x="372" y="96"/>
                </a:lnTo>
                <a:lnTo>
                  <a:pt x="378" y="96"/>
                </a:lnTo>
                <a:lnTo>
                  <a:pt x="384" y="96"/>
                </a:lnTo>
                <a:lnTo>
                  <a:pt x="390" y="96"/>
                </a:lnTo>
                <a:lnTo>
                  <a:pt x="396" y="96"/>
                </a:lnTo>
                <a:lnTo>
                  <a:pt x="396" y="90"/>
                </a:lnTo>
                <a:lnTo>
                  <a:pt x="402" y="90"/>
                </a:lnTo>
                <a:lnTo>
                  <a:pt x="408" y="90"/>
                </a:lnTo>
                <a:lnTo>
                  <a:pt x="414" y="90"/>
                </a:lnTo>
                <a:lnTo>
                  <a:pt x="420" y="90"/>
                </a:lnTo>
                <a:lnTo>
                  <a:pt x="420" y="84"/>
                </a:lnTo>
                <a:lnTo>
                  <a:pt x="426" y="84"/>
                </a:lnTo>
                <a:lnTo>
                  <a:pt x="432" y="84"/>
                </a:lnTo>
                <a:lnTo>
                  <a:pt x="438" y="84"/>
                </a:lnTo>
                <a:lnTo>
                  <a:pt x="438" y="78"/>
                </a:lnTo>
                <a:lnTo>
                  <a:pt x="444" y="78"/>
                </a:lnTo>
                <a:lnTo>
                  <a:pt x="450" y="78"/>
                </a:lnTo>
                <a:lnTo>
                  <a:pt x="456" y="72"/>
                </a:lnTo>
                <a:lnTo>
                  <a:pt x="462" y="72"/>
                </a:lnTo>
                <a:lnTo>
                  <a:pt x="468" y="72"/>
                </a:lnTo>
                <a:lnTo>
                  <a:pt x="474" y="66"/>
                </a:lnTo>
                <a:lnTo>
                  <a:pt x="480" y="66"/>
                </a:lnTo>
                <a:lnTo>
                  <a:pt x="486" y="60"/>
                </a:lnTo>
                <a:lnTo>
                  <a:pt x="492" y="60"/>
                </a:lnTo>
                <a:lnTo>
                  <a:pt x="498" y="60"/>
                </a:lnTo>
                <a:lnTo>
                  <a:pt x="498" y="54"/>
                </a:lnTo>
                <a:lnTo>
                  <a:pt x="504" y="54"/>
                </a:lnTo>
                <a:lnTo>
                  <a:pt x="510" y="54"/>
                </a:lnTo>
                <a:lnTo>
                  <a:pt x="510" y="48"/>
                </a:lnTo>
                <a:lnTo>
                  <a:pt x="516" y="48"/>
                </a:lnTo>
                <a:lnTo>
                  <a:pt x="522" y="48"/>
                </a:lnTo>
                <a:lnTo>
                  <a:pt x="522" y="42"/>
                </a:lnTo>
                <a:lnTo>
                  <a:pt x="528" y="42"/>
                </a:lnTo>
                <a:lnTo>
                  <a:pt x="534" y="36"/>
                </a:lnTo>
                <a:lnTo>
                  <a:pt x="540" y="36"/>
                </a:lnTo>
                <a:lnTo>
                  <a:pt x="546" y="30"/>
                </a:lnTo>
                <a:lnTo>
                  <a:pt x="552" y="30"/>
                </a:lnTo>
                <a:lnTo>
                  <a:pt x="552" y="24"/>
                </a:lnTo>
                <a:lnTo>
                  <a:pt x="558" y="24"/>
                </a:lnTo>
                <a:lnTo>
                  <a:pt x="564" y="18"/>
                </a:lnTo>
                <a:lnTo>
                  <a:pt x="570" y="18"/>
                </a:lnTo>
                <a:lnTo>
                  <a:pt x="570" y="12"/>
                </a:lnTo>
                <a:lnTo>
                  <a:pt x="576" y="12"/>
                </a:lnTo>
                <a:lnTo>
                  <a:pt x="582" y="6"/>
                </a:lnTo>
                <a:lnTo>
                  <a:pt x="588" y="0"/>
                </a:lnTo>
                <a:lnTo>
                  <a:pt x="594" y="0"/>
                </a:lnTo>
              </a:path>
            </a:pathLst>
          </a:custGeom>
          <a:noFill/>
          <a:ln w="12700">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49" name="Line 49"/>
          <p:cNvSpPr>
            <a:spLocks noChangeShapeType="1"/>
          </p:cNvSpPr>
          <p:nvPr/>
        </p:nvSpPr>
        <p:spPr bwMode="auto">
          <a:xfrm>
            <a:off x="7331075" y="5849938"/>
            <a:ext cx="2727325" cy="1587"/>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50" name="Line 50"/>
          <p:cNvSpPr>
            <a:spLocks noChangeShapeType="1"/>
          </p:cNvSpPr>
          <p:nvPr/>
        </p:nvSpPr>
        <p:spPr bwMode="auto">
          <a:xfrm>
            <a:off x="8674100" y="3840163"/>
            <a:ext cx="1588" cy="2255837"/>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51" name="Freeform 51"/>
          <p:cNvSpPr/>
          <p:nvPr/>
        </p:nvSpPr>
        <p:spPr bwMode="auto">
          <a:xfrm>
            <a:off x="7702550" y="3954463"/>
            <a:ext cx="649288" cy="1403350"/>
          </a:xfrm>
          <a:custGeom>
            <a:avLst/>
            <a:gdLst>
              <a:gd name="T0" fmla="*/ 2147483647 w 594"/>
              <a:gd name="T1" fmla="*/ 2147483647 h 1284"/>
              <a:gd name="T2" fmla="*/ 2147483647 w 594"/>
              <a:gd name="T3" fmla="*/ 2147483647 h 1284"/>
              <a:gd name="T4" fmla="*/ 2147483647 w 594"/>
              <a:gd name="T5" fmla="*/ 2147483647 h 1284"/>
              <a:gd name="T6" fmla="*/ 2147483647 w 594"/>
              <a:gd name="T7" fmla="*/ 2147483647 h 1284"/>
              <a:gd name="T8" fmla="*/ 2147483647 w 594"/>
              <a:gd name="T9" fmla="*/ 2147483647 h 1284"/>
              <a:gd name="T10" fmla="*/ 2147483647 w 594"/>
              <a:gd name="T11" fmla="*/ 2147483647 h 1284"/>
              <a:gd name="T12" fmla="*/ 2147483647 w 594"/>
              <a:gd name="T13" fmla="*/ 2147483647 h 1284"/>
              <a:gd name="T14" fmla="*/ 2147483647 w 594"/>
              <a:gd name="T15" fmla="*/ 2147483647 h 1284"/>
              <a:gd name="T16" fmla="*/ 2147483647 w 594"/>
              <a:gd name="T17" fmla="*/ 2147483647 h 1284"/>
              <a:gd name="T18" fmla="*/ 2147483647 w 594"/>
              <a:gd name="T19" fmla="*/ 2147483647 h 1284"/>
              <a:gd name="T20" fmla="*/ 2147483647 w 594"/>
              <a:gd name="T21" fmla="*/ 2147483647 h 1284"/>
              <a:gd name="T22" fmla="*/ 2147483647 w 594"/>
              <a:gd name="T23" fmla="*/ 2147483647 h 1284"/>
              <a:gd name="T24" fmla="*/ 2147483647 w 594"/>
              <a:gd name="T25" fmla="*/ 2147483647 h 1284"/>
              <a:gd name="T26" fmla="*/ 2147483647 w 594"/>
              <a:gd name="T27" fmla="*/ 2147483647 h 1284"/>
              <a:gd name="T28" fmla="*/ 2147483647 w 594"/>
              <a:gd name="T29" fmla="*/ 2147483647 h 1284"/>
              <a:gd name="T30" fmla="*/ 2147483647 w 594"/>
              <a:gd name="T31" fmla="*/ 2147483647 h 1284"/>
              <a:gd name="T32" fmla="*/ 2147483647 w 594"/>
              <a:gd name="T33" fmla="*/ 2147483647 h 1284"/>
              <a:gd name="T34" fmla="*/ 2147483647 w 594"/>
              <a:gd name="T35" fmla="*/ 2147483647 h 1284"/>
              <a:gd name="T36" fmla="*/ 2147483647 w 594"/>
              <a:gd name="T37" fmla="*/ 2147483647 h 1284"/>
              <a:gd name="T38" fmla="*/ 2147483647 w 594"/>
              <a:gd name="T39" fmla="*/ 2147483647 h 1284"/>
              <a:gd name="T40" fmla="*/ 2147483647 w 594"/>
              <a:gd name="T41" fmla="*/ 2147483647 h 1284"/>
              <a:gd name="T42" fmla="*/ 2147483647 w 594"/>
              <a:gd name="T43" fmla="*/ 2147483647 h 1284"/>
              <a:gd name="T44" fmla="*/ 2147483647 w 594"/>
              <a:gd name="T45" fmla="*/ 2147483647 h 1284"/>
              <a:gd name="T46" fmla="*/ 2147483647 w 594"/>
              <a:gd name="T47" fmla="*/ 2147483647 h 1284"/>
              <a:gd name="T48" fmla="*/ 2147483647 w 594"/>
              <a:gd name="T49" fmla="*/ 2147483647 h 1284"/>
              <a:gd name="T50" fmla="*/ 2147483647 w 594"/>
              <a:gd name="T51" fmla="*/ 2147483647 h 1284"/>
              <a:gd name="T52" fmla="*/ 2147483647 w 594"/>
              <a:gd name="T53" fmla="*/ 2147483647 h 1284"/>
              <a:gd name="T54" fmla="*/ 2147483647 w 594"/>
              <a:gd name="T55" fmla="*/ 2147483647 h 1284"/>
              <a:gd name="T56" fmla="*/ 2147483647 w 594"/>
              <a:gd name="T57" fmla="*/ 2147483647 h 1284"/>
              <a:gd name="T58" fmla="*/ 2147483647 w 594"/>
              <a:gd name="T59" fmla="*/ 2147483647 h 1284"/>
              <a:gd name="T60" fmla="*/ 2147483647 w 594"/>
              <a:gd name="T61" fmla="*/ 2147483647 h 1284"/>
              <a:gd name="T62" fmla="*/ 2147483647 w 594"/>
              <a:gd name="T63" fmla="*/ 2147483647 h 1284"/>
              <a:gd name="T64" fmla="*/ 2147483647 w 594"/>
              <a:gd name="T65" fmla="*/ 2147483647 h 1284"/>
              <a:gd name="T66" fmla="*/ 2147483647 w 594"/>
              <a:gd name="T67" fmla="*/ 2147483647 h 1284"/>
              <a:gd name="T68" fmla="*/ 2147483647 w 594"/>
              <a:gd name="T69" fmla="*/ 2147483647 h 1284"/>
              <a:gd name="T70" fmla="*/ 2147483647 w 594"/>
              <a:gd name="T71" fmla="*/ 2147483647 h 1284"/>
              <a:gd name="T72" fmla="*/ 2147483647 w 594"/>
              <a:gd name="T73" fmla="*/ 2147483647 h 1284"/>
              <a:gd name="T74" fmla="*/ 2147483647 w 594"/>
              <a:gd name="T75" fmla="*/ 2147483647 h 1284"/>
              <a:gd name="T76" fmla="*/ 2147483647 w 594"/>
              <a:gd name="T77" fmla="*/ 2147483647 h 1284"/>
              <a:gd name="T78" fmla="*/ 2147483647 w 594"/>
              <a:gd name="T79" fmla="*/ 2147483647 h 1284"/>
              <a:gd name="T80" fmla="*/ 2147483647 w 594"/>
              <a:gd name="T81" fmla="*/ 2147483647 h 1284"/>
              <a:gd name="T82" fmla="*/ 2147483647 w 594"/>
              <a:gd name="T83" fmla="*/ 2147483647 h 1284"/>
              <a:gd name="T84" fmla="*/ 2147483647 w 594"/>
              <a:gd name="T85" fmla="*/ 2147483647 h 1284"/>
              <a:gd name="T86" fmla="*/ 2147483647 w 594"/>
              <a:gd name="T87" fmla="*/ 2147483647 h 1284"/>
              <a:gd name="T88" fmla="*/ 2147483647 w 594"/>
              <a:gd name="T89" fmla="*/ 2147483647 h 1284"/>
              <a:gd name="T90" fmla="*/ 2147483647 w 594"/>
              <a:gd name="T91" fmla="*/ 2147483647 h 1284"/>
              <a:gd name="T92" fmla="*/ 2147483647 w 594"/>
              <a:gd name="T93" fmla="*/ 2147483647 h 1284"/>
              <a:gd name="T94" fmla="*/ 2147483647 w 594"/>
              <a:gd name="T95" fmla="*/ 2147483647 h 1284"/>
              <a:gd name="T96" fmla="*/ 2147483647 w 594"/>
              <a:gd name="T97" fmla="*/ 2147483647 h 1284"/>
              <a:gd name="T98" fmla="*/ 2147483647 w 594"/>
              <a:gd name="T99" fmla="*/ 2147483647 h 1284"/>
              <a:gd name="T100" fmla="*/ 2147483647 w 594"/>
              <a:gd name="T101" fmla="*/ 2147483647 h 128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1284">
                <a:moveTo>
                  <a:pt x="0" y="0"/>
                </a:moveTo>
                <a:lnTo>
                  <a:pt x="6" y="12"/>
                </a:lnTo>
                <a:lnTo>
                  <a:pt x="6" y="24"/>
                </a:lnTo>
                <a:lnTo>
                  <a:pt x="6" y="30"/>
                </a:lnTo>
                <a:lnTo>
                  <a:pt x="12" y="42"/>
                </a:lnTo>
                <a:lnTo>
                  <a:pt x="12" y="54"/>
                </a:lnTo>
                <a:lnTo>
                  <a:pt x="18" y="60"/>
                </a:lnTo>
                <a:lnTo>
                  <a:pt x="18" y="72"/>
                </a:lnTo>
                <a:lnTo>
                  <a:pt x="18" y="84"/>
                </a:lnTo>
                <a:lnTo>
                  <a:pt x="24" y="90"/>
                </a:lnTo>
                <a:lnTo>
                  <a:pt x="24" y="102"/>
                </a:lnTo>
                <a:lnTo>
                  <a:pt x="30" y="108"/>
                </a:lnTo>
                <a:lnTo>
                  <a:pt x="30" y="120"/>
                </a:lnTo>
                <a:lnTo>
                  <a:pt x="30" y="132"/>
                </a:lnTo>
                <a:lnTo>
                  <a:pt x="36" y="138"/>
                </a:lnTo>
                <a:lnTo>
                  <a:pt x="36" y="150"/>
                </a:lnTo>
                <a:lnTo>
                  <a:pt x="36" y="156"/>
                </a:lnTo>
                <a:lnTo>
                  <a:pt x="42" y="168"/>
                </a:lnTo>
                <a:lnTo>
                  <a:pt x="42" y="174"/>
                </a:lnTo>
                <a:lnTo>
                  <a:pt x="48" y="186"/>
                </a:lnTo>
                <a:lnTo>
                  <a:pt x="48" y="192"/>
                </a:lnTo>
                <a:lnTo>
                  <a:pt x="48" y="204"/>
                </a:lnTo>
                <a:lnTo>
                  <a:pt x="54" y="210"/>
                </a:lnTo>
                <a:lnTo>
                  <a:pt x="54" y="222"/>
                </a:lnTo>
                <a:lnTo>
                  <a:pt x="60" y="228"/>
                </a:lnTo>
                <a:lnTo>
                  <a:pt x="60" y="240"/>
                </a:lnTo>
                <a:lnTo>
                  <a:pt x="60" y="246"/>
                </a:lnTo>
                <a:lnTo>
                  <a:pt x="66" y="258"/>
                </a:lnTo>
                <a:lnTo>
                  <a:pt x="66" y="264"/>
                </a:lnTo>
                <a:lnTo>
                  <a:pt x="72" y="270"/>
                </a:lnTo>
                <a:lnTo>
                  <a:pt x="72" y="282"/>
                </a:lnTo>
                <a:lnTo>
                  <a:pt x="72" y="288"/>
                </a:lnTo>
                <a:lnTo>
                  <a:pt x="78" y="300"/>
                </a:lnTo>
                <a:lnTo>
                  <a:pt x="78" y="306"/>
                </a:lnTo>
                <a:lnTo>
                  <a:pt x="78" y="312"/>
                </a:lnTo>
                <a:lnTo>
                  <a:pt x="84" y="324"/>
                </a:lnTo>
                <a:lnTo>
                  <a:pt x="84" y="330"/>
                </a:lnTo>
                <a:lnTo>
                  <a:pt x="90" y="342"/>
                </a:lnTo>
                <a:lnTo>
                  <a:pt x="90" y="348"/>
                </a:lnTo>
                <a:lnTo>
                  <a:pt x="90" y="354"/>
                </a:lnTo>
                <a:lnTo>
                  <a:pt x="96" y="366"/>
                </a:lnTo>
                <a:lnTo>
                  <a:pt x="96" y="372"/>
                </a:lnTo>
                <a:lnTo>
                  <a:pt x="102" y="378"/>
                </a:lnTo>
                <a:lnTo>
                  <a:pt x="102" y="384"/>
                </a:lnTo>
                <a:lnTo>
                  <a:pt x="102" y="396"/>
                </a:lnTo>
                <a:lnTo>
                  <a:pt x="108" y="402"/>
                </a:lnTo>
                <a:lnTo>
                  <a:pt x="108" y="408"/>
                </a:lnTo>
                <a:lnTo>
                  <a:pt x="108" y="420"/>
                </a:lnTo>
                <a:lnTo>
                  <a:pt x="114" y="426"/>
                </a:lnTo>
                <a:lnTo>
                  <a:pt x="114" y="432"/>
                </a:lnTo>
                <a:lnTo>
                  <a:pt x="120" y="438"/>
                </a:lnTo>
                <a:lnTo>
                  <a:pt x="120" y="450"/>
                </a:lnTo>
                <a:lnTo>
                  <a:pt x="120" y="456"/>
                </a:lnTo>
                <a:lnTo>
                  <a:pt x="126" y="462"/>
                </a:lnTo>
                <a:lnTo>
                  <a:pt x="126" y="468"/>
                </a:lnTo>
                <a:lnTo>
                  <a:pt x="132" y="480"/>
                </a:lnTo>
                <a:lnTo>
                  <a:pt x="132" y="486"/>
                </a:lnTo>
                <a:lnTo>
                  <a:pt x="132" y="492"/>
                </a:lnTo>
                <a:lnTo>
                  <a:pt x="138" y="498"/>
                </a:lnTo>
                <a:lnTo>
                  <a:pt x="138" y="504"/>
                </a:lnTo>
                <a:lnTo>
                  <a:pt x="138" y="510"/>
                </a:lnTo>
                <a:lnTo>
                  <a:pt x="144" y="522"/>
                </a:lnTo>
                <a:lnTo>
                  <a:pt x="144" y="528"/>
                </a:lnTo>
                <a:lnTo>
                  <a:pt x="150" y="534"/>
                </a:lnTo>
                <a:lnTo>
                  <a:pt x="150" y="540"/>
                </a:lnTo>
                <a:lnTo>
                  <a:pt x="150" y="546"/>
                </a:lnTo>
                <a:lnTo>
                  <a:pt x="156" y="552"/>
                </a:lnTo>
                <a:lnTo>
                  <a:pt x="156" y="558"/>
                </a:lnTo>
                <a:lnTo>
                  <a:pt x="162" y="570"/>
                </a:lnTo>
                <a:lnTo>
                  <a:pt x="162" y="576"/>
                </a:lnTo>
                <a:lnTo>
                  <a:pt x="162" y="582"/>
                </a:lnTo>
                <a:lnTo>
                  <a:pt x="168" y="588"/>
                </a:lnTo>
                <a:lnTo>
                  <a:pt x="168" y="594"/>
                </a:lnTo>
                <a:lnTo>
                  <a:pt x="174" y="600"/>
                </a:lnTo>
                <a:lnTo>
                  <a:pt x="174" y="606"/>
                </a:lnTo>
                <a:lnTo>
                  <a:pt x="174" y="612"/>
                </a:lnTo>
                <a:lnTo>
                  <a:pt x="180" y="618"/>
                </a:lnTo>
                <a:lnTo>
                  <a:pt x="180" y="624"/>
                </a:lnTo>
                <a:lnTo>
                  <a:pt x="180" y="630"/>
                </a:lnTo>
                <a:lnTo>
                  <a:pt x="186" y="636"/>
                </a:lnTo>
                <a:lnTo>
                  <a:pt x="186" y="642"/>
                </a:lnTo>
                <a:lnTo>
                  <a:pt x="192" y="648"/>
                </a:lnTo>
                <a:lnTo>
                  <a:pt x="192" y="654"/>
                </a:lnTo>
                <a:lnTo>
                  <a:pt x="192" y="666"/>
                </a:lnTo>
                <a:lnTo>
                  <a:pt x="198" y="672"/>
                </a:lnTo>
                <a:lnTo>
                  <a:pt x="198" y="678"/>
                </a:lnTo>
                <a:lnTo>
                  <a:pt x="204" y="684"/>
                </a:lnTo>
                <a:lnTo>
                  <a:pt x="204" y="690"/>
                </a:lnTo>
                <a:lnTo>
                  <a:pt x="210" y="696"/>
                </a:lnTo>
                <a:lnTo>
                  <a:pt x="210" y="702"/>
                </a:lnTo>
                <a:lnTo>
                  <a:pt x="210" y="708"/>
                </a:lnTo>
                <a:lnTo>
                  <a:pt x="216" y="714"/>
                </a:lnTo>
                <a:lnTo>
                  <a:pt x="216" y="720"/>
                </a:lnTo>
                <a:lnTo>
                  <a:pt x="222" y="726"/>
                </a:lnTo>
                <a:lnTo>
                  <a:pt x="222" y="732"/>
                </a:lnTo>
                <a:lnTo>
                  <a:pt x="222" y="738"/>
                </a:lnTo>
                <a:lnTo>
                  <a:pt x="228" y="744"/>
                </a:lnTo>
                <a:lnTo>
                  <a:pt x="228" y="750"/>
                </a:lnTo>
                <a:lnTo>
                  <a:pt x="234" y="756"/>
                </a:lnTo>
                <a:lnTo>
                  <a:pt x="234" y="762"/>
                </a:lnTo>
                <a:lnTo>
                  <a:pt x="234" y="768"/>
                </a:lnTo>
                <a:lnTo>
                  <a:pt x="240" y="774"/>
                </a:lnTo>
                <a:lnTo>
                  <a:pt x="240" y="780"/>
                </a:lnTo>
                <a:lnTo>
                  <a:pt x="246" y="780"/>
                </a:lnTo>
                <a:lnTo>
                  <a:pt x="246" y="786"/>
                </a:lnTo>
                <a:lnTo>
                  <a:pt x="246" y="792"/>
                </a:lnTo>
                <a:lnTo>
                  <a:pt x="252" y="798"/>
                </a:lnTo>
                <a:lnTo>
                  <a:pt x="252" y="804"/>
                </a:lnTo>
                <a:lnTo>
                  <a:pt x="252" y="810"/>
                </a:lnTo>
                <a:lnTo>
                  <a:pt x="258" y="816"/>
                </a:lnTo>
                <a:lnTo>
                  <a:pt x="264" y="822"/>
                </a:lnTo>
                <a:lnTo>
                  <a:pt x="264" y="828"/>
                </a:lnTo>
                <a:lnTo>
                  <a:pt x="264" y="834"/>
                </a:lnTo>
                <a:lnTo>
                  <a:pt x="270" y="840"/>
                </a:lnTo>
                <a:lnTo>
                  <a:pt x="270" y="846"/>
                </a:lnTo>
                <a:lnTo>
                  <a:pt x="276" y="846"/>
                </a:lnTo>
                <a:lnTo>
                  <a:pt x="276" y="852"/>
                </a:lnTo>
                <a:lnTo>
                  <a:pt x="276" y="858"/>
                </a:lnTo>
                <a:lnTo>
                  <a:pt x="282" y="864"/>
                </a:lnTo>
                <a:lnTo>
                  <a:pt x="282" y="870"/>
                </a:lnTo>
                <a:lnTo>
                  <a:pt x="288" y="876"/>
                </a:lnTo>
                <a:lnTo>
                  <a:pt x="288" y="882"/>
                </a:lnTo>
                <a:lnTo>
                  <a:pt x="294" y="888"/>
                </a:lnTo>
                <a:lnTo>
                  <a:pt x="294" y="894"/>
                </a:lnTo>
                <a:lnTo>
                  <a:pt x="300" y="900"/>
                </a:lnTo>
                <a:lnTo>
                  <a:pt x="300" y="906"/>
                </a:lnTo>
                <a:lnTo>
                  <a:pt x="306" y="912"/>
                </a:lnTo>
                <a:lnTo>
                  <a:pt x="306" y="918"/>
                </a:lnTo>
                <a:lnTo>
                  <a:pt x="312" y="924"/>
                </a:lnTo>
                <a:lnTo>
                  <a:pt x="312" y="930"/>
                </a:lnTo>
                <a:lnTo>
                  <a:pt x="318" y="930"/>
                </a:lnTo>
                <a:lnTo>
                  <a:pt x="318" y="936"/>
                </a:lnTo>
                <a:lnTo>
                  <a:pt x="318" y="942"/>
                </a:lnTo>
                <a:lnTo>
                  <a:pt x="324" y="942"/>
                </a:lnTo>
                <a:lnTo>
                  <a:pt x="324" y="948"/>
                </a:lnTo>
                <a:lnTo>
                  <a:pt x="324" y="954"/>
                </a:lnTo>
                <a:lnTo>
                  <a:pt x="330" y="960"/>
                </a:lnTo>
                <a:lnTo>
                  <a:pt x="336" y="966"/>
                </a:lnTo>
                <a:lnTo>
                  <a:pt x="336" y="972"/>
                </a:lnTo>
                <a:lnTo>
                  <a:pt x="342" y="978"/>
                </a:lnTo>
                <a:lnTo>
                  <a:pt x="342" y="984"/>
                </a:lnTo>
                <a:lnTo>
                  <a:pt x="348" y="984"/>
                </a:lnTo>
                <a:lnTo>
                  <a:pt x="348" y="990"/>
                </a:lnTo>
                <a:lnTo>
                  <a:pt x="348" y="996"/>
                </a:lnTo>
                <a:lnTo>
                  <a:pt x="354" y="996"/>
                </a:lnTo>
                <a:lnTo>
                  <a:pt x="354" y="1002"/>
                </a:lnTo>
                <a:lnTo>
                  <a:pt x="354" y="1008"/>
                </a:lnTo>
                <a:lnTo>
                  <a:pt x="360" y="1008"/>
                </a:lnTo>
                <a:lnTo>
                  <a:pt x="360" y="1014"/>
                </a:lnTo>
                <a:lnTo>
                  <a:pt x="366" y="1014"/>
                </a:lnTo>
                <a:lnTo>
                  <a:pt x="366" y="1020"/>
                </a:lnTo>
                <a:lnTo>
                  <a:pt x="366" y="1026"/>
                </a:lnTo>
                <a:lnTo>
                  <a:pt x="372" y="1026"/>
                </a:lnTo>
                <a:lnTo>
                  <a:pt x="372" y="1032"/>
                </a:lnTo>
                <a:lnTo>
                  <a:pt x="378" y="1032"/>
                </a:lnTo>
                <a:lnTo>
                  <a:pt x="378" y="1038"/>
                </a:lnTo>
                <a:lnTo>
                  <a:pt x="378" y="1044"/>
                </a:lnTo>
                <a:lnTo>
                  <a:pt x="384" y="1044"/>
                </a:lnTo>
                <a:lnTo>
                  <a:pt x="384" y="1050"/>
                </a:lnTo>
                <a:lnTo>
                  <a:pt x="390" y="1050"/>
                </a:lnTo>
                <a:lnTo>
                  <a:pt x="390" y="1056"/>
                </a:lnTo>
                <a:lnTo>
                  <a:pt x="390" y="1062"/>
                </a:lnTo>
                <a:lnTo>
                  <a:pt x="396" y="1062"/>
                </a:lnTo>
                <a:lnTo>
                  <a:pt x="396" y="1068"/>
                </a:lnTo>
                <a:lnTo>
                  <a:pt x="402" y="1074"/>
                </a:lnTo>
                <a:lnTo>
                  <a:pt x="408" y="1080"/>
                </a:lnTo>
                <a:lnTo>
                  <a:pt x="408" y="1086"/>
                </a:lnTo>
                <a:lnTo>
                  <a:pt x="414" y="1092"/>
                </a:lnTo>
                <a:lnTo>
                  <a:pt x="420" y="1098"/>
                </a:lnTo>
                <a:lnTo>
                  <a:pt x="420" y="1104"/>
                </a:lnTo>
                <a:lnTo>
                  <a:pt x="426" y="1104"/>
                </a:lnTo>
                <a:lnTo>
                  <a:pt x="426" y="1110"/>
                </a:lnTo>
                <a:lnTo>
                  <a:pt x="432" y="1116"/>
                </a:lnTo>
                <a:lnTo>
                  <a:pt x="438" y="1122"/>
                </a:lnTo>
                <a:lnTo>
                  <a:pt x="438" y="1128"/>
                </a:lnTo>
                <a:lnTo>
                  <a:pt x="444" y="1128"/>
                </a:lnTo>
                <a:lnTo>
                  <a:pt x="444" y="1134"/>
                </a:lnTo>
                <a:lnTo>
                  <a:pt x="450" y="1134"/>
                </a:lnTo>
                <a:lnTo>
                  <a:pt x="450" y="1140"/>
                </a:lnTo>
                <a:lnTo>
                  <a:pt x="456" y="1146"/>
                </a:lnTo>
                <a:lnTo>
                  <a:pt x="462" y="1152"/>
                </a:lnTo>
                <a:lnTo>
                  <a:pt x="462" y="1158"/>
                </a:lnTo>
                <a:lnTo>
                  <a:pt x="468" y="1158"/>
                </a:lnTo>
                <a:lnTo>
                  <a:pt x="468" y="1164"/>
                </a:lnTo>
                <a:lnTo>
                  <a:pt x="474" y="1170"/>
                </a:lnTo>
                <a:lnTo>
                  <a:pt x="480" y="1170"/>
                </a:lnTo>
                <a:lnTo>
                  <a:pt x="480" y="1176"/>
                </a:lnTo>
                <a:lnTo>
                  <a:pt x="486" y="1182"/>
                </a:lnTo>
                <a:lnTo>
                  <a:pt x="492" y="1188"/>
                </a:lnTo>
                <a:lnTo>
                  <a:pt x="498" y="1194"/>
                </a:lnTo>
                <a:lnTo>
                  <a:pt x="498" y="1200"/>
                </a:lnTo>
                <a:lnTo>
                  <a:pt x="504" y="1200"/>
                </a:lnTo>
                <a:lnTo>
                  <a:pt x="510" y="1206"/>
                </a:lnTo>
                <a:lnTo>
                  <a:pt x="510" y="1212"/>
                </a:lnTo>
                <a:lnTo>
                  <a:pt x="516" y="1212"/>
                </a:lnTo>
                <a:lnTo>
                  <a:pt x="522" y="1218"/>
                </a:lnTo>
                <a:lnTo>
                  <a:pt x="522" y="1224"/>
                </a:lnTo>
                <a:lnTo>
                  <a:pt x="528" y="1224"/>
                </a:lnTo>
                <a:lnTo>
                  <a:pt x="534" y="1230"/>
                </a:lnTo>
                <a:lnTo>
                  <a:pt x="540" y="1236"/>
                </a:lnTo>
                <a:lnTo>
                  <a:pt x="540" y="1242"/>
                </a:lnTo>
                <a:lnTo>
                  <a:pt x="546" y="1242"/>
                </a:lnTo>
                <a:lnTo>
                  <a:pt x="552" y="1248"/>
                </a:lnTo>
                <a:lnTo>
                  <a:pt x="558" y="1254"/>
                </a:lnTo>
                <a:lnTo>
                  <a:pt x="564" y="1254"/>
                </a:lnTo>
                <a:lnTo>
                  <a:pt x="564" y="1260"/>
                </a:lnTo>
                <a:lnTo>
                  <a:pt x="570" y="1260"/>
                </a:lnTo>
                <a:lnTo>
                  <a:pt x="570" y="1266"/>
                </a:lnTo>
                <a:lnTo>
                  <a:pt x="576" y="1266"/>
                </a:lnTo>
                <a:lnTo>
                  <a:pt x="582" y="1272"/>
                </a:lnTo>
                <a:lnTo>
                  <a:pt x="588" y="1278"/>
                </a:lnTo>
                <a:lnTo>
                  <a:pt x="594" y="1278"/>
                </a:lnTo>
                <a:lnTo>
                  <a:pt x="594" y="1284"/>
                </a:lnTo>
              </a:path>
            </a:pathLst>
          </a:custGeom>
          <a:noFill/>
          <a:ln w="12700">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nvGrpSpPr>
          <p:cNvPr id="52" name="Group 52"/>
          <p:cNvGrpSpPr/>
          <p:nvPr/>
        </p:nvGrpSpPr>
        <p:grpSpPr bwMode="auto">
          <a:xfrm>
            <a:off x="9002713" y="3954463"/>
            <a:ext cx="649287" cy="1403350"/>
            <a:chOff x="4746" y="2265"/>
            <a:chExt cx="594" cy="1284"/>
          </a:xfrm>
        </p:grpSpPr>
        <p:sp>
          <p:nvSpPr>
            <p:cNvPr id="53" name="Freeform 53"/>
            <p:cNvSpPr/>
            <p:nvPr/>
          </p:nvSpPr>
          <p:spPr bwMode="auto">
            <a:xfrm>
              <a:off x="4746" y="2277"/>
              <a:ext cx="588" cy="1272"/>
            </a:xfrm>
            <a:custGeom>
              <a:avLst/>
              <a:gdLst>
                <a:gd name="T0" fmla="*/ 6 w 588"/>
                <a:gd name="T1" fmla="*/ 1266 h 1272"/>
                <a:gd name="T2" fmla="*/ 18 w 588"/>
                <a:gd name="T3" fmla="*/ 1254 h 1272"/>
                <a:gd name="T4" fmla="*/ 30 w 588"/>
                <a:gd name="T5" fmla="*/ 1248 h 1272"/>
                <a:gd name="T6" fmla="*/ 42 w 588"/>
                <a:gd name="T7" fmla="*/ 1236 h 1272"/>
                <a:gd name="T8" fmla="*/ 54 w 588"/>
                <a:gd name="T9" fmla="*/ 1224 h 1272"/>
                <a:gd name="T10" fmla="*/ 66 w 588"/>
                <a:gd name="T11" fmla="*/ 1212 h 1272"/>
                <a:gd name="T12" fmla="*/ 78 w 588"/>
                <a:gd name="T13" fmla="*/ 1200 h 1272"/>
                <a:gd name="T14" fmla="*/ 90 w 588"/>
                <a:gd name="T15" fmla="*/ 1188 h 1272"/>
                <a:gd name="T16" fmla="*/ 102 w 588"/>
                <a:gd name="T17" fmla="*/ 1176 h 1272"/>
                <a:gd name="T18" fmla="*/ 114 w 588"/>
                <a:gd name="T19" fmla="*/ 1164 h 1272"/>
                <a:gd name="T20" fmla="*/ 126 w 588"/>
                <a:gd name="T21" fmla="*/ 1152 h 1272"/>
                <a:gd name="T22" fmla="*/ 132 w 588"/>
                <a:gd name="T23" fmla="*/ 1140 h 1272"/>
                <a:gd name="T24" fmla="*/ 144 w 588"/>
                <a:gd name="T25" fmla="*/ 1122 h 1272"/>
                <a:gd name="T26" fmla="*/ 156 w 588"/>
                <a:gd name="T27" fmla="*/ 1110 h 1272"/>
                <a:gd name="T28" fmla="*/ 168 w 588"/>
                <a:gd name="T29" fmla="*/ 1092 h 1272"/>
                <a:gd name="T30" fmla="*/ 180 w 588"/>
                <a:gd name="T31" fmla="*/ 1080 h 1272"/>
                <a:gd name="T32" fmla="*/ 192 w 588"/>
                <a:gd name="T33" fmla="*/ 1062 h 1272"/>
                <a:gd name="T34" fmla="*/ 204 w 588"/>
                <a:gd name="T35" fmla="*/ 1044 h 1272"/>
                <a:gd name="T36" fmla="*/ 216 w 588"/>
                <a:gd name="T37" fmla="*/ 1026 h 1272"/>
                <a:gd name="T38" fmla="*/ 228 w 588"/>
                <a:gd name="T39" fmla="*/ 1008 h 1272"/>
                <a:gd name="T40" fmla="*/ 240 w 588"/>
                <a:gd name="T41" fmla="*/ 990 h 1272"/>
                <a:gd name="T42" fmla="*/ 252 w 588"/>
                <a:gd name="T43" fmla="*/ 972 h 1272"/>
                <a:gd name="T44" fmla="*/ 264 w 588"/>
                <a:gd name="T45" fmla="*/ 948 h 1272"/>
                <a:gd name="T46" fmla="*/ 276 w 588"/>
                <a:gd name="T47" fmla="*/ 930 h 1272"/>
                <a:gd name="T48" fmla="*/ 288 w 588"/>
                <a:gd name="T49" fmla="*/ 906 h 1272"/>
                <a:gd name="T50" fmla="*/ 300 w 588"/>
                <a:gd name="T51" fmla="*/ 882 h 1272"/>
                <a:gd name="T52" fmla="*/ 312 w 588"/>
                <a:gd name="T53" fmla="*/ 858 h 1272"/>
                <a:gd name="T54" fmla="*/ 318 w 588"/>
                <a:gd name="T55" fmla="*/ 834 h 1272"/>
                <a:gd name="T56" fmla="*/ 330 w 588"/>
                <a:gd name="T57" fmla="*/ 810 h 1272"/>
                <a:gd name="T58" fmla="*/ 342 w 588"/>
                <a:gd name="T59" fmla="*/ 786 h 1272"/>
                <a:gd name="T60" fmla="*/ 354 w 588"/>
                <a:gd name="T61" fmla="*/ 762 h 1272"/>
                <a:gd name="T62" fmla="*/ 366 w 588"/>
                <a:gd name="T63" fmla="*/ 732 h 1272"/>
                <a:gd name="T64" fmla="*/ 378 w 588"/>
                <a:gd name="T65" fmla="*/ 702 h 1272"/>
                <a:gd name="T66" fmla="*/ 390 w 588"/>
                <a:gd name="T67" fmla="*/ 678 h 1272"/>
                <a:gd name="T68" fmla="*/ 402 w 588"/>
                <a:gd name="T69" fmla="*/ 642 h 1272"/>
                <a:gd name="T70" fmla="*/ 414 w 588"/>
                <a:gd name="T71" fmla="*/ 612 h 1272"/>
                <a:gd name="T72" fmla="*/ 426 w 588"/>
                <a:gd name="T73" fmla="*/ 582 h 1272"/>
                <a:gd name="T74" fmla="*/ 438 w 588"/>
                <a:gd name="T75" fmla="*/ 546 h 1272"/>
                <a:gd name="T76" fmla="*/ 450 w 588"/>
                <a:gd name="T77" fmla="*/ 516 h 1272"/>
                <a:gd name="T78" fmla="*/ 462 w 588"/>
                <a:gd name="T79" fmla="*/ 480 h 1272"/>
                <a:gd name="T80" fmla="*/ 474 w 588"/>
                <a:gd name="T81" fmla="*/ 444 h 1272"/>
                <a:gd name="T82" fmla="*/ 486 w 588"/>
                <a:gd name="T83" fmla="*/ 408 h 1272"/>
                <a:gd name="T84" fmla="*/ 492 w 588"/>
                <a:gd name="T85" fmla="*/ 366 h 1272"/>
                <a:gd name="T86" fmla="*/ 504 w 588"/>
                <a:gd name="T87" fmla="*/ 330 h 1272"/>
                <a:gd name="T88" fmla="*/ 516 w 588"/>
                <a:gd name="T89" fmla="*/ 288 h 1272"/>
                <a:gd name="T90" fmla="*/ 528 w 588"/>
                <a:gd name="T91" fmla="*/ 246 h 1272"/>
                <a:gd name="T92" fmla="*/ 540 w 588"/>
                <a:gd name="T93" fmla="*/ 198 h 1272"/>
                <a:gd name="T94" fmla="*/ 552 w 588"/>
                <a:gd name="T95" fmla="*/ 156 h 1272"/>
                <a:gd name="T96" fmla="*/ 564 w 588"/>
                <a:gd name="T97" fmla="*/ 108 h 1272"/>
                <a:gd name="T98" fmla="*/ 576 w 588"/>
                <a:gd name="T99" fmla="*/ 60 h 1272"/>
                <a:gd name="T100" fmla="*/ 588 w 588"/>
                <a:gd name="T101" fmla="*/ 12 h 12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88" h="1272">
                  <a:moveTo>
                    <a:pt x="0" y="1272"/>
                  </a:moveTo>
                  <a:lnTo>
                    <a:pt x="0" y="1272"/>
                  </a:lnTo>
                  <a:lnTo>
                    <a:pt x="0" y="1266"/>
                  </a:lnTo>
                  <a:lnTo>
                    <a:pt x="6" y="1266"/>
                  </a:lnTo>
                  <a:lnTo>
                    <a:pt x="12" y="1260"/>
                  </a:lnTo>
                  <a:lnTo>
                    <a:pt x="18" y="1254"/>
                  </a:lnTo>
                  <a:lnTo>
                    <a:pt x="24" y="1254"/>
                  </a:lnTo>
                  <a:lnTo>
                    <a:pt x="24" y="1248"/>
                  </a:lnTo>
                  <a:lnTo>
                    <a:pt x="30" y="1248"/>
                  </a:lnTo>
                  <a:lnTo>
                    <a:pt x="30" y="1242"/>
                  </a:lnTo>
                  <a:lnTo>
                    <a:pt x="36" y="1242"/>
                  </a:lnTo>
                  <a:lnTo>
                    <a:pt x="42" y="1236"/>
                  </a:lnTo>
                  <a:lnTo>
                    <a:pt x="48" y="1230"/>
                  </a:lnTo>
                  <a:lnTo>
                    <a:pt x="54" y="1230"/>
                  </a:lnTo>
                  <a:lnTo>
                    <a:pt x="54" y="1224"/>
                  </a:lnTo>
                  <a:lnTo>
                    <a:pt x="60" y="1218"/>
                  </a:lnTo>
                  <a:lnTo>
                    <a:pt x="66" y="1212"/>
                  </a:lnTo>
                  <a:lnTo>
                    <a:pt x="72" y="1212"/>
                  </a:lnTo>
                  <a:lnTo>
                    <a:pt x="72" y="1206"/>
                  </a:lnTo>
                  <a:lnTo>
                    <a:pt x="78" y="1200"/>
                  </a:lnTo>
                  <a:lnTo>
                    <a:pt x="84" y="1200"/>
                  </a:lnTo>
                  <a:lnTo>
                    <a:pt x="84" y="1194"/>
                  </a:lnTo>
                  <a:lnTo>
                    <a:pt x="90" y="1188"/>
                  </a:lnTo>
                  <a:lnTo>
                    <a:pt x="96" y="1188"/>
                  </a:lnTo>
                  <a:lnTo>
                    <a:pt x="96" y="1182"/>
                  </a:lnTo>
                  <a:lnTo>
                    <a:pt x="102" y="1176"/>
                  </a:lnTo>
                  <a:lnTo>
                    <a:pt x="108" y="1170"/>
                  </a:lnTo>
                  <a:lnTo>
                    <a:pt x="114" y="1164"/>
                  </a:lnTo>
                  <a:lnTo>
                    <a:pt x="114" y="1158"/>
                  </a:lnTo>
                  <a:lnTo>
                    <a:pt x="120" y="1158"/>
                  </a:lnTo>
                  <a:lnTo>
                    <a:pt x="126" y="1152"/>
                  </a:lnTo>
                  <a:lnTo>
                    <a:pt x="126" y="1146"/>
                  </a:lnTo>
                  <a:lnTo>
                    <a:pt x="132" y="1146"/>
                  </a:lnTo>
                  <a:lnTo>
                    <a:pt x="132" y="1140"/>
                  </a:lnTo>
                  <a:lnTo>
                    <a:pt x="138" y="1134"/>
                  </a:lnTo>
                  <a:lnTo>
                    <a:pt x="144" y="1128"/>
                  </a:lnTo>
                  <a:lnTo>
                    <a:pt x="144" y="1122"/>
                  </a:lnTo>
                  <a:lnTo>
                    <a:pt x="150" y="1122"/>
                  </a:lnTo>
                  <a:lnTo>
                    <a:pt x="150" y="1116"/>
                  </a:lnTo>
                  <a:lnTo>
                    <a:pt x="156" y="1116"/>
                  </a:lnTo>
                  <a:lnTo>
                    <a:pt x="156" y="1110"/>
                  </a:lnTo>
                  <a:lnTo>
                    <a:pt x="162" y="1104"/>
                  </a:lnTo>
                  <a:lnTo>
                    <a:pt x="168" y="1098"/>
                  </a:lnTo>
                  <a:lnTo>
                    <a:pt x="168" y="1092"/>
                  </a:lnTo>
                  <a:lnTo>
                    <a:pt x="174" y="1092"/>
                  </a:lnTo>
                  <a:lnTo>
                    <a:pt x="174" y="1086"/>
                  </a:lnTo>
                  <a:lnTo>
                    <a:pt x="180" y="1080"/>
                  </a:lnTo>
                  <a:lnTo>
                    <a:pt x="186" y="1074"/>
                  </a:lnTo>
                  <a:lnTo>
                    <a:pt x="186" y="1068"/>
                  </a:lnTo>
                  <a:lnTo>
                    <a:pt x="192" y="1062"/>
                  </a:lnTo>
                  <a:lnTo>
                    <a:pt x="198" y="1056"/>
                  </a:lnTo>
                  <a:lnTo>
                    <a:pt x="198" y="1050"/>
                  </a:lnTo>
                  <a:lnTo>
                    <a:pt x="204" y="1050"/>
                  </a:lnTo>
                  <a:lnTo>
                    <a:pt x="204" y="1044"/>
                  </a:lnTo>
                  <a:lnTo>
                    <a:pt x="204" y="1038"/>
                  </a:lnTo>
                  <a:lnTo>
                    <a:pt x="210" y="1038"/>
                  </a:lnTo>
                  <a:lnTo>
                    <a:pt x="210" y="1032"/>
                  </a:lnTo>
                  <a:lnTo>
                    <a:pt x="216" y="1032"/>
                  </a:lnTo>
                  <a:lnTo>
                    <a:pt x="216" y="1026"/>
                  </a:lnTo>
                  <a:lnTo>
                    <a:pt x="216" y="1020"/>
                  </a:lnTo>
                  <a:lnTo>
                    <a:pt x="222" y="1020"/>
                  </a:lnTo>
                  <a:lnTo>
                    <a:pt x="222" y="1014"/>
                  </a:lnTo>
                  <a:lnTo>
                    <a:pt x="228" y="1014"/>
                  </a:lnTo>
                  <a:lnTo>
                    <a:pt x="228" y="1008"/>
                  </a:lnTo>
                  <a:lnTo>
                    <a:pt x="228" y="1002"/>
                  </a:lnTo>
                  <a:lnTo>
                    <a:pt x="234" y="1002"/>
                  </a:lnTo>
                  <a:lnTo>
                    <a:pt x="234" y="996"/>
                  </a:lnTo>
                  <a:lnTo>
                    <a:pt x="240" y="996"/>
                  </a:lnTo>
                  <a:lnTo>
                    <a:pt x="240" y="990"/>
                  </a:lnTo>
                  <a:lnTo>
                    <a:pt x="240" y="984"/>
                  </a:lnTo>
                  <a:lnTo>
                    <a:pt x="246" y="984"/>
                  </a:lnTo>
                  <a:lnTo>
                    <a:pt x="246" y="978"/>
                  </a:lnTo>
                  <a:lnTo>
                    <a:pt x="246" y="972"/>
                  </a:lnTo>
                  <a:lnTo>
                    <a:pt x="252" y="972"/>
                  </a:lnTo>
                  <a:lnTo>
                    <a:pt x="252" y="966"/>
                  </a:lnTo>
                  <a:lnTo>
                    <a:pt x="258" y="960"/>
                  </a:lnTo>
                  <a:lnTo>
                    <a:pt x="258" y="954"/>
                  </a:lnTo>
                  <a:lnTo>
                    <a:pt x="264" y="948"/>
                  </a:lnTo>
                  <a:lnTo>
                    <a:pt x="270" y="942"/>
                  </a:lnTo>
                  <a:lnTo>
                    <a:pt x="270" y="936"/>
                  </a:lnTo>
                  <a:lnTo>
                    <a:pt x="270" y="930"/>
                  </a:lnTo>
                  <a:lnTo>
                    <a:pt x="276" y="930"/>
                  </a:lnTo>
                  <a:lnTo>
                    <a:pt x="276" y="924"/>
                  </a:lnTo>
                  <a:lnTo>
                    <a:pt x="276" y="918"/>
                  </a:lnTo>
                  <a:lnTo>
                    <a:pt x="282" y="918"/>
                  </a:lnTo>
                  <a:lnTo>
                    <a:pt x="282" y="912"/>
                  </a:lnTo>
                  <a:lnTo>
                    <a:pt x="288" y="906"/>
                  </a:lnTo>
                  <a:lnTo>
                    <a:pt x="288" y="900"/>
                  </a:lnTo>
                  <a:lnTo>
                    <a:pt x="294" y="894"/>
                  </a:lnTo>
                  <a:lnTo>
                    <a:pt x="294" y="888"/>
                  </a:lnTo>
                  <a:lnTo>
                    <a:pt x="300" y="882"/>
                  </a:lnTo>
                  <a:lnTo>
                    <a:pt x="300" y="876"/>
                  </a:lnTo>
                  <a:lnTo>
                    <a:pt x="306" y="870"/>
                  </a:lnTo>
                  <a:lnTo>
                    <a:pt x="306" y="864"/>
                  </a:lnTo>
                  <a:lnTo>
                    <a:pt x="312" y="858"/>
                  </a:lnTo>
                  <a:lnTo>
                    <a:pt x="312" y="852"/>
                  </a:lnTo>
                  <a:lnTo>
                    <a:pt x="318" y="846"/>
                  </a:lnTo>
                  <a:lnTo>
                    <a:pt x="318" y="840"/>
                  </a:lnTo>
                  <a:lnTo>
                    <a:pt x="318" y="834"/>
                  </a:lnTo>
                  <a:lnTo>
                    <a:pt x="324" y="834"/>
                  </a:lnTo>
                  <a:lnTo>
                    <a:pt x="324" y="828"/>
                  </a:lnTo>
                  <a:lnTo>
                    <a:pt x="330" y="822"/>
                  </a:lnTo>
                  <a:lnTo>
                    <a:pt x="330" y="816"/>
                  </a:lnTo>
                  <a:lnTo>
                    <a:pt x="330" y="810"/>
                  </a:lnTo>
                  <a:lnTo>
                    <a:pt x="336" y="804"/>
                  </a:lnTo>
                  <a:lnTo>
                    <a:pt x="342" y="798"/>
                  </a:lnTo>
                  <a:lnTo>
                    <a:pt x="342" y="792"/>
                  </a:lnTo>
                  <a:lnTo>
                    <a:pt x="342" y="786"/>
                  </a:lnTo>
                  <a:lnTo>
                    <a:pt x="348" y="780"/>
                  </a:lnTo>
                  <a:lnTo>
                    <a:pt x="348" y="774"/>
                  </a:lnTo>
                  <a:lnTo>
                    <a:pt x="348" y="768"/>
                  </a:lnTo>
                  <a:lnTo>
                    <a:pt x="354" y="768"/>
                  </a:lnTo>
                  <a:lnTo>
                    <a:pt x="354" y="762"/>
                  </a:lnTo>
                  <a:lnTo>
                    <a:pt x="360" y="756"/>
                  </a:lnTo>
                  <a:lnTo>
                    <a:pt x="360" y="750"/>
                  </a:lnTo>
                  <a:lnTo>
                    <a:pt x="360" y="744"/>
                  </a:lnTo>
                  <a:lnTo>
                    <a:pt x="366" y="738"/>
                  </a:lnTo>
                  <a:lnTo>
                    <a:pt x="366" y="732"/>
                  </a:lnTo>
                  <a:lnTo>
                    <a:pt x="372" y="726"/>
                  </a:lnTo>
                  <a:lnTo>
                    <a:pt x="372" y="720"/>
                  </a:lnTo>
                  <a:lnTo>
                    <a:pt x="372" y="714"/>
                  </a:lnTo>
                  <a:lnTo>
                    <a:pt x="378" y="708"/>
                  </a:lnTo>
                  <a:lnTo>
                    <a:pt x="378" y="702"/>
                  </a:lnTo>
                  <a:lnTo>
                    <a:pt x="384" y="696"/>
                  </a:lnTo>
                  <a:lnTo>
                    <a:pt x="384" y="690"/>
                  </a:lnTo>
                  <a:lnTo>
                    <a:pt x="384" y="684"/>
                  </a:lnTo>
                  <a:lnTo>
                    <a:pt x="390" y="678"/>
                  </a:lnTo>
                  <a:lnTo>
                    <a:pt x="390" y="672"/>
                  </a:lnTo>
                  <a:lnTo>
                    <a:pt x="396" y="666"/>
                  </a:lnTo>
                  <a:lnTo>
                    <a:pt x="396" y="660"/>
                  </a:lnTo>
                  <a:lnTo>
                    <a:pt x="402" y="654"/>
                  </a:lnTo>
                  <a:lnTo>
                    <a:pt x="402" y="642"/>
                  </a:lnTo>
                  <a:lnTo>
                    <a:pt x="402" y="636"/>
                  </a:lnTo>
                  <a:lnTo>
                    <a:pt x="408" y="630"/>
                  </a:lnTo>
                  <a:lnTo>
                    <a:pt x="408" y="624"/>
                  </a:lnTo>
                  <a:lnTo>
                    <a:pt x="414" y="618"/>
                  </a:lnTo>
                  <a:lnTo>
                    <a:pt x="414" y="612"/>
                  </a:lnTo>
                  <a:lnTo>
                    <a:pt x="414" y="606"/>
                  </a:lnTo>
                  <a:lnTo>
                    <a:pt x="420" y="600"/>
                  </a:lnTo>
                  <a:lnTo>
                    <a:pt x="420" y="594"/>
                  </a:lnTo>
                  <a:lnTo>
                    <a:pt x="420" y="588"/>
                  </a:lnTo>
                  <a:lnTo>
                    <a:pt x="426" y="582"/>
                  </a:lnTo>
                  <a:lnTo>
                    <a:pt x="426" y="576"/>
                  </a:lnTo>
                  <a:lnTo>
                    <a:pt x="432" y="570"/>
                  </a:lnTo>
                  <a:lnTo>
                    <a:pt x="432" y="564"/>
                  </a:lnTo>
                  <a:lnTo>
                    <a:pt x="432" y="558"/>
                  </a:lnTo>
                  <a:lnTo>
                    <a:pt x="438" y="546"/>
                  </a:lnTo>
                  <a:lnTo>
                    <a:pt x="438" y="540"/>
                  </a:lnTo>
                  <a:lnTo>
                    <a:pt x="444" y="534"/>
                  </a:lnTo>
                  <a:lnTo>
                    <a:pt x="444" y="528"/>
                  </a:lnTo>
                  <a:lnTo>
                    <a:pt x="444" y="522"/>
                  </a:lnTo>
                  <a:lnTo>
                    <a:pt x="450" y="516"/>
                  </a:lnTo>
                  <a:lnTo>
                    <a:pt x="450" y="510"/>
                  </a:lnTo>
                  <a:lnTo>
                    <a:pt x="456" y="498"/>
                  </a:lnTo>
                  <a:lnTo>
                    <a:pt x="456" y="492"/>
                  </a:lnTo>
                  <a:lnTo>
                    <a:pt x="456" y="486"/>
                  </a:lnTo>
                  <a:lnTo>
                    <a:pt x="462" y="480"/>
                  </a:lnTo>
                  <a:lnTo>
                    <a:pt x="462" y="474"/>
                  </a:lnTo>
                  <a:lnTo>
                    <a:pt x="462" y="468"/>
                  </a:lnTo>
                  <a:lnTo>
                    <a:pt x="468" y="456"/>
                  </a:lnTo>
                  <a:lnTo>
                    <a:pt x="468" y="450"/>
                  </a:lnTo>
                  <a:lnTo>
                    <a:pt x="474" y="444"/>
                  </a:lnTo>
                  <a:lnTo>
                    <a:pt x="474" y="438"/>
                  </a:lnTo>
                  <a:lnTo>
                    <a:pt x="474" y="426"/>
                  </a:lnTo>
                  <a:lnTo>
                    <a:pt x="480" y="420"/>
                  </a:lnTo>
                  <a:lnTo>
                    <a:pt x="480" y="414"/>
                  </a:lnTo>
                  <a:lnTo>
                    <a:pt x="486" y="408"/>
                  </a:lnTo>
                  <a:lnTo>
                    <a:pt x="486" y="396"/>
                  </a:lnTo>
                  <a:lnTo>
                    <a:pt x="486" y="390"/>
                  </a:lnTo>
                  <a:lnTo>
                    <a:pt x="492" y="384"/>
                  </a:lnTo>
                  <a:lnTo>
                    <a:pt x="492" y="372"/>
                  </a:lnTo>
                  <a:lnTo>
                    <a:pt x="492" y="366"/>
                  </a:lnTo>
                  <a:lnTo>
                    <a:pt x="498" y="360"/>
                  </a:lnTo>
                  <a:lnTo>
                    <a:pt x="498" y="354"/>
                  </a:lnTo>
                  <a:lnTo>
                    <a:pt x="504" y="342"/>
                  </a:lnTo>
                  <a:lnTo>
                    <a:pt x="504" y="336"/>
                  </a:lnTo>
                  <a:lnTo>
                    <a:pt x="504" y="330"/>
                  </a:lnTo>
                  <a:lnTo>
                    <a:pt x="510" y="318"/>
                  </a:lnTo>
                  <a:lnTo>
                    <a:pt x="510" y="312"/>
                  </a:lnTo>
                  <a:lnTo>
                    <a:pt x="516" y="300"/>
                  </a:lnTo>
                  <a:lnTo>
                    <a:pt x="516" y="294"/>
                  </a:lnTo>
                  <a:lnTo>
                    <a:pt x="516" y="288"/>
                  </a:lnTo>
                  <a:lnTo>
                    <a:pt x="522" y="276"/>
                  </a:lnTo>
                  <a:lnTo>
                    <a:pt x="522" y="270"/>
                  </a:lnTo>
                  <a:lnTo>
                    <a:pt x="522" y="258"/>
                  </a:lnTo>
                  <a:lnTo>
                    <a:pt x="528" y="252"/>
                  </a:lnTo>
                  <a:lnTo>
                    <a:pt x="528" y="246"/>
                  </a:lnTo>
                  <a:lnTo>
                    <a:pt x="534" y="234"/>
                  </a:lnTo>
                  <a:lnTo>
                    <a:pt x="534" y="228"/>
                  </a:lnTo>
                  <a:lnTo>
                    <a:pt x="534" y="216"/>
                  </a:lnTo>
                  <a:lnTo>
                    <a:pt x="540" y="210"/>
                  </a:lnTo>
                  <a:lnTo>
                    <a:pt x="540" y="198"/>
                  </a:lnTo>
                  <a:lnTo>
                    <a:pt x="546" y="192"/>
                  </a:lnTo>
                  <a:lnTo>
                    <a:pt x="546" y="180"/>
                  </a:lnTo>
                  <a:lnTo>
                    <a:pt x="546" y="174"/>
                  </a:lnTo>
                  <a:lnTo>
                    <a:pt x="552" y="162"/>
                  </a:lnTo>
                  <a:lnTo>
                    <a:pt x="552" y="156"/>
                  </a:lnTo>
                  <a:lnTo>
                    <a:pt x="558" y="144"/>
                  </a:lnTo>
                  <a:lnTo>
                    <a:pt x="558" y="138"/>
                  </a:lnTo>
                  <a:lnTo>
                    <a:pt x="558" y="126"/>
                  </a:lnTo>
                  <a:lnTo>
                    <a:pt x="564" y="120"/>
                  </a:lnTo>
                  <a:lnTo>
                    <a:pt x="564" y="108"/>
                  </a:lnTo>
                  <a:lnTo>
                    <a:pt x="564" y="96"/>
                  </a:lnTo>
                  <a:lnTo>
                    <a:pt x="570" y="90"/>
                  </a:lnTo>
                  <a:lnTo>
                    <a:pt x="570" y="78"/>
                  </a:lnTo>
                  <a:lnTo>
                    <a:pt x="576" y="72"/>
                  </a:lnTo>
                  <a:lnTo>
                    <a:pt x="576" y="60"/>
                  </a:lnTo>
                  <a:lnTo>
                    <a:pt x="576" y="48"/>
                  </a:lnTo>
                  <a:lnTo>
                    <a:pt x="582" y="42"/>
                  </a:lnTo>
                  <a:lnTo>
                    <a:pt x="582" y="30"/>
                  </a:lnTo>
                  <a:lnTo>
                    <a:pt x="588" y="18"/>
                  </a:lnTo>
                  <a:lnTo>
                    <a:pt x="588" y="12"/>
                  </a:lnTo>
                  <a:lnTo>
                    <a:pt x="588" y="0"/>
                  </a:lnTo>
                </a:path>
              </a:pathLst>
            </a:custGeom>
            <a:noFill/>
            <a:ln w="12700">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54" name="Line 54"/>
            <p:cNvSpPr>
              <a:spLocks noChangeShapeType="1"/>
            </p:cNvSpPr>
            <p:nvPr/>
          </p:nvSpPr>
          <p:spPr bwMode="auto">
            <a:xfrm flipV="1">
              <a:off x="5334" y="2265"/>
              <a:ext cx="6" cy="12"/>
            </a:xfrm>
            <a:prstGeom prst="line">
              <a:avLst/>
            </a:prstGeom>
            <a:noFill/>
            <a:ln w="12700">
              <a:solidFill>
                <a:srgbClr val="FF00FF"/>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sp>
        <p:nvSpPr>
          <p:cNvPr id="55" name="Freeform 55"/>
          <p:cNvSpPr/>
          <p:nvPr/>
        </p:nvSpPr>
        <p:spPr bwMode="auto">
          <a:xfrm>
            <a:off x="7408863" y="5757863"/>
            <a:ext cx="647700" cy="71437"/>
          </a:xfrm>
          <a:custGeom>
            <a:avLst/>
            <a:gdLst>
              <a:gd name="T0" fmla="*/ 2147483647 w 594"/>
              <a:gd name="T1" fmla="*/ 2147483647 h 66"/>
              <a:gd name="T2" fmla="*/ 2147483647 w 594"/>
              <a:gd name="T3" fmla="*/ 2147483647 h 66"/>
              <a:gd name="T4" fmla="*/ 2147483647 w 594"/>
              <a:gd name="T5" fmla="*/ 2147483647 h 66"/>
              <a:gd name="T6" fmla="*/ 2147483647 w 594"/>
              <a:gd name="T7" fmla="*/ 2147483647 h 66"/>
              <a:gd name="T8" fmla="*/ 2147483647 w 594"/>
              <a:gd name="T9" fmla="*/ 2147483647 h 66"/>
              <a:gd name="T10" fmla="*/ 2147483647 w 594"/>
              <a:gd name="T11" fmla="*/ 2147483647 h 66"/>
              <a:gd name="T12" fmla="*/ 2147483647 w 594"/>
              <a:gd name="T13" fmla="*/ 2147483647 h 66"/>
              <a:gd name="T14" fmla="*/ 2147483647 w 594"/>
              <a:gd name="T15" fmla="*/ 2147483647 h 66"/>
              <a:gd name="T16" fmla="*/ 2147483647 w 594"/>
              <a:gd name="T17" fmla="*/ 2147483647 h 66"/>
              <a:gd name="T18" fmla="*/ 2147483647 w 594"/>
              <a:gd name="T19" fmla="*/ 2147483647 h 66"/>
              <a:gd name="T20" fmla="*/ 2147483647 w 594"/>
              <a:gd name="T21" fmla="*/ 2147483647 h 66"/>
              <a:gd name="T22" fmla="*/ 2147483647 w 594"/>
              <a:gd name="T23" fmla="*/ 2147483647 h 66"/>
              <a:gd name="T24" fmla="*/ 2147483647 w 594"/>
              <a:gd name="T25" fmla="*/ 2147483647 h 66"/>
              <a:gd name="T26" fmla="*/ 2147483647 w 594"/>
              <a:gd name="T27" fmla="*/ 2147483647 h 66"/>
              <a:gd name="T28" fmla="*/ 2147483647 w 594"/>
              <a:gd name="T29" fmla="*/ 2147483647 h 66"/>
              <a:gd name="T30" fmla="*/ 2147483647 w 594"/>
              <a:gd name="T31" fmla="*/ 2147483647 h 66"/>
              <a:gd name="T32" fmla="*/ 2147483647 w 594"/>
              <a:gd name="T33" fmla="*/ 2147483647 h 66"/>
              <a:gd name="T34" fmla="*/ 2147483647 w 594"/>
              <a:gd name="T35" fmla="*/ 2147483647 h 66"/>
              <a:gd name="T36" fmla="*/ 2147483647 w 594"/>
              <a:gd name="T37" fmla="*/ 2147483647 h 66"/>
              <a:gd name="T38" fmla="*/ 2147483647 w 594"/>
              <a:gd name="T39" fmla="*/ 2147483647 h 66"/>
              <a:gd name="T40" fmla="*/ 2147483647 w 594"/>
              <a:gd name="T41" fmla="*/ 2147483647 h 66"/>
              <a:gd name="T42" fmla="*/ 2147483647 w 594"/>
              <a:gd name="T43" fmla="*/ 2147483647 h 66"/>
              <a:gd name="T44" fmla="*/ 2147483647 w 594"/>
              <a:gd name="T45" fmla="*/ 2147483647 h 66"/>
              <a:gd name="T46" fmla="*/ 2147483647 w 594"/>
              <a:gd name="T47" fmla="*/ 2147483647 h 66"/>
              <a:gd name="T48" fmla="*/ 2147483647 w 594"/>
              <a:gd name="T49" fmla="*/ 2147483647 h 66"/>
              <a:gd name="T50" fmla="*/ 2147483647 w 594"/>
              <a:gd name="T51" fmla="*/ 2147483647 h 66"/>
              <a:gd name="T52" fmla="*/ 2147483647 w 594"/>
              <a:gd name="T53" fmla="*/ 2147483647 h 66"/>
              <a:gd name="T54" fmla="*/ 2147483647 w 594"/>
              <a:gd name="T55" fmla="*/ 2147483647 h 66"/>
              <a:gd name="T56" fmla="*/ 2147483647 w 594"/>
              <a:gd name="T57" fmla="*/ 2147483647 h 66"/>
              <a:gd name="T58" fmla="*/ 2147483647 w 594"/>
              <a:gd name="T59" fmla="*/ 2147483647 h 66"/>
              <a:gd name="T60" fmla="*/ 2147483647 w 594"/>
              <a:gd name="T61" fmla="*/ 2147483647 h 66"/>
              <a:gd name="T62" fmla="*/ 2147483647 w 594"/>
              <a:gd name="T63" fmla="*/ 2147483647 h 66"/>
              <a:gd name="T64" fmla="*/ 2147483647 w 594"/>
              <a:gd name="T65" fmla="*/ 2147483647 h 66"/>
              <a:gd name="T66" fmla="*/ 2147483647 w 594"/>
              <a:gd name="T67" fmla="*/ 2147483647 h 66"/>
              <a:gd name="T68" fmla="*/ 2147483647 w 594"/>
              <a:gd name="T69" fmla="*/ 2147483647 h 66"/>
              <a:gd name="T70" fmla="*/ 2147483647 w 594"/>
              <a:gd name="T71" fmla="*/ 2147483647 h 66"/>
              <a:gd name="T72" fmla="*/ 2147483647 w 594"/>
              <a:gd name="T73" fmla="*/ 2147483647 h 66"/>
              <a:gd name="T74" fmla="*/ 2147483647 w 594"/>
              <a:gd name="T75" fmla="*/ 2147483647 h 66"/>
              <a:gd name="T76" fmla="*/ 2147483647 w 594"/>
              <a:gd name="T77" fmla="*/ 2147483647 h 66"/>
              <a:gd name="T78" fmla="*/ 2147483647 w 594"/>
              <a:gd name="T79" fmla="*/ 2147483647 h 66"/>
              <a:gd name="T80" fmla="*/ 2147483647 w 594"/>
              <a:gd name="T81" fmla="*/ 2147483647 h 66"/>
              <a:gd name="T82" fmla="*/ 2147483647 w 594"/>
              <a:gd name="T83" fmla="*/ 2147483647 h 66"/>
              <a:gd name="T84" fmla="*/ 2147483647 w 594"/>
              <a:gd name="T85" fmla="*/ 2147483647 h 66"/>
              <a:gd name="T86" fmla="*/ 2147483647 w 594"/>
              <a:gd name="T87" fmla="*/ 2147483647 h 66"/>
              <a:gd name="T88" fmla="*/ 2147483647 w 594"/>
              <a:gd name="T89" fmla="*/ 2147483647 h 66"/>
              <a:gd name="T90" fmla="*/ 2147483647 w 594"/>
              <a:gd name="T91" fmla="*/ 2147483647 h 66"/>
              <a:gd name="T92" fmla="*/ 2147483647 w 594"/>
              <a:gd name="T93" fmla="*/ 2147483647 h 66"/>
              <a:gd name="T94" fmla="*/ 2147483647 w 594"/>
              <a:gd name="T95" fmla="*/ 2147483647 h 66"/>
              <a:gd name="T96" fmla="*/ 2147483647 w 594"/>
              <a:gd name="T97" fmla="*/ 2147483647 h 66"/>
              <a:gd name="T98" fmla="*/ 2147483647 w 594"/>
              <a:gd name="T99" fmla="*/ 2147483647 h 66"/>
              <a:gd name="T100" fmla="*/ 2147483647 w 594"/>
              <a:gd name="T101" fmla="*/ 2147483647 h 6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66">
                <a:moveTo>
                  <a:pt x="0" y="66"/>
                </a:moveTo>
                <a:lnTo>
                  <a:pt x="0" y="66"/>
                </a:lnTo>
                <a:lnTo>
                  <a:pt x="6" y="66"/>
                </a:lnTo>
                <a:lnTo>
                  <a:pt x="12" y="66"/>
                </a:lnTo>
                <a:lnTo>
                  <a:pt x="18" y="66"/>
                </a:lnTo>
                <a:lnTo>
                  <a:pt x="24" y="66"/>
                </a:lnTo>
                <a:lnTo>
                  <a:pt x="30" y="66"/>
                </a:lnTo>
                <a:lnTo>
                  <a:pt x="36" y="66"/>
                </a:lnTo>
                <a:lnTo>
                  <a:pt x="42" y="66"/>
                </a:lnTo>
                <a:lnTo>
                  <a:pt x="42" y="60"/>
                </a:lnTo>
                <a:lnTo>
                  <a:pt x="48" y="60"/>
                </a:lnTo>
                <a:lnTo>
                  <a:pt x="54" y="60"/>
                </a:lnTo>
                <a:lnTo>
                  <a:pt x="60" y="60"/>
                </a:lnTo>
                <a:lnTo>
                  <a:pt x="66" y="60"/>
                </a:lnTo>
                <a:lnTo>
                  <a:pt x="72" y="60"/>
                </a:lnTo>
                <a:lnTo>
                  <a:pt x="78" y="60"/>
                </a:lnTo>
                <a:lnTo>
                  <a:pt x="84" y="60"/>
                </a:lnTo>
                <a:lnTo>
                  <a:pt x="90" y="60"/>
                </a:lnTo>
                <a:lnTo>
                  <a:pt x="96" y="60"/>
                </a:lnTo>
                <a:lnTo>
                  <a:pt x="102" y="60"/>
                </a:lnTo>
                <a:lnTo>
                  <a:pt x="108" y="60"/>
                </a:lnTo>
                <a:lnTo>
                  <a:pt x="114" y="60"/>
                </a:lnTo>
                <a:lnTo>
                  <a:pt x="120" y="60"/>
                </a:lnTo>
                <a:lnTo>
                  <a:pt x="126" y="60"/>
                </a:lnTo>
                <a:lnTo>
                  <a:pt x="132" y="60"/>
                </a:lnTo>
                <a:lnTo>
                  <a:pt x="138" y="60"/>
                </a:lnTo>
                <a:lnTo>
                  <a:pt x="144" y="60"/>
                </a:lnTo>
                <a:lnTo>
                  <a:pt x="150" y="54"/>
                </a:lnTo>
                <a:lnTo>
                  <a:pt x="156" y="54"/>
                </a:lnTo>
                <a:lnTo>
                  <a:pt x="162" y="54"/>
                </a:lnTo>
                <a:lnTo>
                  <a:pt x="168" y="54"/>
                </a:lnTo>
                <a:lnTo>
                  <a:pt x="174" y="54"/>
                </a:lnTo>
                <a:lnTo>
                  <a:pt x="180" y="54"/>
                </a:lnTo>
                <a:lnTo>
                  <a:pt x="186" y="54"/>
                </a:lnTo>
                <a:lnTo>
                  <a:pt x="192" y="54"/>
                </a:lnTo>
                <a:lnTo>
                  <a:pt x="198" y="54"/>
                </a:lnTo>
                <a:lnTo>
                  <a:pt x="204" y="54"/>
                </a:lnTo>
                <a:lnTo>
                  <a:pt x="210" y="54"/>
                </a:lnTo>
                <a:lnTo>
                  <a:pt x="216" y="54"/>
                </a:lnTo>
                <a:lnTo>
                  <a:pt x="222" y="54"/>
                </a:lnTo>
                <a:lnTo>
                  <a:pt x="228" y="54"/>
                </a:lnTo>
                <a:lnTo>
                  <a:pt x="228" y="48"/>
                </a:lnTo>
                <a:lnTo>
                  <a:pt x="234" y="48"/>
                </a:lnTo>
                <a:lnTo>
                  <a:pt x="240" y="48"/>
                </a:lnTo>
                <a:lnTo>
                  <a:pt x="246" y="48"/>
                </a:lnTo>
                <a:lnTo>
                  <a:pt x="252" y="48"/>
                </a:lnTo>
                <a:lnTo>
                  <a:pt x="258" y="48"/>
                </a:lnTo>
                <a:lnTo>
                  <a:pt x="264" y="48"/>
                </a:lnTo>
                <a:lnTo>
                  <a:pt x="270" y="48"/>
                </a:lnTo>
                <a:lnTo>
                  <a:pt x="276" y="48"/>
                </a:lnTo>
                <a:lnTo>
                  <a:pt x="282" y="48"/>
                </a:lnTo>
                <a:lnTo>
                  <a:pt x="288" y="48"/>
                </a:lnTo>
                <a:lnTo>
                  <a:pt x="294" y="48"/>
                </a:lnTo>
                <a:lnTo>
                  <a:pt x="300" y="48"/>
                </a:lnTo>
                <a:lnTo>
                  <a:pt x="300" y="42"/>
                </a:lnTo>
                <a:lnTo>
                  <a:pt x="306" y="42"/>
                </a:lnTo>
                <a:lnTo>
                  <a:pt x="312" y="42"/>
                </a:lnTo>
                <a:lnTo>
                  <a:pt x="318" y="42"/>
                </a:lnTo>
                <a:lnTo>
                  <a:pt x="324" y="42"/>
                </a:lnTo>
                <a:lnTo>
                  <a:pt x="330" y="42"/>
                </a:lnTo>
                <a:lnTo>
                  <a:pt x="336" y="42"/>
                </a:lnTo>
                <a:lnTo>
                  <a:pt x="342" y="42"/>
                </a:lnTo>
                <a:lnTo>
                  <a:pt x="348" y="42"/>
                </a:lnTo>
                <a:lnTo>
                  <a:pt x="354" y="42"/>
                </a:lnTo>
                <a:lnTo>
                  <a:pt x="360" y="36"/>
                </a:lnTo>
                <a:lnTo>
                  <a:pt x="366" y="36"/>
                </a:lnTo>
                <a:lnTo>
                  <a:pt x="372" y="36"/>
                </a:lnTo>
                <a:lnTo>
                  <a:pt x="378" y="36"/>
                </a:lnTo>
                <a:lnTo>
                  <a:pt x="384" y="36"/>
                </a:lnTo>
                <a:lnTo>
                  <a:pt x="390" y="36"/>
                </a:lnTo>
                <a:lnTo>
                  <a:pt x="396" y="36"/>
                </a:lnTo>
                <a:lnTo>
                  <a:pt x="402" y="36"/>
                </a:lnTo>
                <a:lnTo>
                  <a:pt x="408" y="36"/>
                </a:lnTo>
                <a:lnTo>
                  <a:pt x="408" y="30"/>
                </a:lnTo>
                <a:lnTo>
                  <a:pt x="414" y="30"/>
                </a:lnTo>
                <a:lnTo>
                  <a:pt x="420" y="30"/>
                </a:lnTo>
                <a:lnTo>
                  <a:pt x="426" y="30"/>
                </a:lnTo>
                <a:lnTo>
                  <a:pt x="432" y="30"/>
                </a:lnTo>
                <a:lnTo>
                  <a:pt x="438" y="30"/>
                </a:lnTo>
                <a:lnTo>
                  <a:pt x="444" y="30"/>
                </a:lnTo>
                <a:lnTo>
                  <a:pt x="450" y="30"/>
                </a:lnTo>
                <a:lnTo>
                  <a:pt x="450" y="24"/>
                </a:lnTo>
                <a:lnTo>
                  <a:pt x="456" y="24"/>
                </a:lnTo>
                <a:lnTo>
                  <a:pt x="462" y="24"/>
                </a:lnTo>
                <a:lnTo>
                  <a:pt x="468" y="24"/>
                </a:lnTo>
                <a:lnTo>
                  <a:pt x="474" y="24"/>
                </a:lnTo>
                <a:lnTo>
                  <a:pt x="480" y="24"/>
                </a:lnTo>
                <a:lnTo>
                  <a:pt x="486" y="24"/>
                </a:lnTo>
                <a:lnTo>
                  <a:pt x="492" y="24"/>
                </a:lnTo>
                <a:lnTo>
                  <a:pt x="492" y="18"/>
                </a:lnTo>
                <a:lnTo>
                  <a:pt x="498" y="18"/>
                </a:lnTo>
                <a:lnTo>
                  <a:pt x="504" y="18"/>
                </a:lnTo>
                <a:lnTo>
                  <a:pt x="510" y="18"/>
                </a:lnTo>
                <a:lnTo>
                  <a:pt x="516" y="18"/>
                </a:lnTo>
                <a:lnTo>
                  <a:pt x="522" y="18"/>
                </a:lnTo>
                <a:lnTo>
                  <a:pt x="528" y="18"/>
                </a:lnTo>
                <a:lnTo>
                  <a:pt x="528" y="12"/>
                </a:lnTo>
                <a:lnTo>
                  <a:pt x="534" y="12"/>
                </a:lnTo>
                <a:lnTo>
                  <a:pt x="540" y="12"/>
                </a:lnTo>
                <a:lnTo>
                  <a:pt x="546" y="12"/>
                </a:lnTo>
                <a:lnTo>
                  <a:pt x="552" y="12"/>
                </a:lnTo>
                <a:lnTo>
                  <a:pt x="558" y="12"/>
                </a:lnTo>
                <a:lnTo>
                  <a:pt x="564" y="6"/>
                </a:lnTo>
                <a:lnTo>
                  <a:pt x="570" y="6"/>
                </a:lnTo>
                <a:lnTo>
                  <a:pt x="576" y="6"/>
                </a:lnTo>
                <a:lnTo>
                  <a:pt x="582" y="6"/>
                </a:lnTo>
                <a:lnTo>
                  <a:pt x="588" y="6"/>
                </a:lnTo>
                <a:lnTo>
                  <a:pt x="594" y="0"/>
                </a:lnTo>
              </a:path>
            </a:pathLst>
          </a:custGeom>
          <a:noFill/>
          <a:ln w="9525" cap="flat">
            <a:solidFill>
              <a:schemeClr val="tx2"/>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56" name="Freeform 56"/>
          <p:cNvSpPr/>
          <p:nvPr/>
        </p:nvSpPr>
        <p:spPr bwMode="auto">
          <a:xfrm>
            <a:off x="8056563" y="5449888"/>
            <a:ext cx="642937" cy="307975"/>
          </a:xfrm>
          <a:custGeom>
            <a:avLst/>
            <a:gdLst>
              <a:gd name="T0" fmla="*/ 2147483647 w 588"/>
              <a:gd name="T1" fmla="*/ 2147483647 h 282"/>
              <a:gd name="T2" fmla="*/ 2147483647 w 588"/>
              <a:gd name="T3" fmla="*/ 2147483647 h 282"/>
              <a:gd name="T4" fmla="*/ 2147483647 w 588"/>
              <a:gd name="T5" fmla="*/ 2147483647 h 282"/>
              <a:gd name="T6" fmla="*/ 2147483647 w 588"/>
              <a:gd name="T7" fmla="*/ 2147483647 h 282"/>
              <a:gd name="T8" fmla="*/ 2147483647 w 588"/>
              <a:gd name="T9" fmla="*/ 2147483647 h 282"/>
              <a:gd name="T10" fmla="*/ 2147483647 w 588"/>
              <a:gd name="T11" fmla="*/ 2147483647 h 282"/>
              <a:gd name="T12" fmla="*/ 2147483647 w 588"/>
              <a:gd name="T13" fmla="*/ 2147483647 h 282"/>
              <a:gd name="T14" fmla="*/ 2147483647 w 588"/>
              <a:gd name="T15" fmla="*/ 2147483647 h 282"/>
              <a:gd name="T16" fmla="*/ 2147483647 w 588"/>
              <a:gd name="T17" fmla="*/ 2147483647 h 282"/>
              <a:gd name="T18" fmla="*/ 2147483647 w 588"/>
              <a:gd name="T19" fmla="*/ 2147483647 h 282"/>
              <a:gd name="T20" fmla="*/ 2147483647 w 588"/>
              <a:gd name="T21" fmla="*/ 2147483647 h 282"/>
              <a:gd name="T22" fmla="*/ 2147483647 w 588"/>
              <a:gd name="T23" fmla="*/ 2147483647 h 282"/>
              <a:gd name="T24" fmla="*/ 2147483647 w 588"/>
              <a:gd name="T25" fmla="*/ 2147483647 h 282"/>
              <a:gd name="T26" fmla="*/ 2147483647 w 588"/>
              <a:gd name="T27" fmla="*/ 2147483647 h 282"/>
              <a:gd name="T28" fmla="*/ 2147483647 w 588"/>
              <a:gd name="T29" fmla="*/ 2147483647 h 282"/>
              <a:gd name="T30" fmla="*/ 2147483647 w 588"/>
              <a:gd name="T31" fmla="*/ 2147483647 h 282"/>
              <a:gd name="T32" fmla="*/ 2147483647 w 588"/>
              <a:gd name="T33" fmla="*/ 2147483647 h 282"/>
              <a:gd name="T34" fmla="*/ 2147483647 w 588"/>
              <a:gd name="T35" fmla="*/ 2147483647 h 282"/>
              <a:gd name="T36" fmla="*/ 2147483647 w 588"/>
              <a:gd name="T37" fmla="*/ 2147483647 h 282"/>
              <a:gd name="T38" fmla="*/ 2147483647 w 588"/>
              <a:gd name="T39" fmla="*/ 2147483647 h 282"/>
              <a:gd name="T40" fmla="*/ 2147483647 w 588"/>
              <a:gd name="T41" fmla="*/ 2147483647 h 282"/>
              <a:gd name="T42" fmla="*/ 2147483647 w 588"/>
              <a:gd name="T43" fmla="*/ 2147483647 h 282"/>
              <a:gd name="T44" fmla="*/ 2147483647 w 588"/>
              <a:gd name="T45" fmla="*/ 2147483647 h 282"/>
              <a:gd name="T46" fmla="*/ 2147483647 w 588"/>
              <a:gd name="T47" fmla="*/ 2147483647 h 282"/>
              <a:gd name="T48" fmla="*/ 2147483647 w 588"/>
              <a:gd name="T49" fmla="*/ 2147483647 h 282"/>
              <a:gd name="T50" fmla="*/ 2147483647 w 588"/>
              <a:gd name="T51" fmla="*/ 2147483647 h 282"/>
              <a:gd name="T52" fmla="*/ 2147483647 w 588"/>
              <a:gd name="T53" fmla="*/ 2147483647 h 282"/>
              <a:gd name="T54" fmla="*/ 2147483647 w 588"/>
              <a:gd name="T55" fmla="*/ 2147483647 h 282"/>
              <a:gd name="T56" fmla="*/ 2147483647 w 588"/>
              <a:gd name="T57" fmla="*/ 2147483647 h 282"/>
              <a:gd name="T58" fmla="*/ 2147483647 w 588"/>
              <a:gd name="T59" fmla="*/ 2147483647 h 282"/>
              <a:gd name="T60" fmla="*/ 2147483647 w 588"/>
              <a:gd name="T61" fmla="*/ 2147483647 h 282"/>
              <a:gd name="T62" fmla="*/ 2147483647 w 588"/>
              <a:gd name="T63" fmla="*/ 2147483647 h 282"/>
              <a:gd name="T64" fmla="*/ 2147483647 w 588"/>
              <a:gd name="T65" fmla="*/ 2147483647 h 282"/>
              <a:gd name="T66" fmla="*/ 2147483647 w 588"/>
              <a:gd name="T67" fmla="*/ 2147483647 h 282"/>
              <a:gd name="T68" fmla="*/ 2147483647 w 588"/>
              <a:gd name="T69" fmla="*/ 2147483647 h 282"/>
              <a:gd name="T70" fmla="*/ 2147483647 w 588"/>
              <a:gd name="T71" fmla="*/ 2147483647 h 282"/>
              <a:gd name="T72" fmla="*/ 2147483647 w 588"/>
              <a:gd name="T73" fmla="*/ 2147483647 h 282"/>
              <a:gd name="T74" fmla="*/ 2147483647 w 588"/>
              <a:gd name="T75" fmla="*/ 2147483647 h 282"/>
              <a:gd name="T76" fmla="*/ 2147483647 w 588"/>
              <a:gd name="T77" fmla="*/ 2147483647 h 282"/>
              <a:gd name="T78" fmla="*/ 2147483647 w 588"/>
              <a:gd name="T79" fmla="*/ 2147483647 h 282"/>
              <a:gd name="T80" fmla="*/ 2147483647 w 588"/>
              <a:gd name="T81" fmla="*/ 2147483647 h 282"/>
              <a:gd name="T82" fmla="*/ 2147483647 w 588"/>
              <a:gd name="T83" fmla="*/ 2147483647 h 282"/>
              <a:gd name="T84" fmla="*/ 2147483647 w 588"/>
              <a:gd name="T85" fmla="*/ 2147483647 h 282"/>
              <a:gd name="T86" fmla="*/ 2147483647 w 588"/>
              <a:gd name="T87" fmla="*/ 2147483647 h 282"/>
              <a:gd name="T88" fmla="*/ 2147483647 w 588"/>
              <a:gd name="T89" fmla="*/ 2147483647 h 282"/>
              <a:gd name="T90" fmla="*/ 2147483647 w 588"/>
              <a:gd name="T91" fmla="*/ 2147483647 h 282"/>
              <a:gd name="T92" fmla="*/ 2147483647 w 588"/>
              <a:gd name="T93" fmla="*/ 2147483647 h 282"/>
              <a:gd name="T94" fmla="*/ 2147483647 w 588"/>
              <a:gd name="T95" fmla="*/ 2147483647 h 282"/>
              <a:gd name="T96" fmla="*/ 2147483647 w 588"/>
              <a:gd name="T97" fmla="*/ 2147483647 h 282"/>
              <a:gd name="T98" fmla="*/ 2147483647 w 588"/>
              <a:gd name="T99" fmla="*/ 2147483647 h 282"/>
              <a:gd name="T100" fmla="*/ 2147483647 w 588"/>
              <a:gd name="T101" fmla="*/ 0 h 28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88" h="282">
                <a:moveTo>
                  <a:pt x="0" y="282"/>
                </a:moveTo>
                <a:lnTo>
                  <a:pt x="0" y="282"/>
                </a:lnTo>
                <a:lnTo>
                  <a:pt x="6" y="282"/>
                </a:lnTo>
                <a:lnTo>
                  <a:pt x="12" y="282"/>
                </a:lnTo>
                <a:lnTo>
                  <a:pt x="18" y="282"/>
                </a:lnTo>
                <a:lnTo>
                  <a:pt x="24" y="282"/>
                </a:lnTo>
                <a:lnTo>
                  <a:pt x="30" y="276"/>
                </a:lnTo>
                <a:lnTo>
                  <a:pt x="36" y="276"/>
                </a:lnTo>
                <a:lnTo>
                  <a:pt x="42" y="276"/>
                </a:lnTo>
                <a:lnTo>
                  <a:pt x="48" y="276"/>
                </a:lnTo>
                <a:lnTo>
                  <a:pt x="54" y="276"/>
                </a:lnTo>
                <a:lnTo>
                  <a:pt x="54" y="270"/>
                </a:lnTo>
                <a:lnTo>
                  <a:pt x="60" y="270"/>
                </a:lnTo>
                <a:lnTo>
                  <a:pt x="66" y="270"/>
                </a:lnTo>
                <a:lnTo>
                  <a:pt x="72" y="270"/>
                </a:lnTo>
                <a:lnTo>
                  <a:pt x="78" y="270"/>
                </a:lnTo>
                <a:lnTo>
                  <a:pt x="78" y="264"/>
                </a:lnTo>
                <a:lnTo>
                  <a:pt x="84" y="264"/>
                </a:lnTo>
                <a:lnTo>
                  <a:pt x="90" y="264"/>
                </a:lnTo>
                <a:lnTo>
                  <a:pt x="96" y="264"/>
                </a:lnTo>
                <a:lnTo>
                  <a:pt x="102" y="264"/>
                </a:lnTo>
                <a:lnTo>
                  <a:pt x="102" y="258"/>
                </a:lnTo>
                <a:lnTo>
                  <a:pt x="108" y="258"/>
                </a:lnTo>
                <a:lnTo>
                  <a:pt x="114" y="258"/>
                </a:lnTo>
                <a:lnTo>
                  <a:pt x="120" y="258"/>
                </a:lnTo>
                <a:lnTo>
                  <a:pt x="126" y="252"/>
                </a:lnTo>
                <a:lnTo>
                  <a:pt x="132" y="252"/>
                </a:lnTo>
                <a:lnTo>
                  <a:pt x="138" y="252"/>
                </a:lnTo>
                <a:lnTo>
                  <a:pt x="144" y="252"/>
                </a:lnTo>
                <a:lnTo>
                  <a:pt x="144" y="246"/>
                </a:lnTo>
                <a:lnTo>
                  <a:pt x="150" y="246"/>
                </a:lnTo>
                <a:lnTo>
                  <a:pt x="156" y="246"/>
                </a:lnTo>
                <a:lnTo>
                  <a:pt x="162" y="246"/>
                </a:lnTo>
                <a:lnTo>
                  <a:pt x="162" y="240"/>
                </a:lnTo>
                <a:lnTo>
                  <a:pt x="168" y="240"/>
                </a:lnTo>
                <a:lnTo>
                  <a:pt x="174" y="240"/>
                </a:lnTo>
                <a:lnTo>
                  <a:pt x="180" y="240"/>
                </a:lnTo>
                <a:lnTo>
                  <a:pt x="180" y="234"/>
                </a:lnTo>
                <a:lnTo>
                  <a:pt x="186" y="234"/>
                </a:lnTo>
                <a:lnTo>
                  <a:pt x="192" y="234"/>
                </a:lnTo>
                <a:lnTo>
                  <a:pt x="198" y="234"/>
                </a:lnTo>
                <a:lnTo>
                  <a:pt x="198" y="228"/>
                </a:lnTo>
                <a:lnTo>
                  <a:pt x="204" y="228"/>
                </a:lnTo>
                <a:lnTo>
                  <a:pt x="210" y="228"/>
                </a:lnTo>
                <a:lnTo>
                  <a:pt x="216" y="228"/>
                </a:lnTo>
                <a:lnTo>
                  <a:pt x="216" y="222"/>
                </a:lnTo>
                <a:lnTo>
                  <a:pt x="222" y="222"/>
                </a:lnTo>
                <a:lnTo>
                  <a:pt x="228" y="222"/>
                </a:lnTo>
                <a:lnTo>
                  <a:pt x="234" y="222"/>
                </a:lnTo>
                <a:lnTo>
                  <a:pt x="234" y="216"/>
                </a:lnTo>
                <a:lnTo>
                  <a:pt x="240" y="216"/>
                </a:lnTo>
                <a:lnTo>
                  <a:pt x="246" y="216"/>
                </a:lnTo>
                <a:lnTo>
                  <a:pt x="246" y="210"/>
                </a:lnTo>
                <a:lnTo>
                  <a:pt x="252" y="210"/>
                </a:lnTo>
                <a:lnTo>
                  <a:pt x="258" y="210"/>
                </a:lnTo>
                <a:lnTo>
                  <a:pt x="264" y="210"/>
                </a:lnTo>
                <a:lnTo>
                  <a:pt x="264" y="204"/>
                </a:lnTo>
                <a:lnTo>
                  <a:pt x="270" y="204"/>
                </a:lnTo>
                <a:lnTo>
                  <a:pt x="276" y="204"/>
                </a:lnTo>
                <a:lnTo>
                  <a:pt x="282" y="198"/>
                </a:lnTo>
                <a:lnTo>
                  <a:pt x="288" y="198"/>
                </a:lnTo>
                <a:lnTo>
                  <a:pt x="294" y="192"/>
                </a:lnTo>
                <a:lnTo>
                  <a:pt x="300" y="192"/>
                </a:lnTo>
                <a:lnTo>
                  <a:pt x="306" y="192"/>
                </a:lnTo>
                <a:lnTo>
                  <a:pt x="306" y="186"/>
                </a:lnTo>
                <a:lnTo>
                  <a:pt x="312" y="186"/>
                </a:lnTo>
                <a:lnTo>
                  <a:pt x="318" y="186"/>
                </a:lnTo>
                <a:lnTo>
                  <a:pt x="318" y="180"/>
                </a:lnTo>
                <a:lnTo>
                  <a:pt x="324" y="180"/>
                </a:lnTo>
                <a:lnTo>
                  <a:pt x="330" y="180"/>
                </a:lnTo>
                <a:lnTo>
                  <a:pt x="330" y="174"/>
                </a:lnTo>
                <a:lnTo>
                  <a:pt x="336" y="174"/>
                </a:lnTo>
                <a:lnTo>
                  <a:pt x="342" y="174"/>
                </a:lnTo>
                <a:lnTo>
                  <a:pt x="342" y="168"/>
                </a:lnTo>
                <a:lnTo>
                  <a:pt x="348" y="168"/>
                </a:lnTo>
                <a:lnTo>
                  <a:pt x="354" y="168"/>
                </a:lnTo>
                <a:lnTo>
                  <a:pt x="354" y="162"/>
                </a:lnTo>
                <a:lnTo>
                  <a:pt x="360" y="162"/>
                </a:lnTo>
                <a:lnTo>
                  <a:pt x="366" y="162"/>
                </a:lnTo>
                <a:lnTo>
                  <a:pt x="366" y="156"/>
                </a:lnTo>
                <a:lnTo>
                  <a:pt x="372" y="156"/>
                </a:lnTo>
                <a:lnTo>
                  <a:pt x="378" y="156"/>
                </a:lnTo>
                <a:lnTo>
                  <a:pt x="378" y="150"/>
                </a:lnTo>
                <a:lnTo>
                  <a:pt x="384" y="150"/>
                </a:lnTo>
                <a:lnTo>
                  <a:pt x="390" y="150"/>
                </a:lnTo>
                <a:lnTo>
                  <a:pt x="390" y="144"/>
                </a:lnTo>
                <a:lnTo>
                  <a:pt x="396" y="144"/>
                </a:lnTo>
                <a:lnTo>
                  <a:pt x="402" y="138"/>
                </a:lnTo>
                <a:lnTo>
                  <a:pt x="408" y="138"/>
                </a:lnTo>
                <a:lnTo>
                  <a:pt x="414" y="132"/>
                </a:lnTo>
                <a:lnTo>
                  <a:pt x="420" y="132"/>
                </a:lnTo>
                <a:lnTo>
                  <a:pt x="420" y="126"/>
                </a:lnTo>
                <a:lnTo>
                  <a:pt x="426" y="126"/>
                </a:lnTo>
                <a:lnTo>
                  <a:pt x="432" y="120"/>
                </a:lnTo>
                <a:lnTo>
                  <a:pt x="438" y="120"/>
                </a:lnTo>
                <a:lnTo>
                  <a:pt x="438" y="114"/>
                </a:lnTo>
                <a:lnTo>
                  <a:pt x="444" y="114"/>
                </a:lnTo>
                <a:lnTo>
                  <a:pt x="450" y="108"/>
                </a:lnTo>
                <a:lnTo>
                  <a:pt x="456" y="108"/>
                </a:lnTo>
                <a:lnTo>
                  <a:pt x="456" y="102"/>
                </a:lnTo>
                <a:lnTo>
                  <a:pt x="462" y="102"/>
                </a:lnTo>
                <a:lnTo>
                  <a:pt x="468" y="96"/>
                </a:lnTo>
                <a:lnTo>
                  <a:pt x="474" y="96"/>
                </a:lnTo>
                <a:lnTo>
                  <a:pt x="474" y="90"/>
                </a:lnTo>
                <a:lnTo>
                  <a:pt x="480" y="90"/>
                </a:lnTo>
                <a:lnTo>
                  <a:pt x="486" y="84"/>
                </a:lnTo>
                <a:lnTo>
                  <a:pt x="492" y="84"/>
                </a:lnTo>
                <a:lnTo>
                  <a:pt x="492" y="78"/>
                </a:lnTo>
                <a:lnTo>
                  <a:pt x="498" y="78"/>
                </a:lnTo>
                <a:lnTo>
                  <a:pt x="498" y="72"/>
                </a:lnTo>
                <a:lnTo>
                  <a:pt x="504" y="72"/>
                </a:lnTo>
                <a:lnTo>
                  <a:pt x="510" y="66"/>
                </a:lnTo>
                <a:lnTo>
                  <a:pt x="516" y="66"/>
                </a:lnTo>
                <a:lnTo>
                  <a:pt x="516" y="60"/>
                </a:lnTo>
                <a:lnTo>
                  <a:pt x="522" y="60"/>
                </a:lnTo>
                <a:lnTo>
                  <a:pt x="528" y="54"/>
                </a:lnTo>
                <a:lnTo>
                  <a:pt x="534" y="48"/>
                </a:lnTo>
                <a:lnTo>
                  <a:pt x="540" y="42"/>
                </a:lnTo>
                <a:lnTo>
                  <a:pt x="546" y="42"/>
                </a:lnTo>
                <a:lnTo>
                  <a:pt x="546" y="36"/>
                </a:lnTo>
                <a:lnTo>
                  <a:pt x="552" y="36"/>
                </a:lnTo>
                <a:lnTo>
                  <a:pt x="552" y="30"/>
                </a:lnTo>
                <a:lnTo>
                  <a:pt x="558" y="30"/>
                </a:lnTo>
                <a:lnTo>
                  <a:pt x="558" y="24"/>
                </a:lnTo>
                <a:lnTo>
                  <a:pt x="564" y="24"/>
                </a:lnTo>
                <a:lnTo>
                  <a:pt x="570" y="18"/>
                </a:lnTo>
                <a:lnTo>
                  <a:pt x="576" y="12"/>
                </a:lnTo>
                <a:lnTo>
                  <a:pt x="582" y="6"/>
                </a:lnTo>
                <a:lnTo>
                  <a:pt x="588" y="6"/>
                </a:lnTo>
                <a:lnTo>
                  <a:pt x="588" y="0"/>
                </a:lnTo>
              </a:path>
            </a:pathLst>
          </a:custGeom>
          <a:noFill/>
          <a:ln w="9525" cap="flat">
            <a:solidFill>
              <a:schemeClr val="tx2"/>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nvGrpSpPr>
          <p:cNvPr id="57" name="Group 57"/>
          <p:cNvGrpSpPr/>
          <p:nvPr/>
        </p:nvGrpSpPr>
        <p:grpSpPr bwMode="auto">
          <a:xfrm>
            <a:off x="8699500" y="3960813"/>
            <a:ext cx="663575" cy="1489075"/>
            <a:chOff x="4470" y="2271"/>
            <a:chExt cx="606" cy="1362"/>
          </a:xfrm>
        </p:grpSpPr>
        <p:sp>
          <p:nvSpPr>
            <p:cNvPr id="58" name="Freeform 58"/>
            <p:cNvSpPr/>
            <p:nvPr/>
          </p:nvSpPr>
          <p:spPr bwMode="auto">
            <a:xfrm>
              <a:off x="4470" y="2313"/>
              <a:ext cx="594" cy="1320"/>
            </a:xfrm>
            <a:custGeom>
              <a:avLst/>
              <a:gdLst>
                <a:gd name="T0" fmla="*/ 12 w 594"/>
                <a:gd name="T1" fmla="*/ 1308 h 1320"/>
                <a:gd name="T2" fmla="*/ 24 w 594"/>
                <a:gd name="T3" fmla="*/ 1296 h 1320"/>
                <a:gd name="T4" fmla="*/ 36 w 594"/>
                <a:gd name="T5" fmla="*/ 1284 h 1320"/>
                <a:gd name="T6" fmla="*/ 48 w 594"/>
                <a:gd name="T7" fmla="*/ 1272 h 1320"/>
                <a:gd name="T8" fmla="*/ 60 w 594"/>
                <a:gd name="T9" fmla="*/ 1260 h 1320"/>
                <a:gd name="T10" fmla="*/ 72 w 594"/>
                <a:gd name="T11" fmla="*/ 1248 h 1320"/>
                <a:gd name="T12" fmla="*/ 84 w 594"/>
                <a:gd name="T13" fmla="*/ 1236 h 1320"/>
                <a:gd name="T14" fmla="*/ 90 w 594"/>
                <a:gd name="T15" fmla="*/ 1224 h 1320"/>
                <a:gd name="T16" fmla="*/ 102 w 594"/>
                <a:gd name="T17" fmla="*/ 1206 h 1320"/>
                <a:gd name="T18" fmla="*/ 114 w 594"/>
                <a:gd name="T19" fmla="*/ 1194 h 1320"/>
                <a:gd name="T20" fmla="*/ 126 w 594"/>
                <a:gd name="T21" fmla="*/ 1176 h 1320"/>
                <a:gd name="T22" fmla="*/ 138 w 594"/>
                <a:gd name="T23" fmla="*/ 1164 h 1320"/>
                <a:gd name="T24" fmla="*/ 150 w 594"/>
                <a:gd name="T25" fmla="*/ 1146 h 1320"/>
                <a:gd name="T26" fmla="*/ 162 w 594"/>
                <a:gd name="T27" fmla="*/ 1134 h 1320"/>
                <a:gd name="T28" fmla="*/ 174 w 594"/>
                <a:gd name="T29" fmla="*/ 1116 h 1320"/>
                <a:gd name="T30" fmla="*/ 186 w 594"/>
                <a:gd name="T31" fmla="*/ 1098 h 1320"/>
                <a:gd name="T32" fmla="*/ 198 w 594"/>
                <a:gd name="T33" fmla="*/ 1080 h 1320"/>
                <a:gd name="T34" fmla="*/ 210 w 594"/>
                <a:gd name="T35" fmla="*/ 1062 h 1320"/>
                <a:gd name="T36" fmla="*/ 222 w 594"/>
                <a:gd name="T37" fmla="*/ 1044 h 1320"/>
                <a:gd name="T38" fmla="*/ 234 w 594"/>
                <a:gd name="T39" fmla="*/ 1020 h 1320"/>
                <a:gd name="T40" fmla="*/ 246 w 594"/>
                <a:gd name="T41" fmla="*/ 1002 h 1320"/>
                <a:gd name="T42" fmla="*/ 258 w 594"/>
                <a:gd name="T43" fmla="*/ 984 h 1320"/>
                <a:gd name="T44" fmla="*/ 264 w 594"/>
                <a:gd name="T45" fmla="*/ 960 h 1320"/>
                <a:gd name="T46" fmla="*/ 276 w 594"/>
                <a:gd name="T47" fmla="*/ 936 h 1320"/>
                <a:gd name="T48" fmla="*/ 288 w 594"/>
                <a:gd name="T49" fmla="*/ 918 h 1320"/>
                <a:gd name="T50" fmla="*/ 300 w 594"/>
                <a:gd name="T51" fmla="*/ 894 h 1320"/>
                <a:gd name="T52" fmla="*/ 312 w 594"/>
                <a:gd name="T53" fmla="*/ 870 h 1320"/>
                <a:gd name="T54" fmla="*/ 324 w 594"/>
                <a:gd name="T55" fmla="*/ 840 h 1320"/>
                <a:gd name="T56" fmla="*/ 336 w 594"/>
                <a:gd name="T57" fmla="*/ 816 h 1320"/>
                <a:gd name="T58" fmla="*/ 348 w 594"/>
                <a:gd name="T59" fmla="*/ 792 h 1320"/>
                <a:gd name="T60" fmla="*/ 360 w 594"/>
                <a:gd name="T61" fmla="*/ 762 h 1320"/>
                <a:gd name="T62" fmla="*/ 372 w 594"/>
                <a:gd name="T63" fmla="*/ 738 h 1320"/>
                <a:gd name="T64" fmla="*/ 384 w 594"/>
                <a:gd name="T65" fmla="*/ 708 h 1320"/>
                <a:gd name="T66" fmla="*/ 396 w 594"/>
                <a:gd name="T67" fmla="*/ 678 h 1320"/>
                <a:gd name="T68" fmla="*/ 408 w 594"/>
                <a:gd name="T69" fmla="*/ 648 h 1320"/>
                <a:gd name="T70" fmla="*/ 420 w 594"/>
                <a:gd name="T71" fmla="*/ 612 h 1320"/>
                <a:gd name="T72" fmla="*/ 432 w 594"/>
                <a:gd name="T73" fmla="*/ 582 h 1320"/>
                <a:gd name="T74" fmla="*/ 444 w 594"/>
                <a:gd name="T75" fmla="*/ 546 h 1320"/>
                <a:gd name="T76" fmla="*/ 450 w 594"/>
                <a:gd name="T77" fmla="*/ 516 h 1320"/>
                <a:gd name="T78" fmla="*/ 462 w 594"/>
                <a:gd name="T79" fmla="*/ 480 h 1320"/>
                <a:gd name="T80" fmla="*/ 474 w 594"/>
                <a:gd name="T81" fmla="*/ 444 h 1320"/>
                <a:gd name="T82" fmla="*/ 486 w 594"/>
                <a:gd name="T83" fmla="*/ 402 h 1320"/>
                <a:gd name="T84" fmla="*/ 498 w 594"/>
                <a:gd name="T85" fmla="*/ 366 h 1320"/>
                <a:gd name="T86" fmla="*/ 510 w 594"/>
                <a:gd name="T87" fmla="*/ 324 h 1320"/>
                <a:gd name="T88" fmla="*/ 522 w 594"/>
                <a:gd name="T89" fmla="*/ 282 h 1320"/>
                <a:gd name="T90" fmla="*/ 534 w 594"/>
                <a:gd name="T91" fmla="*/ 240 h 1320"/>
                <a:gd name="T92" fmla="*/ 546 w 594"/>
                <a:gd name="T93" fmla="*/ 198 h 1320"/>
                <a:gd name="T94" fmla="*/ 558 w 594"/>
                <a:gd name="T95" fmla="*/ 150 h 1320"/>
                <a:gd name="T96" fmla="*/ 570 w 594"/>
                <a:gd name="T97" fmla="*/ 102 h 1320"/>
                <a:gd name="T98" fmla="*/ 582 w 594"/>
                <a:gd name="T99" fmla="*/ 54 h 1320"/>
                <a:gd name="T100" fmla="*/ 594 w 594"/>
                <a:gd name="T101" fmla="*/ 6 h 13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1320">
                  <a:moveTo>
                    <a:pt x="0" y="1320"/>
                  </a:moveTo>
                  <a:lnTo>
                    <a:pt x="6" y="1314"/>
                  </a:lnTo>
                  <a:lnTo>
                    <a:pt x="12" y="1314"/>
                  </a:lnTo>
                  <a:lnTo>
                    <a:pt x="12" y="1308"/>
                  </a:lnTo>
                  <a:lnTo>
                    <a:pt x="18" y="1308"/>
                  </a:lnTo>
                  <a:lnTo>
                    <a:pt x="18" y="1302"/>
                  </a:lnTo>
                  <a:lnTo>
                    <a:pt x="24" y="1296"/>
                  </a:lnTo>
                  <a:lnTo>
                    <a:pt x="30" y="1296"/>
                  </a:lnTo>
                  <a:lnTo>
                    <a:pt x="30" y="1290"/>
                  </a:lnTo>
                  <a:lnTo>
                    <a:pt x="36" y="1284"/>
                  </a:lnTo>
                  <a:lnTo>
                    <a:pt x="42" y="1284"/>
                  </a:lnTo>
                  <a:lnTo>
                    <a:pt x="42" y="1278"/>
                  </a:lnTo>
                  <a:lnTo>
                    <a:pt x="48" y="1272"/>
                  </a:lnTo>
                  <a:lnTo>
                    <a:pt x="54" y="1266"/>
                  </a:lnTo>
                  <a:lnTo>
                    <a:pt x="60" y="1260"/>
                  </a:lnTo>
                  <a:lnTo>
                    <a:pt x="66" y="1254"/>
                  </a:lnTo>
                  <a:lnTo>
                    <a:pt x="72" y="1248"/>
                  </a:lnTo>
                  <a:lnTo>
                    <a:pt x="72" y="1242"/>
                  </a:lnTo>
                  <a:lnTo>
                    <a:pt x="78" y="1242"/>
                  </a:lnTo>
                  <a:lnTo>
                    <a:pt x="78" y="1236"/>
                  </a:lnTo>
                  <a:lnTo>
                    <a:pt x="84" y="1236"/>
                  </a:lnTo>
                  <a:lnTo>
                    <a:pt x="84" y="1230"/>
                  </a:lnTo>
                  <a:lnTo>
                    <a:pt x="90" y="1230"/>
                  </a:lnTo>
                  <a:lnTo>
                    <a:pt x="90" y="1224"/>
                  </a:lnTo>
                  <a:lnTo>
                    <a:pt x="96" y="1218"/>
                  </a:lnTo>
                  <a:lnTo>
                    <a:pt x="102" y="1212"/>
                  </a:lnTo>
                  <a:lnTo>
                    <a:pt x="102" y="1206"/>
                  </a:lnTo>
                  <a:lnTo>
                    <a:pt x="108" y="1206"/>
                  </a:lnTo>
                  <a:lnTo>
                    <a:pt x="108" y="1200"/>
                  </a:lnTo>
                  <a:lnTo>
                    <a:pt x="114" y="1200"/>
                  </a:lnTo>
                  <a:lnTo>
                    <a:pt x="114" y="1194"/>
                  </a:lnTo>
                  <a:lnTo>
                    <a:pt x="120" y="1188"/>
                  </a:lnTo>
                  <a:lnTo>
                    <a:pt x="120" y="1182"/>
                  </a:lnTo>
                  <a:lnTo>
                    <a:pt x="126" y="1182"/>
                  </a:lnTo>
                  <a:lnTo>
                    <a:pt x="126" y="1176"/>
                  </a:lnTo>
                  <a:lnTo>
                    <a:pt x="132" y="1176"/>
                  </a:lnTo>
                  <a:lnTo>
                    <a:pt x="132" y="1170"/>
                  </a:lnTo>
                  <a:lnTo>
                    <a:pt x="138" y="1164"/>
                  </a:lnTo>
                  <a:lnTo>
                    <a:pt x="144" y="1158"/>
                  </a:lnTo>
                  <a:lnTo>
                    <a:pt x="144" y="1152"/>
                  </a:lnTo>
                  <a:lnTo>
                    <a:pt x="150" y="1152"/>
                  </a:lnTo>
                  <a:lnTo>
                    <a:pt x="150" y="1146"/>
                  </a:lnTo>
                  <a:lnTo>
                    <a:pt x="156" y="1146"/>
                  </a:lnTo>
                  <a:lnTo>
                    <a:pt x="156" y="1140"/>
                  </a:lnTo>
                  <a:lnTo>
                    <a:pt x="162" y="1134"/>
                  </a:lnTo>
                  <a:lnTo>
                    <a:pt x="162" y="1128"/>
                  </a:lnTo>
                  <a:lnTo>
                    <a:pt x="168" y="1122"/>
                  </a:lnTo>
                  <a:lnTo>
                    <a:pt x="174" y="1116"/>
                  </a:lnTo>
                  <a:lnTo>
                    <a:pt x="174" y="1110"/>
                  </a:lnTo>
                  <a:lnTo>
                    <a:pt x="180" y="1110"/>
                  </a:lnTo>
                  <a:lnTo>
                    <a:pt x="180" y="1104"/>
                  </a:lnTo>
                  <a:lnTo>
                    <a:pt x="186" y="1098"/>
                  </a:lnTo>
                  <a:lnTo>
                    <a:pt x="186" y="1092"/>
                  </a:lnTo>
                  <a:lnTo>
                    <a:pt x="192" y="1092"/>
                  </a:lnTo>
                  <a:lnTo>
                    <a:pt x="192" y="1086"/>
                  </a:lnTo>
                  <a:lnTo>
                    <a:pt x="192" y="1080"/>
                  </a:lnTo>
                  <a:lnTo>
                    <a:pt x="198" y="1080"/>
                  </a:lnTo>
                  <a:lnTo>
                    <a:pt x="198" y="1074"/>
                  </a:lnTo>
                  <a:lnTo>
                    <a:pt x="204" y="1074"/>
                  </a:lnTo>
                  <a:lnTo>
                    <a:pt x="204" y="1068"/>
                  </a:lnTo>
                  <a:lnTo>
                    <a:pt x="204" y="1062"/>
                  </a:lnTo>
                  <a:lnTo>
                    <a:pt x="210" y="1062"/>
                  </a:lnTo>
                  <a:lnTo>
                    <a:pt x="210" y="1056"/>
                  </a:lnTo>
                  <a:lnTo>
                    <a:pt x="216" y="1056"/>
                  </a:lnTo>
                  <a:lnTo>
                    <a:pt x="216" y="1050"/>
                  </a:lnTo>
                  <a:lnTo>
                    <a:pt x="216" y="1044"/>
                  </a:lnTo>
                  <a:lnTo>
                    <a:pt x="222" y="1044"/>
                  </a:lnTo>
                  <a:lnTo>
                    <a:pt x="222" y="1038"/>
                  </a:lnTo>
                  <a:lnTo>
                    <a:pt x="228" y="1032"/>
                  </a:lnTo>
                  <a:lnTo>
                    <a:pt x="228" y="1026"/>
                  </a:lnTo>
                  <a:lnTo>
                    <a:pt x="234" y="1020"/>
                  </a:lnTo>
                  <a:lnTo>
                    <a:pt x="234" y="1014"/>
                  </a:lnTo>
                  <a:lnTo>
                    <a:pt x="240" y="1008"/>
                  </a:lnTo>
                  <a:lnTo>
                    <a:pt x="246" y="1002"/>
                  </a:lnTo>
                  <a:lnTo>
                    <a:pt x="246" y="996"/>
                  </a:lnTo>
                  <a:lnTo>
                    <a:pt x="252" y="990"/>
                  </a:lnTo>
                  <a:lnTo>
                    <a:pt x="252" y="984"/>
                  </a:lnTo>
                  <a:lnTo>
                    <a:pt x="258" y="984"/>
                  </a:lnTo>
                  <a:lnTo>
                    <a:pt x="258" y="978"/>
                  </a:lnTo>
                  <a:lnTo>
                    <a:pt x="258" y="972"/>
                  </a:lnTo>
                  <a:lnTo>
                    <a:pt x="264" y="966"/>
                  </a:lnTo>
                  <a:lnTo>
                    <a:pt x="264" y="960"/>
                  </a:lnTo>
                  <a:lnTo>
                    <a:pt x="270" y="954"/>
                  </a:lnTo>
                  <a:lnTo>
                    <a:pt x="276" y="948"/>
                  </a:lnTo>
                  <a:lnTo>
                    <a:pt x="276" y="942"/>
                  </a:lnTo>
                  <a:lnTo>
                    <a:pt x="276" y="936"/>
                  </a:lnTo>
                  <a:lnTo>
                    <a:pt x="282" y="936"/>
                  </a:lnTo>
                  <a:lnTo>
                    <a:pt x="282" y="930"/>
                  </a:lnTo>
                  <a:lnTo>
                    <a:pt x="288" y="924"/>
                  </a:lnTo>
                  <a:lnTo>
                    <a:pt x="288" y="918"/>
                  </a:lnTo>
                  <a:lnTo>
                    <a:pt x="294" y="912"/>
                  </a:lnTo>
                  <a:lnTo>
                    <a:pt x="294" y="906"/>
                  </a:lnTo>
                  <a:lnTo>
                    <a:pt x="300" y="900"/>
                  </a:lnTo>
                  <a:lnTo>
                    <a:pt x="300" y="894"/>
                  </a:lnTo>
                  <a:lnTo>
                    <a:pt x="306" y="888"/>
                  </a:lnTo>
                  <a:lnTo>
                    <a:pt x="306" y="882"/>
                  </a:lnTo>
                  <a:lnTo>
                    <a:pt x="306" y="876"/>
                  </a:lnTo>
                  <a:lnTo>
                    <a:pt x="312" y="870"/>
                  </a:lnTo>
                  <a:lnTo>
                    <a:pt x="318" y="864"/>
                  </a:lnTo>
                  <a:lnTo>
                    <a:pt x="318" y="858"/>
                  </a:lnTo>
                  <a:lnTo>
                    <a:pt x="318" y="852"/>
                  </a:lnTo>
                  <a:lnTo>
                    <a:pt x="324" y="846"/>
                  </a:lnTo>
                  <a:lnTo>
                    <a:pt x="324" y="840"/>
                  </a:lnTo>
                  <a:lnTo>
                    <a:pt x="330" y="840"/>
                  </a:lnTo>
                  <a:lnTo>
                    <a:pt x="330" y="834"/>
                  </a:lnTo>
                  <a:lnTo>
                    <a:pt x="330" y="828"/>
                  </a:lnTo>
                  <a:lnTo>
                    <a:pt x="336" y="822"/>
                  </a:lnTo>
                  <a:lnTo>
                    <a:pt x="336" y="816"/>
                  </a:lnTo>
                  <a:lnTo>
                    <a:pt x="336" y="810"/>
                  </a:lnTo>
                  <a:lnTo>
                    <a:pt x="342" y="804"/>
                  </a:lnTo>
                  <a:lnTo>
                    <a:pt x="348" y="798"/>
                  </a:lnTo>
                  <a:lnTo>
                    <a:pt x="348" y="792"/>
                  </a:lnTo>
                  <a:lnTo>
                    <a:pt x="348" y="786"/>
                  </a:lnTo>
                  <a:lnTo>
                    <a:pt x="354" y="780"/>
                  </a:lnTo>
                  <a:lnTo>
                    <a:pt x="354" y="774"/>
                  </a:lnTo>
                  <a:lnTo>
                    <a:pt x="360" y="768"/>
                  </a:lnTo>
                  <a:lnTo>
                    <a:pt x="360" y="762"/>
                  </a:lnTo>
                  <a:lnTo>
                    <a:pt x="360" y="756"/>
                  </a:lnTo>
                  <a:lnTo>
                    <a:pt x="366" y="750"/>
                  </a:lnTo>
                  <a:lnTo>
                    <a:pt x="372" y="744"/>
                  </a:lnTo>
                  <a:lnTo>
                    <a:pt x="372" y="738"/>
                  </a:lnTo>
                  <a:lnTo>
                    <a:pt x="372" y="732"/>
                  </a:lnTo>
                  <a:lnTo>
                    <a:pt x="378" y="726"/>
                  </a:lnTo>
                  <a:lnTo>
                    <a:pt x="378" y="720"/>
                  </a:lnTo>
                  <a:lnTo>
                    <a:pt x="378" y="714"/>
                  </a:lnTo>
                  <a:lnTo>
                    <a:pt x="384" y="708"/>
                  </a:lnTo>
                  <a:lnTo>
                    <a:pt x="384" y="702"/>
                  </a:lnTo>
                  <a:lnTo>
                    <a:pt x="390" y="696"/>
                  </a:lnTo>
                  <a:lnTo>
                    <a:pt x="390" y="690"/>
                  </a:lnTo>
                  <a:lnTo>
                    <a:pt x="390" y="684"/>
                  </a:lnTo>
                  <a:lnTo>
                    <a:pt x="396" y="678"/>
                  </a:lnTo>
                  <a:lnTo>
                    <a:pt x="396" y="672"/>
                  </a:lnTo>
                  <a:lnTo>
                    <a:pt x="402" y="666"/>
                  </a:lnTo>
                  <a:lnTo>
                    <a:pt x="402" y="660"/>
                  </a:lnTo>
                  <a:lnTo>
                    <a:pt x="402" y="654"/>
                  </a:lnTo>
                  <a:lnTo>
                    <a:pt x="408" y="648"/>
                  </a:lnTo>
                  <a:lnTo>
                    <a:pt x="408" y="642"/>
                  </a:lnTo>
                  <a:lnTo>
                    <a:pt x="408" y="636"/>
                  </a:lnTo>
                  <a:lnTo>
                    <a:pt x="414" y="630"/>
                  </a:lnTo>
                  <a:lnTo>
                    <a:pt x="414" y="624"/>
                  </a:lnTo>
                  <a:lnTo>
                    <a:pt x="420" y="612"/>
                  </a:lnTo>
                  <a:lnTo>
                    <a:pt x="420" y="606"/>
                  </a:lnTo>
                  <a:lnTo>
                    <a:pt x="420" y="600"/>
                  </a:lnTo>
                  <a:lnTo>
                    <a:pt x="426" y="594"/>
                  </a:lnTo>
                  <a:lnTo>
                    <a:pt x="426" y="588"/>
                  </a:lnTo>
                  <a:lnTo>
                    <a:pt x="432" y="582"/>
                  </a:lnTo>
                  <a:lnTo>
                    <a:pt x="432" y="576"/>
                  </a:lnTo>
                  <a:lnTo>
                    <a:pt x="432" y="570"/>
                  </a:lnTo>
                  <a:lnTo>
                    <a:pt x="438" y="564"/>
                  </a:lnTo>
                  <a:lnTo>
                    <a:pt x="438" y="558"/>
                  </a:lnTo>
                  <a:lnTo>
                    <a:pt x="444" y="546"/>
                  </a:lnTo>
                  <a:lnTo>
                    <a:pt x="444" y="540"/>
                  </a:lnTo>
                  <a:lnTo>
                    <a:pt x="444" y="534"/>
                  </a:lnTo>
                  <a:lnTo>
                    <a:pt x="450" y="528"/>
                  </a:lnTo>
                  <a:lnTo>
                    <a:pt x="450" y="522"/>
                  </a:lnTo>
                  <a:lnTo>
                    <a:pt x="450" y="516"/>
                  </a:lnTo>
                  <a:lnTo>
                    <a:pt x="456" y="510"/>
                  </a:lnTo>
                  <a:lnTo>
                    <a:pt x="456" y="498"/>
                  </a:lnTo>
                  <a:lnTo>
                    <a:pt x="462" y="492"/>
                  </a:lnTo>
                  <a:lnTo>
                    <a:pt x="462" y="486"/>
                  </a:lnTo>
                  <a:lnTo>
                    <a:pt x="462" y="480"/>
                  </a:lnTo>
                  <a:lnTo>
                    <a:pt x="468" y="474"/>
                  </a:lnTo>
                  <a:lnTo>
                    <a:pt x="468" y="462"/>
                  </a:lnTo>
                  <a:lnTo>
                    <a:pt x="474" y="456"/>
                  </a:lnTo>
                  <a:lnTo>
                    <a:pt x="474" y="450"/>
                  </a:lnTo>
                  <a:lnTo>
                    <a:pt x="474" y="444"/>
                  </a:lnTo>
                  <a:lnTo>
                    <a:pt x="480" y="432"/>
                  </a:lnTo>
                  <a:lnTo>
                    <a:pt x="480" y="426"/>
                  </a:lnTo>
                  <a:lnTo>
                    <a:pt x="480" y="420"/>
                  </a:lnTo>
                  <a:lnTo>
                    <a:pt x="486" y="414"/>
                  </a:lnTo>
                  <a:lnTo>
                    <a:pt x="486" y="402"/>
                  </a:lnTo>
                  <a:lnTo>
                    <a:pt x="492" y="396"/>
                  </a:lnTo>
                  <a:lnTo>
                    <a:pt x="492" y="390"/>
                  </a:lnTo>
                  <a:lnTo>
                    <a:pt x="492" y="378"/>
                  </a:lnTo>
                  <a:lnTo>
                    <a:pt x="498" y="372"/>
                  </a:lnTo>
                  <a:lnTo>
                    <a:pt x="498" y="366"/>
                  </a:lnTo>
                  <a:lnTo>
                    <a:pt x="504" y="360"/>
                  </a:lnTo>
                  <a:lnTo>
                    <a:pt x="504" y="348"/>
                  </a:lnTo>
                  <a:lnTo>
                    <a:pt x="504" y="342"/>
                  </a:lnTo>
                  <a:lnTo>
                    <a:pt x="510" y="330"/>
                  </a:lnTo>
                  <a:lnTo>
                    <a:pt x="510" y="324"/>
                  </a:lnTo>
                  <a:lnTo>
                    <a:pt x="516" y="318"/>
                  </a:lnTo>
                  <a:lnTo>
                    <a:pt x="516" y="306"/>
                  </a:lnTo>
                  <a:lnTo>
                    <a:pt x="516" y="300"/>
                  </a:lnTo>
                  <a:lnTo>
                    <a:pt x="522" y="294"/>
                  </a:lnTo>
                  <a:lnTo>
                    <a:pt x="522" y="282"/>
                  </a:lnTo>
                  <a:lnTo>
                    <a:pt x="522" y="276"/>
                  </a:lnTo>
                  <a:lnTo>
                    <a:pt x="528" y="264"/>
                  </a:lnTo>
                  <a:lnTo>
                    <a:pt x="528" y="258"/>
                  </a:lnTo>
                  <a:lnTo>
                    <a:pt x="534" y="252"/>
                  </a:lnTo>
                  <a:lnTo>
                    <a:pt x="534" y="240"/>
                  </a:lnTo>
                  <a:lnTo>
                    <a:pt x="534" y="234"/>
                  </a:lnTo>
                  <a:lnTo>
                    <a:pt x="540" y="222"/>
                  </a:lnTo>
                  <a:lnTo>
                    <a:pt x="540" y="216"/>
                  </a:lnTo>
                  <a:lnTo>
                    <a:pt x="546" y="204"/>
                  </a:lnTo>
                  <a:lnTo>
                    <a:pt x="546" y="198"/>
                  </a:lnTo>
                  <a:lnTo>
                    <a:pt x="546" y="186"/>
                  </a:lnTo>
                  <a:lnTo>
                    <a:pt x="552" y="180"/>
                  </a:lnTo>
                  <a:lnTo>
                    <a:pt x="552" y="168"/>
                  </a:lnTo>
                  <a:lnTo>
                    <a:pt x="552" y="162"/>
                  </a:lnTo>
                  <a:lnTo>
                    <a:pt x="558" y="150"/>
                  </a:lnTo>
                  <a:lnTo>
                    <a:pt x="558" y="144"/>
                  </a:lnTo>
                  <a:lnTo>
                    <a:pt x="564" y="132"/>
                  </a:lnTo>
                  <a:lnTo>
                    <a:pt x="564" y="126"/>
                  </a:lnTo>
                  <a:lnTo>
                    <a:pt x="564" y="114"/>
                  </a:lnTo>
                  <a:lnTo>
                    <a:pt x="570" y="102"/>
                  </a:lnTo>
                  <a:lnTo>
                    <a:pt x="570" y="96"/>
                  </a:lnTo>
                  <a:lnTo>
                    <a:pt x="576" y="84"/>
                  </a:lnTo>
                  <a:lnTo>
                    <a:pt x="576" y="78"/>
                  </a:lnTo>
                  <a:lnTo>
                    <a:pt x="576" y="66"/>
                  </a:lnTo>
                  <a:lnTo>
                    <a:pt x="582" y="54"/>
                  </a:lnTo>
                  <a:lnTo>
                    <a:pt x="582" y="48"/>
                  </a:lnTo>
                  <a:lnTo>
                    <a:pt x="588" y="36"/>
                  </a:lnTo>
                  <a:lnTo>
                    <a:pt x="588" y="30"/>
                  </a:lnTo>
                  <a:lnTo>
                    <a:pt x="588" y="18"/>
                  </a:lnTo>
                  <a:lnTo>
                    <a:pt x="594" y="6"/>
                  </a:lnTo>
                  <a:lnTo>
                    <a:pt x="594" y="0"/>
                  </a:lnTo>
                </a:path>
              </a:pathLst>
            </a:custGeom>
            <a:noFill/>
            <a:ln w="9525" cap="flat">
              <a:solidFill>
                <a:schemeClr val="tx2"/>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59" name="Freeform 59"/>
            <p:cNvSpPr/>
            <p:nvPr/>
          </p:nvSpPr>
          <p:spPr bwMode="auto">
            <a:xfrm>
              <a:off x="5064" y="2271"/>
              <a:ext cx="12" cy="42"/>
            </a:xfrm>
            <a:custGeom>
              <a:avLst/>
              <a:gdLst>
                <a:gd name="T0" fmla="*/ 0 w 12"/>
                <a:gd name="T1" fmla="*/ 42 h 42"/>
                <a:gd name="T2" fmla="*/ 0 w 12"/>
                <a:gd name="T3" fmla="*/ 30 h 42"/>
                <a:gd name="T4" fmla="*/ 6 w 12"/>
                <a:gd name="T5" fmla="*/ 18 h 42"/>
                <a:gd name="T6" fmla="*/ 6 w 12"/>
                <a:gd name="T7" fmla="*/ 6 h 42"/>
                <a:gd name="T8" fmla="*/ 12 w 12"/>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42">
                  <a:moveTo>
                    <a:pt x="0" y="42"/>
                  </a:moveTo>
                  <a:lnTo>
                    <a:pt x="0" y="30"/>
                  </a:lnTo>
                  <a:lnTo>
                    <a:pt x="6" y="18"/>
                  </a:lnTo>
                  <a:lnTo>
                    <a:pt x="6" y="6"/>
                  </a:lnTo>
                  <a:lnTo>
                    <a:pt x="12" y="0"/>
                  </a:lnTo>
                </a:path>
              </a:pathLst>
            </a:custGeom>
            <a:noFill/>
            <a:ln w="9525" cap="flat">
              <a:solidFill>
                <a:schemeClr val="tx2"/>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pSp>
      <p:sp>
        <p:nvSpPr>
          <p:cNvPr id="60" name="Freeform 60"/>
          <p:cNvSpPr/>
          <p:nvPr/>
        </p:nvSpPr>
        <p:spPr bwMode="auto">
          <a:xfrm>
            <a:off x="7991475" y="3960813"/>
            <a:ext cx="649288" cy="1476375"/>
          </a:xfrm>
          <a:custGeom>
            <a:avLst/>
            <a:gdLst>
              <a:gd name="T0" fmla="*/ 2147483647 w 594"/>
              <a:gd name="T1" fmla="*/ 2147483647 h 1350"/>
              <a:gd name="T2" fmla="*/ 2147483647 w 594"/>
              <a:gd name="T3" fmla="*/ 2147483647 h 1350"/>
              <a:gd name="T4" fmla="*/ 2147483647 w 594"/>
              <a:gd name="T5" fmla="*/ 2147483647 h 1350"/>
              <a:gd name="T6" fmla="*/ 2147483647 w 594"/>
              <a:gd name="T7" fmla="*/ 2147483647 h 1350"/>
              <a:gd name="T8" fmla="*/ 2147483647 w 594"/>
              <a:gd name="T9" fmla="*/ 2147483647 h 1350"/>
              <a:gd name="T10" fmla="*/ 2147483647 w 594"/>
              <a:gd name="T11" fmla="*/ 2147483647 h 1350"/>
              <a:gd name="T12" fmla="*/ 2147483647 w 594"/>
              <a:gd name="T13" fmla="*/ 2147483647 h 1350"/>
              <a:gd name="T14" fmla="*/ 2147483647 w 594"/>
              <a:gd name="T15" fmla="*/ 2147483647 h 1350"/>
              <a:gd name="T16" fmla="*/ 2147483647 w 594"/>
              <a:gd name="T17" fmla="*/ 2147483647 h 1350"/>
              <a:gd name="T18" fmla="*/ 2147483647 w 594"/>
              <a:gd name="T19" fmla="*/ 2147483647 h 1350"/>
              <a:gd name="T20" fmla="*/ 2147483647 w 594"/>
              <a:gd name="T21" fmla="*/ 2147483647 h 1350"/>
              <a:gd name="T22" fmla="*/ 2147483647 w 594"/>
              <a:gd name="T23" fmla="*/ 2147483647 h 1350"/>
              <a:gd name="T24" fmla="*/ 2147483647 w 594"/>
              <a:gd name="T25" fmla="*/ 2147483647 h 1350"/>
              <a:gd name="T26" fmla="*/ 2147483647 w 594"/>
              <a:gd name="T27" fmla="*/ 2147483647 h 1350"/>
              <a:gd name="T28" fmla="*/ 2147483647 w 594"/>
              <a:gd name="T29" fmla="*/ 2147483647 h 1350"/>
              <a:gd name="T30" fmla="*/ 2147483647 w 594"/>
              <a:gd name="T31" fmla="*/ 2147483647 h 1350"/>
              <a:gd name="T32" fmla="*/ 2147483647 w 594"/>
              <a:gd name="T33" fmla="*/ 2147483647 h 1350"/>
              <a:gd name="T34" fmla="*/ 2147483647 w 594"/>
              <a:gd name="T35" fmla="*/ 2147483647 h 1350"/>
              <a:gd name="T36" fmla="*/ 2147483647 w 594"/>
              <a:gd name="T37" fmla="*/ 2147483647 h 1350"/>
              <a:gd name="T38" fmla="*/ 2147483647 w 594"/>
              <a:gd name="T39" fmla="*/ 2147483647 h 1350"/>
              <a:gd name="T40" fmla="*/ 2147483647 w 594"/>
              <a:gd name="T41" fmla="*/ 2147483647 h 1350"/>
              <a:gd name="T42" fmla="*/ 2147483647 w 594"/>
              <a:gd name="T43" fmla="*/ 2147483647 h 1350"/>
              <a:gd name="T44" fmla="*/ 2147483647 w 594"/>
              <a:gd name="T45" fmla="*/ 2147483647 h 1350"/>
              <a:gd name="T46" fmla="*/ 2147483647 w 594"/>
              <a:gd name="T47" fmla="*/ 2147483647 h 1350"/>
              <a:gd name="T48" fmla="*/ 2147483647 w 594"/>
              <a:gd name="T49" fmla="*/ 2147483647 h 1350"/>
              <a:gd name="T50" fmla="*/ 2147483647 w 594"/>
              <a:gd name="T51" fmla="*/ 2147483647 h 1350"/>
              <a:gd name="T52" fmla="*/ 2147483647 w 594"/>
              <a:gd name="T53" fmla="*/ 2147483647 h 1350"/>
              <a:gd name="T54" fmla="*/ 2147483647 w 594"/>
              <a:gd name="T55" fmla="*/ 2147483647 h 1350"/>
              <a:gd name="T56" fmla="*/ 2147483647 w 594"/>
              <a:gd name="T57" fmla="*/ 2147483647 h 1350"/>
              <a:gd name="T58" fmla="*/ 2147483647 w 594"/>
              <a:gd name="T59" fmla="*/ 2147483647 h 1350"/>
              <a:gd name="T60" fmla="*/ 2147483647 w 594"/>
              <a:gd name="T61" fmla="*/ 2147483647 h 1350"/>
              <a:gd name="T62" fmla="*/ 2147483647 w 594"/>
              <a:gd name="T63" fmla="*/ 2147483647 h 1350"/>
              <a:gd name="T64" fmla="*/ 2147483647 w 594"/>
              <a:gd name="T65" fmla="*/ 2147483647 h 1350"/>
              <a:gd name="T66" fmla="*/ 2147483647 w 594"/>
              <a:gd name="T67" fmla="*/ 2147483647 h 1350"/>
              <a:gd name="T68" fmla="*/ 2147483647 w 594"/>
              <a:gd name="T69" fmla="*/ 2147483647 h 1350"/>
              <a:gd name="T70" fmla="*/ 2147483647 w 594"/>
              <a:gd name="T71" fmla="*/ 2147483647 h 1350"/>
              <a:gd name="T72" fmla="*/ 2147483647 w 594"/>
              <a:gd name="T73" fmla="*/ 2147483647 h 1350"/>
              <a:gd name="T74" fmla="*/ 2147483647 w 594"/>
              <a:gd name="T75" fmla="*/ 2147483647 h 1350"/>
              <a:gd name="T76" fmla="*/ 2147483647 w 594"/>
              <a:gd name="T77" fmla="*/ 2147483647 h 1350"/>
              <a:gd name="T78" fmla="*/ 2147483647 w 594"/>
              <a:gd name="T79" fmla="*/ 2147483647 h 1350"/>
              <a:gd name="T80" fmla="*/ 2147483647 w 594"/>
              <a:gd name="T81" fmla="*/ 2147483647 h 1350"/>
              <a:gd name="T82" fmla="*/ 2147483647 w 594"/>
              <a:gd name="T83" fmla="*/ 2147483647 h 1350"/>
              <a:gd name="T84" fmla="*/ 2147483647 w 594"/>
              <a:gd name="T85" fmla="*/ 2147483647 h 1350"/>
              <a:gd name="T86" fmla="*/ 2147483647 w 594"/>
              <a:gd name="T87" fmla="*/ 2147483647 h 1350"/>
              <a:gd name="T88" fmla="*/ 2147483647 w 594"/>
              <a:gd name="T89" fmla="*/ 2147483647 h 1350"/>
              <a:gd name="T90" fmla="*/ 2147483647 w 594"/>
              <a:gd name="T91" fmla="*/ 2147483647 h 1350"/>
              <a:gd name="T92" fmla="*/ 2147483647 w 594"/>
              <a:gd name="T93" fmla="*/ 2147483647 h 1350"/>
              <a:gd name="T94" fmla="*/ 2147483647 w 594"/>
              <a:gd name="T95" fmla="*/ 2147483647 h 1350"/>
              <a:gd name="T96" fmla="*/ 2147483647 w 594"/>
              <a:gd name="T97" fmla="*/ 2147483647 h 1350"/>
              <a:gd name="T98" fmla="*/ 2147483647 w 594"/>
              <a:gd name="T99" fmla="*/ 2147483647 h 1350"/>
              <a:gd name="T100" fmla="*/ 2147483647 w 594"/>
              <a:gd name="T101" fmla="*/ 2147483647 h 13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1350">
                <a:moveTo>
                  <a:pt x="0" y="0"/>
                </a:moveTo>
                <a:lnTo>
                  <a:pt x="6" y="6"/>
                </a:lnTo>
                <a:lnTo>
                  <a:pt x="6" y="18"/>
                </a:lnTo>
                <a:lnTo>
                  <a:pt x="12" y="30"/>
                </a:lnTo>
                <a:lnTo>
                  <a:pt x="12" y="42"/>
                </a:lnTo>
                <a:lnTo>
                  <a:pt x="12" y="48"/>
                </a:lnTo>
                <a:lnTo>
                  <a:pt x="18" y="60"/>
                </a:lnTo>
                <a:lnTo>
                  <a:pt x="18" y="72"/>
                </a:lnTo>
                <a:lnTo>
                  <a:pt x="18" y="78"/>
                </a:lnTo>
                <a:lnTo>
                  <a:pt x="24" y="90"/>
                </a:lnTo>
                <a:lnTo>
                  <a:pt x="24" y="96"/>
                </a:lnTo>
                <a:lnTo>
                  <a:pt x="30" y="108"/>
                </a:lnTo>
                <a:lnTo>
                  <a:pt x="30" y="120"/>
                </a:lnTo>
                <a:lnTo>
                  <a:pt x="30" y="126"/>
                </a:lnTo>
                <a:lnTo>
                  <a:pt x="36" y="138"/>
                </a:lnTo>
                <a:lnTo>
                  <a:pt x="36" y="144"/>
                </a:lnTo>
                <a:lnTo>
                  <a:pt x="42" y="156"/>
                </a:lnTo>
                <a:lnTo>
                  <a:pt x="42" y="168"/>
                </a:lnTo>
                <a:lnTo>
                  <a:pt x="42" y="174"/>
                </a:lnTo>
                <a:lnTo>
                  <a:pt x="48" y="186"/>
                </a:lnTo>
                <a:lnTo>
                  <a:pt x="48" y="192"/>
                </a:lnTo>
                <a:lnTo>
                  <a:pt x="54" y="204"/>
                </a:lnTo>
                <a:lnTo>
                  <a:pt x="54" y="210"/>
                </a:lnTo>
                <a:lnTo>
                  <a:pt x="54" y="222"/>
                </a:lnTo>
                <a:lnTo>
                  <a:pt x="60" y="228"/>
                </a:lnTo>
                <a:lnTo>
                  <a:pt x="60" y="240"/>
                </a:lnTo>
                <a:lnTo>
                  <a:pt x="60" y="246"/>
                </a:lnTo>
                <a:lnTo>
                  <a:pt x="66" y="258"/>
                </a:lnTo>
                <a:lnTo>
                  <a:pt x="66" y="264"/>
                </a:lnTo>
                <a:lnTo>
                  <a:pt x="72" y="276"/>
                </a:lnTo>
                <a:lnTo>
                  <a:pt x="72" y="282"/>
                </a:lnTo>
                <a:lnTo>
                  <a:pt x="72" y="294"/>
                </a:lnTo>
                <a:lnTo>
                  <a:pt x="78" y="300"/>
                </a:lnTo>
                <a:lnTo>
                  <a:pt x="78" y="306"/>
                </a:lnTo>
                <a:lnTo>
                  <a:pt x="84" y="318"/>
                </a:lnTo>
                <a:lnTo>
                  <a:pt x="84" y="324"/>
                </a:lnTo>
                <a:lnTo>
                  <a:pt x="84" y="336"/>
                </a:lnTo>
                <a:lnTo>
                  <a:pt x="90" y="342"/>
                </a:lnTo>
                <a:lnTo>
                  <a:pt x="90" y="348"/>
                </a:lnTo>
                <a:lnTo>
                  <a:pt x="90" y="360"/>
                </a:lnTo>
                <a:lnTo>
                  <a:pt x="96" y="366"/>
                </a:lnTo>
                <a:lnTo>
                  <a:pt x="96" y="372"/>
                </a:lnTo>
                <a:lnTo>
                  <a:pt x="102" y="384"/>
                </a:lnTo>
                <a:lnTo>
                  <a:pt x="102" y="390"/>
                </a:lnTo>
                <a:lnTo>
                  <a:pt x="102" y="402"/>
                </a:lnTo>
                <a:lnTo>
                  <a:pt x="108" y="408"/>
                </a:lnTo>
                <a:lnTo>
                  <a:pt x="108" y="414"/>
                </a:lnTo>
                <a:lnTo>
                  <a:pt x="114" y="420"/>
                </a:lnTo>
                <a:lnTo>
                  <a:pt x="114" y="432"/>
                </a:lnTo>
                <a:lnTo>
                  <a:pt x="114" y="438"/>
                </a:lnTo>
                <a:lnTo>
                  <a:pt x="120" y="444"/>
                </a:lnTo>
                <a:lnTo>
                  <a:pt x="120" y="456"/>
                </a:lnTo>
                <a:lnTo>
                  <a:pt x="126" y="462"/>
                </a:lnTo>
                <a:lnTo>
                  <a:pt x="126" y="468"/>
                </a:lnTo>
                <a:lnTo>
                  <a:pt x="126" y="474"/>
                </a:lnTo>
                <a:lnTo>
                  <a:pt x="132" y="486"/>
                </a:lnTo>
                <a:lnTo>
                  <a:pt x="132" y="492"/>
                </a:lnTo>
                <a:lnTo>
                  <a:pt x="132" y="498"/>
                </a:lnTo>
                <a:lnTo>
                  <a:pt x="138" y="504"/>
                </a:lnTo>
                <a:lnTo>
                  <a:pt x="138" y="516"/>
                </a:lnTo>
                <a:lnTo>
                  <a:pt x="144" y="522"/>
                </a:lnTo>
                <a:lnTo>
                  <a:pt x="144" y="528"/>
                </a:lnTo>
                <a:lnTo>
                  <a:pt x="144" y="534"/>
                </a:lnTo>
                <a:lnTo>
                  <a:pt x="150" y="540"/>
                </a:lnTo>
                <a:lnTo>
                  <a:pt x="150" y="552"/>
                </a:lnTo>
                <a:lnTo>
                  <a:pt x="156" y="558"/>
                </a:lnTo>
                <a:lnTo>
                  <a:pt x="156" y="564"/>
                </a:lnTo>
                <a:lnTo>
                  <a:pt x="156" y="570"/>
                </a:lnTo>
                <a:lnTo>
                  <a:pt x="162" y="576"/>
                </a:lnTo>
                <a:lnTo>
                  <a:pt x="162" y="582"/>
                </a:lnTo>
                <a:lnTo>
                  <a:pt x="162" y="588"/>
                </a:lnTo>
                <a:lnTo>
                  <a:pt x="168" y="600"/>
                </a:lnTo>
                <a:lnTo>
                  <a:pt x="168" y="606"/>
                </a:lnTo>
                <a:lnTo>
                  <a:pt x="174" y="612"/>
                </a:lnTo>
                <a:lnTo>
                  <a:pt x="174" y="618"/>
                </a:lnTo>
                <a:lnTo>
                  <a:pt x="174" y="624"/>
                </a:lnTo>
                <a:lnTo>
                  <a:pt x="180" y="630"/>
                </a:lnTo>
                <a:lnTo>
                  <a:pt x="180" y="636"/>
                </a:lnTo>
                <a:lnTo>
                  <a:pt x="186" y="642"/>
                </a:lnTo>
                <a:lnTo>
                  <a:pt x="186" y="648"/>
                </a:lnTo>
                <a:lnTo>
                  <a:pt x="186" y="654"/>
                </a:lnTo>
                <a:lnTo>
                  <a:pt x="192" y="666"/>
                </a:lnTo>
                <a:lnTo>
                  <a:pt x="192" y="672"/>
                </a:lnTo>
                <a:lnTo>
                  <a:pt x="198" y="678"/>
                </a:lnTo>
                <a:lnTo>
                  <a:pt x="198" y="684"/>
                </a:lnTo>
                <a:lnTo>
                  <a:pt x="198" y="690"/>
                </a:lnTo>
                <a:lnTo>
                  <a:pt x="204" y="696"/>
                </a:lnTo>
                <a:lnTo>
                  <a:pt x="204" y="702"/>
                </a:lnTo>
                <a:lnTo>
                  <a:pt x="204" y="708"/>
                </a:lnTo>
                <a:lnTo>
                  <a:pt x="210" y="714"/>
                </a:lnTo>
                <a:lnTo>
                  <a:pt x="210" y="720"/>
                </a:lnTo>
                <a:lnTo>
                  <a:pt x="216" y="726"/>
                </a:lnTo>
                <a:lnTo>
                  <a:pt x="216" y="732"/>
                </a:lnTo>
                <a:lnTo>
                  <a:pt x="216" y="738"/>
                </a:lnTo>
                <a:lnTo>
                  <a:pt x="222" y="744"/>
                </a:lnTo>
                <a:lnTo>
                  <a:pt x="222" y="750"/>
                </a:lnTo>
                <a:lnTo>
                  <a:pt x="228" y="756"/>
                </a:lnTo>
                <a:lnTo>
                  <a:pt x="228" y="762"/>
                </a:lnTo>
                <a:lnTo>
                  <a:pt x="228" y="768"/>
                </a:lnTo>
                <a:lnTo>
                  <a:pt x="234" y="774"/>
                </a:lnTo>
                <a:lnTo>
                  <a:pt x="234" y="780"/>
                </a:lnTo>
                <a:lnTo>
                  <a:pt x="234" y="786"/>
                </a:lnTo>
                <a:lnTo>
                  <a:pt x="240" y="792"/>
                </a:lnTo>
                <a:lnTo>
                  <a:pt x="246" y="798"/>
                </a:lnTo>
                <a:lnTo>
                  <a:pt x="246" y="804"/>
                </a:lnTo>
                <a:lnTo>
                  <a:pt x="246" y="810"/>
                </a:lnTo>
                <a:lnTo>
                  <a:pt x="252" y="816"/>
                </a:lnTo>
                <a:lnTo>
                  <a:pt x="252" y="822"/>
                </a:lnTo>
                <a:lnTo>
                  <a:pt x="258" y="828"/>
                </a:lnTo>
                <a:lnTo>
                  <a:pt x="258" y="834"/>
                </a:lnTo>
                <a:lnTo>
                  <a:pt x="258" y="840"/>
                </a:lnTo>
                <a:lnTo>
                  <a:pt x="264" y="846"/>
                </a:lnTo>
                <a:lnTo>
                  <a:pt x="270" y="852"/>
                </a:lnTo>
                <a:lnTo>
                  <a:pt x="270" y="858"/>
                </a:lnTo>
                <a:lnTo>
                  <a:pt x="270" y="864"/>
                </a:lnTo>
                <a:lnTo>
                  <a:pt x="276" y="870"/>
                </a:lnTo>
                <a:lnTo>
                  <a:pt x="276" y="876"/>
                </a:lnTo>
                <a:lnTo>
                  <a:pt x="276" y="882"/>
                </a:lnTo>
                <a:lnTo>
                  <a:pt x="282" y="882"/>
                </a:lnTo>
                <a:lnTo>
                  <a:pt x="282" y="888"/>
                </a:lnTo>
                <a:lnTo>
                  <a:pt x="288" y="894"/>
                </a:lnTo>
                <a:lnTo>
                  <a:pt x="288" y="900"/>
                </a:lnTo>
                <a:lnTo>
                  <a:pt x="288" y="906"/>
                </a:lnTo>
                <a:lnTo>
                  <a:pt x="294" y="912"/>
                </a:lnTo>
                <a:lnTo>
                  <a:pt x="300" y="918"/>
                </a:lnTo>
                <a:lnTo>
                  <a:pt x="300" y="924"/>
                </a:lnTo>
                <a:lnTo>
                  <a:pt x="300" y="930"/>
                </a:lnTo>
                <a:lnTo>
                  <a:pt x="306" y="936"/>
                </a:lnTo>
                <a:lnTo>
                  <a:pt x="306" y="942"/>
                </a:lnTo>
                <a:lnTo>
                  <a:pt x="312" y="948"/>
                </a:lnTo>
                <a:lnTo>
                  <a:pt x="312" y="954"/>
                </a:lnTo>
                <a:lnTo>
                  <a:pt x="318" y="960"/>
                </a:lnTo>
                <a:lnTo>
                  <a:pt x="318" y="966"/>
                </a:lnTo>
                <a:lnTo>
                  <a:pt x="324" y="972"/>
                </a:lnTo>
                <a:lnTo>
                  <a:pt x="324" y="978"/>
                </a:lnTo>
                <a:lnTo>
                  <a:pt x="330" y="978"/>
                </a:lnTo>
                <a:lnTo>
                  <a:pt x="330" y="984"/>
                </a:lnTo>
                <a:lnTo>
                  <a:pt x="330" y="990"/>
                </a:lnTo>
                <a:lnTo>
                  <a:pt x="336" y="996"/>
                </a:lnTo>
                <a:lnTo>
                  <a:pt x="342" y="1002"/>
                </a:lnTo>
                <a:lnTo>
                  <a:pt x="342" y="1008"/>
                </a:lnTo>
                <a:lnTo>
                  <a:pt x="348" y="1014"/>
                </a:lnTo>
                <a:lnTo>
                  <a:pt x="348" y="1020"/>
                </a:lnTo>
                <a:lnTo>
                  <a:pt x="348" y="1026"/>
                </a:lnTo>
                <a:lnTo>
                  <a:pt x="354" y="1026"/>
                </a:lnTo>
                <a:lnTo>
                  <a:pt x="354" y="1032"/>
                </a:lnTo>
                <a:lnTo>
                  <a:pt x="360" y="1038"/>
                </a:lnTo>
                <a:lnTo>
                  <a:pt x="360" y="1044"/>
                </a:lnTo>
                <a:lnTo>
                  <a:pt x="366" y="1050"/>
                </a:lnTo>
                <a:lnTo>
                  <a:pt x="372" y="1056"/>
                </a:lnTo>
                <a:lnTo>
                  <a:pt x="372" y="1062"/>
                </a:lnTo>
                <a:lnTo>
                  <a:pt x="378" y="1068"/>
                </a:lnTo>
                <a:lnTo>
                  <a:pt x="378" y="1074"/>
                </a:lnTo>
                <a:lnTo>
                  <a:pt x="384" y="1080"/>
                </a:lnTo>
                <a:lnTo>
                  <a:pt x="384" y="1086"/>
                </a:lnTo>
                <a:lnTo>
                  <a:pt x="390" y="1086"/>
                </a:lnTo>
                <a:lnTo>
                  <a:pt x="390" y="1092"/>
                </a:lnTo>
                <a:lnTo>
                  <a:pt x="390" y="1098"/>
                </a:lnTo>
                <a:lnTo>
                  <a:pt x="396" y="1098"/>
                </a:lnTo>
                <a:lnTo>
                  <a:pt x="396" y="1104"/>
                </a:lnTo>
                <a:lnTo>
                  <a:pt x="402" y="1104"/>
                </a:lnTo>
                <a:lnTo>
                  <a:pt x="402" y="1110"/>
                </a:lnTo>
                <a:lnTo>
                  <a:pt x="402" y="1116"/>
                </a:lnTo>
                <a:lnTo>
                  <a:pt x="408" y="1116"/>
                </a:lnTo>
                <a:lnTo>
                  <a:pt x="408" y="1122"/>
                </a:lnTo>
                <a:lnTo>
                  <a:pt x="414" y="1122"/>
                </a:lnTo>
                <a:lnTo>
                  <a:pt x="414" y="1128"/>
                </a:lnTo>
                <a:lnTo>
                  <a:pt x="414" y="1134"/>
                </a:lnTo>
                <a:lnTo>
                  <a:pt x="420" y="1134"/>
                </a:lnTo>
                <a:lnTo>
                  <a:pt x="420" y="1140"/>
                </a:lnTo>
                <a:lnTo>
                  <a:pt x="426" y="1146"/>
                </a:lnTo>
                <a:lnTo>
                  <a:pt x="426" y="1152"/>
                </a:lnTo>
                <a:lnTo>
                  <a:pt x="432" y="1152"/>
                </a:lnTo>
                <a:lnTo>
                  <a:pt x="432" y="1158"/>
                </a:lnTo>
                <a:lnTo>
                  <a:pt x="438" y="1164"/>
                </a:lnTo>
                <a:lnTo>
                  <a:pt x="444" y="1170"/>
                </a:lnTo>
                <a:lnTo>
                  <a:pt x="444" y="1176"/>
                </a:lnTo>
                <a:lnTo>
                  <a:pt x="450" y="1182"/>
                </a:lnTo>
                <a:lnTo>
                  <a:pt x="450" y="1188"/>
                </a:lnTo>
                <a:lnTo>
                  <a:pt x="456" y="1188"/>
                </a:lnTo>
                <a:lnTo>
                  <a:pt x="456" y="1194"/>
                </a:lnTo>
                <a:lnTo>
                  <a:pt x="462" y="1194"/>
                </a:lnTo>
                <a:lnTo>
                  <a:pt x="462" y="1200"/>
                </a:lnTo>
                <a:lnTo>
                  <a:pt x="468" y="1206"/>
                </a:lnTo>
                <a:lnTo>
                  <a:pt x="474" y="1212"/>
                </a:lnTo>
                <a:lnTo>
                  <a:pt x="474" y="1218"/>
                </a:lnTo>
                <a:lnTo>
                  <a:pt x="480" y="1218"/>
                </a:lnTo>
                <a:lnTo>
                  <a:pt x="480" y="1224"/>
                </a:lnTo>
                <a:lnTo>
                  <a:pt x="486" y="1224"/>
                </a:lnTo>
                <a:lnTo>
                  <a:pt x="486" y="1230"/>
                </a:lnTo>
                <a:lnTo>
                  <a:pt x="492" y="1236"/>
                </a:lnTo>
                <a:lnTo>
                  <a:pt x="492" y="1242"/>
                </a:lnTo>
                <a:lnTo>
                  <a:pt x="498" y="1242"/>
                </a:lnTo>
                <a:lnTo>
                  <a:pt x="498" y="1248"/>
                </a:lnTo>
                <a:lnTo>
                  <a:pt x="504" y="1248"/>
                </a:lnTo>
                <a:lnTo>
                  <a:pt x="504" y="1254"/>
                </a:lnTo>
                <a:lnTo>
                  <a:pt x="510" y="1260"/>
                </a:lnTo>
                <a:lnTo>
                  <a:pt x="516" y="1266"/>
                </a:lnTo>
                <a:lnTo>
                  <a:pt x="516" y="1272"/>
                </a:lnTo>
                <a:lnTo>
                  <a:pt x="522" y="1272"/>
                </a:lnTo>
                <a:lnTo>
                  <a:pt x="522" y="1278"/>
                </a:lnTo>
                <a:lnTo>
                  <a:pt x="528" y="1278"/>
                </a:lnTo>
                <a:lnTo>
                  <a:pt x="528" y="1284"/>
                </a:lnTo>
                <a:lnTo>
                  <a:pt x="534" y="1284"/>
                </a:lnTo>
                <a:lnTo>
                  <a:pt x="534" y="1290"/>
                </a:lnTo>
                <a:lnTo>
                  <a:pt x="540" y="1296"/>
                </a:lnTo>
                <a:lnTo>
                  <a:pt x="546" y="1302"/>
                </a:lnTo>
                <a:lnTo>
                  <a:pt x="552" y="1308"/>
                </a:lnTo>
                <a:lnTo>
                  <a:pt x="558" y="1314"/>
                </a:lnTo>
                <a:lnTo>
                  <a:pt x="564" y="1320"/>
                </a:lnTo>
                <a:lnTo>
                  <a:pt x="564" y="1326"/>
                </a:lnTo>
                <a:lnTo>
                  <a:pt x="570" y="1326"/>
                </a:lnTo>
                <a:lnTo>
                  <a:pt x="576" y="1332"/>
                </a:lnTo>
                <a:lnTo>
                  <a:pt x="576" y="1338"/>
                </a:lnTo>
                <a:lnTo>
                  <a:pt x="582" y="1338"/>
                </a:lnTo>
                <a:lnTo>
                  <a:pt x="588" y="1344"/>
                </a:lnTo>
                <a:lnTo>
                  <a:pt x="588" y="1350"/>
                </a:lnTo>
                <a:lnTo>
                  <a:pt x="594" y="1350"/>
                </a:lnTo>
              </a:path>
            </a:pathLst>
          </a:custGeom>
          <a:noFill/>
          <a:ln w="12700" cap="flat">
            <a:solidFill>
              <a:srgbClr val="0070C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61" name="Freeform 61"/>
          <p:cNvSpPr/>
          <p:nvPr/>
        </p:nvSpPr>
        <p:spPr bwMode="auto">
          <a:xfrm>
            <a:off x="8640763" y="5437188"/>
            <a:ext cx="649287" cy="320675"/>
          </a:xfrm>
          <a:custGeom>
            <a:avLst/>
            <a:gdLst>
              <a:gd name="T0" fmla="*/ 2147483647 w 594"/>
              <a:gd name="T1" fmla="*/ 2147483647 h 294"/>
              <a:gd name="T2" fmla="*/ 2147483647 w 594"/>
              <a:gd name="T3" fmla="*/ 2147483647 h 294"/>
              <a:gd name="T4" fmla="*/ 2147483647 w 594"/>
              <a:gd name="T5" fmla="*/ 2147483647 h 294"/>
              <a:gd name="T6" fmla="*/ 2147483647 w 594"/>
              <a:gd name="T7" fmla="*/ 2147483647 h 294"/>
              <a:gd name="T8" fmla="*/ 2147483647 w 594"/>
              <a:gd name="T9" fmla="*/ 2147483647 h 294"/>
              <a:gd name="T10" fmla="*/ 2147483647 w 594"/>
              <a:gd name="T11" fmla="*/ 2147483647 h 294"/>
              <a:gd name="T12" fmla="*/ 2147483647 w 594"/>
              <a:gd name="T13" fmla="*/ 2147483647 h 294"/>
              <a:gd name="T14" fmla="*/ 2147483647 w 594"/>
              <a:gd name="T15" fmla="*/ 2147483647 h 294"/>
              <a:gd name="T16" fmla="*/ 2147483647 w 594"/>
              <a:gd name="T17" fmla="*/ 2147483647 h 294"/>
              <a:gd name="T18" fmla="*/ 2147483647 w 594"/>
              <a:gd name="T19" fmla="*/ 2147483647 h 294"/>
              <a:gd name="T20" fmla="*/ 2147483647 w 594"/>
              <a:gd name="T21" fmla="*/ 2147483647 h 294"/>
              <a:gd name="T22" fmla="*/ 2147483647 w 594"/>
              <a:gd name="T23" fmla="*/ 2147483647 h 294"/>
              <a:gd name="T24" fmla="*/ 2147483647 w 594"/>
              <a:gd name="T25" fmla="*/ 2147483647 h 294"/>
              <a:gd name="T26" fmla="*/ 2147483647 w 594"/>
              <a:gd name="T27" fmla="*/ 2147483647 h 294"/>
              <a:gd name="T28" fmla="*/ 2147483647 w 594"/>
              <a:gd name="T29" fmla="*/ 2147483647 h 294"/>
              <a:gd name="T30" fmla="*/ 2147483647 w 594"/>
              <a:gd name="T31" fmla="*/ 2147483647 h 294"/>
              <a:gd name="T32" fmla="*/ 2147483647 w 594"/>
              <a:gd name="T33" fmla="*/ 2147483647 h 294"/>
              <a:gd name="T34" fmla="*/ 2147483647 w 594"/>
              <a:gd name="T35" fmla="*/ 2147483647 h 294"/>
              <a:gd name="T36" fmla="*/ 2147483647 w 594"/>
              <a:gd name="T37" fmla="*/ 2147483647 h 294"/>
              <a:gd name="T38" fmla="*/ 2147483647 w 594"/>
              <a:gd name="T39" fmla="*/ 2147483647 h 294"/>
              <a:gd name="T40" fmla="*/ 2147483647 w 594"/>
              <a:gd name="T41" fmla="*/ 2147483647 h 294"/>
              <a:gd name="T42" fmla="*/ 2147483647 w 594"/>
              <a:gd name="T43" fmla="*/ 2147483647 h 294"/>
              <a:gd name="T44" fmla="*/ 2147483647 w 594"/>
              <a:gd name="T45" fmla="*/ 2147483647 h 294"/>
              <a:gd name="T46" fmla="*/ 2147483647 w 594"/>
              <a:gd name="T47" fmla="*/ 2147483647 h 294"/>
              <a:gd name="T48" fmla="*/ 2147483647 w 594"/>
              <a:gd name="T49" fmla="*/ 2147483647 h 294"/>
              <a:gd name="T50" fmla="*/ 2147483647 w 594"/>
              <a:gd name="T51" fmla="*/ 2147483647 h 294"/>
              <a:gd name="T52" fmla="*/ 2147483647 w 594"/>
              <a:gd name="T53" fmla="*/ 2147483647 h 294"/>
              <a:gd name="T54" fmla="*/ 2147483647 w 594"/>
              <a:gd name="T55" fmla="*/ 2147483647 h 294"/>
              <a:gd name="T56" fmla="*/ 2147483647 w 594"/>
              <a:gd name="T57" fmla="*/ 2147483647 h 294"/>
              <a:gd name="T58" fmla="*/ 2147483647 w 594"/>
              <a:gd name="T59" fmla="*/ 2147483647 h 294"/>
              <a:gd name="T60" fmla="*/ 2147483647 w 594"/>
              <a:gd name="T61" fmla="*/ 2147483647 h 294"/>
              <a:gd name="T62" fmla="*/ 2147483647 w 594"/>
              <a:gd name="T63" fmla="*/ 2147483647 h 294"/>
              <a:gd name="T64" fmla="*/ 2147483647 w 594"/>
              <a:gd name="T65" fmla="*/ 2147483647 h 294"/>
              <a:gd name="T66" fmla="*/ 2147483647 w 594"/>
              <a:gd name="T67" fmla="*/ 2147483647 h 294"/>
              <a:gd name="T68" fmla="*/ 2147483647 w 594"/>
              <a:gd name="T69" fmla="*/ 2147483647 h 294"/>
              <a:gd name="T70" fmla="*/ 2147483647 w 594"/>
              <a:gd name="T71" fmla="*/ 2147483647 h 294"/>
              <a:gd name="T72" fmla="*/ 2147483647 w 594"/>
              <a:gd name="T73" fmla="*/ 2147483647 h 294"/>
              <a:gd name="T74" fmla="*/ 2147483647 w 594"/>
              <a:gd name="T75" fmla="*/ 2147483647 h 294"/>
              <a:gd name="T76" fmla="*/ 2147483647 w 594"/>
              <a:gd name="T77" fmla="*/ 2147483647 h 294"/>
              <a:gd name="T78" fmla="*/ 2147483647 w 594"/>
              <a:gd name="T79" fmla="*/ 2147483647 h 294"/>
              <a:gd name="T80" fmla="*/ 2147483647 w 594"/>
              <a:gd name="T81" fmla="*/ 2147483647 h 294"/>
              <a:gd name="T82" fmla="*/ 2147483647 w 594"/>
              <a:gd name="T83" fmla="*/ 2147483647 h 294"/>
              <a:gd name="T84" fmla="*/ 2147483647 w 594"/>
              <a:gd name="T85" fmla="*/ 2147483647 h 294"/>
              <a:gd name="T86" fmla="*/ 2147483647 w 594"/>
              <a:gd name="T87" fmla="*/ 2147483647 h 294"/>
              <a:gd name="T88" fmla="*/ 2147483647 w 594"/>
              <a:gd name="T89" fmla="*/ 2147483647 h 294"/>
              <a:gd name="T90" fmla="*/ 2147483647 w 594"/>
              <a:gd name="T91" fmla="*/ 2147483647 h 294"/>
              <a:gd name="T92" fmla="*/ 2147483647 w 594"/>
              <a:gd name="T93" fmla="*/ 2147483647 h 294"/>
              <a:gd name="T94" fmla="*/ 2147483647 w 594"/>
              <a:gd name="T95" fmla="*/ 2147483647 h 294"/>
              <a:gd name="T96" fmla="*/ 2147483647 w 594"/>
              <a:gd name="T97" fmla="*/ 2147483647 h 294"/>
              <a:gd name="T98" fmla="*/ 2147483647 w 594"/>
              <a:gd name="T99" fmla="*/ 2147483647 h 294"/>
              <a:gd name="T100" fmla="*/ 2147483647 w 594"/>
              <a:gd name="T101" fmla="*/ 2147483647 h 2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4" h="294">
                <a:moveTo>
                  <a:pt x="0" y="0"/>
                </a:moveTo>
                <a:lnTo>
                  <a:pt x="0" y="6"/>
                </a:lnTo>
                <a:lnTo>
                  <a:pt x="6" y="6"/>
                </a:lnTo>
                <a:lnTo>
                  <a:pt x="12" y="12"/>
                </a:lnTo>
                <a:lnTo>
                  <a:pt x="12" y="18"/>
                </a:lnTo>
                <a:lnTo>
                  <a:pt x="18" y="18"/>
                </a:lnTo>
                <a:lnTo>
                  <a:pt x="24" y="24"/>
                </a:lnTo>
                <a:lnTo>
                  <a:pt x="30" y="30"/>
                </a:lnTo>
                <a:lnTo>
                  <a:pt x="36" y="30"/>
                </a:lnTo>
                <a:lnTo>
                  <a:pt x="36" y="36"/>
                </a:lnTo>
                <a:lnTo>
                  <a:pt x="42" y="36"/>
                </a:lnTo>
                <a:lnTo>
                  <a:pt x="42" y="42"/>
                </a:lnTo>
                <a:lnTo>
                  <a:pt x="48" y="42"/>
                </a:lnTo>
                <a:lnTo>
                  <a:pt x="48" y="48"/>
                </a:lnTo>
                <a:lnTo>
                  <a:pt x="54" y="48"/>
                </a:lnTo>
                <a:lnTo>
                  <a:pt x="54" y="54"/>
                </a:lnTo>
                <a:lnTo>
                  <a:pt x="60" y="54"/>
                </a:lnTo>
                <a:lnTo>
                  <a:pt x="66" y="60"/>
                </a:lnTo>
                <a:lnTo>
                  <a:pt x="72" y="66"/>
                </a:lnTo>
                <a:lnTo>
                  <a:pt x="78" y="72"/>
                </a:lnTo>
                <a:lnTo>
                  <a:pt x="84" y="72"/>
                </a:lnTo>
                <a:lnTo>
                  <a:pt x="84" y="78"/>
                </a:lnTo>
                <a:lnTo>
                  <a:pt x="90" y="78"/>
                </a:lnTo>
                <a:lnTo>
                  <a:pt x="96" y="84"/>
                </a:lnTo>
                <a:lnTo>
                  <a:pt x="102" y="84"/>
                </a:lnTo>
                <a:lnTo>
                  <a:pt x="102" y="90"/>
                </a:lnTo>
                <a:lnTo>
                  <a:pt x="108" y="90"/>
                </a:lnTo>
                <a:lnTo>
                  <a:pt x="108" y="96"/>
                </a:lnTo>
                <a:lnTo>
                  <a:pt x="114" y="96"/>
                </a:lnTo>
                <a:lnTo>
                  <a:pt x="120" y="102"/>
                </a:lnTo>
                <a:lnTo>
                  <a:pt x="126" y="102"/>
                </a:lnTo>
                <a:lnTo>
                  <a:pt x="126" y="108"/>
                </a:lnTo>
                <a:lnTo>
                  <a:pt x="132" y="108"/>
                </a:lnTo>
                <a:lnTo>
                  <a:pt x="138" y="114"/>
                </a:lnTo>
                <a:lnTo>
                  <a:pt x="144" y="114"/>
                </a:lnTo>
                <a:lnTo>
                  <a:pt x="144" y="120"/>
                </a:lnTo>
                <a:lnTo>
                  <a:pt x="150" y="120"/>
                </a:lnTo>
                <a:lnTo>
                  <a:pt x="156" y="126"/>
                </a:lnTo>
                <a:lnTo>
                  <a:pt x="162" y="126"/>
                </a:lnTo>
                <a:lnTo>
                  <a:pt x="162" y="132"/>
                </a:lnTo>
                <a:lnTo>
                  <a:pt x="168" y="132"/>
                </a:lnTo>
                <a:lnTo>
                  <a:pt x="174" y="138"/>
                </a:lnTo>
                <a:lnTo>
                  <a:pt x="180" y="138"/>
                </a:lnTo>
                <a:lnTo>
                  <a:pt x="180" y="144"/>
                </a:lnTo>
                <a:lnTo>
                  <a:pt x="186" y="144"/>
                </a:lnTo>
                <a:lnTo>
                  <a:pt x="192" y="150"/>
                </a:lnTo>
                <a:lnTo>
                  <a:pt x="198" y="150"/>
                </a:lnTo>
                <a:lnTo>
                  <a:pt x="204" y="156"/>
                </a:lnTo>
                <a:lnTo>
                  <a:pt x="210" y="156"/>
                </a:lnTo>
                <a:lnTo>
                  <a:pt x="210" y="162"/>
                </a:lnTo>
                <a:lnTo>
                  <a:pt x="216" y="162"/>
                </a:lnTo>
                <a:lnTo>
                  <a:pt x="222" y="162"/>
                </a:lnTo>
                <a:lnTo>
                  <a:pt x="222" y="168"/>
                </a:lnTo>
                <a:lnTo>
                  <a:pt x="228" y="168"/>
                </a:lnTo>
                <a:lnTo>
                  <a:pt x="234" y="168"/>
                </a:lnTo>
                <a:lnTo>
                  <a:pt x="234" y="174"/>
                </a:lnTo>
                <a:lnTo>
                  <a:pt x="240" y="174"/>
                </a:lnTo>
                <a:lnTo>
                  <a:pt x="246" y="174"/>
                </a:lnTo>
                <a:lnTo>
                  <a:pt x="246" y="180"/>
                </a:lnTo>
                <a:lnTo>
                  <a:pt x="252" y="180"/>
                </a:lnTo>
                <a:lnTo>
                  <a:pt x="258" y="180"/>
                </a:lnTo>
                <a:lnTo>
                  <a:pt x="258" y="186"/>
                </a:lnTo>
                <a:lnTo>
                  <a:pt x="264" y="186"/>
                </a:lnTo>
                <a:lnTo>
                  <a:pt x="270" y="186"/>
                </a:lnTo>
                <a:lnTo>
                  <a:pt x="270" y="192"/>
                </a:lnTo>
                <a:lnTo>
                  <a:pt x="276" y="192"/>
                </a:lnTo>
                <a:lnTo>
                  <a:pt x="282" y="192"/>
                </a:lnTo>
                <a:lnTo>
                  <a:pt x="282" y="198"/>
                </a:lnTo>
                <a:lnTo>
                  <a:pt x="288" y="198"/>
                </a:lnTo>
                <a:lnTo>
                  <a:pt x="294" y="198"/>
                </a:lnTo>
                <a:lnTo>
                  <a:pt x="294" y="204"/>
                </a:lnTo>
                <a:lnTo>
                  <a:pt x="300" y="204"/>
                </a:lnTo>
                <a:lnTo>
                  <a:pt x="306" y="204"/>
                </a:lnTo>
                <a:lnTo>
                  <a:pt x="312" y="210"/>
                </a:lnTo>
                <a:lnTo>
                  <a:pt x="318" y="210"/>
                </a:lnTo>
                <a:lnTo>
                  <a:pt x="324" y="216"/>
                </a:lnTo>
                <a:lnTo>
                  <a:pt x="330" y="216"/>
                </a:lnTo>
                <a:lnTo>
                  <a:pt x="336" y="216"/>
                </a:lnTo>
                <a:lnTo>
                  <a:pt x="336" y="222"/>
                </a:lnTo>
                <a:lnTo>
                  <a:pt x="342" y="222"/>
                </a:lnTo>
                <a:lnTo>
                  <a:pt x="348" y="222"/>
                </a:lnTo>
                <a:lnTo>
                  <a:pt x="354" y="222"/>
                </a:lnTo>
                <a:lnTo>
                  <a:pt x="354" y="228"/>
                </a:lnTo>
                <a:lnTo>
                  <a:pt x="360" y="228"/>
                </a:lnTo>
                <a:lnTo>
                  <a:pt x="366" y="228"/>
                </a:lnTo>
                <a:lnTo>
                  <a:pt x="366" y="234"/>
                </a:lnTo>
                <a:lnTo>
                  <a:pt x="372" y="234"/>
                </a:lnTo>
                <a:lnTo>
                  <a:pt x="378" y="234"/>
                </a:lnTo>
                <a:lnTo>
                  <a:pt x="384" y="234"/>
                </a:lnTo>
                <a:lnTo>
                  <a:pt x="384" y="240"/>
                </a:lnTo>
                <a:lnTo>
                  <a:pt x="390" y="240"/>
                </a:lnTo>
                <a:lnTo>
                  <a:pt x="396" y="240"/>
                </a:lnTo>
                <a:lnTo>
                  <a:pt x="402" y="240"/>
                </a:lnTo>
                <a:lnTo>
                  <a:pt x="402" y="246"/>
                </a:lnTo>
                <a:lnTo>
                  <a:pt x="408" y="246"/>
                </a:lnTo>
                <a:lnTo>
                  <a:pt x="414" y="246"/>
                </a:lnTo>
                <a:lnTo>
                  <a:pt x="420" y="246"/>
                </a:lnTo>
                <a:lnTo>
                  <a:pt x="420" y="252"/>
                </a:lnTo>
                <a:lnTo>
                  <a:pt x="426" y="252"/>
                </a:lnTo>
                <a:lnTo>
                  <a:pt x="432" y="252"/>
                </a:lnTo>
                <a:lnTo>
                  <a:pt x="438" y="252"/>
                </a:lnTo>
                <a:lnTo>
                  <a:pt x="438" y="258"/>
                </a:lnTo>
                <a:lnTo>
                  <a:pt x="444" y="258"/>
                </a:lnTo>
                <a:lnTo>
                  <a:pt x="450" y="258"/>
                </a:lnTo>
                <a:lnTo>
                  <a:pt x="456" y="258"/>
                </a:lnTo>
                <a:lnTo>
                  <a:pt x="456" y="264"/>
                </a:lnTo>
                <a:lnTo>
                  <a:pt x="462" y="264"/>
                </a:lnTo>
                <a:lnTo>
                  <a:pt x="468" y="264"/>
                </a:lnTo>
                <a:lnTo>
                  <a:pt x="474" y="264"/>
                </a:lnTo>
                <a:lnTo>
                  <a:pt x="480" y="270"/>
                </a:lnTo>
                <a:lnTo>
                  <a:pt x="486" y="270"/>
                </a:lnTo>
                <a:lnTo>
                  <a:pt x="492" y="270"/>
                </a:lnTo>
                <a:lnTo>
                  <a:pt x="498" y="270"/>
                </a:lnTo>
                <a:lnTo>
                  <a:pt x="498" y="276"/>
                </a:lnTo>
                <a:lnTo>
                  <a:pt x="504" y="276"/>
                </a:lnTo>
                <a:lnTo>
                  <a:pt x="510" y="276"/>
                </a:lnTo>
                <a:lnTo>
                  <a:pt x="516" y="276"/>
                </a:lnTo>
                <a:lnTo>
                  <a:pt x="522" y="276"/>
                </a:lnTo>
                <a:lnTo>
                  <a:pt x="522" y="282"/>
                </a:lnTo>
                <a:lnTo>
                  <a:pt x="528" y="282"/>
                </a:lnTo>
                <a:lnTo>
                  <a:pt x="534" y="282"/>
                </a:lnTo>
                <a:lnTo>
                  <a:pt x="540" y="282"/>
                </a:lnTo>
                <a:lnTo>
                  <a:pt x="546" y="282"/>
                </a:lnTo>
                <a:lnTo>
                  <a:pt x="546" y="288"/>
                </a:lnTo>
                <a:lnTo>
                  <a:pt x="552" y="288"/>
                </a:lnTo>
                <a:lnTo>
                  <a:pt x="558" y="288"/>
                </a:lnTo>
                <a:lnTo>
                  <a:pt x="564" y="288"/>
                </a:lnTo>
                <a:lnTo>
                  <a:pt x="570" y="288"/>
                </a:lnTo>
                <a:lnTo>
                  <a:pt x="576" y="294"/>
                </a:lnTo>
                <a:lnTo>
                  <a:pt x="582" y="294"/>
                </a:lnTo>
                <a:lnTo>
                  <a:pt x="588" y="294"/>
                </a:lnTo>
                <a:lnTo>
                  <a:pt x="594" y="294"/>
                </a:lnTo>
              </a:path>
            </a:pathLst>
          </a:custGeom>
          <a:noFill/>
          <a:ln w="12700" cap="flat">
            <a:solidFill>
              <a:srgbClr val="0070C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sp>
        <p:nvSpPr>
          <p:cNvPr id="62" name="Freeform 62"/>
          <p:cNvSpPr/>
          <p:nvPr/>
        </p:nvSpPr>
        <p:spPr bwMode="auto">
          <a:xfrm>
            <a:off x="9290050" y="5757863"/>
            <a:ext cx="642938" cy="71437"/>
          </a:xfrm>
          <a:custGeom>
            <a:avLst/>
            <a:gdLst>
              <a:gd name="T0" fmla="*/ 2147483647 w 588"/>
              <a:gd name="T1" fmla="*/ 0 h 66"/>
              <a:gd name="T2" fmla="*/ 2147483647 w 588"/>
              <a:gd name="T3" fmla="*/ 2147483647 h 66"/>
              <a:gd name="T4" fmla="*/ 2147483647 w 588"/>
              <a:gd name="T5" fmla="*/ 2147483647 h 66"/>
              <a:gd name="T6" fmla="*/ 2147483647 w 588"/>
              <a:gd name="T7" fmla="*/ 2147483647 h 66"/>
              <a:gd name="T8" fmla="*/ 2147483647 w 588"/>
              <a:gd name="T9" fmla="*/ 2147483647 h 66"/>
              <a:gd name="T10" fmla="*/ 2147483647 w 588"/>
              <a:gd name="T11" fmla="*/ 2147483647 h 66"/>
              <a:gd name="T12" fmla="*/ 2147483647 w 588"/>
              <a:gd name="T13" fmla="*/ 2147483647 h 66"/>
              <a:gd name="T14" fmla="*/ 2147483647 w 588"/>
              <a:gd name="T15" fmla="*/ 2147483647 h 66"/>
              <a:gd name="T16" fmla="*/ 2147483647 w 588"/>
              <a:gd name="T17" fmla="*/ 2147483647 h 66"/>
              <a:gd name="T18" fmla="*/ 2147483647 w 588"/>
              <a:gd name="T19" fmla="*/ 2147483647 h 66"/>
              <a:gd name="T20" fmla="*/ 2147483647 w 588"/>
              <a:gd name="T21" fmla="*/ 2147483647 h 66"/>
              <a:gd name="T22" fmla="*/ 2147483647 w 588"/>
              <a:gd name="T23" fmla="*/ 2147483647 h 66"/>
              <a:gd name="T24" fmla="*/ 2147483647 w 588"/>
              <a:gd name="T25" fmla="*/ 2147483647 h 66"/>
              <a:gd name="T26" fmla="*/ 2147483647 w 588"/>
              <a:gd name="T27" fmla="*/ 2147483647 h 66"/>
              <a:gd name="T28" fmla="*/ 2147483647 w 588"/>
              <a:gd name="T29" fmla="*/ 2147483647 h 66"/>
              <a:gd name="T30" fmla="*/ 2147483647 w 588"/>
              <a:gd name="T31" fmla="*/ 2147483647 h 66"/>
              <a:gd name="T32" fmla="*/ 2147483647 w 588"/>
              <a:gd name="T33" fmla="*/ 2147483647 h 66"/>
              <a:gd name="T34" fmla="*/ 2147483647 w 588"/>
              <a:gd name="T35" fmla="*/ 2147483647 h 66"/>
              <a:gd name="T36" fmla="*/ 2147483647 w 588"/>
              <a:gd name="T37" fmla="*/ 2147483647 h 66"/>
              <a:gd name="T38" fmla="*/ 2147483647 w 588"/>
              <a:gd name="T39" fmla="*/ 2147483647 h 66"/>
              <a:gd name="T40" fmla="*/ 2147483647 w 588"/>
              <a:gd name="T41" fmla="*/ 2147483647 h 66"/>
              <a:gd name="T42" fmla="*/ 2147483647 w 588"/>
              <a:gd name="T43" fmla="*/ 2147483647 h 66"/>
              <a:gd name="T44" fmla="*/ 2147483647 w 588"/>
              <a:gd name="T45" fmla="*/ 2147483647 h 66"/>
              <a:gd name="T46" fmla="*/ 2147483647 w 588"/>
              <a:gd name="T47" fmla="*/ 2147483647 h 66"/>
              <a:gd name="T48" fmla="*/ 2147483647 w 588"/>
              <a:gd name="T49" fmla="*/ 2147483647 h 66"/>
              <a:gd name="T50" fmla="*/ 2147483647 w 588"/>
              <a:gd name="T51" fmla="*/ 2147483647 h 66"/>
              <a:gd name="T52" fmla="*/ 2147483647 w 588"/>
              <a:gd name="T53" fmla="*/ 2147483647 h 66"/>
              <a:gd name="T54" fmla="*/ 2147483647 w 588"/>
              <a:gd name="T55" fmla="*/ 2147483647 h 66"/>
              <a:gd name="T56" fmla="*/ 2147483647 w 588"/>
              <a:gd name="T57" fmla="*/ 2147483647 h 66"/>
              <a:gd name="T58" fmla="*/ 2147483647 w 588"/>
              <a:gd name="T59" fmla="*/ 2147483647 h 66"/>
              <a:gd name="T60" fmla="*/ 2147483647 w 588"/>
              <a:gd name="T61" fmla="*/ 2147483647 h 66"/>
              <a:gd name="T62" fmla="*/ 2147483647 w 588"/>
              <a:gd name="T63" fmla="*/ 2147483647 h 66"/>
              <a:gd name="T64" fmla="*/ 2147483647 w 588"/>
              <a:gd name="T65" fmla="*/ 2147483647 h 66"/>
              <a:gd name="T66" fmla="*/ 2147483647 w 588"/>
              <a:gd name="T67" fmla="*/ 2147483647 h 66"/>
              <a:gd name="T68" fmla="*/ 2147483647 w 588"/>
              <a:gd name="T69" fmla="*/ 2147483647 h 66"/>
              <a:gd name="T70" fmla="*/ 2147483647 w 588"/>
              <a:gd name="T71" fmla="*/ 2147483647 h 66"/>
              <a:gd name="T72" fmla="*/ 2147483647 w 588"/>
              <a:gd name="T73" fmla="*/ 2147483647 h 66"/>
              <a:gd name="T74" fmla="*/ 2147483647 w 588"/>
              <a:gd name="T75" fmla="*/ 2147483647 h 66"/>
              <a:gd name="T76" fmla="*/ 2147483647 w 588"/>
              <a:gd name="T77" fmla="*/ 2147483647 h 66"/>
              <a:gd name="T78" fmla="*/ 2147483647 w 588"/>
              <a:gd name="T79" fmla="*/ 2147483647 h 66"/>
              <a:gd name="T80" fmla="*/ 2147483647 w 588"/>
              <a:gd name="T81" fmla="*/ 2147483647 h 66"/>
              <a:gd name="T82" fmla="*/ 2147483647 w 588"/>
              <a:gd name="T83" fmla="*/ 2147483647 h 66"/>
              <a:gd name="T84" fmla="*/ 2147483647 w 588"/>
              <a:gd name="T85" fmla="*/ 2147483647 h 66"/>
              <a:gd name="T86" fmla="*/ 2147483647 w 588"/>
              <a:gd name="T87" fmla="*/ 2147483647 h 66"/>
              <a:gd name="T88" fmla="*/ 2147483647 w 588"/>
              <a:gd name="T89" fmla="*/ 2147483647 h 66"/>
              <a:gd name="T90" fmla="*/ 2147483647 w 588"/>
              <a:gd name="T91" fmla="*/ 2147483647 h 66"/>
              <a:gd name="T92" fmla="*/ 2147483647 w 588"/>
              <a:gd name="T93" fmla="*/ 2147483647 h 66"/>
              <a:gd name="T94" fmla="*/ 2147483647 w 588"/>
              <a:gd name="T95" fmla="*/ 2147483647 h 66"/>
              <a:gd name="T96" fmla="*/ 2147483647 w 588"/>
              <a:gd name="T97" fmla="*/ 2147483647 h 66"/>
              <a:gd name="T98" fmla="*/ 2147483647 w 588"/>
              <a:gd name="T99" fmla="*/ 2147483647 h 66"/>
              <a:gd name="T100" fmla="*/ 2147483647 w 588"/>
              <a:gd name="T101" fmla="*/ 2147483647 h 6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88" h="66">
                <a:moveTo>
                  <a:pt x="0" y="0"/>
                </a:moveTo>
                <a:lnTo>
                  <a:pt x="0" y="0"/>
                </a:lnTo>
                <a:lnTo>
                  <a:pt x="6" y="0"/>
                </a:lnTo>
                <a:lnTo>
                  <a:pt x="12" y="6"/>
                </a:lnTo>
                <a:lnTo>
                  <a:pt x="18" y="6"/>
                </a:lnTo>
                <a:lnTo>
                  <a:pt x="24" y="6"/>
                </a:lnTo>
                <a:lnTo>
                  <a:pt x="30" y="6"/>
                </a:lnTo>
                <a:lnTo>
                  <a:pt x="36" y="6"/>
                </a:lnTo>
                <a:lnTo>
                  <a:pt x="42" y="12"/>
                </a:lnTo>
                <a:lnTo>
                  <a:pt x="48" y="12"/>
                </a:lnTo>
                <a:lnTo>
                  <a:pt x="54" y="12"/>
                </a:lnTo>
                <a:lnTo>
                  <a:pt x="60" y="12"/>
                </a:lnTo>
                <a:lnTo>
                  <a:pt x="66" y="12"/>
                </a:lnTo>
                <a:lnTo>
                  <a:pt x="72" y="12"/>
                </a:lnTo>
                <a:lnTo>
                  <a:pt x="72" y="18"/>
                </a:lnTo>
                <a:lnTo>
                  <a:pt x="78" y="18"/>
                </a:lnTo>
                <a:lnTo>
                  <a:pt x="84" y="18"/>
                </a:lnTo>
                <a:lnTo>
                  <a:pt x="90" y="18"/>
                </a:lnTo>
                <a:lnTo>
                  <a:pt x="96" y="18"/>
                </a:lnTo>
                <a:lnTo>
                  <a:pt x="102" y="18"/>
                </a:lnTo>
                <a:lnTo>
                  <a:pt x="108" y="18"/>
                </a:lnTo>
                <a:lnTo>
                  <a:pt x="108" y="24"/>
                </a:lnTo>
                <a:lnTo>
                  <a:pt x="114" y="24"/>
                </a:lnTo>
                <a:lnTo>
                  <a:pt x="120" y="24"/>
                </a:lnTo>
                <a:lnTo>
                  <a:pt x="126" y="24"/>
                </a:lnTo>
                <a:lnTo>
                  <a:pt x="132" y="24"/>
                </a:lnTo>
                <a:lnTo>
                  <a:pt x="138" y="24"/>
                </a:lnTo>
                <a:lnTo>
                  <a:pt x="144" y="24"/>
                </a:lnTo>
                <a:lnTo>
                  <a:pt x="150" y="24"/>
                </a:lnTo>
                <a:lnTo>
                  <a:pt x="150" y="30"/>
                </a:lnTo>
                <a:lnTo>
                  <a:pt x="156" y="30"/>
                </a:lnTo>
                <a:lnTo>
                  <a:pt x="162" y="30"/>
                </a:lnTo>
                <a:lnTo>
                  <a:pt x="168" y="30"/>
                </a:lnTo>
                <a:lnTo>
                  <a:pt x="174" y="30"/>
                </a:lnTo>
                <a:lnTo>
                  <a:pt x="180" y="30"/>
                </a:lnTo>
                <a:lnTo>
                  <a:pt x="186" y="30"/>
                </a:lnTo>
                <a:lnTo>
                  <a:pt x="192" y="30"/>
                </a:lnTo>
                <a:lnTo>
                  <a:pt x="192" y="36"/>
                </a:lnTo>
                <a:lnTo>
                  <a:pt x="198" y="36"/>
                </a:lnTo>
                <a:lnTo>
                  <a:pt x="204" y="36"/>
                </a:lnTo>
                <a:lnTo>
                  <a:pt x="210" y="36"/>
                </a:lnTo>
                <a:lnTo>
                  <a:pt x="216" y="36"/>
                </a:lnTo>
                <a:lnTo>
                  <a:pt x="222" y="36"/>
                </a:lnTo>
                <a:lnTo>
                  <a:pt x="228" y="36"/>
                </a:lnTo>
                <a:lnTo>
                  <a:pt x="234" y="36"/>
                </a:lnTo>
                <a:lnTo>
                  <a:pt x="240" y="36"/>
                </a:lnTo>
                <a:lnTo>
                  <a:pt x="246" y="42"/>
                </a:lnTo>
                <a:lnTo>
                  <a:pt x="252" y="42"/>
                </a:lnTo>
                <a:lnTo>
                  <a:pt x="258" y="42"/>
                </a:lnTo>
                <a:lnTo>
                  <a:pt x="264" y="42"/>
                </a:lnTo>
                <a:lnTo>
                  <a:pt x="270" y="42"/>
                </a:lnTo>
                <a:lnTo>
                  <a:pt x="276" y="42"/>
                </a:lnTo>
                <a:lnTo>
                  <a:pt x="282" y="42"/>
                </a:lnTo>
                <a:lnTo>
                  <a:pt x="288" y="42"/>
                </a:lnTo>
                <a:lnTo>
                  <a:pt x="294" y="42"/>
                </a:lnTo>
                <a:lnTo>
                  <a:pt x="300" y="42"/>
                </a:lnTo>
                <a:lnTo>
                  <a:pt x="300" y="48"/>
                </a:lnTo>
                <a:lnTo>
                  <a:pt x="306" y="48"/>
                </a:lnTo>
                <a:lnTo>
                  <a:pt x="312" y="48"/>
                </a:lnTo>
                <a:lnTo>
                  <a:pt x="318" y="48"/>
                </a:lnTo>
                <a:lnTo>
                  <a:pt x="324" y="48"/>
                </a:lnTo>
                <a:lnTo>
                  <a:pt x="330" y="48"/>
                </a:lnTo>
                <a:lnTo>
                  <a:pt x="336" y="48"/>
                </a:lnTo>
                <a:lnTo>
                  <a:pt x="342" y="48"/>
                </a:lnTo>
                <a:lnTo>
                  <a:pt x="348" y="48"/>
                </a:lnTo>
                <a:lnTo>
                  <a:pt x="354" y="48"/>
                </a:lnTo>
                <a:lnTo>
                  <a:pt x="360" y="48"/>
                </a:lnTo>
                <a:lnTo>
                  <a:pt x="366" y="48"/>
                </a:lnTo>
                <a:lnTo>
                  <a:pt x="372" y="48"/>
                </a:lnTo>
                <a:lnTo>
                  <a:pt x="372" y="54"/>
                </a:lnTo>
                <a:lnTo>
                  <a:pt x="378" y="54"/>
                </a:lnTo>
                <a:lnTo>
                  <a:pt x="384" y="54"/>
                </a:lnTo>
                <a:lnTo>
                  <a:pt x="390" y="54"/>
                </a:lnTo>
                <a:lnTo>
                  <a:pt x="396" y="54"/>
                </a:lnTo>
                <a:lnTo>
                  <a:pt x="402" y="54"/>
                </a:lnTo>
                <a:lnTo>
                  <a:pt x="408" y="54"/>
                </a:lnTo>
                <a:lnTo>
                  <a:pt x="414" y="54"/>
                </a:lnTo>
                <a:lnTo>
                  <a:pt x="420" y="54"/>
                </a:lnTo>
                <a:lnTo>
                  <a:pt x="426" y="54"/>
                </a:lnTo>
                <a:lnTo>
                  <a:pt x="432" y="54"/>
                </a:lnTo>
                <a:lnTo>
                  <a:pt x="438" y="54"/>
                </a:lnTo>
                <a:lnTo>
                  <a:pt x="444" y="54"/>
                </a:lnTo>
                <a:lnTo>
                  <a:pt x="450" y="54"/>
                </a:lnTo>
                <a:lnTo>
                  <a:pt x="456" y="60"/>
                </a:lnTo>
                <a:lnTo>
                  <a:pt x="462" y="60"/>
                </a:lnTo>
                <a:lnTo>
                  <a:pt x="468" y="60"/>
                </a:lnTo>
                <a:lnTo>
                  <a:pt x="474" y="60"/>
                </a:lnTo>
                <a:lnTo>
                  <a:pt x="480" y="60"/>
                </a:lnTo>
                <a:lnTo>
                  <a:pt x="486" y="60"/>
                </a:lnTo>
                <a:lnTo>
                  <a:pt x="492" y="60"/>
                </a:lnTo>
                <a:lnTo>
                  <a:pt x="498" y="60"/>
                </a:lnTo>
                <a:lnTo>
                  <a:pt x="504" y="60"/>
                </a:lnTo>
                <a:lnTo>
                  <a:pt x="510" y="60"/>
                </a:lnTo>
                <a:lnTo>
                  <a:pt x="516" y="60"/>
                </a:lnTo>
                <a:lnTo>
                  <a:pt x="522" y="60"/>
                </a:lnTo>
                <a:lnTo>
                  <a:pt x="528" y="60"/>
                </a:lnTo>
                <a:lnTo>
                  <a:pt x="534" y="60"/>
                </a:lnTo>
                <a:lnTo>
                  <a:pt x="540" y="60"/>
                </a:lnTo>
                <a:lnTo>
                  <a:pt x="546" y="60"/>
                </a:lnTo>
                <a:lnTo>
                  <a:pt x="552" y="60"/>
                </a:lnTo>
                <a:lnTo>
                  <a:pt x="558" y="60"/>
                </a:lnTo>
                <a:lnTo>
                  <a:pt x="558" y="66"/>
                </a:lnTo>
                <a:lnTo>
                  <a:pt x="564" y="66"/>
                </a:lnTo>
                <a:lnTo>
                  <a:pt x="570" y="66"/>
                </a:lnTo>
                <a:lnTo>
                  <a:pt x="576" y="66"/>
                </a:lnTo>
                <a:lnTo>
                  <a:pt x="582" y="66"/>
                </a:lnTo>
                <a:lnTo>
                  <a:pt x="588" y="66"/>
                </a:lnTo>
              </a:path>
            </a:pathLst>
          </a:custGeom>
          <a:noFill/>
          <a:ln w="12700" cap="flat">
            <a:solidFill>
              <a:srgbClr val="0070C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3" name="Object 63"/>
          <p:cNvGraphicFramePr>
            <a:graphicFrameLocks noChangeAspect="1"/>
          </p:cNvGraphicFramePr>
          <p:nvPr/>
        </p:nvGraphicFramePr>
        <p:xfrm>
          <a:off x="8940800" y="3911600"/>
          <a:ext cx="368300" cy="431800"/>
        </p:xfrm>
        <a:graphic>
          <a:graphicData uri="http://schemas.openxmlformats.org/presentationml/2006/ole">
            <mc:AlternateContent xmlns:mc="http://schemas.openxmlformats.org/markup-compatibility/2006">
              <mc:Choice xmlns:v="urn:schemas-microsoft-com:vml" Requires="v">
                <p:oleObj spid="_x0000_s27363" name="Equation" r:id="rId33" imgW="7620000" imgH="9144000" progId="Equation.DSMT4">
                  <p:embed/>
                </p:oleObj>
              </mc:Choice>
              <mc:Fallback>
                <p:oleObj name="Equation" r:id="rId33" imgW="7620000" imgH="9144000" progId="Equation.DSMT4">
                  <p:embed/>
                  <p:pic>
                    <p:nvPicPr>
                      <p:cNvPr id="0" name="图片 27362"/>
                      <p:cNvPicPr>
                        <a:picLocks noChangeAspect="1"/>
                      </p:cNvPicPr>
                      <p:nvPr/>
                    </p:nvPicPr>
                    <p:blipFill>
                      <a:blip r:embed="rId34"/>
                      <a:stretch>
                        <a:fillRect/>
                      </a:stretch>
                    </p:blipFill>
                    <p:spPr>
                      <a:xfrm>
                        <a:off x="8940800" y="3911600"/>
                        <a:ext cx="368300" cy="431800"/>
                      </a:xfrm>
                      <a:prstGeom prst="rect">
                        <a:avLst/>
                      </a:prstGeom>
                      <a:noFill/>
                      <a:ln w="9525">
                        <a:noFill/>
                      </a:ln>
                    </p:spPr>
                  </p:pic>
                </p:oleObj>
              </mc:Fallback>
            </mc:AlternateContent>
          </a:graphicData>
        </a:graphic>
      </p:graphicFrame>
      <p:graphicFrame>
        <p:nvGraphicFramePr>
          <p:cNvPr id="64" name="Object 64"/>
          <p:cNvGraphicFramePr>
            <a:graphicFrameLocks noChangeAspect="1"/>
          </p:cNvGraphicFramePr>
          <p:nvPr/>
        </p:nvGraphicFramePr>
        <p:xfrm>
          <a:off x="8116888" y="3987800"/>
          <a:ext cx="490537" cy="431800"/>
        </p:xfrm>
        <a:graphic>
          <a:graphicData uri="http://schemas.openxmlformats.org/presentationml/2006/ole">
            <mc:AlternateContent xmlns:mc="http://schemas.openxmlformats.org/markup-compatibility/2006">
              <mc:Choice xmlns:v="urn:schemas-microsoft-com:vml" Requires="v">
                <p:oleObj spid="_x0000_s27364" name="Equation" r:id="rId35" imgW="10668000" imgH="9144000" progId="Equation.DSMT4">
                  <p:embed/>
                </p:oleObj>
              </mc:Choice>
              <mc:Fallback>
                <p:oleObj name="Equation" r:id="rId35" imgW="10668000" imgH="9144000" progId="Equation.DSMT4">
                  <p:embed/>
                  <p:pic>
                    <p:nvPicPr>
                      <p:cNvPr id="0" name="图片 27363"/>
                      <p:cNvPicPr>
                        <a:picLocks noChangeAspect="1"/>
                      </p:cNvPicPr>
                      <p:nvPr/>
                    </p:nvPicPr>
                    <p:blipFill>
                      <a:blip r:embed="rId36"/>
                      <a:stretch>
                        <a:fillRect/>
                      </a:stretch>
                    </p:blipFill>
                    <p:spPr>
                      <a:xfrm>
                        <a:off x="8116888" y="3987800"/>
                        <a:ext cx="490537" cy="431800"/>
                      </a:xfrm>
                      <a:prstGeom prst="rect">
                        <a:avLst/>
                      </a:prstGeom>
                      <a:noFill/>
                      <a:ln w="9525">
                        <a:noFill/>
                      </a:ln>
                    </p:spPr>
                  </p:pic>
                </p:oleObj>
              </mc:Fallback>
            </mc:AlternateContent>
          </a:graphicData>
        </a:graphic>
      </p:graphicFrame>
      <p:graphicFrame>
        <p:nvGraphicFramePr>
          <p:cNvPr id="65" name="Object 65"/>
          <p:cNvGraphicFramePr>
            <a:graphicFrameLocks noChangeAspect="1"/>
          </p:cNvGraphicFramePr>
          <p:nvPr/>
        </p:nvGraphicFramePr>
        <p:xfrm>
          <a:off x="9222105" y="4529138"/>
          <a:ext cx="1206500" cy="442912"/>
        </p:xfrm>
        <a:graphic>
          <a:graphicData uri="http://schemas.openxmlformats.org/presentationml/2006/ole">
            <mc:AlternateContent xmlns:mc="http://schemas.openxmlformats.org/markup-compatibility/2006">
              <mc:Choice xmlns:v="urn:schemas-microsoft-com:vml" Requires="v">
                <p:oleObj spid="_x0000_s27365" name="Equation" r:id="rId37" imgW="27736800" imgH="9448800" progId="Equation.DSMT4">
                  <p:embed/>
                </p:oleObj>
              </mc:Choice>
              <mc:Fallback>
                <p:oleObj name="Equation" r:id="rId37" imgW="27736800" imgH="9448800" progId="Equation.DSMT4">
                  <p:embed/>
                  <p:pic>
                    <p:nvPicPr>
                      <p:cNvPr id="0" name="图片 27364"/>
                      <p:cNvPicPr>
                        <a:picLocks noChangeAspect="1"/>
                      </p:cNvPicPr>
                      <p:nvPr/>
                    </p:nvPicPr>
                    <p:blipFill>
                      <a:blip r:embed="rId38"/>
                      <a:stretch>
                        <a:fillRect/>
                      </a:stretch>
                    </p:blipFill>
                    <p:spPr>
                      <a:xfrm>
                        <a:off x="9222105" y="4529138"/>
                        <a:ext cx="1206500" cy="442912"/>
                      </a:xfrm>
                      <a:prstGeom prst="rect">
                        <a:avLst/>
                      </a:prstGeom>
                      <a:noFill/>
                      <a:ln w="9525">
                        <a:noFill/>
                      </a:ln>
                    </p:spPr>
                  </p:pic>
                </p:oleObj>
              </mc:Fallback>
            </mc:AlternateContent>
          </a:graphicData>
        </a:graphic>
      </p:graphicFrame>
      <p:sp>
        <p:nvSpPr>
          <p:cNvPr id="66" name="Text Box 66"/>
          <p:cNvSpPr txBox="1">
            <a:spLocks noChangeArrowheads="1"/>
          </p:cNvSpPr>
          <p:nvPr/>
        </p:nvSpPr>
        <p:spPr bwMode="auto">
          <a:xfrm>
            <a:off x="1645920" y="5728970"/>
            <a:ext cx="375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smtClean="0">
                <a:latin typeface="Times New Roman" panose="02020603050405020304" pitchFamily="18" charset="0"/>
                <a:ea typeface="黑体" panose="02010609060101010101" charset="-122"/>
                <a:cs typeface="Times New Roman" panose="02020603050405020304" pitchFamily="18" charset="0"/>
              </a:rPr>
              <a:t>称为</a:t>
            </a:r>
            <a:r>
              <a:rPr kumimoji="1" lang="zh-CN" altLang="en-US" sz="2800"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双</a:t>
            </a:r>
            <a:r>
              <a:rPr kumimoji="1" lang="zh-CN" altLang="en-US" sz="2800"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曲余弦函数</a:t>
            </a:r>
            <a:r>
              <a:rPr kumimoji="1" lang="en-US" altLang="zh-CN" sz="2800" dirty="0">
                <a:solidFill>
                  <a:schemeClr val="tx1"/>
                </a:solidFill>
                <a:latin typeface="Times New Roman" panose="02020603050405020304" pitchFamily="18" charset="0"/>
                <a:ea typeface="黑体" panose="02010609060101010101" charset="-122"/>
                <a:cs typeface="Times New Roman" panose="02020603050405020304" pitchFamily="18" charset="0"/>
              </a:rPr>
              <a:t>.</a:t>
            </a:r>
            <a:r>
              <a:rPr kumimoji="1" lang="zh-CN" altLang="en-US" sz="2800" dirty="0">
                <a:solidFill>
                  <a:schemeClr val="tx1"/>
                </a:solidFill>
                <a:latin typeface="Times New Roman" panose="02020603050405020304" pitchFamily="18" charset="0"/>
                <a:ea typeface="黑体" panose="02010609060101010101" charset="-122"/>
                <a:cs typeface="Times New Roman" panose="02020603050405020304" pitchFamily="18" charset="0"/>
              </a:rPr>
              <a:t> </a:t>
            </a:r>
            <a:endParaRPr kumimoji="1" lang="zh-CN" altLang="en-US" sz="2800"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67" name="Text Box 67"/>
          <p:cNvSpPr txBox="1">
            <a:spLocks noChangeArrowheads="1"/>
          </p:cNvSpPr>
          <p:nvPr/>
        </p:nvSpPr>
        <p:spPr bwMode="auto">
          <a:xfrm>
            <a:off x="1645603" y="5077778"/>
            <a:ext cx="5384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a:latin typeface="Times New Roman" panose="02020603050405020304" pitchFamily="18" charset="0"/>
                <a:ea typeface="黑体" panose="02010609060101010101" charset="-122"/>
                <a:cs typeface="Times New Roman" panose="02020603050405020304" pitchFamily="18" charset="0"/>
              </a:rPr>
              <a:t>记</a:t>
            </a:r>
            <a:endParaRPr kumimoji="1" lang="zh-CN" altLang="en-US" sz="2800"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8" name="对象 67">
            <a:hlinkClick r:id="" action="ppaction://ole?verb="/>
          </p:cNvPr>
          <p:cNvGraphicFramePr>
            <a:graphicFrameLocks noChangeAspect="1"/>
          </p:cNvGraphicFramePr>
          <p:nvPr/>
        </p:nvGraphicFramePr>
        <p:xfrm>
          <a:off x="2421442" y="5122962"/>
          <a:ext cx="1330325" cy="431800"/>
        </p:xfrm>
        <a:graphic>
          <a:graphicData uri="http://schemas.openxmlformats.org/presentationml/2006/ole">
            <mc:AlternateContent xmlns:mc="http://schemas.openxmlformats.org/markup-compatibility/2006">
              <mc:Choice xmlns:v="urn:schemas-microsoft-com:vml" Requires="v">
                <p:oleObj spid="_x0000_s2049" name="" r:id="rId39" imgW="545465" imgH="177165" progId="Equation.KSEE3">
                  <p:embed/>
                </p:oleObj>
              </mc:Choice>
              <mc:Fallback>
                <p:oleObj name="" r:id="rId39" imgW="545465" imgH="177165" progId="Equation.KSEE3">
                  <p:embed/>
                  <p:pic>
                    <p:nvPicPr>
                      <p:cNvPr id="0" name="图片 2048"/>
                      <p:cNvPicPr/>
                      <p:nvPr/>
                    </p:nvPicPr>
                    <p:blipFill>
                      <a:blip r:embed="rId40"/>
                      <a:stretch>
                        <a:fillRect/>
                      </a:stretch>
                    </p:blipFill>
                    <p:spPr>
                      <a:xfrm>
                        <a:off x="2421442" y="5122962"/>
                        <a:ext cx="1330325" cy="4318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left)">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left)">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wipe(left)">
                                      <p:cBhvr>
                                        <p:cTn id="44" dur="5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left)">
                                      <p:cBhvr>
                                        <p:cTn id="49" dur="500"/>
                                        <p:tgtEl>
                                          <p:spTgt spid="32"/>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wipe(left)">
                                      <p:cBhvr>
                                        <p:cTn id="53" dur="500"/>
                                        <p:tgtEl>
                                          <p:spTgt spid="33"/>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wipe(left)">
                                      <p:cBhvr>
                                        <p:cTn id="57" dur="500"/>
                                        <p:tgtEl>
                                          <p:spTgt spid="3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left)">
                                      <p:cBhvr>
                                        <p:cTn id="62" dur="500"/>
                                        <p:tgtEl>
                                          <p:spTgt spid="39"/>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wipe(left)">
                                      <p:cBhvr>
                                        <p:cTn id="66" dur="500"/>
                                        <p:tgtEl>
                                          <p:spTgt spid="36"/>
                                        </p:tgtEl>
                                      </p:cBhvr>
                                    </p:animEffect>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left)">
                                      <p:cBhvr>
                                        <p:cTn id="70" dur="500"/>
                                        <p:tgtEl>
                                          <p:spTgt spid="37"/>
                                        </p:tgtEl>
                                      </p:cBhvr>
                                    </p:animEffect>
                                  </p:childTnLst>
                                </p:cTn>
                              </p:par>
                            </p:childTnLst>
                          </p:cTn>
                        </p:par>
                        <p:par>
                          <p:cTn id="71" fill="hold">
                            <p:stCondLst>
                              <p:cond delay="1500"/>
                            </p:stCondLst>
                            <p:childTnLst>
                              <p:par>
                                <p:cTn id="72" presetID="22" presetClass="entr" presetSubtype="8" fill="hold" grpId="0" nodeType="after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wipe(left)">
                                      <p:cBhvr>
                                        <p:cTn id="74" dur="500"/>
                                        <p:tgtEl>
                                          <p:spTgt spid="40"/>
                                        </p:tgtEl>
                                      </p:cBhvr>
                                    </p:animEffect>
                                  </p:childTnLst>
                                </p:cTn>
                              </p:par>
                            </p:childTnLst>
                          </p:cTn>
                        </p:par>
                        <p:par>
                          <p:cTn id="75" fill="hold">
                            <p:stCondLst>
                              <p:cond delay="2000"/>
                            </p:stCondLst>
                            <p:childTnLst>
                              <p:par>
                                <p:cTn id="76" presetID="22" presetClass="entr" presetSubtype="8" fill="hold" nodeType="after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wipe(left)">
                                      <p:cBhvr>
                                        <p:cTn id="78" dur="500"/>
                                        <p:tgtEl>
                                          <p:spTgt spid="3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wipe(left)">
                                      <p:cBhvr>
                                        <p:cTn id="83" dur="500"/>
                                        <p:tgtEl>
                                          <p:spTgt spid="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wipe(left)">
                                      <p:cBhvr>
                                        <p:cTn id="88" dur="500"/>
                                        <p:tgtEl>
                                          <p:spTgt spid="3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93" dur="500"/>
                                        <p:tgtEl>
                                          <p:spTgt spid="41">
                                            <p:txEl>
                                              <p:pRg st="4294967295" end="4294967295"/>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98" dur="500"/>
                                        <p:tgtEl>
                                          <p:spTgt spid="41">
                                            <p:txEl>
                                              <p:pRg st="4294967295" end="4294967295"/>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41">
                                            <p:txEl>
                                              <p:pRg st="0" end="0"/>
                                            </p:txEl>
                                          </p:spTgt>
                                        </p:tgtEl>
                                        <p:attrNameLst>
                                          <p:attrName>style.visibility</p:attrName>
                                        </p:attrNameLst>
                                      </p:cBhvr>
                                      <p:to>
                                        <p:strVal val="visible"/>
                                      </p:to>
                                    </p:set>
                                    <p:animEffect transition="in" filter="wipe(left)">
                                      <p:cBhvr>
                                        <p:cTn id="103" dur="500"/>
                                        <p:tgtEl>
                                          <p:spTgt spid="41">
                                            <p:txEl>
                                              <p:pRg st="0" end="0"/>
                                            </p:txEl>
                                          </p:spTgt>
                                        </p:tgtEl>
                                      </p:cBhvr>
                                    </p:animEffect>
                                  </p:childTnLst>
                                </p:cTn>
                              </p:par>
                            </p:childTnLst>
                          </p:cTn>
                        </p:par>
                        <p:par>
                          <p:cTn id="104" fill="hold">
                            <p:stCondLst>
                              <p:cond delay="500"/>
                            </p:stCondLst>
                            <p:childTnLst>
                              <p:par>
                                <p:cTn id="105" presetID="22" presetClass="entr" presetSubtype="8" fill="hold" nodeType="afterEffect">
                                  <p:stCondLst>
                                    <p:cond delay="0"/>
                                  </p:stCondLst>
                                  <p:childTnLst>
                                    <p:set>
                                      <p:cBhvr>
                                        <p:cTn id="106" dur="1" fill="hold">
                                          <p:stCondLst>
                                            <p:cond delay="0"/>
                                          </p:stCondLst>
                                        </p:cTn>
                                        <p:tgtEl>
                                          <p:spTgt spid="42"/>
                                        </p:tgtEl>
                                        <p:attrNameLst>
                                          <p:attrName>style.visibility</p:attrName>
                                        </p:attrNameLst>
                                      </p:cBhvr>
                                      <p:to>
                                        <p:strVal val="visible"/>
                                      </p:to>
                                    </p:set>
                                    <p:animEffect transition="in" filter="wipe(left)">
                                      <p:cBhvr>
                                        <p:cTn id="107" dur="500"/>
                                        <p:tgtEl>
                                          <p:spTgt spid="4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44">
                                            <p:txEl>
                                              <p:pRg st="4294967295" end="4294967295"/>
                                            </p:txEl>
                                          </p:spTgt>
                                        </p:tgtEl>
                                        <p:attrNameLst>
                                          <p:attrName>style.visibility</p:attrName>
                                        </p:attrNameLst>
                                      </p:cBhvr>
                                      <p:to>
                                        <p:strVal val="visible"/>
                                      </p:to>
                                    </p:set>
                                    <p:animEffect transition="in" filter="wipe(left)">
                                      <p:cBhvr>
                                        <p:cTn id="112" dur="500"/>
                                        <p:tgtEl>
                                          <p:spTgt spid="44">
                                            <p:txEl>
                                              <p:pRg st="4294967295" end="4294967295"/>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44">
                                            <p:txEl>
                                              <p:pRg st="4294967295" end="4294967295"/>
                                            </p:txEl>
                                          </p:spTgt>
                                        </p:tgtEl>
                                        <p:attrNameLst>
                                          <p:attrName>style.visibility</p:attrName>
                                        </p:attrNameLst>
                                      </p:cBhvr>
                                      <p:to>
                                        <p:strVal val="visible"/>
                                      </p:to>
                                    </p:set>
                                    <p:animEffect transition="in" filter="wipe(left)">
                                      <p:cBhvr>
                                        <p:cTn id="117" dur="500"/>
                                        <p:tgtEl>
                                          <p:spTgt spid="44">
                                            <p:txEl>
                                              <p:pRg st="4294967295" end="4294967295"/>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44">
                                            <p:txEl>
                                              <p:pRg st="0" end="0"/>
                                            </p:txEl>
                                          </p:spTgt>
                                        </p:tgtEl>
                                        <p:attrNameLst>
                                          <p:attrName>style.visibility</p:attrName>
                                        </p:attrNameLst>
                                      </p:cBhvr>
                                      <p:to>
                                        <p:strVal val="visible"/>
                                      </p:to>
                                    </p:set>
                                    <p:animEffect transition="in" filter="wipe(left)">
                                      <p:cBhvr>
                                        <p:cTn id="122" dur="500"/>
                                        <p:tgtEl>
                                          <p:spTgt spid="44">
                                            <p:txEl>
                                              <p:pRg st="0" end="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9"/>
                                        </p:tgtEl>
                                        <p:attrNameLst>
                                          <p:attrName>style.visibility</p:attrName>
                                        </p:attrNameLst>
                                      </p:cBhvr>
                                      <p:to>
                                        <p:strVal val="visible"/>
                                      </p:to>
                                    </p:set>
                                    <p:animEffect transition="in" filter="wipe(left)">
                                      <p:cBhvr>
                                        <p:cTn id="127" dur="500"/>
                                        <p:tgtEl>
                                          <p:spTgt spid="49"/>
                                        </p:tgtEl>
                                      </p:cBhvr>
                                    </p:animEffect>
                                  </p:childTnLst>
                                </p:cTn>
                              </p:par>
                            </p:childTnLst>
                          </p:cTn>
                        </p:par>
                        <p:par>
                          <p:cTn id="128" fill="hold">
                            <p:stCondLst>
                              <p:cond delay="500"/>
                            </p:stCondLst>
                            <p:childTnLst>
                              <p:par>
                                <p:cTn id="129" presetID="22" presetClass="entr" presetSubtype="4" fill="hold" grpId="0" nodeType="after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wipe(down)">
                                      <p:cBhvr>
                                        <p:cTn id="131" dur="500"/>
                                        <p:tgtEl>
                                          <p:spTgt spid="50"/>
                                        </p:tgtEl>
                                      </p:cBhvr>
                                    </p:animEffect>
                                  </p:childTnLst>
                                </p:cTn>
                              </p:par>
                            </p:childTnLst>
                          </p:cTn>
                        </p:par>
                        <p:par>
                          <p:cTn id="132" fill="hold">
                            <p:stCondLst>
                              <p:cond delay="1000"/>
                            </p:stCondLst>
                            <p:childTnLst>
                              <p:par>
                                <p:cTn id="133" presetID="22" presetClass="entr" presetSubtype="8" fill="hold" nodeType="after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wipe(left)">
                                      <p:cBhvr>
                                        <p:cTn id="135" dur="500"/>
                                        <p:tgtEl>
                                          <p:spTgt spid="47"/>
                                        </p:tgtEl>
                                      </p:cBhvr>
                                    </p:animEffect>
                                  </p:childTnLst>
                                </p:cTn>
                              </p:par>
                            </p:childTnLst>
                          </p:cTn>
                        </p:par>
                        <p:par>
                          <p:cTn id="136" fill="hold">
                            <p:stCondLst>
                              <p:cond delay="1500"/>
                            </p:stCondLst>
                            <p:childTnLst>
                              <p:par>
                                <p:cTn id="137" presetID="22" presetClass="entr" presetSubtype="8" fill="hold" nodeType="afterEffect">
                                  <p:stCondLst>
                                    <p:cond delay="0"/>
                                  </p:stCondLst>
                                  <p:childTnLst>
                                    <p:set>
                                      <p:cBhvr>
                                        <p:cTn id="138" dur="1" fill="hold">
                                          <p:stCondLst>
                                            <p:cond delay="0"/>
                                          </p:stCondLst>
                                        </p:cTn>
                                        <p:tgtEl>
                                          <p:spTgt spid="45"/>
                                        </p:tgtEl>
                                        <p:attrNameLst>
                                          <p:attrName>style.visibility</p:attrName>
                                        </p:attrNameLst>
                                      </p:cBhvr>
                                      <p:to>
                                        <p:strVal val="visible"/>
                                      </p:to>
                                    </p:set>
                                    <p:animEffect transition="in" filter="wipe(left)">
                                      <p:cBhvr>
                                        <p:cTn id="139" dur="500"/>
                                        <p:tgtEl>
                                          <p:spTgt spid="45"/>
                                        </p:tgtEl>
                                      </p:cBhvr>
                                    </p:animEffect>
                                  </p:childTnLst>
                                </p:cTn>
                              </p:par>
                            </p:childTnLst>
                          </p:cTn>
                        </p:par>
                        <p:par>
                          <p:cTn id="140" fill="hold">
                            <p:stCondLst>
                              <p:cond delay="2000"/>
                            </p:stCondLst>
                            <p:childTnLst>
                              <p:par>
                                <p:cTn id="141" presetID="22" presetClass="entr" presetSubtype="8" fill="hold" nodeType="after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wipe(left)">
                                      <p:cBhvr>
                                        <p:cTn id="143" dur="500"/>
                                        <p:tgtEl>
                                          <p:spTgt spid="46"/>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63"/>
                                        </p:tgtEl>
                                        <p:attrNameLst>
                                          <p:attrName>style.visibility</p:attrName>
                                        </p:attrNameLst>
                                      </p:cBhvr>
                                      <p:to>
                                        <p:strVal val="visible"/>
                                      </p:to>
                                    </p:set>
                                    <p:animEffect transition="in" filter="wipe(left)">
                                      <p:cBhvr>
                                        <p:cTn id="148" dur="500"/>
                                        <p:tgtEl>
                                          <p:spTgt spid="63"/>
                                        </p:tgtEl>
                                      </p:cBhvr>
                                    </p:animEffect>
                                  </p:childTnLst>
                                </p:cTn>
                              </p:par>
                            </p:childTnLst>
                          </p:cTn>
                        </p:par>
                        <p:par>
                          <p:cTn id="149" fill="hold">
                            <p:stCondLst>
                              <p:cond delay="500"/>
                            </p:stCondLst>
                            <p:childTnLst>
                              <p:par>
                                <p:cTn id="150" presetID="22" presetClass="entr" presetSubtype="8" fill="hold" grpId="0" nodeType="after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2" dur="500"/>
                                        <p:tgtEl>
                                          <p:spTgt spid="55"/>
                                        </p:tgtEl>
                                      </p:cBhvr>
                                    </p:animEffect>
                                  </p:childTnLst>
                                </p:cTn>
                              </p:par>
                            </p:childTnLst>
                          </p:cTn>
                        </p:par>
                        <p:par>
                          <p:cTn id="153" fill="hold">
                            <p:stCondLst>
                              <p:cond delay="1000"/>
                            </p:stCondLst>
                            <p:childTnLst>
                              <p:par>
                                <p:cTn id="154" presetID="22" presetClass="entr" presetSubtype="8" fill="hold" grpId="0" nodeType="afterEffect">
                                  <p:stCondLst>
                                    <p:cond delay="0"/>
                                  </p:stCondLst>
                                  <p:childTnLst>
                                    <p:set>
                                      <p:cBhvr>
                                        <p:cTn id="155" dur="1" fill="hold">
                                          <p:stCondLst>
                                            <p:cond delay="0"/>
                                          </p:stCondLst>
                                        </p:cTn>
                                        <p:tgtEl>
                                          <p:spTgt spid="56"/>
                                        </p:tgtEl>
                                        <p:attrNameLst>
                                          <p:attrName>style.visibility</p:attrName>
                                        </p:attrNameLst>
                                      </p:cBhvr>
                                      <p:to>
                                        <p:strVal val="visible"/>
                                      </p:to>
                                    </p:set>
                                    <p:animEffect transition="in" filter="wipe(left)">
                                      <p:cBhvr>
                                        <p:cTn id="156" dur="500"/>
                                        <p:tgtEl>
                                          <p:spTgt spid="56"/>
                                        </p:tgtEl>
                                      </p:cBhvr>
                                    </p:animEffect>
                                  </p:childTnLst>
                                </p:cTn>
                              </p:par>
                            </p:childTnLst>
                          </p:cTn>
                        </p:par>
                        <p:par>
                          <p:cTn id="157" fill="hold">
                            <p:stCondLst>
                              <p:cond delay="1500"/>
                            </p:stCondLst>
                            <p:childTnLst>
                              <p:par>
                                <p:cTn id="158" presetID="22" presetClass="entr" presetSubtype="8" fill="hold" nodeType="after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wipe(left)">
                                      <p:cBhvr>
                                        <p:cTn id="160" dur="500"/>
                                        <p:tgtEl>
                                          <p:spTgt spid="57"/>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nodeType="clickEffect">
                                  <p:stCondLst>
                                    <p:cond delay="0"/>
                                  </p:stCondLst>
                                  <p:childTnLst>
                                    <p:set>
                                      <p:cBhvr>
                                        <p:cTn id="164" dur="1" fill="hold">
                                          <p:stCondLst>
                                            <p:cond delay="0"/>
                                          </p:stCondLst>
                                        </p:cTn>
                                        <p:tgtEl>
                                          <p:spTgt spid="64"/>
                                        </p:tgtEl>
                                        <p:attrNameLst>
                                          <p:attrName>style.visibility</p:attrName>
                                        </p:attrNameLst>
                                      </p:cBhvr>
                                      <p:to>
                                        <p:strVal val="visible"/>
                                      </p:to>
                                    </p:set>
                                    <p:animEffect transition="in" filter="wipe(left)">
                                      <p:cBhvr>
                                        <p:cTn id="165" dur="500"/>
                                        <p:tgtEl>
                                          <p:spTgt spid="64"/>
                                        </p:tgtEl>
                                      </p:cBhvr>
                                    </p:animEffect>
                                  </p:childTnLst>
                                </p:cTn>
                              </p:par>
                            </p:childTnLst>
                          </p:cTn>
                        </p:par>
                        <p:par>
                          <p:cTn id="166" fill="hold">
                            <p:stCondLst>
                              <p:cond delay="500"/>
                            </p:stCondLst>
                            <p:childTnLst>
                              <p:par>
                                <p:cTn id="167" presetID="22" presetClass="entr" presetSubtype="8" fill="hold" grpId="0" nodeType="after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wipe(left)">
                                      <p:cBhvr>
                                        <p:cTn id="169" dur="500"/>
                                        <p:tgtEl>
                                          <p:spTgt spid="60"/>
                                        </p:tgtEl>
                                      </p:cBhvr>
                                    </p:animEffect>
                                  </p:childTnLst>
                                </p:cTn>
                              </p:par>
                            </p:childTnLst>
                          </p:cTn>
                        </p:par>
                        <p:par>
                          <p:cTn id="170" fill="hold">
                            <p:stCondLst>
                              <p:cond delay="1000"/>
                            </p:stCondLst>
                            <p:childTnLst>
                              <p:par>
                                <p:cTn id="171" presetID="22" presetClass="entr" presetSubtype="8" fill="hold" grpId="0" nodeType="afterEffect">
                                  <p:stCondLst>
                                    <p:cond delay="0"/>
                                  </p:stCondLst>
                                  <p:childTnLst>
                                    <p:set>
                                      <p:cBhvr>
                                        <p:cTn id="172" dur="1" fill="hold">
                                          <p:stCondLst>
                                            <p:cond delay="0"/>
                                          </p:stCondLst>
                                        </p:cTn>
                                        <p:tgtEl>
                                          <p:spTgt spid="61"/>
                                        </p:tgtEl>
                                        <p:attrNameLst>
                                          <p:attrName>style.visibility</p:attrName>
                                        </p:attrNameLst>
                                      </p:cBhvr>
                                      <p:to>
                                        <p:strVal val="visible"/>
                                      </p:to>
                                    </p:set>
                                    <p:animEffect transition="in" filter="wipe(left)">
                                      <p:cBhvr>
                                        <p:cTn id="173" dur="500"/>
                                        <p:tgtEl>
                                          <p:spTgt spid="61"/>
                                        </p:tgtEl>
                                      </p:cBhvr>
                                    </p:animEffect>
                                  </p:childTnLst>
                                </p:cTn>
                              </p:par>
                            </p:childTnLst>
                          </p:cTn>
                        </p:par>
                        <p:par>
                          <p:cTn id="174" fill="hold">
                            <p:stCondLst>
                              <p:cond delay="1500"/>
                            </p:stCondLst>
                            <p:childTnLst>
                              <p:par>
                                <p:cTn id="175" presetID="22" presetClass="entr" presetSubtype="8" fill="hold" grpId="0" nodeType="after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wipe(left)">
                                      <p:cBhvr>
                                        <p:cTn id="177" dur="500"/>
                                        <p:tgtEl>
                                          <p:spTgt spid="62"/>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51"/>
                                        </p:tgtEl>
                                        <p:attrNameLst>
                                          <p:attrName>style.visibility</p:attrName>
                                        </p:attrNameLst>
                                      </p:cBhvr>
                                      <p:to>
                                        <p:strVal val="visible"/>
                                      </p:to>
                                    </p:set>
                                    <p:animEffect transition="in" filter="wipe(left)">
                                      <p:cBhvr>
                                        <p:cTn id="182" dur="500"/>
                                        <p:tgtEl>
                                          <p:spTgt spid="51"/>
                                        </p:tgtEl>
                                      </p:cBhvr>
                                    </p:animEffect>
                                  </p:childTnLst>
                                </p:cTn>
                              </p:par>
                            </p:childTnLst>
                          </p:cTn>
                        </p:par>
                        <p:par>
                          <p:cTn id="183" fill="hold">
                            <p:stCondLst>
                              <p:cond delay="500"/>
                            </p:stCondLst>
                            <p:childTnLst>
                              <p:par>
                                <p:cTn id="184" presetID="22" presetClass="entr" presetSubtype="8"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wipe(left)">
                                      <p:cBhvr>
                                        <p:cTn id="186" dur="500"/>
                                        <p:tgtEl>
                                          <p:spTgt spid="48"/>
                                        </p:tgtEl>
                                      </p:cBhvr>
                                    </p:animEffect>
                                  </p:childTnLst>
                                </p:cTn>
                              </p:par>
                            </p:childTnLst>
                          </p:cTn>
                        </p:par>
                        <p:par>
                          <p:cTn id="187" fill="hold">
                            <p:stCondLst>
                              <p:cond delay="1000"/>
                            </p:stCondLst>
                            <p:childTnLst>
                              <p:par>
                                <p:cTn id="188" presetID="22" presetClass="entr" presetSubtype="8" fill="hold" nodeType="after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wipe(left)">
                                      <p:cBhvr>
                                        <p:cTn id="190" dur="500"/>
                                        <p:tgtEl>
                                          <p:spTgt spid="52"/>
                                        </p:tgtEl>
                                      </p:cBhvr>
                                    </p:animEffect>
                                  </p:childTnLst>
                                </p:cTn>
                              </p:par>
                            </p:childTnLst>
                          </p:cTn>
                        </p:par>
                        <p:par>
                          <p:cTn id="191" fill="hold">
                            <p:stCondLst>
                              <p:cond delay="1500"/>
                            </p:stCondLst>
                            <p:childTnLst>
                              <p:par>
                                <p:cTn id="192" presetID="22" presetClass="entr" presetSubtype="8" fill="hold" grpId="0" nodeType="afterEffect">
                                  <p:stCondLst>
                                    <p:cond delay="0"/>
                                  </p:stCondLst>
                                  <p:childTnLst>
                                    <p:set>
                                      <p:cBhvr>
                                        <p:cTn id="193" dur="1" fill="hold">
                                          <p:stCondLst>
                                            <p:cond delay="0"/>
                                          </p:stCondLst>
                                        </p:cTn>
                                        <p:tgtEl>
                                          <p:spTgt spid="67">
                                            <p:txEl>
                                              <p:pRg st="4294967295" end="4294967295"/>
                                            </p:txEl>
                                          </p:spTgt>
                                        </p:tgtEl>
                                        <p:attrNameLst>
                                          <p:attrName>style.visibility</p:attrName>
                                        </p:attrNameLst>
                                      </p:cBhvr>
                                      <p:to>
                                        <p:strVal val="visible"/>
                                      </p:to>
                                    </p:set>
                                    <p:animEffect transition="in" filter="wipe(left)">
                                      <p:cBhvr>
                                        <p:cTn id="194" dur="500"/>
                                        <p:tgtEl>
                                          <p:spTgt spid="67">
                                            <p:txEl>
                                              <p:pRg st="4294967295" end="4294967295"/>
                                            </p:txEl>
                                          </p:spTgt>
                                        </p:tgtEl>
                                      </p:cBhvr>
                                    </p:animEffect>
                                  </p:childTnLst>
                                </p:cTn>
                              </p:par>
                            </p:childTnLst>
                          </p:cTn>
                        </p:par>
                        <p:par>
                          <p:cTn id="195" fill="hold">
                            <p:stCondLst>
                              <p:cond delay="2000"/>
                            </p:stCondLst>
                            <p:childTnLst>
                              <p:par>
                                <p:cTn id="196" presetID="22" presetClass="entr" presetSubtype="8" fill="hold" grpId="0" nodeType="afterEffect">
                                  <p:stCondLst>
                                    <p:cond delay="0"/>
                                  </p:stCondLst>
                                  <p:childTnLst>
                                    <p:set>
                                      <p:cBhvr>
                                        <p:cTn id="197" dur="1" fill="hold">
                                          <p:stCondLst>
                                            <p:cond delay="0"/>
                                          </p:stCondLst>
                                        </p:cTn>
                                        <p:tgtEl>
                                          <p:spTgt spid="67">
                                            <p:txEl>
                                              <p:pRg st="4294967295" end="4294967295"/>
                                            </p:txEl>
                                          </p:spTgt>
                                        </p:tgtEl>
                                        <p:attrNameLst>
                                          <p:attrName>style.visibility</p:attrName>
                                        </p:attrNameLst>
                                      </p:cBhvr>
                                      <p:to>
                                        <p:strVal val="visible"/>
                                      </p:to>
                                    </p:set>
                                    <p:animEffect transition="in" filter="wipe(left)">
                                      <p:cBhvr>
                                        <p:cTn id="198" dur="500"/>
                                        <p:tgtEl>
                                          <p:spTgt spid="67">
                                            <p:txEl>
                                              <p:pRg st="4294967295" end="4294967295"/>
                                            </p:txEl>
                                          </p:spTgt>
                                        </p:tgtEl>
                                      </p:cBhvr>
                                    </p:animEffect>
                                  </p:childTnLst>
                                </p:cTn>
                              </p:par>
                              <p:par>
                                <p:cTn id="199" presetID="22" presetClass="entr" presetSubtype="8" fill="hold" grpId="1" nodeType="withEffect">
                                  <p:stCondLst>
                                    <p:cond delay="0"/>
                                  </p:stCondLst>
                                  <p:childTnLst>
                                    <p:set>
                                      <p:cBhvr>
                                        <p:cTn id="200" dur="1" fill="hold">
                                          <p:stCondLst>
                                            <p:cond delay="0"/>
                                          </p:stCondLst>
                                        </p:cTn>
                                        <p:tgtEl>
                                          <p:spTgt spid="67"/>
                                        </p:tgtEl>
                                        <p:attrNameLst>
                                          <p:attrName>style.visibility</p:attrName>
                                        </p:attrNameLst>
                                      </p:cBhvr>
                                      <p:to>
                                        <p:strVal val="visible"/>
                                      </p:to>
                                    </p:set>
                                    <p:animEffect transition="in" filter="wipe(left)">
                                      <p:cBhvr>
                                        <p:cTn id="201" dur="500"/>
                                        <p:tgtEl>
                                          <p:spTgt spid="67"/>
                                        </p:tgtEl>
                                      </p:cBhvr>
                                    </p:animEffect>
                                  </p:childTnLst>
                                </p:cTn>
                              </p:par>
                              <p:par>
                                <p:cTn id="202" presetID="22" presetClass="entr" presetSubtype="8" fill="hold" grpId="1" nodeType="withEffect">
                                  <p:stCondLst>
                                    <p:cond delay="0"/>
                                  </p:stCondLst>
                                  <p:childTnLst>
                                    <p:set>
                                      <p:cBhvr>
                                        <p:cTn id="203" dur="1" fill="hold">
                                          <p:stCondLst>
                                            <p:cond delay="0"/>
                                          </p:stCondLst>
                                        </p:cTn>
                                        <p:tgtEl>
                                          <p:spTgt spid="67">
                                            <p:txEl>
                                              <p:pRg st="0" end="0"/>
                                            </p:txEl>
                                          </p:spTgt>
                                        </p:tgtEl>
                                        <p:attrNameLst>
                                          <p:attrName>style.visibility</p:attrName>
                                        </p:attrNameLst>
                                      </p:cBhvr>
                                      <p:to>
                                        <p:strVal val="visible"/>
                                      </p:to>
                                    </p:set>
                                    <p:animEffect transition="in" filter="wipe(left)">
                                      <p:cBhvr>
                                        <p:cTn id="204" dur="500"/>
                                        <p:tgtEl>
                                          <p:spTgt spid="67">
                                            <p:txEl>
                                              <p:pRg st="0" end="0"/>
                                            </p:txEl>
                                          </p:spTgt>
                                        </p:tgtEl>
                                      </p:cBhvr>
                                    </p:animEffect>
                                  </p:childTnLst>
                                </p:cTn>
                              </p:par>
                            </p:childTnLst>
                          </p:cTn>
                        </p:par>
                        <p:par>
                          <p:cTn id="205" fill="hold">
                            <p:stCondLst>
                              <p:cond delay="2500"/>
                            </p:stCondLst>
                            <p:childTnLst>
                              <p:par>
                                <p:cTn id="206" presetID="22" presetClass="entr" presetSubtype="8" fill="hold" nodeType="afterEffect">
                                  <p:stCondLst>
                                    <p:cond delay="0"/>
                                  </p:stCondLst>
                                  <p:childTnLst>
                                    <p:set>
                                      <p:cBhvr>
                                        <p:cTn id="207" dur="1" fill="hold">
                                          <p:stCondLst>
                                            <p:cond delay="0"/>
                                          </p:stCondLst>
                                        </p:cTn>
                                        <p:tgtEl>
                                          <p:spTgt spid="68"/>
                                        </p:tgtEl>
                                        <p:attrNameLst>
                                          <p:attrName>style.visibility</p:attrName>
                                        </p:attrNameLst>
                                      </p:cBhvr>
                                      <p:to>
                                        <p:strVal val="visible"/>
                                      </p:to>
                                    </p:set>
                                    <p:animEffect transition="in" filter="wipe(left)">
                                      <p:cBhvr>
                                        <p:cTn id="208" dur="500"/>
                                        <p:tgtEl>
                                          <p:spTgt spid="68"/>
                                        </p:tgtEl>
                                      </p:cBhvr>
                                    </p:animEffect>
                                  </p:childTnLst>
                                </p:cTn>
                              </p:par>
                            </p:childTnLst>
                          </p:cTn>
                        </p:par>
                        <p:par>
                          <p:cTn id="209" fill="hold">
                            <p:stCondLst>
                              <p:cond delay="3000"/>
                            </p:stCondLst>
                            <p:childTnLst>
                              <p:par>
                                <p:cTn id="210" presetID="22" presetClass="entr" presetSubtype="8" fill="hold" nodeType="afterEffect">
                                  <p:stCondLst>
                                    <p:cond delay="0"/>
                                  </p:stCondLst>
                                  <p:childTnLst>
                                    <p:set>
                                      <p:cBhvr>
                                        <p:cTn id="211" dur="1" fill="hold">
                                          <p:stCondLst>
                                            <p:cond delay="0"/>
                                          </p:stCondLst>
                                        </p:cTn>
                                        <p:tgtEl>
                                          <p:spTgt spid="65"/>
                                        </p:tgtEl>
                                        <p:attrNameLst>
                                          <p:attrName>style.visibility</p:attrName>
                                        </p:attrNameLst>
                                      </p:cBhvr>
                                      <p:to>
                                        <p:strVal val="visible"/>
                                      </p:to>
                                    </p:set>
                                    <p:animEffect transition="in" filter="wipe(left)">
                                      <p:cBhvr>
                                        <p:cTn id="212" dur="500"/>
                                        <p:tgtEl>
                                          <p:spTgt spid="65"/>
                                        </p:tgtEl>
                                      </p:cBhvr>
                                    </p:animEffect>
                                  </p:childTnLst>
                                </p:cTn>
                              </p:par>
                            </p:childTnLst>
                          </p:cTn>
                        </p:par>
                        <p:par>
                          <p:cTn id="213" fill="hold">
                            <p:stCondLst>
                              <p:cond delay="3500"/>
                            </p:stCondLst>
                            <p:childTnLst>
                              <p:par>
                                <p:cTn id="214" presetID="22" presetClass="entr" presetSubtype="8" fill="hold" grpId="0" nodeType="afterEffect">
                                  <p:stCondLst>
                                    <p:cond delay="0"/>
                                  </p:stCondLst>
                                  <p:childTnLst>
                                    <p:set>
                                      <p:cBhvr>
                                        <p:cTn id="215" dur="1" fill="hold">
                                          <p:stCondLst>
                                            <p:cond delay="0"/>
                                          </p:stCondLst>
                                        </p:cTn>
                                        <p:tgtEl>
                                          <p:spTgt spid="66">
                                            <p:txEl>
                                              <p:pRg st="4294967295" end="4294967295"/>
                                            </p:txEl>
                                          </p:spTgt>
                                        </p:tgtEl>
                                        <p:attrNameLst>
                                          <p:attrName>style.visibility</p:attrName>
                                        </p:attrNameLst>
                                      </p:cBhvr>
                                      <p:to>
                                        <p:strVal val="visible"/>
                                      </p:to>
                                    </p:set>
                                    <p:animEffect transition="in" filter="wipe(left)">
                                      <p:cBhvr>
                                        <p:cTn id="216" dur="500"/>
                                        <p:tgtEl>
                                          <p:spTgt spid="66">
                                            <p:txEl>
                                              <p:pRg st="4294967295" end="4294967295"/>
                                            </p:txEl>
                                          </p:spTgt>
                                        </p:tgtEl>
                                      </p:cBhvr>
                                    </p:animEffect>
                                  </p:childTnLst>
                                </p:cTn>
                              </p:par>
                            </p:childTnLst>
                          </p:cTn>
                        </p:par>
                        <p:par>
                          <p:cTn id="217" fill="hold">
                            <p:stCondLst>
                              <p:cond delay="4000"/>
                            </p:stCondLst>
                            <p:childTnLst>
                              <p:par>
                                <p:cTn id="218" presetID="22" presetClass="entr" presetSubtype="8" fill="hold" grpId="0" nodeType="afterEffect">
                                  <p:stCondLst>
                                    <p:cond delay="0"/>
                                  </p:stCondLst>
                                  <p:childTnLst>
                                    <p:set>
                                      <p:cBhvr>
                                        <p:cTn id="219" dur="1" fill="hold">
                                          <p:stCondLst>
                                            <p:cond delay="0"/>
                                          </p:stCondLst>
                                        </p:cTn>
                                        <p:tgtEl>
                                          <p:spTgt spid="66">
                                            <p:txEl>
                                              <p:pRg st="4294967295" end="4294967295"/>
                                            </p:txEl>
                                          </p:spTgt>
                                        </p:tgtEl>
                                        <p:attrNameLst>
                                          <p:attrName>style.visibility</p:attrName>
                                        </p:attrNameLst>
                                      </p:cBhvr>
                                      <p:to>
                                        <p:strVal val="visible"/>
                                      </p:to>
                                    </p:set>
                                    <p:animEffect transition="in" filter="wipe(left)">
                                      <p:cBhvr>
                                        <p:cTn id="220" dur="500"/>
                                        <p:tgtEl>
                                          <p:spTgt spid="66">
                                            <p:txEl>
                                              <p:pRg st="4294967295" end="4294967295"/>
                                            </p:txEl>
                                          </p:spTgt>
                                        </p:tgtEl>
                                      </p:cBhvr>
                                    </p:animEffect>
                                  </p:childTnLst>
                                </p:cTn>
                              </p:par>
                            </p:childTnLst>
                          </p:cTn>
                        </p:par>
                        <p:par>
                          <p:cTn id="221" fill="hold">
                            <p:stCondLst>
                              <p:cond delay="4500"/>
                            </p:stCondLst>
                            <p:childTnLst>
                              <p:par>
                                <p:cTn id="222" presetID="22" presetClass="entr" presetSubtype="8" fill="hold" grpId="0" nodeType="afterEffect">
                                  <p:stCondLst>
                                    <p:cond delay="0"/>
                                  </p:stCondLst>
                                  <p:childTnLst>
                                    <p:set>
                                      <p:cBhvr>
                                        <p:cTn id="223" dur="1" fill="hold">
                                          <p:stCondLst>
                                            <p:cond delay="0"/>
                                          </p:stCondLst>
                                        </p:cTn>
                                        <p:tgtEl>
                                          <p:spTgt spid="66">
                                            <p:txEl>
                                              <p:pRg st="0" end="0"/>
                                            </p:txEl>
                                          </p:spTgt>
                                        </p:tgtEl>
                                        <p:attrNameLst>
                                          <p:attrName>style.visibility</p:attrName>
                                        </p:attrNameLst>
                                      </p:cBhvr>
                                      <p:to>
                                        <p:strVal val="visible"/>
                                      </p:to>
                                    </p:set>
                                    <p:animEffect transition="in" filter="wipe(left)">
                                      <p:cBhvr>
                                        <p:cTn id="224" dur="500"/>
                                        <p:tgtEl>
                                          <p:spTgt spid="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6" grpId="0" autoUpdateAnimBg="0"/>
      <p:bldP spid="28" grpId="0" autoUpdateAnimBg="0"/>
      <p:bldP spid="29" grpId="0" autoUpdateAnimBg="0"/>
      <p:bldP spid="31" grpId="0" autoUpdateAnimBg="0"/>
      <p:bldP spid="32" grpId="0" autoUpdateAnimBg="0"/>
      <p:bldP spid="34" grpId="0" autoUpdateAnimBg="0"/>
      <p:bldP spid="37" grpId="0" autoUpdateAnimBg="0"/>
      <p:bldP spid="38" grpId="0" bldLvl="0" animBg="1"/>
      <p:bldP spid="39" grpId="0" autoUpdateAnimBg="0"/>
      <p:bldP spid="40" grpId="0" autoUpdateAnimBg="0"/>
      <p:bldP spid="41" grpId="0" autoUpdateAnimBg="0" uiExpand="1" build="p"/>
      <p:bldP spid="44" grpId="0" autoUpdateAnimBg="0" uiExpand="1" build="p"/>
      <p:bldP spid="48" grpId="0" bldLvl="0" animBg="1"/>
      <p:bldP spid="49" grpId="0" bldLvl="0" animBg="1"/>
      <p:bldP spid="50" grpId="0" bldLvl="0" animBg="1"/>
      <p:bldP spid="51" grpId="0" bldLvl="0" animBg="1"/>
      <p:bldP spid="55" grpId="0" bldLvl="0" animBg="1"/>
      <p:bldP spid="56" grpId="0" bldLvl="0" animBg="1"/>
      <p:bldP spid="60" grpId="0" bldLvl="0" animBg="1"/>
      <p:bldP spid="61" grpId="0" bldLvl="0" animBg="1"/>
      <p:bldP spid="62" grpId="0" bldLvl="0" animBg="1"/>
      <p:bldP spid="66" grpId="0" advAuto="0" autoUpdateAnimBg="0" uiExpand="1" build="p"/>
      <p:bldP spid="67" grpId="0" advAuto="0" autoUpdateAnimBg="0" uiExpand="1" build="p"/>
      <p:bldP spid="67" grpId="1" bldLvl="0" animBg="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bwMode="auto">
          <a:xfrm>
            <a:off x="6500813" y="5561013"/>
            <a:ext cx="3252787" cy="1587"/>
          </a:xfrm>
          <a:custGeom>
            <a:avLst/>
            <a:gdLst>
              <a:gd name="T0" fmla="*/ 2147483647 w 642"/>
              <a:gd name="T1" fmla="*/ 0 h 1587"/>
              <a:gd name="T2" fmla="*/ 2147483647 w 642"/>
              <a:gd name="T3" fmla="*/ 0 h 1587"/>
              <a:gd name="T4" fmla="*/ 2147483647 w 642"/>
              <a:gd name="T5" fmla="*/ 0 h 1587"/>
              <a:gd name="T6" fmla="*/ 2147483647 w 642"/>
              <a:gd name="T7" fmla="*/ 0 h 1587"/>
              <a:gd name="T8" fmla="*/ 2147483647 w 642"/>
              <a:gd name="T9" fmla="*/ 0 h 1587"/>
              <a:gd name="T10" fmla="*/ 2147483647 w 642"/>
              <a:gd name="T11" fmla="*/ 0 h 1587"/>
              <a:gd name="T12" fmla="*/ 2147483647 w 642"/>
              <a:gd name="T13" fmla="*/ 0 h 1587"/>
              <a:gd name="T14" fmla="*/ 2147483647 w 642"/>
              <a:gd name="T15" fmla="*/ 0 h 1587"/>
              <a:gd name="T16" fmla="*/ 2147483647 w 642"/>
              <a:gd name="T17" fmla="*/ 0 h 1587"/>
              <a:gd name="T18" fmla="*/ 2147483647 w 642"/>
              <a:gd name="T19" fmla="*/ 0 h 1587"/>
              <a:gd name="T20" fmla="*/ 2147483647 w 642"/>
              <a:gd name="T21" fmla="*/ 0 h 1587"/>
              <a:gd name="T22" fmla="*/ 2147483647 w 642"/>
              <a:gd name="T23" fmla="*/ 0 h 1587"/>
              <a:gd name="T24" fmla="*/ 2147483647 w 642"/>
              <a:gd name="T25" fmla="*/ 0 h 1587"/>
              <a:gd name="T26" fmla="*/ 2147483647 w 642"/>
              <a:gd name="T27" fmla="*/ 0 h 1587"/>
              <a:gd name="T28" fmla="*/ 2147483647 w 642"/>
              <a:gd name="T29" fmla="*/ 0 h 1587"/>
              <a:gd name="T30" fmla="*/ 2147483647 w 642"/>
              <a:gd name="T31" fmla="*/ 0 h 1587"/>
              <a:gd name="T32" fmla="*/ 2147483647 w 642"/>
              <a:gd name="T33" fmla="*/ 0 h 1587"/>
              <a:gd name="T34" fmla="*/ 2147483647 w 642"/>
              <a:gd name="T35" fmla="*/ 0 h 1587"/>
              <a:gd name="T36" fmla="*/ 2147483647 w 642"/>
              <a:gd name="T37" fmla="*/ 0 h 1587"/>
              <a:gd name="T38" fmla="*/ 2147483647 w 642"/>
              <a:gd name="T39" fmla="*/ 0 h 1587"/>
              <a:gd name="T40" fmla="*/ 2147483647 w 642"/>
              <a:gd name="T41" fmla="*/ 0 h 1587"/>
              <a:gd name="T42" fmla="*/ 2147483647 w 642"/>
              <a:gd name="T43" fmla="*/ 0 h 1587"/>
              <a:gd name="T44" fmla="*/ 2147483647 w 642"/>
              <a:gd name="T45" fmla="*/ 0 h 1587"/>
              <a:gd name="T46" fmla="*/ 2147483647 w 642"/>
              <a:gd name="T47" fmla="*/ 0 h 1587"/>
              <a:gd name="T48" fmla="*/ 2147483647 w 642"/>
              <a:gd name="T49" fmla="*/ 0 h 1587"/>
              <a:gd name="T50" fmla="*/ 2147483647 w 642"/>
              <a:gd name="T51" fmla="*/ 0 h 1587"/>
              <a:gd name="T52" fmla="*/ 2147483647 w 642"/>
              <a:gd name="T53" fmla="*/ 0 h 1587"/>
              <a:gd name="T54" fmla="*/ 2147483647 w 642"/>
              <a:gd name="T55" fmla="*/ 0 h 1587"/>
              <a:gd name="T56" fmla="*/ 2147483647 w 642"/>
              <a:gd name="T57" fmla="*/ 0 h 1587"/>
              <a:gd name="T58" fmla="*/ 2147483647 w 642"/>
              <a:gd name="T59" fmla="*/ 0 h 1587"/>
              <a:gd name="T60" fmla="*/ 2147483647 w 642"/>
              <a:gd name="T61" fmla="*/ 0 h 1587"/>
              <a:gd name="T62" fmla="*/ 2147483647 w 642"/>
              <a:gd name="T63" fmla="*/ 0 h 1587"/>
              <a:gd name="T64" fmla="*/ 2147483647 w 642"/>
              <a:gd name="T65" fmla="*/ 0 h 1587"/>
              <a:gd name="T66" fmla="*/ 2147483647 w 642"/>
              <a:gd name="T67" fmla="*/ 0 h 1587"/>
              <a:gd name="T68" fmla="*/ 2147483647 w 642"/>
              <a:gd name="T69" fmla="*/ 0 h 1587"/>
              <a:gd name="T70" fmla="*/ 2147483647 w 642"/>
              <a:gd name="T71" fmla="*/ 0 h 1587"/>
              <a:gd name="T72" fmla="*/ 2147483647 w 642"/>
              <a:gd name="T73" fmla="*/ 0 h 1587"/>
              <a:gd name="T74" fmla="*/ 2147483647 w 642"/>
              <a:gd name="T75" fmla="*/ 0 h 1587"/>
              <a:gd name="T76" fmla="*/ 2147483647 w 642"/>
              <a:gd name="T77" fmla="*/ 0 h 1587"/>
              <a:gd name="T78" fmla="*/ 2147483647 w 642"/>
              <a:gd name="T79" fmla="*/ 0 h 1587"/>
              <a:gd name="T80" fmla="*/ 2147483647 w 642"/>
              <a:gd name="T81" fmla="*/ 0 h 1587"/>
              <a:gd name="T82" fmla="*/ 2147483647 w 642"/>
              <a:gd name="T83" fmla="*/ 0 h 1587"/>
              <a:gd name="T84" fmla="*/ 2147483647 w 642"/>
              <a:gd name="T85" fmla="*/ 0 h 1587"/>
              <a:gd name="T86" fmla="*/ 2147483647 w 642"/>
              <a:gd name="T87" fmla="*/ 0 h 1587"/>
              <a:gd name="T88" fmla="*/ 2147483647 w 642"/>
              <a:gd name="T89" fmla="*/ 0 h 1587"/>
              <a:gd name="T90" fmla="*/ 2147483647 w 642"/>
              <a:gd name="T91" fmla="*/ 0 h 1587"/>
              <a:gd name="T92" fmla="*/ 2147483647 w 642"/>
              <a:gd name="T93" fmla="*/ 0 h 1587"/>
              <a:gd name="T94" fmla="*/ 2147483647 w 642"/>
              <a:gd name="T95" fmla="*/ 0 h 1587"/>
              <a:gd name="T96" fmla="*/ 2147483647 w 642"/>
              <a:gd name="T97" fmla="*/ 0 h 1587"/>
              <a:gd name="T98" fmla="*/ 2147483647 w 642"/>
              <a:gd name="T99" fmla="*/ 0 h 1587"/>
              <a:gd name="T100" fmla="*/ 2147483647 w 642"/>
              <a:gd name="T101" fmla="*/ 0 h 158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42" h="1587">
                <a:moveTo>
                  <a:pt x="0" y="0"/>
                </a:moveTo>
                <a:lnTo>
                  <a:pt x="0" y="0"/>
                </a:lnTo>
                <a:lnTo>
                  <a:pt x="6" y="0"/>
                </a:lnTo>
                <a:lnTo>
                  <a:pt x="12" y="0"/>
                </a:lnTo>
                <a:lnTo>
                  <a:pt x="18" y="0"/>
                </a:lnTo>
                <a:lnTo>
                  <a:pt x="24" y="0"/>
                </a:lnTo>
                <a:lnTo>
                  <a:pt x="30" y="0"/>
                </a:lnTo>
                <a:lnTo>
                  <a:pt x="36" y="0"/>
                </a:lnTo>
                <a:lnTo>
                  <a:pt x="42" y="0"/>
                </a:lnTo>
                <a:lnTo>
                  <a:pt x="48" y="0"/>
                </a:lnTo>
                <a:lnTo>
                  <a:pt x="54" y="0"/>
                </a:lnTo>
                <a:lnTo>
                  <a:pt x="60" y="0"/>
                </a:lnTo>
                <a:lnTo>
                  <a:pt x="66" y="0"/>
                </a:lnTo>
                <a:lnTo>
                  <a:pt x="72" y="0"/>
                </a:lnTo>
                <a:lnTo>
                  <a:pt x="78" y="0"/>
                </a:lnTo>
                <a:lnTo>
                  <a:pt x="84" y="0"/>
                </a:lnTo>
                <a:lnTo>
                  <a:pt x="90" y="0"/>
                </a:lnTo>
                <a:lnTo>
                  <a:pt x="96" y="0"/>
                </a:lnTo>
                <a:lnTo>
                  <a:pt x="102" y="0"/>
                </a:lnTo>
                <a:lnTo>
                  <a:pt x="108" y="0"/>
                </a:lnTo>
                <a:lnTo>
                  <a:pt x="114" y="0"/>
                </a:lnTo>
                <a:lnTo>
                  <a:pt x="120" y="0"/>
                </a:lnTo>
                <a:lnTo>
                  <a:pt x="126" y="0"/>
                </a:lnTo>
                <a:lnTo>
                  <a:pt x="132" y="0"/>
                </a:lnTo>
                <a:lnTo>
                  <a:pt x="138" y="0"/>
                </a:lnTo>
                <a:lnTo>
                  <a:pt x="144" y="0"/>
                </a:lnTo>
                <a:lnTo>
                  <a:pt x="150" y="0"/>
                </a:lnTo>
                <a:lnTo>
                  <a:pt x="156" y="0"/>
                </a:lnTo>
                <a:lnTo>
                  <a:pt x="162" y="0"/>
                </a:lnTo>
                <a:lnTo>
                  <a:pt x="168" y="0"/>
                </a:lnTo>
                <a:lnTo>
                  <a:pt x="174" y="0"/>
                </a:lnTo>
                <a:lnTo>
                  <a:pt x="180" y="0"/>
                </a:lnTo>
                <a:lnTo>
                  <a:pt x="186" y="0"/>
                </a:lnTo>
                <a:lnTo>
                  <a:pt x="192" y="0"/>
                </a:lnTo>
                <a:lnTo>
                  <a:pt x="198" y="0"/>
                </a:lnTo>
                <a:lnTo>
                  <a:pt x="204" y="0"/>
                </a:lnTo>
                <a:lnTo>
                  <a:pt x="210" y="0"/>
                </a:lnTo>
                <a:lnTo>
                  <a:pt x="216" y="0"/>
                </a:lnTo>
                <a:lnTo>
                  <a:pt x="222" y="0"/>
                </a:lnTo>
                <a:lnTo>
                  <a:pt x="228" y="0"/>
                </a:lnTo>
                <a:lnTo>
                  <a:pt x="234" y="0"/>
                </a:lnTo>
                <a:lnTo>
                  <a:pt x="240" y="0"/>
                </a:lnTo>
                <a:lnTo>
                  <a:pt x="246" y="0"/>
                </a:lnTo>
                <a:lnTo>
                  <a:pt x="252" y="0"/>
                </a:lnTo>
                <a:lnTo>
                  <a:pt x="258" y="0"/>
                </a:lnTo>
                <a:lnTo>
                  <a:pt x="264" y="0"/>
                </a:lnTo>
                <a:lnTo>
                  <a:pt x="270" y="0"/>
                </a:lnTo>
                <a:lnTo>
                  <a:pt x="276" y="0"/>
                </a:lnTo>
                <a:lnTo>
                  <a:pt x="282" y="0"/>
                </a:lnTo>
                <a:lnTo>
                  <a:pt x="288" y="0"/>
                </a:lnTo>
                <a:lnTo>
                  <a:pt x="294" y="0"/>
                </a:lnTo>
                <a:lnTo>
                  <a:pt x="300" y="0"/>
                </a:lnTo>
                <a:lnTo>
                  <a:pt x="306" y="0"/>
                </a:lnTo>
                <a:lnTo>
                  <a:pt x="312" y="0"/>
                </a:lnTo>
                <a:lnTo>
                  <a:pt x="318" y="0"/>
                </a:lnTo>
                <a:lnTo>
                  <a:pt x="324" y="0"/>
                </a:lnTo>
                <a:lnTo>
                  <a:pt x="330" y="0"/>
                </a:lnTo>
                <a:lnTo>
                  <a:pt x="336" y="0"/>
                </a:lnTo>
                <a:lnTo>
                  <a:pt x="342" y="0"/>
                </a:lnTo>
                <a:lnTo>
                  <a:pt x="348" y="0"/>
                </a:lnTo>
                <a:lnTo>
                  <a:pt x="354" y="0"/>
                </a:lnTo>
                <a:lnTo>
                  <a:pt x="360" y="0"/>
                </a:lnTo>
                <a:lnTo>
                  <a:pt x="366" y="0"/>
                </a:lnTo>
                <a:lnTo>
                  <a:pt x="372" y="0"/>
                </a:lnTo>
                <a:lnTo>
                  <a:pt x="378" y="0"/>
                </a:lnTo>
                <a:lnTo>
                  <a:pt x="384" y="0"/>
                </a:lnTo>
                <a:lnTo>
                  <a:pt x="390" y="0"/>
                </a:lnTo>
                <a:lnTo>
                  <a:pt x="396" y="0"/>
                </a:lnTo>
                <a:lnTo>
                  <a:pt x="402" y="0"/>
                </a:lnTo>
                <a:lnTo>
                  <a:pt x="408" y="0"/>
                </a:lnTo>
                <a:lnTo>
                  <a:pt x="414" y="0"/>
                </a:lnTo>
                <a:lnTo>
                  <a:pt x="420" y="0"/>
                </a:lnTo>
                <a:lnTo>
                  <a:pt x="426" y="0"/>
                </a:lnTo>
                <a:lnTo>
                  <a:pt x="432" y="0"/>
                </a:lnTo>
                <a:lnTo>
                  <a:pt x="438" y="0"/>
                </a:lnTo>
                <a:lnTo>
                  <a:pt x="444" y="0"/>
                </a:lnTo>
                <a:lnTo>
                  <a:pt x="450" y="0"/>
                </a:lnTo>
                <a:lnTo>
                  <a:pt x="456" y="0"/>
                </a:lnTo>
                <a:lnTo>
                  <a:pt x="462" y="0"/>
                </a:lnTo>
                <a:lnTo>
                  <a:pt x="468" y="0"/>
                </a:lnTo>
                <a:lnTo>
                  <a:pt x="474" y="0"/>
                </a:lnTo>
                <a:lnTo>
                  <a:pt x="480" y="0"/>
                </a:lnTo>
                <a:lnTo>
                  <a:pt x="486" y="0"/>
                </a:lnTo>
                <a:lnTo>
                  <a:pt x="492" y="0"/>
                </a:lnTo>
                <a:lnTo>
                  <a:pt x="498" y="0"/>
                </a:lnTo>
                <a:lnTo>
                  <a:pt x="504" y="0"/>
                </a:lnTo>
                <a:lnTo>
                  <a:pt x="510" y="0"/>
                </a:lnTo>
                <a:lnTo>
                  <a:pt x="516" y="0"/>
                </a:lnTo>
                <a:lnTo>
                  <a:pt x="522" y="0"/>
                </a:lnTo>
                <a:lnTo>
                  <a:pt x="528" y="0"/>
                </a:lnTo>
                <a:lnTo>
                  <a:pt x="534" y="0"/>
                </a:lnTo>
                <a:lnTo>
                  <a:pt x="540" y="0"/>
                </a:lnTo>
                <a:lnTo>
                  <a:pt x="546" y="0"/>
                </a:lnTo>
                <a:lnTo>
                  <a:pt x="552" y="0"/>
                </a:lnTo>
                <a:lnTo>
                  <a:pt x="558" y="0"/>
                </a:lnTo>
                <a:lnTo>
                  <a:pt x="564" y="0"/>
                </a:lnTo>
                <a:lnTo>
                  <a:pt x="570" y="0"/>
                </a:lnTo>
                <a:lnTo>
                  <a:pt x="576" y="0"/>
                </a:lnTo>
                <a:lnTo>
                  <a:pt x="582" y="0"/>
                </a:lnTo>
                <a:lnTo>
                  <a:pt x="588" y="0"/>
                </a:lnTo>
                <a:lnTo>
                  <a:pt x="594" y="0"/>
                </a:lnTo>
                <a:lnTo>
                  <a:pt x="600" y="0"/>
                </a:lnTo>
                <a:lnTo>
                  <a:pt x="606" y="0"/>
                </a:lnTo>
                <a:lnTo>
                  <a:pt x="612" y="0"/>
                </a:lnTo>
                <a:lnTo>
                  <a:pt x="618" y="0"/>
                </a:lnTo>
                <a:lnTo>
                  <a:pt x="624" y="0"/>
                </a:lnTo>
                <a:lnTo>
                  <a:pt x="630" y="0"/>
                </a:lnTo>
                <a:lnTo>
                  <a:pt x="636" y="0"/>
                </a:lnTo>
                <a:lnTo>
                  <a:pt x="642" y="0"/>
                </a:lnTo>
              </a:path>
            </a:pathLst>
          </a:custGeom>
          <a:noFill/>
          <a:ln w="12700">
            <a:solidFill>
              <a:schemeClr val="accent5">
                <a:lumMod val="60000"/>
                <a:lumOff val="40000"/>
              </a:schemeClr>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 name="Freeform 3"/>
          <p:cNvSpPr/>
          <p:nvPr/>
        </p:nvSpPr>
        <p:spPr bwMode="auto">
          <a:xfrm>
            <a:off x="6500813" y="5511800"/>
            <a:ext cx="814387" cy="44450"/>
          </a:xfrm>
          <a:custGeom>
            <a:avLst/>
            <a:gdLst>
              <a:gd name="T0" fmla="*/ 2147483647 w 642"/>
              <a:gd name="T1" fmla="*/ 2147483647 h 36"/>
              <a:gd name="T2" fmla="*/ 2147483647 w 642"/>
              <a:gd name="T3" fmla="*/ 2147483647 h 36"/>
              <a:gd name="T4" fmla="*/ 2147483647 w 642"/>
              <a:gd name="T5" fmla="*/ 2147483647 h 36"/>
              <a:gd name="T6" fmla="*/ 2147483647 w 642"/>
              <a:gd name="T7" fmla="*/ 2147483647 h 36"/>
              <a:gd name="T8" fmla="*/ 2147483647 w 642"/>
              <a:gd name="T9" fmla="*/ 2147483647 h 36"/>
              <a:gd name="T10" fmla="*/ 2147483647 w 642"/>
              <a:gd name="T11" fmla="*/ 2147483647 h 36"/>
              <a:gd name="T12" fmla="*/ 2147483647 w 642"/>
              <a:gd name="T13" fmla="*/ 2147483647 h 36"/>
              <a:gd name="T14" fmla="*/ 2147483647 w 642"/>
              <a:gd name="T15" fmla="*/ 2147483647 h 36"/>
              <a:gd name="T16" fmla="*/ 2147483647 w 642"/>
              <a:gd name="T17" fmla="*/ 2147483647 h 36"/>
              <a:gd name="T18" fmla="*/ 2147483647 w 642"/>
              <a:gd name="T19" fmla="*/ 2147483647 h 36"/>
              <a:gd name="T20" fmla="*/ 2147483647 w 642"/>
              <a:gd name="T21" fmla="*/ 2147483647 h 36"/>
              <a:gd name="T22" fmla="*/ 2147483647 w 642"/>
              <a:gd name="T23" fmla="*/ 2147483647 h 36"/>
              <a:gd name="T24" fmla="*/ 2147483647 w 642"/>
              <a:gd name="T25" fmla="*/ 2147483647 h 36"/>
              <a:gd name="T26" fmla="*/ 2147483647 w 642"/>
              <a:gd name="T27" fmla="*/ 2147483647 h 36"/>
              <a:gd name="T28" fmla="*/ 2147483647 w 642"/>
              <a:gd name="T29" fmla="*/ 2147483647 h 36"/>
              <a:gd name="T30" fmla="*/ 2147483647 w 642"/>
              <a:gd name="T31" fmla="*/ 2147483647 h 36"/>
              <a:gd name="T32" fmla="*/ 2147483647 w 642"/>
              <a:gd name="T33" fmla="*/ 2147483647 h 36"/>
              <a:gd name="T34" fmla="*/ 2147483647 w 642"/>
              <a:gd name="T35" fmla="*/ 2147483647 h 36"/>
              <a:gd name="T36" fmla="*/ 2147483647 w 642"/>
              <a:gd name="T37" fmla="*/ 2147483647 h 36"/>
              <a:gd name="T38" fmla="*/ 2147483647 w 642"/>
              <a:gd name="T39" fmla="*/ 2147483647 h 36"/>
              <a:gd name="T40" fmla="*/ 2147483647 w 642"/>
              <a:gd name="T41" fmla="*/ 2147483647 h 36"/>
              <a:gd name="T42" fmla="*/ 2147483647 w 642"/>
              <a:gd name="T43" fmla="*/ 2147483647 h 36"/>
              <a:gd name="T44" fmla="*/ 2147483647 w 642"/>
              <a:gd name="T45" fmla="*/ 2147483647 h 36"/>
              <a:gd name="T46" fmla="*/ 2147483647 w 642"/>
              <a:gd name="T47" fmla="*/ 2147483647 h 36"/>
              <a:gd name="T48" fmla="*/ 2147483647 w 642"/>
              <a:gd name="T49" fmla="*/ 2147483647 h 36"/>
              <a:gd name="T50" fmla="*/ 2147483647 w 642"/>
              <a:gd name="T51" fmla="*/ 2147483647 h 36"/>
              <a:gd name="T52" fmla="*/ 2147483647 w 642"/>
              <a:gd name="T53" fmla="*/ 2147483647 h 36"/>
              <a:gd name="T54" fmla="*/ 2147483647 w 642"/>
              <a:gd name="T55" fmla="*/ 2147483647 h 36"/>
              <a:gd name="T56" fmla="*/ 2147483647 w 642"/>
              <a:gd name="T57" fmla="*/ 2147483647 h 36"/>
              <a:gd name="T58" fmla="*/ 2147483647 w 642"/>
              <a:gd name="T59" fmla="*/ 2147483647 h 36"/>
              <a:gd name="T60" fmla="*/ 2147483647 w 642"/>
              <a:gd name="T61" fmla="*/ 2147483647 h 36"/>
              <a:gd name="T62" fmla="*/ 2147483647 w 642"/>
              <a:gd name="T63" fmla="*/ 2147483647 h 36"/>
              <a:gd name="T64" fmla="*/ 2147483647 w 642"/>
              <a:gd name="T65" fmla="*/ 2147483647 h 36"/>
              <a:gd name="T66" fmla="*/ 2147483647 w 642"/>
              <a:gd name="T67" fmla="*/ 2147483647 h 36"/>
              <a:gd name="T68" fmla="*/ 2147483647 w 642"/>
              <a:gd name="T69" fmla="*/ 2147483647 h 36"/>
              <a:gd name="T70" fmla="*/ 2147483647 w 642"/>
              <a:gd name="T71" fmla="*/ 2147483647 h 36"/>
              <a:gd name="T72" fmla="*/ 2147483647 w 642"/>
              <a:gd name="T73" fmla="*/ 2147483647 h 36"/>
              <a:gd name="T74" fmla="*/ 2147483647 w 642"/>
              <a:gd name="T75" fmla="*/ 2147483647 h 36"/>
              <a:gd name="T76" fmla="*/ 2147483647 w 642"/>
              <a:gd name="T77" fmla="*/ 2147483647 h 36"/>
              <a:gd name="T78" fmla="*/ 2147483647 w 642"/>
              <a:gd name="T79" fmla="*/ 2147483647 h 36"/>
              <a:gd name="T80" fmla="*/ 2147483647 w 642"/>
              <a:gd name="T81" fmla="*/ 2147483647 h 36"/>
              <a:gd name="T82" fmla="*/ 2147483647 w 642"/>
              <a:gd name="T83" fmla="*/ 2147483647 h 36"/>
              <a:gd name="T84" fmla="*/ 2147483647 w 642"/>
              <a:gd name="T85" fmla="*/ 2147483647 h 36"/>
              <a:gd name="T86" fmla="*/ 2147483647 w 642"/>
              <a:gd name="T87" fmla="*/ 2147483647 h 36"/>
              <a:gd name="T88" fmla="*/ 2147483647 w 642"/>
              <a:gd name="T89" fmla="*/ 2147483647 h 36"/>
              <a:gd name="T90" fmla="*/ 2147483647 w 642"/>
              <a:gd name="T91" fmla="*/ 2147483647 h 36"/>
              <a:gd name="T92" fmla="*/ 2147483647 w 642"/>
              <a:gd name="T93" fmla="*/ 2147483647 h 36"/>
              <a:gd name="T94" fmla="*/ 2147483647 w 642"/>
              <a:gd name="T95" fmla="*/ 2147483647 h 36"/>
              <a:gd name="T96" fmla="*/ 2147483647 w 642"/>
              <a:gd name="T97" fmla="*/ 2147483647 h 36"/>
              <a:gd name="T98" fmla="*/ 2147483647 w 642"/>
              <a:gd name="T99" fmla="*/ 2147483647 h 36"/>
              <a:gd name="T100" fmla="*/ 2147483647 w 642"/>
              <a:gd name="T101" fmla="*/ 0 h 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42" h="36">
                <a:moveTo>
                  <a:pt x="0" y="36"/>
                </a:moveTo>
                <a:lnTo>
                  <a:pt x="0" y="36"/>
                </a:lnTo>
                <a:lnTo>
                  <a:pt x="6" y="36"/>
                </a:lnTo>
                <a:lnTo>
                  <a:pt x="12" y="36"/>
                </a:lnTo>
                <a:lnTo>
                  <a:pt x="18" y="36"/>
                </a:lnTo>
                <a:lnTo>
                  <a:pt x="24" y="36"/>
                </a:lnTo>
                <a:lnTo>
                  <a:pt x="30" y="36"/>
                </a:lnTo>
                <a:lnTo>
                  <a:pt x="36" y="36"/>
                </a:lnTo>
                <a:lnTo>
                  <a:pt x="42" y="36"/>
                </a:lnTo>
                <a:lnTo>
                  <a:pt x="48" y="36"/>
                </a:lnTo>
                <a:lnTo>
                  <a:pt x="54" y="36"/>
                </a:lnTo>
                <a:lnTo>
                  <a:pt x="60" y="36"/>
                </a:lnTo>
                <a:lnTo>
                  <a:pt x="66" y="36"/>
                </a:lnTo>
                <a:lnTo>
                  <a:pt x="72" y="36"/>
                </a:lnTo>
                <a:lnTo>
                  <a:pt x="78" y="36"/>
                </a:lnTo>
                <a:lnTo>
                  <a:pt x="84" y="36"/>
                </a:lnTo>
                <a:lnTo>
                  <a:pt x="90" y="36"/>
                </a:lnTo>
                <a:lnTo>
                  <a:pt x="96" y="36"/>
                </a:lnTo>
                <a:lnTo>
                  <a:pt x="102" y="36"/>
                </a:lnTo>
                <a:lnTo>
                  <a:pt x="108" y="36"/>
                </a:lnTo>
                <a:lnTo>
                  <a:pt x="114" y="36"/>
                </a:lnTo>
                <a:lnTo>
                  <a:pt x="120" y="36"/>
                </a:lnTo>
                <a:lnTo>
                  <a:pt x="126" y="36"/>
                </a:lnTo>
                <a:lnTo>
                  <a:pt x="126" y="30"/>
                </a:lnTo>
                <a:lnTo>
                  <a:pt x="132" y="30"/>
                </a:lnTo>
                <a:lnTo>
                  <a:pt x="138" y="30"/>
                </a:lnTo>
                <a:lnTo>
                  <a:pt x="144" y="30"/>
                </a:lnTo>
                <a:lnTo>
                  <a:pt x="150" y="30"/>
                </a:lnTo>
                <a:lnTo>
                  <a:pt x="156" y="30"/>
                </a:lnTo>
                <a:lnTo>
                  <a:pt x="162" y="30"/>
                </a:lnTo>
                <a:lnTo>
                  <a:pt x="168" y="30"/>
                </a:lnTo>
                <a:lnTo>
                  <a:pt x="174" y="30"/>
                </a:lnTo>
                <a:lnTo>
                  <a:pt x="180" y="30"/>
                </a:lnTo>
                <a:lnTo>
                  <a:pt x="186" y="30"/>
                </a:lnTo>
                <a:lnTo>
                  <a:pt x="192" y="30"/>
                </a:lnTo>
                <a:lnTo>
                  <a:pt x="198" y="30"/>
                </a:lnTo>
                <a:lnTo>
                  <a:pt x="204" y="30"/>
                </a:lnTo>
                <a:lnTo>
                  <a:pt x="210" y="30"/>
                </a:lnTo>
                <a:lnTo>
                  <a:pt x="216" y="30"/>
                </a:lnTo>
                <a:lnTo>
                  <a:pt x="222" y="30"/>
                </a:lnTo>
                <a:lnTo>
                  <a:pt x="228" y="30"/>
                </a:lnTo>
                <a:lnTo>
                  <a:pt x="234" y="30"/>
                </a:lnTo>
                <a:lnTo>
                  <a:pt x="240" y="30"/>
                </a:lnTo>
                <a:lnTo>
                  <a:pt x="246" y="30"/>
                </a:lnTo>
                <a:lnTo>
                  <a:pt x="252" y="30"/>
                </a:lnTo>
                <a:lnTo>
                  <a:pt x="258" y="30"/>
                </a:lnTo>
                <a:lnTo>
                  <a:pt x="264" y="30"/>
                </a:lnTo>
                <a:lnTo>
                  <a:pt x="270" y="30"/>
                </a:lnTo>
                <a:lnTo>
                  <a:pt x="276" y="30"/>
                </a:lnTo>
                <a:lnTo>
                  <a:pt x="282" y="30"/>
                </a:lnTo>
                <a:lnTo>
                  <a:pt x="288" y="30"/>
                </a:lnTo>
                <a:lnTo>
                  <a:pt x="294" y="30"/>
                </a:lnTo>
                <a:lnTo>
                  <a:pt x="300" y="30"/>
                </a:lnTo>
                <a:lnTo>
                  <a:pt x="306" y="30"/>
                </a:lnTo>
                <a:lnTo>
                  <a:pt x="312" y="30"/>
                </a:lnTo>
                <a:lnTo>
                  <a:pt x="318" y="30"/>
                </a:lnTo>
                <a:lnTo>
                  <a:pt x="324" y="30"/>
                </a:lnTo>
                <a:lnTo>
                  <a:pt x="330" y="30"/>
                </a:lnTo>
                <a:lnTo>
                  <a:pt x="336" y="30"/>
                </a:lnTo>
                <a:lnTo>
                  <a:pt x="342" y="30"/>
                </a:lnTo>
                <a:lnTo>
                  <a:pt x="348" y="30"/>
                </a:lnTo>
                <a:lnTo>
                  <a:pt x="354" y="30"/>
                </a:lnTo>
                <a:lnTo>
                  <a:pt x="354" y="24"/>
                </a:lnTo>
                <a:lnTo>
                  <a:pt x="360" y="24"/>
                </a:lnTo>
                <a:lnTo>
                  <a:pt x="366" y="24"/>
                </a:lnTo>
                <a:lnTo>
                  <a:pt x="372" y="24"/>
                </a:lnTo>
                <a:lnTo>
                  <a:pt x="378" y="24"/>
                </a:lnTo>
                <a:lnTo>
                  <a:pt x="384" y="24"/>
                </a:lnTo>
                <a:lnTo>
                  <a:pt x="390" y="24"/>
                </a:lnTo>
                <a:lnTo>
                  <a:pt x="396" y="24"/>
                </a:lnTo>
                <a:lnTo>
                  <a:pt x="402" y="24"/>
                </a:lnTo>
                <a:lnTo>
                  <a:pt x="408" y="24"/>
                </a:lnTo>
                <a:lnTo>
                  <a:pt x="414" y="24"/>
                </a:lnTo>
                <a:lnTo>
                  <a:pt x="420" y="24"/>
                </a:lnTo>
                <a:lnTo>
                  <a:pt x="426" y="24"/>
                </a:lnTo>
                <a:lnTo>
                  <a:pt x="432" y="24"/>
                </a:lnTo>
                <a:lnTo>
                  <a:pt x="438" y="24"/>
                </a:lnTo>
                <a:lnTo>
                  <a:pt x="444" y="24"/>
                </a:lnTo>
                <a:lnTo>
                  <a:pt x="450" y="24"/>
                </a:lnTo>
                <a:lnTo>
                  <a:pt x="456" y="24"/>
                </a:lnTo>
                <a:lnTo>
                  <a:pt x="462" y="24"/>
                </a:lnTo>
                <a:lnTo>
                  <a:pt x="468" y="24"/>
                </a:lnTo>
                <a:lnTo>
                  <a:pt x="468" y="18"/>
                </a:lnTo>
                <a:lnTo>
                  <a:pt x="474" y="18"/>
                </a:lnTo>
                <a:lnTo>
                  <a:pt x="480" y="18"/>
                </a:lnTo>
                <a:lnTo>
                  <a:pt x="486" y="18"/>
                </a:lnTo>
                <a:lnTo>
                  <a:pt x="492" y="18"/>
                </a:lnTo>
                <a:lnTo>
                  <a:pt x="498" y="18"/>
                </a:lnTo>
                <a:lnTo>
                  <a:pt x="504" y="18"/>
                </a:lnTo>
                <a:lnTo>
                  <a:pt x="510" y="18"/>
                </a:lnTo>
                <a:lnTo>
                  <a:pt x="516" y="18"/>
                </a:lnTo>
                <a:lnTo>
                  <a:pt x="522" y="18"/>
                </a:lnTo>
                <a:lnTo>
                  <a:pt x="528" y="18"/>
                </a:lnTo>
                <a:lnTo>
                  <a:pt x="534" y="18"/>
                </a:lnTo>
                <a:lnTo>
                  <a:pt x="540" y="12"/>
                </a:lnTo>
                <a:lnTo>
                  <a:pt x="546" y="12"/>
                </a:lnTo>
                <a:lnTo>
                  <a:pt x="552" y="12"/>
                </a:lnTo>
                <a:lnTo>
                  <a:pt x="558" y="12"/>
                </a:lnTo>
                <a:lnTo>
                  <a:pt x="564" y="12"/>
                </a:lnTo>
                <a:lnTo>
                  <a:pt x="570" y="12"/>
                </a:lnTo>
                <a:lnTo>
                  <a:pt x="576" y="12"/>
                </a:lnTo>
                <a:lnTo>
                  <a:pt x="582" y="12"/>
                </a:lnTo>
                <a:lnTo>
                  <a:pt x="588" y="12"/>
                </a:lnTo>
                <a:lnTo>
                  <a:pt x="594" y="6"/>
                </a:lnTo>
                <a:lnTo>
                  <a:pt x="600" y="6"/>
                </a:lnTo>
                <a:lnTo>
                  <a:pt x="606" y="6"/>
                </a:lnTo>
                <a:lnTo>
                  <a:pt x="612" y="6"/>
                </a:lnTo>
                <a:lnTo>
                  <a:pt x="618" y="6"/>
                </a:lnTo>
                <a:lnTo>
                  <a:pt x="624" y="6"/>
                </a:lnTo>
                <a:lnTo>
                  <a:pt x="630" y="6"/>
                </a:lnTo>
                <a:lnTo>
                  <a:pt x="636" y="6"/>
                </a:lnTo>
                <a:lnTo>
                  <a:pt x="636" y="0"/>
                </a:lnTo>
                <a:lnTo>
                  <a:pt x="642" y="0"/>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4" name="Freeform 4"/>
          <p:cNvSpPr/>
          <p:nvPr/>
        </p:nvSpPr>
        <p:spPr bwMode="auto">
          <a:xfrm>
            <a:off x="8378825" y="1728788"/>
            <a:ext cx="457200" cy="342900"/>
          </a:xfrm>
          <a:custGeom>
            <a:avLst/>
            <a:gdLst>
              <a:gd name="T0" fmla="*/ 2147483647 w 360"/>
              <a:gd name="T1" fmla="*/ 2147483647 h 270"/>
              <a:gd name="T2" fmla="*/ 2147483647 w 360"/>
              <a:gd name="T3" fmla="*/ 2147483647 h 270"/>
              <a:gd name="T4" fmla="*/ 2147483647 w 360"/>
              <a:gd name="T5" fmla="*/ 2147483647 h 270"/>
              <a:gd name="T6" fmla="*/ 2147483647 w 360"/>
              <a:gd name="T7" fmla="*/ 2147483647 h 270"/>
              <a:gd name="T8" fmla="*/ 2147483647 w 360"/>
              <a:gd name="T9" fmla="*/ 2147483647 h 270"/>
              <a:gd name="T10" fmla="*/ 2147483647 w 360"/>
              <a:gd name="T11" fmla="*/ 2147483647 h 270"/>
              <a:gd name="T12" fmla="*/ 2147483647 w 360"/>
              <a:gd name="T13" fmla="*/ 2147483647 h 270"/>
              <a:gd name="T14" fmla="*/ 2147483647 w 360"/>
              <a:gd name="T15" fmla="*/ 2147483647 h 270"/>
              <a:gd name="T16" fmla="*/ 2147483647 w 360"/>
              <a:gd name="T17" fmla="*/ 2147483647 h 270"/>
              <a:gd name="T18" fmla="*/ 2147483647 w 360"/>
              <a:gd name="T19" fmla="*/ 2147483647 h 270"/>
              <a:gd name="T20" fmla="*/ 2147483647 w 360"/>
              <a:gd name="T21" fmla="*/ 2147483647 h 270"/>
              <a:gd name="T22" fmla="*/ 2147483647 w 360"/>
              <a:gd name="T23" fmla="*/ 2147483647 h 270"/>
              <a:gd name="T24" fmla="*/ 2147483647 w 360"/>
              <a:gd name="T25" fmla="*/ 2147483647 h 270"/>
              <a:gd name="T26" fmla="*/ 2147483647 w 360"/>
              <a:gd name="T27" fmla="*/ 2147483647 h 270"/>
              <a:gd name="T28" fmla="*/ 2147483647 w 360"/>
              <a:gd name="T29" fmla="*/ 2147483647 h 270"/>
              <a:gd name="T30" fmla="*/ 2147483647 w 360"/>
              <a:gd name="T31" fmla="*/ 2147483647 h 270"/>
              <a:gd name="T32" fmla="*/ 2147483647 w 360"/>
              <a:gd name="T33" fmla="*/ 2147483647 h 270"/>
              <a:gd name="T34" fmla="*/ 2147483647 w 360"/>
              <a:gd name="T35" fmla="*/ 2147483647 h 270"/>
              <a:gd name="T36" fmla="*/ 2147483647 w 360"/>
              <a:gd name="T37" fmla="*/ 2147483647 h 270"/>
              <a:gd name="T38" fmla="*/ 2147483647 w 360"/>
              <a:gd name="T39" fmla="*/ 2147483647 h 270"/>
              <a:gd name="T40" fmla="*/ 2147483647 w 360"/>
              <a:gd name="T41" fmla="*/ 2147483647 h 270"/>
              <a:gd name="T42" fmla="*/ 2147483647 w 360"/>
              <a:gd name="T43" fmla="*/ 2147483647 h 270"/>
              <a:gd name="T44" fmla="*/ 2147483647 w 360"/>
              <a:gd name="T45" fmla="*/ 2147483647 h 270"/>
              <a:gd name="T46" fmla="*/ 2147483647 w 360"/>
              <a:gd name="T47" fmla="*/ 2147483647 h 270"/>
              <a:gd name="T48" fmla="*/ 2147483647 w 360"/>
              <a:gd name="T49" fmla="*/ 2147483647 h 270"/>
              <a:gd name="T50" fmla="*/ 2147483647 w 360"/>
              <a:gd name="T51" fmla="*/ 2147483647 h 270"/>
              <a:gd name="T52" fmla="*/ 2147483647 w 360"/>
              <a:gd name="T53" fmla="*/ 2147483647 h 270"/>
              <a:gd name="T54" fmla="*/ 2147483647 w 360"/>
              <a:gd name="T55" fmla="*/ 2147483647 h 270"/>
              <a:gd name="T56" fmla="*/ 2147483647 w 360"/>
              <a:gd name="T57" fmla="*/ 2147483647 h 270"/>
              <a:gd name="T58" fmla="*/ 2147483647 w 360"/>
              <a:gd name="T59" fmla="*/ 2147483647 h 270"/>
              <a:gd name="T60" fmla="*/ 2147483647 w 360"/>
              <a:gd name="T61" fmla="*/ 2147483647 h 270"/>
              <a:gd name="T62" fmla="*/ 2147483647 w 360"/>
              <a:gd name="T63" fmla="*/ 2147483647 h 270"/>
              <a:gd name="T64" fmla="*/ 2147483647 w 360"/>
              <a:gd name="T65" fmla="*/ 2147483647 h 270"/>
              <a:gd name="T66" fmla="*/ 2147483647 w 360"/>
              <a:gd name="T67" fmla="*/ 2147483647 h 270"/>
              <a:gd name="T68" fmla="*/ 2147483647 w 360"/>
              <a:gd name="T69" fmla="*/ 2147483647 h 270"/>
              <a:gd name="T70" fmla="*/ 2147483647 w 360"/>
              <a:gd name="T71" fmla="*/ 2147483647 h 270"/>
              <a:gd name="T72" fmla="*/ 2147483647 w 360"/>
              <a:gd name="T73" fmla="*/ 2147483647 h 270"/>
              <a:gd name="T74" fmla="*/ 2147483647 w 360"/>
              <a:gd name="T75" fmla="*/ 2147483647 h 270"/>
              <a:gd name="T76" fmla="*/ 2147483647 w 360"/>
              <a:gd name="T77" fmla="*/ 2147483647 h 270"/>
              <a:gd name="T78" fmla="*/ 2147483647 w 360"/>
              <a:gd name="T79" fmla="*/ 2147483647 h 270"/>
              <a:gd name="T80" fmla="*/ 2147483647 w 360"/>
              <a:gd name="T81" fmla="*/ 2147483647 h 270"/>
              <a:gd name="T82" fmla="*/ 2147483647 w 360"/>
              <a:gd name="T83" fmla="*/ 2147483647 h 270"/>
              <a:gd name="T84" fmla="*/ 2147483647 w 360"/>
              <a:gd name="T85" fmla="*/ 2147483647 h 270"/>
              <a:gd name="T86" fmla="*/ 2147483647 w 360"/>
              <a:gd name="T87" fmla="*/ 2147483647 h 270"/>
              <a:gd name="T88" fmla="*/ 2147483647 w 360"/>
              <a:gd name="T89" fmla="*/ 2147483647 h 270"/>
              <a:gd name="T90" fmla="*/ 2147483647 w 360"/>
              <a:gd name="T91" fmla="*/ 2147483647 h 270"/>
              <a:gd name="T92" fmla="*/ 2147483647 w 360"/>
              <a:gd name="T93" fmla="*/ 2147483647 h 270"/>
              <a:gd name="T94" fmla="*/ 2147483647 w 360"/>
              <a:gd name="T95" fmla="*/ 2147483647 h 270"/>
              <a:gd name="T96" fmla="*/ 2147483647 w 360"/>
              <a:gd name="T97" fmla="*/ 2147483647 h 270"/>
              <a:gd name="T98" fmla="*/ 2147483647 w 360"/>
              <a:gd name="T99" fmla="*/ 2147483647 h 270"/>
              <a:gd name="T100" fmla="*/ 2147483647 w 360"/>
              <a:gd name="T101" fmla="*/ 0 h 27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270">
                <a:moveTo>
                  <a:pt x="0" y="270"/>
                </a:moveTo>
                <a:lnTo>
                  <a:pt x="0" y="270"/>
                </a:lnTo>
                <a:lnTo>
                  <a:pt x="6" y="270"/>
                </a:lnTo>
                <a:lnTo>
                  <a:pt x="6" y="264"/>
                </a:lnTo>
                <a:lnTo>
                  <a:pt x="12" y="264"/>
                </a:lnTo>
                <a:lnTo>
                  <a:pt x="12" y="258"/>
                </a:lnTo>
                <a:lnTo>
                  <a:pt x="18" y="258"/>
                </a:lnTo>
                <a:lnTo>
                  <a:pt x="18" y="252"/>
                </a:lnTo>
                <a:lnTo>
                  <a:pt x="24" y="252"/>
                </a:lnTo>
                <a:lnTo>
                  <a:pt x="24" y="246"/>
                </a:lnTo>
                <a:lnTo>
                  <a:pt x="30" y="246"/>
                </a:lnTo>
                <a:lnTo>
                  <a:pt x="30" y="240"/>
                </a:lnTo>
                <a:lnTo>
                  <a:pt x="36" y="240"/>
                </a:lnTo>
                <a:lnTo>
                  <a:pt x="42" y="234"/>
                </a:lnTo>
                <a:lnTo>
                  <a:pt x="48" y="234"/>
                </a:lnTo>
                <a:lnTo>
                  <a:pt x="48" y="228"/>
                </a:lnTo>
                <a:lnTo>
                  <a:pt x="54" y="228"/>
                </a:lnTo>
                <a:lnTo>
                  <a:pt x="54" y="222"/>
                </a:lnTo>
                <a:lnTo>
                  <a:pt x="60" y="222"/>
                </a:lnTo>
                <a:lnTo>
                  <a:pt x="60" y="216"/>
                </a:lnTo>
                <a:lnTo>
                  <a:pt x="66" y="216"/>
                </a:lnTo>
                <a:lnTo>
                  <a:pt x="72" y="210"/>
                </a:lnTo>
                <a:lnTo>
                  <a:pt x="78" y="210"/>
                </a:lnTo>
                <a:lnTo>
                  <a:pt x="78" y="204"/>
                </a:lnTo>
                <a:lnTo>
                  <a:pt x="84" y="204"/>
                </a:lnTo>
                <a:lnTo>
                  <a:pt x="84" y="198"/>
                </a:lnTo>
                <a:lnTo>
                  <a:pt x="90" y="198"/>
                </a:lnTo>
                <a:lnTo>
                  <a:pt x="96" y="198"/>
                </a:lnTo>
                <a:lnTo>
                  <a:pt x="96" y="192"/>
                </a:lnTo>
                <a:lnTo>
                  <a:pt x="102" y="192"/>
                </a:lnTo>
                <a:lnTo>
                  <a:pt x="102" y="186"/>
                </a:lnTo>
                <a:lnTo>
                  <a:pt x="108" y="186"/>
                </a:lnTo>
                <a:lnTo>
                  <a:pt x="114" y="180"/>
                </a:lnTo>
                <a:lnTo>
                  <a:pt x="120" y="180"/>
                </a:lnTo>
                <a:lnTo>
                  <a:pt x="120" y="174"/>
                </a:lnTo>
                <a:lnTo>
                  <a:pt x="126" y="174"/>
                </a:lnTo>
                <a:lnTo>
                  <a:pt x="132" y="168"/>
                </a:lnTo>
                <a:lnTo>
                  <a:pt x="138" y="168"/>
                </a:lnTo>
                <a:lnTo>
                  <a:pt x="138" y="162"/>
                </a:lnTo>
                <a:lnTo>
                  <a:pt x="144" y="162"/>
                </a:lnTo>
                <a:lnTo>
                  <a:pt x="150" y="162"/>
                </a:lnTo>
                <a:lnTo>
                  <a:pt x="150" y="156"/>
                </a:lnTo>
                <a:lnTo>
                  <a:pt x="156" y="156"/>
                </a:lnTo>
                <a:lnTo>
                  <a:pt x="156" y="150"/>
                </a:lnTo>
                <a:lnTo>
                  <a:pt x="162" y="150"/>
                </a:lnTo>
                <a:lnTo>
                  <a:pt x="168" y="150"/>
                </a:lnTo>
                <a:lnTo>
                  <a:pt x="168" y="144"/>
                </a:lnTo>
                <a:lnTo>
                  <a:pt x="174" y="144"/>
                </a:lnTo>
                <a:lnTo>
                  <a:pt x="174" y="138"/>
                </a:lnTo>
                <a:lnTo>
                  <a:pt x="180" y="138"/>
                </a:lnTo>
                <a:lnTo>
                  <a:pt x="186" y="138"/>
                </a:lnTo>
                <a:lnTo>
                  <a:pt x="186" y="132"/>
                </a:lnTo>
                <a:lnTo>
                  <a:pt x="192" y="132"/>
                </a:lnTo>
                <a:lnTo>
                  <a:pt x="192" y="126"/>
                </a:lnTo>
                <a:lnTo>
                  <a:pt x="198" y="126"/>
                </a:lnTo>
                <a:lnTo>
                  <a:pt x="204" y="126"/>
                </a:lnTo>
                <a:lnTo>
                  <a:pt x="204" y="120"/>
                </a:lnTo>
                <a:lnTo>
                  <a:pt x="210" y="120"/>
                </a:lnTo>
                <a:lnTo>
                  <a:pt x="216" y="114"/>
                </a:lnTo>
                <a:lnTo>
                  <a:pt x="222" y="114"/>
                </a:lnTo>
                <a:lnTo>
                  <a:pt x="222" y="108"/>
                </a:lnTo>
                <a:lnTo>
                  <a:pt x="228" y="108"/>
                </a:lnTo>
                <a:lnTo>
                  <a:pt x="234" y="102"/>
                </a:lnTo>
                <a:lnTo>
                  <a:pt x="240" y="102"/>
                </a:lnTo>
                <a:lnTo>
                  <a:pt x="240" y="96"/>
                </a:lnTo>
                <a:lnTo>
                  <a:pt x="246" y="96"/>
                </a:lnTo>
                <a:lnTo>
                  <a:pt x="246" y="90"/>
                </a:lnTo>
                <a:lnTo>
                  <a:pt x="252" y="90"/>
                </a:lnTo>
                <a:lnTo>
                  <a:pt x="258" y="90"/>
                </a:lnTo>
                <a:lnTo>
                  <a:pt x="258" y="84"/>
                </a:lnTo>
                <a:lnTo>
                  <a:pt x="264" y="84"/>
                </a:lnTo>
                <a:lnTo>
                  <a:pt x="264" y="78"/>
                </a:lnTo>
                <a:lnTo>
                  <a:pt x="270" y="78"/>
                </a:lnTo>
                <a:lnTo>
                  <a:pt x="276" y="72"/>
                </a:lnTo>
                <a:lnTo>
                  <a:pt x="282" y="72"/>
                </a:lnTo>
                <a:lnTo>
                  <a:pt x="282" y="66"/>
                </a:lnTo>
                <a:lnTo>
                  <a:pt x="288" y="66"/>
                </a:lnTo>
                <a:lnTo>
                  <a:pt x="288" y="60"/>
                </a:lnTo>
                <a:lnTo>
                  <a:pt x="294" y="60"/>
                </a:lnTo>
                <a:lnTo>
                  <a:pt x="294" y="54"/>
                </a:lnTo>
                <a:lnTo>
                  <a:pt x="300" y="54"/>
                </a:lnTo>
                <a:lnTo>
                  <a:pt x="306" y="48"/>
                </a:lnTo>
                <a:lnTo>
                  <a:pt x="312" y="48"/>
                </a:lnTo>
                <a:lnTo>
                  <a:pt x="312" y="42"/>
                </a:lnTo>
                <a:lnTo>
                  <a:pt x="318" y="42"/>
                </a:lnTo>
                <a:lnTo>
                  <a:pt x="318" y="36"/>
                </a:lnTo>
                <a:lnTo>
                  <a:pt x="324" y="36"/>
                </a:lnTo>
                <a:lnTo>
                  <a:pt x="324" y="30"/>
                </a:lnTo>
                <a:lnTo>
                  <a:pt x="330" y="30"/>
                </a:lnTo>
                <a:lnTo>
                  <a:pt x="330" y="24"/>
                </a:lnTo>
                <a:lnTo>
                  <a:pt x="336" y="24"/>
                </a:lnTo>
                <a:lnTo>
                  <a:pt x="336" y="18"/>
                </a:lnTo>
                <a:lnTo>
                  <a:pt x="342" y="18"/>
                </a:lnTo>
                <a:lnTo>
                  <a:pt x="342" y="12"/>
                </a:lnTo>
                <a:lnTo>
                  <a:pt x="348" y="12"/>
                </a:lnTo>
                <a:lnTo>
                  <a:pt x="348" y="6"/>
                </a:lnTo>
                <a:lnTo>
                  <a:pt x="354" y="6"/>
                </a:lnTo>
                <a:lnTo>
                  <a:pt x="354" y="0"/>
                </a:lnTo>
                <a:lnTo>
                  <a:pt x="360" y="0"/>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nvGrpSpPr>
          <p:cNvPr id="5" name="Group 5"/>
          <p:cNvGrpSpPr/>
          <p:nvPr/>
        </p:nvGrpSpPr>
        <p:grpSpPr bwMode="auto">
          <a:xfrm>
            <a:off x="7699374" y="327000"/>
            <a:ext cx="1990781" cy="2965475"/>
            <a:chOff x="3895" y="99"/>
            <a:chExt cx="1566" cy="2334"/>
          </a:xfrm>
        </p:grpSpPr>
        <p:sp>
          <p:nvSpPr>
            <p:cNvPr id="6" name="Line 6"/>
            <p:cNvSpPr>
              <a:spLocks noChangeShapeType="1"/>
            </p:cNvSpPr>
            <p:nvPr/>
          </p:nvSpPr>
          <p:spPr bwMode="auto">
            <a:xfrm>
              <a:off x="3895" y="1347"/>
              <a:ext cx="1428" cy="1"/>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7" name="Line 7"/>
            <p:cNvSpPr>
              <a:spLocks noChangeShapeType="1"/>
            </p:cNvSpPr>
            <p:nvPr/>
          </p:nvSpPr>
          <p:spPr bwMode="auto">
            <a:xfrm>
              <a:off x="4597" y="177"/>
              <a:ext cx="1" cy="2256"/>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8" name="Object 8"/>
            <p:cNvGraphicFramePr>
              <a:graphicFrameLocks noChangeAspect="1"/>
            </p:cNvGraphicFramePr>
            <p:nvPr/>
          </p:nvGraphicFramePr>
          <p:xfrm>
            <a:off x="5151" y="1297"/>
            <a:ext cx="310" cy="307"/>
          </p:xfrm>
          <a:graphic>
            <a:graphicData uri="http://schemas.openxmlformats.org/presentationml/2006/ole">
              <mc:AlternateContent xmlns:mc="http://schemas.openxmlformats.org/markup-compatibility/2006">
                <mc:Choice xmlns:v="urn:schemas-microsoft-com:vml" Requires="v">
                  <p:oleObj spid="_x0000_s27649" name="Equation" r:id="rId1" imgW="3048000" imgH="3352800" progId="Equation.DSMT4">
                    <p:embed/>
                  </p:oleObj>
                </mc:Choice>
                <mc:Fallback>
                  <p:oleObj name="Equation" r:id="rId1" imgW="3048000" imgH="3352800" progId="Equation.DSMT4">
                    <p:embed/>
                    <p:pic>
                      <p:nvPicPr>
                        <p:cNvPr id="0" name="图片 27648"/>
                        <p:cNvPicPr>
                          <a:picLocks noChangeAspect="1"/>
                        </p:cNvPicPr>
                        <p:nvPr/>
                      </p:nvPicPr>
                      <p:blipFill>
                        <a:blip r:embed="rId2"/>
                        <a:stretch>
                          <a:fillRect/>
                        </a:stretch>
                      </p:blipFill>
                      <p:spPr>
                        <a:xfrm>
                          <a:off x="5151" y="1297"/>
                          <a:ext cx="310" cy="307"/>
                        </a:xfrm>
                        <a:prstGeom prst="rect">
                          <a:avLst/>
                        </a:prstGeom>
                        <a:noFill/>
                        <a:ln w="9525">
                          <a:noFill/>
                        </a:ln>
                      </p:spPr>
                    </p:pic>
                  </p:oleObj>
                </mc:Fallback>
              </mc:AlternateContent>
            </a:graphicData>
          </a:graphic>
        </p:graphicFrame>
        <p:graphicFrame>
          <p:nvGraphicFramePr>
            <p:cNvPr id="9" name="Object 9"/>
            <p:cNvGraphicFramePr>
              <a:graphicFrameLocks noChangeAspect="1"/>
            </p:cNvGraphicFramePr>
            <p:nvPr/>
          </p:nvGraphicFramePr>
          <p:xfrm>
            <a:off x="4308" y="99"/>
            <a:ext cx="307" cy="346"/>
          </p:xfrm>
          <a:graphic>
            <a:graphicData uri="http://schemas.openxmlformats.org/presentationml/2006/ole">
              <mc:AlternateContent xmlns:mc="http://schemas.openxmlformats.org/markup-compatibility/2006">
                <mc:Choice xmlns:v="urn:schemas-microsoft-com:vml" Requires="v">
                  <p:oleObj spid="_x0000_s28195" name="Equation" r:id="rId3" imgW="3352800" imgH="3962400" progId="Equation.DSMT4">
                    <p:embed/>
                  </p:oleObj>
                </mc:Choice>
                <mc:Fallback>
                  <p:oleObj name="Equation" r:id="rId3" imgW="3352800" imgH="3962400" progId="Equation.DSMT4">
                    <p:embed/>
                    <p:pic>
                      <p:nvPicPr>
                        <p:cNvPr id="0" name="图片 28194"/>
                        <p:cNvPicPr>
                          <a:picLocks noChangeAspect="1"/>
                        </p:cNvPicPr>
                        <p:nvPr/>
                      </p:nvPicPr>
                      <p:blipFill>
                        <a:blip r:embed="rId4"/>
                        <a:stretch>
                          <a:fillRect/>
                        </a:stretch>
                      </p:blipFill>
                      <p:spPr>
                        <a:xfrm>
                          <a:off x="4308" y="99"/>
                          <a:ext cx="307" cy="346"/>
                        </a:xfrm>
                        <a:prstGeom prst="rect">
                          <a:avLst/>
                        </a:prstGeom>
                        <a:noFill/>
                        <a:ln w="9525">
                          <a:noFill/>
                        </a:ln>
                      </p:spPr>
                    </p:pic>
                  </p:oleObj>
                </mc:Fallback>
              </mc:AlternateContent>
            </a:graphicData>
          </a:graphic>
        </p:graphicFrame>
        <p:graphicFrame>
          <p:nvGraphicFramePr>
            <p:cNvPr id="10" name="Object 10"/>
            <p:cNvGraphicFramePr>
              <a:graphicFrameLocks noChangeAspect="1"/>
            </p:cNvGraphicFramePr>
            <p:nvPr/>
          </p:nvGraphicFramePr>
          <p:xfrm>
            <a:off x="4342" y="1280"/>
            <a:ext cx="310" cy="294"/>
          </p:xfrm>
          <a:graphic>
            <a:graphicData uri="http://schemas.openxmlformats.org/presentationml/2006/ole">
              <mc:AlternateContent xmlns:mc="http://schemas.openxmlformats.org/markup-compatibility/2006">
                <mc:Choice xmlns:v="urn:schemas-microsoft-com:vml" Requires="v">
                  <p:oleObj spid="_x0000_s28196" name="Equation" r:id="rId5" imgW="3048000" imgH="3352800" progId="Equation.DSMT4">
                    <p:embed/>
                  </p:oleObj>
                </mc:Choice>
                <mc:Fallback>
                  <p:oleObj name="Equation" r:id="rId5" imgW="3048000" imgH="3352800" progId="Equation.DSMT4">
                    <p:embed/>
                    <p:pic>
                      <p:nvPicPr>
                        <p:cNvPr id="0" name="图片 28195"/>
                        <p:cNvPicPr>
                          <a:picLocks noChangeAspect="1"/>
                        </p:cNvPicPr>
                        <p:nvPr/>
                      </p:nvPicPr>
                      <p:blipFill>
                        <a:blip r:embed="rId6"/>
                        <a:stretch>
                          <a:fillRect/>
                        </a:stretch>
                      </p:blipFill>
                      <p:spPr>
                        <a:xfrm>
                          <a:off x="4342" y="1280"/>
                          <a:ext cx="310" cy="294"/>
                        </a:xfrm>
                        <a:prstGeom prst="rect">
                          <a:avLst/>
                        </a:prstGeom>
                        <a:noFill/>
                        <a:ln w="9525">
                          <a:noFill/>
                        </a:ln>
                      </p:spPr>
                    </p:pic>
                  </p:oleObj>
                </mc:Fallback>
              </mc:AlternateContent>
            </a:graphicData>
          </a:graphic>
        </p:graphicFrame>
      </p:grpSp>
      <p:sp>
        <p:nvSpPr>
          <p:cNvPr id="11" name="Freeform 11"/>
          <p:cNvSpPr/>
          <p:nvPr/>
        </p:nvSpPr>
        <p:spPr bwMode="auto">
          <a:xfrm>
            <a:off x="7921625" y="2071688"/>
            <a:ext cx="457200" cy="1281112"/>
          </a:xfrm>
          <a:custGeom>
            <a:avLst/>
            <a:gdLst>
              <a:gd name="T0" fmla="*/ 2147483647 w 360"/>
              <a:gd name="T1" fmla="*/ 2147483647 h 1008"/>
              <a:gd name="T2" fmla="*/ 2147483647 w 360"/>
              <a:gd name="T3" fmla="*/ 2147483647 h 1008"/>
              <a:gd name="T4" fmla="*/ 2147483647 w 360"/>
              <a:gd name="T5" fmla="*/ 2147483647 h 1008"/>
              <a:gd name="T6" fmla="*/ 2147483647 w 360"/>
              <a:gd name="T7" fmla="*/ 2147483647 h 1008"/>
              <a:gd name="T8" fmla="*/ 2147483647 w 360"/>
              <a:gd name="T9" fmla="*/ 2147483647 h 1008"/>
              <a:gd name="T10" fmla="*/ 2147483647 w 360"/>
              <a:gd name="T11" fmla="*/ 2147483647 h 1008"/>
              <a:gd name="T12" fmla="*/ 2147483647 w 360"/>
              <a:gd name="T13" fmla="*/ 2147483647 h 1008"/>
              <a:gd name="T14" fmla="*/ 2147483647 w 360"/>
              <a:gd name="T15" fmla="*/ 2147483647 h 1008"/>
              <a:gd name="T16" fmla="*/ 2147483647 w 360"/>
              <a:gd name="T17" fmla="*/ 2147483647 h 1008"/>
              <a:gd name="T18" fmla="*/ 2147483647 w 360"/>
              <a:gd name="T19" fmla="*/ 2147483647 h 1008"/>
              <a:gd name="T20" fmla="*/ 2147483647 w 360"/>
              <a:gd name="T21" fmla="*/ 2147483647 h 1008"/>
              <a:gd name="T22" fmla="*/ 2147483647 w 360"/>
              <a:gd name="T23" fmla="*/ 2147483647 h 1008"/>
              <a:gd name="T24" fmla="*/ 2147483647 w 360"/>
              <a:gd name="T25" fmla="*/ 2147483647 h 1008"/>
              <a:gd name="T26" fmla="*/ 2147483647 w 360"/>
              <a:gd name="T27" fmla="*/ 2147483647 h 1008"/>
              <a:gd name="T28" fmla="*/ 2147483647 w 360"/>
              <a:gd name="T29" fmla="*/ 2147483647 h 1008"/>
              <a:gd name="T30" fmla="*/ 2147483647 w 360"/>
              <a:gd name="T31" fmla="*/ 2147483647 h 1008"/>
              <a:gd name="T32" fmla="*/ 2147483647 w 360"/>
              <a:gd name="T33" fmla="*/ 2147483647 h 1008"/>
              <a:gd name="T34" fmla="*/ 2147483647 w 360"/>
              <a:gd name="T35" fmla="*/ 2147483647 h 1008"/>
              <a:gd name="T36" fmla="*/ 2147483647 w 360"/>
              <a:gd name="T37" fmla="*/ 2147483647 h 1008"/>
              <a:gd name="T38" fmla="*/ 2147483647 w 360"/>
              <a:gd name="T39" fmla="*/ 2147483647 h 1008"/>
              <a:gd name="T40" fmla="*/ 2147483647 w 360"/>
              <a:gd name="T41" fmla="*/ 2147483647 h 1008"/>
              <a:gd name="T42" fmla="*/ 2147483647 w 360"/>
              <a:gd name="T43" fmla="*/ 2147483647 h 1008"/>
              <a:gd name="T44" fmla="*/ 2147483647 w 360"/>
              <a:gd name="T45" fmla="*/ 2147483647 h 1008"/>
              <a:gd name="T46" fmla="*/ 2147483647 w 360"/>
              <a:gd name="T47" fmla="*/ 2147483647 h 1008"/>
              <a:gd name="T48" fmla="*/ 2147483647 w 360"/>
              <a:gd name="T49" fmla="*/ 2147483647 h 1008"/>
              <a:gd name="T50" fmla="*/ 2147483647 w 360"/>
              <a:gd name="T51" fmla="*/ 2147483647 h 1008"/>
              <a:gd name="T52" fmla="*/ 2147483647 w 360"/>
              <a:gd name="T53" fmla="*/ 2147483647 h 1008"/>
              <a:gd name="T54" fmla="*/ 2147483647 w 360"/>
              <a:gd name="T55" fmla="*/ 2147483647 h 1008"/>
              <a:gd name="T56" fmla="*/ 2147483647 w 360"/>
              <a:gd name="T57" fmla="*/ 2147483647 h 1008"/>
              <a:gd name="T58" fmla="*/ 2147483647 w 360"/>
              <a:gd name="T59" fmla="*/ 2147483647 h 1008"/>
              <a:gd name="T60" fmla="*/ 2147483647 w 360"/>
              <a:gd name="T61" fmla="*/ 2147483647 h 1008"/>
              <a:gd name="T62" fmla="*/ 2147483647 w 360"/>
              <a:gd name="T63" fmla="*/ 2147483647 h 1008"/>
              <a:gd name="T64" fmla="*/ 2147483647 w 360"/>
              <a:gd name="T65" fmla="*/ 2147483647 h 1008"/>
              <a:gd name="T66" fmla="*/ 2147483647 w 360"/>
              <a:gd name="T67" fmla="*/ 2147483647 h 1008"/>
              <a:gd name="T68" fmla="*/ 2147483647 w 360"/>
              <a:gd name="T69" fmla="*/ 2147483647 h 1008"/>
              <a:gd name="T70" fmla="*/ 2147483647 w 360"/>
              <a:gd name="T71" fmla="*/ 2147483647 h 1008"/>
              <a:gd name="T72" fmla="*/ 2147483647 w 360"/>
              <a:gd name="T73" fmla="*/ 2147483647 h 1008"/>
              <a:gd name="T74" fmla="*/ 2147483647 w 360"/>
              <a:gd name="T75" fmla="*/ 2147483647 h 1008"/>
              <a:gd name="T76" fmla="*/ 2147483647 w 360"/>
              <a:gd name="T77" fmla="*/ 2147483647 h 1008"/>
              <a:gd name="T78" fmla="*/ 2147483647 w 360"/>
              <a:gd name="T79" fmla="*/ 2147483647 h 1008"/>
              <a:gd name="T80" fmla="*/ 2147483647 w 360"/>
              <a:gd name="T81" fmla="*/ 2147483647 h 1008"/>
              <a:gd name="T82" fmla="*/ 2147483647 w 360"/>
              <a:gd name="T83" fmla="*/ 2147483647 h 1008"/>
              <a:gd name="T84" fmla="*/ 2147483647 w 360"/>
              <a:gd name="T85" fmla="*/ 2147483647 h 1008"/>
              <a:gd name="T86" fmla="*/ 2147483647 w 360"/>
              <a:gd name="T87" fmla="*/ 2147483647 h 1008"/>
              <a:gd name="T88" fmla="*/ 2147483647 w 360"/>
              <a:gd name="T89" fmla="*/ 2147483647 h 1008"/>
              <a:gd name="T90" fmla="*/ 2147483647 w 360"/>
              <a:gd name="T91" fmla="*/ 2147483647 h 1008"/>
              <a:gd name="T92" fmla="*/ 2147483647 w 360"/>
              <a:gd name="T93" fmla="*/ 2147483647 h 1008"/>
              <a:gd name="T94" fmla="*/ 2147483647 w 360"/>
              <a:gd name="T95" fmla="*/ 2147483647 h 1008"/>
              <a:gd name="T96" fmla="*/ 2147483647 w 360"/>
              <a:gd name="T97" fmla="*/ 2147483647 h 1008"/>
              <a:gd name="T98" fmla="*/ 2147483647 w 360"/>
              <a:gd name="T99" fmla="*/ 2147483647 h 1008"/>
              <a:gd name="T100" fmla="*/ 2147483647 w 360"/>
              <a:gd name="T101" fmla="*/ 0 h 100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1008">
                <a:moveTo>
                  <a:pt x="0" y="1008"/>
                </a:moveTo>
                <a:lnTo>
                  <a:pt x="0" y="1002"/>
                </a:lnTo>
                <a:lnTo>
                  <a:pt x="6" y="996"/>
                </a:lnTo>
                <a:lnTo>
                  <a:pt x="6" y="984"/>
                </a:lnTo>
                <a:lnTo>
                  <a:pt x="6" y="978"/>
                </a:lnTo>
                <a:lnTo>
                  <a:pt x="6" y="966"/>
                </a:lnTo>
                <a:lnTo>
                  <a:pt x="12" y="960"/>
                </a:lnTo>
                <a:lnTo>
                  <a:pt x="12" y="948"/>
                </a:lnTo>
                <a:lnTo>
                  <a:pt x="12" y="942"/>
                </a:lnTo>
                <a:lnTo>
                  <a:pt x="12" y="936"/>
                </a:lnTo>
                <a:lnTo>
                  <a:pt x="12" y="924"/>
                </a:lnTo>
                <a:lnTo>
                  <a:pt x="18" y="918"/>
                </a:lnTo>
                <a:lnTo>
                  <a:pt x="18" y="906"/>
                </a:lnTo>
                <a:lnTo>
                  <a:pt x="18" y="900"/>
                </a:lnTo>
                <a:lnTo>
                  <a:pt x="18" y="894"/>
                </a:lnTo>
                <a:lnTo>
                  <a:pt x="24" y="882"/>
                </a:lnTo>
                <a:lnTo>
                  <a:pt x="24" y="876"/>
                </a:lnTo>
                <a:lnTo>
                  <a:pt x="24" y="870"/>
                </a:lnTo>
                <a:lnTo>
                  <a:pt x="24" y="858"/>
                </a:lnTo>
                <a:lnTo>
                  <a:pt x="30" y="852"/>
                </a:lnTo>
                <a:lnTo>
                  <a:pt x="30" y="846"/>
                </a:lnTo>
                <a:lnTo>
                  <a:pt x="30" y="834"/>
                </a:lnTo>
                <a:lnTo>
                  <a:pt x="30" y="828"/>
                </a:lnTo>
                <a:lnTo>
                  <a:pt x="36" y="822"/>
                </a:lnTo>
                <a:lnTo>
                  <a:pt x="36" y="816"/>
                </a:lnTo>
                <a:lnTo>
                  <a:pt x="36" y="804"/>
                </a:lnTo>
                <a:lnTo>
                  <a:pt x="36" y="798"/>
                </a:lnTo>
                <a:lnTo>
                  <a:pt x="36" y="792"/>
                </a:lnTo>
                <a:lnTo>
                  <a:pt x="42" y="786"/>
                </a:lnTo>
                <a:lnTo>
                  <a:pt x="42" y="774"/>
                </a:lnTo>
                <a:lnTo>
                  <a:pt x="42" y="768"/>
                </a:lnTo>
                <a:lnTo>
                  <a:pt x="42" y="762"/>
                </a:lnTo>
                <a:lnTo>
                  <a:pt x="48" y="756"/>
                </a:lnTo>
                <a:lnTo>
                  <a:pt x="48" y="750"/>
                </a:lnTo>
                <a:lnTo>
                  <a:pt x="48" y="738"/>
                </a:lnTo>
                <a:lnTo>
                  <a:pt x="48" y="732"/>
                </a:lnTo>
                <a:lnTo>
                  <a:pt x="54" y="726"/>
                </a:lnTo>
                <a:lnTo>
                  <a:pt x="54" y="720"/>
                </a:lnTo>
                <a:lnTo>
                  <a:pt x="54" y="714"/>
                </a:lnTo>
                <a:lnTo>
                  <a:pt x="54" y="708"/>
                </a:lnTo>
                <a:lnTo>
                  <a:pt x="60" y="702"/>
                </a:lnTo>
                <a:lnTo>
                  <a:pt x="60" y="690"/>
                </a:lnTo>
                <a:lnTo>
                  <a:pt x="60" y="684"/>
                </a:lnTo>
                <a:lnTo>
                  <a:pt x="60" y="678"/>
                </a:lnTo>
                <a:lnTo>
                  <a:pt x="60" y="672"/>
                </a:lnTo>
                <a:lnTo>
                  <a:pt x="66" y="666"/>
                </a:lnTo>
                <a:lnTo>
                  <a:pt x="66" y="660"/>
                </a:lnTo>
                <a:lnTo>
                  <a:pt x="66" y="654"/>
                </a:lnTo>
                <a:lnTo>
                  <a:pt x="66" y="648"/>
                </a:lnTo>
                <a:lnTo>
                  <a:pt x="72" y="642"/>
                </a:lnTo>
                <a:lnTo>
                  <a:pt x="72" y="636"/>
                </a:lnTo>
                <a:lnTo>
                  <a:pt x="72" y="630"/>
                </a:lnTo>
                <a:lnTo>
                  <a:pt x="72" y="624"/>
                </a:lnTo>
                <a:lnTo>
                  <a:pt x="78" y="618"/>
                </a:lnTo>
                <a:lnTo>
                  <a:pt x="78" y="612"/>
                </a:lnTo>
                <a:lnTo>
                  <a:pt x="78" y="606"/>
                </a:lnTo>
                <a:lnTo>
                  <a:pt x="78" y="600"/>
                </a:lnTo>
                <a:lnTo>
                  <a:pt x="84" y="594"/>
                </a:lnTo>
                <a:lnTo>
                  <a:pt x="84" y="588"/>
                </a:lnTo>
                <a:lnTo>
                  <a:pt x="84" y="582"/>
                </a:lnTo>
                <a:lnTo>
                  <a:pt x="84" y="576"/>
                </a:lnTo>
                <a:lnTo>
                  <a:pt x="84" y="570"/>
                </a:lnTo>
                <a:lnTo>
                  <a:pt x="90" y="564"/>
                </a:lnTo>
                <a:lnTo>
                  <a:pt x="90" y="558"/>
                </a:lnTo>
                <a:lnTo>
                  <a:pt x="90" y="552"/>
                </a:lnTo>
                <a:lnTo>
                  <a:pt x="90" y="546"/>
                </a:lnTo>
                <a:lnTo>
                  <a:pt x="96" y="540"/>
                </a:lnTo>
                <a:lnTo>
                  <a:pt x="96" y="534"/>
                </a:lnTo>
                <a:lnTo>
                  <a:pt x="96" y="528"/>
                </a:lnTo>
                <a:lnTo>
                  <a:pt x="102" y="522"/>
                </a:lnTo>
                <a:lnTo>
                  <a:pt x="102" y="516"/>
                </a:lnTo>
                <a:lnTo>
                  <a:pt x="102" y="510"/>
                </a:lnTo>
                <a:lnTo>
                  <a:pt x="102" y="504"/>
                </a:lnTo>
                <a:lnTo>
                  <a:pt x="108" y="498"/>
                </a:lnTo>
                <a:lnTo>
                  <a:pt x="108" y="492"/>
                </a:lnTo>
                <a:lnTo>
                  <a:pt x="108" y="486"/>
                </a:lnTo>
                <a:lnTo>
                  <a:pt x="108" y="480"/>
                </a:lnTo>
                <a:lnTo>
                  <a:pt x="114" y="474"/>
                </a:lnTo>
                <a:lnTo>
                  <a:pt x="114" y="468"/>
                </a:lnTo>
                <a:lnTo>
                  <a:pt x="114" y="462"/>
                </a:lnTo>
                <a:lnTo>
                  <a:pt x="120" y="456"/>
                </a:lnTo>
                <a:lnTo>
                  <a:pt x="120" y="450"/>
                </a:lnTo>
                <a:lnTo>
                  <a:pt x="120" y="444"/>
                </a:lnTo>
                <a:lnTo>
                  <a:pt x="126" y="438"/>
                </a:lnTo>
                <a:lnTo>
                  <a:pt x="126" y="432"/>
                </a:lnTo>
                <a:lnTo>
                  <a:pt x="126" y="426"/>
                </a:lnTo>
                <a:lnTo>
                  <a:pt x="132" y="420"/>
                </a:lnTo>
                <a:lnTo>
                  <a:pt x="132" y="414"/>
                </a:lnTo>
                <a:lnTo>
                  <a:pt x="132" y="408"/>
                </a:lnTo>
                <a:lnTo>
                  <a:pt x="132" y="402"/>
                </a:lnTo>
                <a:lnTo>
                  <a:pt x="138" y="396"/>
                </a:lnTo>
                <a:lnTo>
                  <a:pt x="138" y="390"/>
                </a:lnTo>
                <a:lnTo>
                  <a:pt x="138" y="384"/>
                </a:lnTo>
                <a:lnTo>
                  <a:pt x="144" y="378"/>
                </a:lnTo>
                <a:lnTo>
                  <a:pt x="144" y="372"/>
                </a:lnTo>
                <a:lnTo>
                  <a:pt x="144" y="366"/>
                </a:lnTo>
                <a:lnTo>
                  <a:pt x="150" y="366"/>
                </a:lnTo>
                <a:lnTo>
                  <a:pt x="150" y="360"/>
                </a:lnTo>
                <a:lnTo>
                  <a:pt x="150" y="354"/>
                </a:lnTo>
                <a:lnTo>
                  <a:pt x="156" y="348"/>
                </a:lnTo>
                <a:lnTo>
                  <a:pt x="156" y="342"/>
                </a:lnTo>
                <a:lnTo>
                  <a:pt x="156" y="336"/>
                </a:lnTo>
                <a:lnTo>
                  <a:pt x="162" y="330"/>
                </a:lnTo>
                <a:lnTo>
                  <a:pt x="162" y="324"/>
                </a:lnTo>
                <a:lnTo>
                  <a:pt x="162" y="318"/>
                </a:lnTo>
                <a:lnTo>
                  <a:pt x="168" y="312"/>
                </a:lnTo>
                <a:lnTo>
                  <a:pt x="168" y="306"/>
                </a:lnTo>
                <a:lnTo>
                  <a:pt x="174" y="300"/>
                </a:lnTo>
                <a:lnTo>
                  <a:pt x="174" y="294"/>
                </a:lnTo>
                <a:lnTo>
                  <a:pt x="174" y="288"/>
                </a:lnTo>
                <a:lnTo>
                  <a:pt x="180" y="288"/>
                </a:lnTo>
                <a:lnTo>
                  <a:pt x="180" y="282"/>
                </a:lnTo>
                <a:lnTo>
                  <a:pt x="180" y="276"/>
                </a:lnTo>
                <a:lnTo>
                  <a:pt x="186" y="270"/>
                </a:lnTo>
                <a:lnTo>
                  <a:pt x="186" y="264"/>
                </a:lnTo>
                <a:lnTo>
                  <a:pt x="186" y="258"/>
                </a:lnTo>
                <a:lnTo>
                  <a:pt x="192" y="258"/>
                </a:lnTo>
                <a:lnTo>
                  <a:pt x="192" y="252"/>
                </a:lnTo>
                <a:lnTo>
                  <a:pt x="192" y="246"/>
                </a:lnTo>
                <a:lnTo>
                  <a:pt x="198" y="246"/>
                </a:lnTo>
                <a:lnTo>
                  <a:pt x="198" y="240"/>
                </a:lnTo>
                <a:lnTo>
                  <a:pt x="198" y="234"/>
                </a:lnTo>
                <a:lnTo>
                  <a:pt x="204" y="234"/>
                </a:lnTo>
                <a:lnTo>
                  <a:pt x="204" y="228"/>
                </a:lnTo>
                <a:lnTo>
                  <a:pt x="204" y="222"/>
                </a:lnTo>
                <a:lnTo>
                  <a:pt x="210" y="216"/>
                </a:lnTo>
                <a:lnTo>
                  <a:pt x="210" y="210"/>
                </a:lnTo>
                <a:lnTo>
                  <a:pt x="216" y="204"/>
                </a:lnTo>
                <a:lnTo>
                  <a:pt x="216" y="198"/>
                </a:lnTo>
                <a:lnTo>
                  <a:pt x="222" y="192"/>
                </a:lnTo>
                <a:lnTo>
                  <a:pt x="222" y="186"/>
                </a:lnTo>
                <a:lnTo>
                  <a:pt x="228" y="186"/>
                </a:lnTo>
                <a:lnTo>
                  <a:pt x="228" y="180"/>
                </a:lnTo>
                <a:lnTo>
                  <a:pt x="228" y="174"/>
                </a:lnTo>
                <a:lnTo>
                  <a:pt x="234" y="174"/>
                </a:lnTo>
                <a:lnTo>
                  <a:pt x="234" y="168"/>
                </a:lnTo>
                <a:lnTo>
                  <a:pt x="234" y="162"/>
                </a:lnTo>
                <a:lnTo>
                  <a:pt x="240" y="162"/>
                </a:lnTo>
                <a:lnTo>
                  <a:pt x="240" y="156"/>
                </a:lnTo>
                <a:lnTo>
                  <a:pt x="246" y="150"/>
                </a:lnTo>
                <a:lnTo>
                  <a:pt x="246" y="144"/>
                </a:lnTo>
                <a:lnTo>
                  <a:pt x="252" y="144"/>
                </a:lnTo>
                <a:lnTo>
                  <a:pt x="252" y="138"/>
                </a:lnTo>
                <a:lnTo>
                  <a:pt x="252" y="132"/>
                </a:lnTo>
                <a:lnTo>
                  <a:pt x="258" y="132"/>
                </a:lnTo>
                <a:lnTo>
                  <a:pt x="258" y="126"/>
                </a:lnTo>
                <a:lnTo>
                  <a:pt x="264" y="120"/>
                </a:lnTo>
                <a:lnTo>
                  <a:pt x="264" y="114"/>
                </a:lnTo>
                <a:lnTo>
                  <a:pt x="270" y="114"/>
                </a:lnTo>
                <a:lnTo>
                  <a:pt x="270" y="108"/>
                </a:lnTo>
                <a:lnTo>
                  <a:pt x="270" y="102"/>
                </a:lnTo>
                <a:lnTo>
                  <a:pt x="276" y="102"/>
                </a:lnTo>
                <a:lnTo>
                  <a:pt x="276" y="96"/>
                </a:lnTo>
                <a:lnTo>
                  <a:pt x="282" y="96"/>
                </a:lnTo>
                <a:lnTo>
                  <a:pt x="282" y="90"/>
                </a:lnTo>
                <a:lnTo>
                  <a:pt x="288" y="84"/>
                </a:lnTo>
                <a:lnTo>
                  <a:pt x="294" y="78"/>
                </a:lnTo>
                <a:lnTo>
                  <a:pt x="294" y="72"/>
                </a:lnTo>
                <a:lnTo>
                  <a:pt x="300" y="72"/>
                </a:lnTo>
                <a:lnTo>
                  <a:pt x="300" y="66"/>
                </a:lnTo>
                <a:lnTo>
                  <a:pt x="306" y="60"/>
                </a:lnTo>
                <a:lnTo>
                  <a:pt x="312" y="54"/>
                </a:lnTo>
                <a:lnTo>
                  <a:pt x="312" y="48"/>
                </a:lnTo>
                <a:lnTo>
                  <a:pt x="318" y="48"/>
                </a:lnTo>
                <a:lnTo>
                  <a:pt x="318" y="42"/>
                </a:lnTo>
                <a:lnTo>
                  <a:pt x="324" y="42"/>
                </a:lnTo>
                <a:lnTo>
                  <a:pt x="324" y="36"/>
                </a:lnTo>
                <a:lnTo>
                  <a:pt x="330" y="36"/>
                </a:lnTo>
                <a:lnTo>
                  <a:pt x="330" y="30"/>
                </a:lnTo>
                <a:lnTo>
                  <a:pt x="336" y="30"/>
                </a:lnTo>
                <a:lnTo>
                  <a:pt x="336" y="24"/>
                </a:lnTo>
                <a:lnTo>
                  <a:pt x="342" y="24"/>
                </a:lnTo>
                <a:lnTo>
                  <a:pt x="342" y="18"/>
                </a:lnTo>
                <a:lnTo>
                  <a:pt x="348" y="18"/>
                </a:lnTo>
                <a:lnTo>
                  <a:pt x="348" y="12"/>
                </a:lnTo>
                <a:lnTo>
                  <a:pt x="354" y="12"/>
                </a:lnTo>
                <a:lnTo>
                  <a:pt x="354" y="6"/>
                </a:lnTo>
                <a:lnTo>
                  <a:pt x="360" y="6"/>
                </a:lnTo>
                <a:lnTo>
                  <a:pt x="360" y="0"/>
                </a:lnTo>
              </a:path>
            </a:pathLst>
          </a:custGeom>
          <a:noFill/>
          <a:ln w="12700">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2" name="Freeform 12"/>
          <p:cNvSpPr/>
          <p:nvPr/>
        </p:nvSpPr>
        <p:spPr bwMode="auto">
          <a:xfrm>
            <a:off x="8836025" y="463550"/>
            <a:ext cx="434975" cy="1265238"/>
          </a:xfrm>
          <a:custGeom>
            <a:avLst/>
            <a:gdLst>
              <a:gd name="T0" fmla="*/ 2147483647 w 342"/>
              <a:gd name="T1" fmla="*/ 2147483647 h 996"/>
              <a:gd name="T2" fmla="*/ 2147483647 w 342"/>
              <a:gd name="T3" fmla="*/ 2147483647 h 996"/>
              <a:gd name="T4" fmla="*/ 2147483647 w 342"/>
              <a:gd name="T5" fmla="*/ 2147483647 h 996"/>
              <a:gd name="T6" fmla="*/ 2147483647 w 342"/>
              <a:gd name="T7" fmla="*/ 2147483647 h 996"/>
              <a:gd name="T8" fmla="*/ 2147483647 w 342"/>
              <a:gd name="T9" fmla="*/ 2147483647 h 996"/>
              <a:gd name="T10" fmla="*/ 2147483647 w 342"/>
              <a:gd name="T11" fmla="*/ 2147483647 h 996"/>
              <a:gd name="T12" fmla="*/ 2147483647 w 342"/>
              <a:gd name="T13" fmla="*/ 2147483647 h 996"/>
              <a:gd name="T14" fmla="*/ 2147483647 w 342"/>
              <a:gd name="T15" fmla="*/ 2147483647 h 996"/>
              <a:gd name="T16" fmla="*/ 2147483647 w 342"/>
              <a:gd name="T17" fmla="*/ 2147483647 h 996"/>
              <a:gd name="T18" fmla="*/ 2147483647 w 342"/>
              <a:gd name="T19" fmla="*/ 2147483647 h 996"/>
              <a:gd name="T20" fmla="*/ 2147483647 w 342"/>
              <a:gd name="T21" fmla="*/ 2147483647 h 996"/>
              <a:gd name="T22" fmla="*/ 2147483647 w 342"/>
              <a:gd name="T23" fmla="*/ 2147483647 h 996"/>
              <a:gd name="T24" fmla="*/ 2147483647 w 342"/>
              <a:gd name="T25" fmla="*/ 2147483647 h 996"/>
              <a:gd name="T26" fmla="*/ 2147483647 w 342"/>
              <a:gd name="T27" fmla="*/ 2147483647 h 996"/>
              <a:gd name="T28" fmla="*/ 2147483647 w 342"/>
              <a:gd name="T29" fmla="*/ 2147483647 h 996"/>
              <a:gd name="T30" fmla="*/ 2147483647 w 342"/>
              <a:gd name="T31" fmla="*/ 2147483647 h 996"/>
              <a:gd name="T32" fmla="*/ 2147483647 w 342"/>
              <a:gd name="T33" fmla="*/ 2147483647 h 996"/>
              <a:gd name="T34" fmla="*/ 2147483647 w 342"/>
              <a:gd name="T35" fmla="*/ 2147483647 h 996"/>
              <a:gd name="T36" fmla="*/ 2147483647 w 342"/>
              <a:gd name="T37" fmla="*/ 2147483647 h 996"/>
              <a:gd name="T38" fmla="*/ 2147483647 w 342"/>
              <a:gd name="T39" fmla="*/ 2147483647 h 996"/>
              <a:gd name="T40" fmla="*/ 2147483647 w 342"/>
              <a:gd name="T41" fmla="*/ 2147483647 h 996"/>
              <a:gd name="T42" fmla="*/ 2147483647 w 342"/>
              <a:gd name="T43" fmla="*/ 2147483647 h 996"/>
              <a:gd name="T44" fmla="*/ 2147483647 w 342"/>
              <a:gd name="T45" fmla="*/ 2147483647 h 996"/>
              <a:gd name="T46" fmla="*/ 2147483647 w 342"/>
              <a:gd name="T47" fmla="*/ 2147483647 h 996"/>
              <a:gd name="T48" fmla="*/ 2147483647 w 342"/>
              <a:gd name="T49" fmla="*/ 2147483647 h 996"/>
              <a:gd name="T50" fmla="*/ 2147483647 w 342"/>
              <a:gd name="T51" fmla="*/ 2147483647 h 996"/>
              <a:gd name="T52" fmla="*/ 2147483647 w 342"/>
              <a:gd name="T53" fmla="*/ 2147483647 h 996"/>
              <a:gd name="T54" fmla="*/ 2147483647 w 342"/>
              <a:gd name="T55" fmla="*/ 2147483647 h 996"/>
              <a:gd name="T56" fmla="*/ 2147483647 w 342"/>
              <a:gd name="T57" fmla="*/ 2147483647 h 996"/>
              <a:gd name="T58" fmla="*/ 2147483647 w 342"/>
              <a:gd name="T59" fmla="*/ 2147483647 h 996"/>
              <a:gd name="T60" fmla="*/ 2147483647 w 342"/>
              <a:gd name="T61" fmla="*/ 2147483647 h 996"/>
              <a:gd name="T62" fmla="*/ 2147483647 w 342"/>
              <a:gd name="T63" fmla="*/ 2147483647 h 996"/>
              <a:gd name="T64" fmla="*/ 2147483647 w 342"/>
              <a:gd name="T65" fmla="*/ 2147483647 h 996"/>
              <a:gd name="T66" fmla="*/ 2147483647 w 342"/>
              <a:gd name="T67" fmla="*/ 2147483647 h 996"/>
              <a:gd name="T68" fmla="*/ 2147483647 w 342"/>
              <a:gd name="T69" fmla="*/ 2147483647 h 996"/>
              <a:gd name="T70" fmla="*/ 2147483647 w 342"/>
              <a:gd name="T71" fmla="*/ 2147483647 h 996"/>
              <a:gd name="T72" fmla="*/ 2147483647 w 342"/>
              <a:gd name="T73" fmla="*/ 2147483647 h 996"/>
              <a:gd name="T74" fmla="*/ 2147483647 w 342"/>
              <a:gd name="T75" fmla="*/ 2147483647 h 996"/>
              <a:gd name="T76" fmla="*/ 2147483647 w 342"/>
              <a:gd name="T77" fmla="*/ 2147483647 h 996"/>
              <a:gd name="T78" fmla="*/ 2147483647 w 342"/>
              <a:gd name="T79" fmla="*/ 2147483647 h 996"/>
              <a:gd name="T80" fmla="*/ 2147483647 w 342"/>
              <a:gd name="T81" fmla="*/ 2147483647 h 996"/>
              <a:gd name="T82" fmla="*/ 2147483647 w 342"/>
              <a:gd name="T83" fmla="*/ 2147483647 h 996"/>
              <a:gd name="T84" fmla="*/ 2147483647 w 342"/>
              <a:gd name="T85" fmla="*/ 2147483647 h 996"/>
              <a:gd name="T86" fmla="*/ 2147483647 w 342"/>
              <a:gd name="T87" fmla="*/ 2147483647 h 996"/>
              <a:gd name="T88" fmla="*/ 2147483647 w 342"/>
              <a:gd name="T89" fmla="*/ 2147483647 h 996"/>
              <a:gd name="T90" fmla="*/ 2147483647 w 342"/>
              <a:gd name="T91" fmla="*/ 2147483647 h 996"/>
              <a:gd name="T92" fmla="*/ 2147483647 w 342"/>
              <a:gd name="T93" fmla="*/ 2147483647 h 996"/>
              <a:gd name="T94" fmla="*/ 2147483647 w 342"/>
              <a:gd name="T95" fmla="*/ 2147483647 h 996"/>
              <a:gd name="T96" fmla="*/ 2147483647 w 342"/>
              <a:gd name="T97" fmla="*/ 2147483647 h 996"/>
              <a:gd name="T98" fmla="*/ 2147483647 w 342"/>
              <a:gd name="T99" fmla="*/ 2147483647 h 996"/>
              <a:gd name="T100" fmla="*/ 2147483647 w 342"/>
              <a:gd name="T101" fmla="*/ 2147483647 h 996"/>
              <a:gd name="T102" fmla="*/ 2147483647 w 342"/>
              <a:gd name="T103" fmla="*/ 2147483647 h 996"/>
              <a:gd name="T104" fmla="*/ 2147483647 w 342"/>
              <a:gd name="T105" fmla="*/ 2147483647 h 996"/>
              <a:gd name="T106" fmla="*/ 2147483647 w 342"/>
              <a:gd name="T107" fmla="*/ 2147483647 h 996"/>
              <a:gd name="T108" fmla="*/ 2147483647 w 342"/>
              <a:gd name="T109" fmla="*/ 2147483647 h 996"/>
              <a:gd name="T110" fmla="*/ 2147483647 w 342"/>
              <a:gd name="T111" fmla="*/ 2147483647 h 996"/>
              <a:gd name="T112" fmla="*/ 2147483647 w 342"/>
              <a:gd name="T113" fmla="*/ 2147483647 h 996"/>
              <a:gd name="T114" fmla="*/ 2147483647 w 342"/>
              <a:gd name="T115" fmla="*/ 2147483647 h 996"/>
              <a:gd name="T116" fmla="*/ 2147483647 w 342"/>
              <a:gd name="T117" fmla="*/ 2147483647 h 996"/>
              <a:gd name="T118" fmla="*/ 2147483647 w 342"/>
              <a:gd name="T119" fmla="*/ 2147483647 h 99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42" h="996">
                <a:moveTo>
                  <a:pt x="0" y="996"/>
                </a:moveTo>
                <a:lnTo>
                  <a:pt x="0" y="996"/>
                </a:lnTo>
                <a:lnTo>
                  <a:pt x="0" y="990"/>
                </a:lnTo>
                <a:lnTo>
                  <a:pt x="6" y="990"/>
                </a:lnTo>
                <a:lnTo>
                  <a:pt x="6" y="984"/>
                </a:lnTo>
                <a:lnTo>
                  <a:pt x="12" y="984"/>
                </a:lnTo>
                <a:lnTo>
                  <a:pt x="12" y="978"/>
                </a:lnTo>
                <a:lnTo>
                  <a:pt x="18" y="978"/>
                </a:lnTo>
                <a:lnTo>
                  <a:pt x="18" y="972"/>
                </a:lnTo>
                <a:lnTo>
                  <a:pt x="24" y="972"/>
                </a:lnTo>
                <a:lnTo>
                  <a:pt x="24" y="966"/>
                </a:lnTo>
                <a:lnTo>
                  <a:pt x="30" y="966"/>
                </a:lnTo>
                <a:lnTo>
                  <a:pt x="30" y="960"/>
                </a:lnTo>
                <a:lnTo>
                  <a:pt x="36" y="954"/>
                </a:lnTo>
                <a:lnTo>
                  <a:pt x="42" y="948"/>
                </a:lnTo>
                <a:lnTo>
                  <a:pt x="42" y="942"/>
                </a:lnTo>
                <a:lnTo>
                  <a:pt x="48" y="942"/>
                </a:lnTo>
                <a:lnTo>
                  <a:pt x="48" y="936"/>
                </a:lnTo>
                <a:lnTo>
                  <a:pt x="54" y="930"/>
                </a:lnTo>
                <a:lnTo>
                  <a:pt x="60" y="924"/>
                </a:lnTo>
                <a:lnTo>
                  <a:pt x="60" y="918"/>
                </a:lnTo>
                <a:lnTo>
                  <a:pt x="66" y="918"/>
                </a:lnTo>
                <a:lnTo>
                  <a:pt x="66" y="912"/>
                </a:lnTo>
                <a:lnTo>
                  <a:pt x="72" y="912"/>
                </a:lnTo>
                <a:lnTo>
                  <a:pt x="72" y="906"/>
                </a:lnTo>
                <a:lnTo>
                  <a:pt x="72" y="900"/>
                </a:lnTo>
                <a:lnTo>
                  <a:pt x="78" y="900"/>
                </a:lnTo>
                <a:lnTo>
                  <a:pt x="78" y="894"/>
                </a:lnTo>
                <a:lnTo>
                  <a:pt x="84" y="888"/>
                </a:lnTo>
                <a:lnTo>
                  <a:pt x="84" y="882"/>
                </a:lnTo>
                <a:lnTo>
                  <a:pt x="90" y="882"/>
                </a:lnTo>
                <a:lnTo>
                  <a:pt x="90" y="876"/>
                </a:lnTo>
                <a:lnTo>
                  <a:pt x="96" y="870"/>
                </a:lnTo>
                <a:lnTo>
                  <a:pt x="96" y="864"/>
                </a:lnTo>
                <a:lnTo>
                  <a:pt x="102" y="858"/>
                </a:lnTo>
                <a:lnTo>
                  <a:pt x="102" y="852"/>
                </a:lnTo>
                <a:lnTo>
                  <a:pt x="108" y="852"/>
                </a:lnTo>
                <a:lnTo>
                  <a:pt x="108" y="846"/>
                </a:lnTo>
                <a:lnTo>
                  <a:pt x="108" y="840"/>
                </a:lnTo>
                <a:lnTo>
                  <a:pt x="114" y="840"/>
                </a:lnTo>
                <a:lnTo>
                  <a:pt x="114" y="834"/>
                </a:lnTo>
                <a:lnTo>
                  <a:pt x="114" y="828"/>
                </a:lnTo>
                <a:lnTo>
                  <a:pt x="120" y="828"/>
                </a:lnTo>
                <a:lnTo>
                  <a:pt x="120" y="822"/>
                </a:lnTo>
                <a:lnTo>
                  <a:pt x="126" y="816"/>
                </a:lnTo>
                <a:lnTo>
                  <a:pt x="126" y="810"/>
                </a:lnTo>
                <a:lnTo>
                  <a:pt x="132" y="804"/>
                </a:lnTo>
                <a:lnTo>
                  <a:pt x="132" y="798"/>
                </a:lnTo>
                <a:lnTo>
                  <a:pt x="138" y="792"/>
                </a:lnTo>
                <a:lnTo>
                  <a:pt x="138" y="786"/>
                </a:lnTo>
                <a:lnTo>
                  <a:pt x="138" y="780"/>
                </a:lnTo>
                <a:lnTo>
                  <a:pt x="144" y="780"/>
                </a:lnTo>
                <a:lnTo>
                  <a:pt x="144" y="774"/>
                </a:lnTo>
                <a:lnTo>
                  <a:pt x="144" y="768"/>
                </a:lnTo>
                <a:lnTo>
                  <a:pt x="150" y="768"/>
                </a:lnTo>
                <a:lnTo>
                  <a:pt x="150" y="762"/>
                </a:lnTo>
                <a:lnTo>
                  <a:pt x="150" y="756"/>
                </a:lnTo>
                <a:lnTo>
                  <a:pt x="156" y="756"/>
                </a:lnTo>
                <a:lnTo>
                  <a:pt x="156" y="750"/>
                </a:lnTo>
                <a:lnTo>
                  <a:pt x="156" y="744"/>
                </a:lnTo>
                <a:lnTo>
                  <a:pt x="162" y="738"/>
                </a:lnTo>
                <a:lnTo>
                  <a:pt x="162" y="732"/>
                </a:lnTo>
                <a:lnTo>
                  <a:pt x="162" y="726"/>
                </a:lnTo>
                <a:lnTo>
                  <a:pt x="168" y="726"/>
                </a:lnTo>
                <a:lnTo>
                  <a:pt x="168" y="720"/>
                </a:lnTo>
                <a:lnTo>
                  <a:pt x="168" y="714"/>
                </a:lnTo>
                <a:lnTo>
                  <a:pt x="174" y="708"/>
                </a:lnTo>
                <a:lnTo>
                  <a:pt x="174" y="702"/>
                </a:lnTo>
                <a:lnTo>
                  <a:pt x="180" y="696"/>
                </a:lnTo>
                <a:lnTo>
                  <a:pt x="180" y="690"/>
                </a:lnTo>
                <a:lnTo>
                  <a:pt x="180" y="684"/>
                </a:lnTo>
                <a:lnTo>
                  <a:pt x="186" y="678"/>
                </a:lnTo>
                <a:lnTo>
                  <a:pt x="186" y="672"/>
                </a:lnTo>
                <a:lnTo>
                  <a:pt x="186" y="666"/>
                </a:lnTo>
                <a:lnTo>
                  <a:pt x="192" y="660"/>
                </a:lnTo>
                <a:lnTo>
                  <a:pt x="192" y="654"/>
                </a:lnTo>
                <a:lnTo>
                  <a:pt x="192" y="648"/>
                </a:lnTo>
                <a:lnTo>
                  <a:pt x="198" y="648"/>
                </a:lnTo>
                <a:lnTo>
                  <a:pt x="198" y="642"/>
                </a:lnTo>
                <a:lnTo>
                  <a:pt x="198" y="636"/>
                </a:lnTo>
                <a:lnTo>
                  <a:pt x="204" y="630"/>
                </a:lnTo>
                <a:lnTo>
                  <a:pt x="204" y="624"/>
                </a:lnTo>
                <a:lnTo>
                  <a:pt x="204" y="618"/>
                </a:lnTo>
                <a:lnTo>
                  <a:pt x="210" y="612"/>
                </a:lnTo>
                <a:lnTo>
                  <a:pt x="210" y="606"/>
                </a:lnTo>
                <a:lnTo>
                  <a:pt x="210" y="600"/>
                </a:lnTo>
                <a:lnTo>
                  <a:pt x="210" y="594"/>
                </a:lnTo>
                <a:lnTo>
                  <a:pt x="216" y="588"/>
                </a:lnTo>
                <a:lnTo>
                  <a:pt x="216" y="582"/>
                </a:lnTo>
                <a:lnTo>
                  <a:pt x="216" y="576"/>
                </a:lnTo>
                <a:lnTo>
                  <a:pt x="222" y="570"/>
                </a:lnTo>
                <a:lnTo>
                  <a:pt x="222" y="564"/>
                </a:lnTo>
                <a:lnTo>
                  <a:pt x="222" y="558"/>
                </a:lnTo>
                <a:lnTo>
                  <a:pt x="228" y="552"/>
                </a:lnTo>
                <a:lnTo>
                  <a:pt x="228" y="546"/>
                </a:lnTo>
                <a:lnTo>
                  <a:pt x="228" y="540"/>
                </a:lnTo>
                <a:lnTo>
                  <a:pt x="234" y="534"/>
                </a:lnTo>
                <a:lnTo>
                  <a:pt x="234" y="528"/>
                </a:lnTo>
                <a:lnTo>
                  <a:pt x="234" y="522"/>
                </a:lnTo>
                <a:lnTo>
                  <a:pt x="234" y="516"/>
                </a:lnTo>
                <a:lnTo>
                  <a:pt x="240" y="510"/>
                </a:lnTo>
                <a:lnTo>
                  <a:pt x="240" y="504"/>
                </a:lnTo>
                <a:lnTo>
                  <a:pt x="240" y="498"/>
                </a:lnTo>
                <a:lnTo>
                  <a:pt x="240" y="492"/>
                </a:lnTo>
                <a:lnTo>
                  <a:pt x="246" y="486"/>
                </a:lnTo>
                <a:lnTo>
                  <a:pt x="246" y="480"/>
                </a:lnTo>
                <a:lnTo>
                  <a:pt x="246" y="474"/>
                </a:lnTo>
                <a:lnTo>
                  <a:pt x="252" y="468"/>
                </a:lnTo>
                <a:lnTo>
                  <a:pt x="252" y="462"/>
                </a:lnTo>
                <a:lnTo>
                  <a:pt x="252" y="456"/>
                </a:lnTo>
                <a:lnTo>
                  <a:pt x="252" y="450"/>
                </a:lnTo>
                <a:lnTo>
                  <a:pt x="258" y="444"/>
                </a:lnTo>
                <a:lnTo>
                  <a:pt x="258" y="438"/>
                </a:lnTo>
                <a:lnTo>
                  <a:pt x="258" y="432"/>
                </a:lnTo>
                <a:lnTo>
                  <a:pt x="258" y="426"/>
                </a:lnTo>
                <a:lnTo>
                  <a:pt x="258" y="420"/>
                </a:lnTo>
                <a:lnTo>
                  <a:pt x="264" y="414"/>
                </a:lnTo>
                <a:lnTo>
                  <a:pt x="264" y="408"/>
                </a:lnTo>
                <a:lnTo>
                  <a:pt x="264" y="402"/>
                </a:lnTo>
                <a:lnTo>
                  <a:pt x="264" y="396"/>
                </a:lnTo>
                <a:lnTo>
                  <a:pt x="270" y="390"/>
                </a:lnTo>
                <a:lnTo>
                  <a:pt x="270" y="384"/>
                </a:lnTo>
                <a:lnTo>
                  <a:pt x="270" y="378"/>
                </a:lnTo>
                <a:lnTo>
                  <a:pt x="270" y="372"/>
                </a:lnTo>
                <a:lnTo>
                  <a:pt x="276" y="366"/>
                </a:lnTo>
                <a:lnTo>
                  <a:pt x="276" y="360"/>
                </a:lnTo>
                <a:lnTo>
                  <a:pt x="276" y="354"/>
                </a:lnTo>
                <a:lnTo>
                  <a:pt x="276" y="348"/>
                </a:lnTo>
                <a:lnTo>
                  <a:pt x="282" y="342"/>
                </a:lnTo>
                <a:lnTo>
                  <a:pt x="282" y="336"/>
                </a:lnTo>
                <a:lnTo>
                  <a:pt x="282" y="330"/>
                </a:lnTo>
                <a:lnTo>
                  <a:pt x="282" y="324"/>
                </a:lnTo>
                <a:lnTo>
                  <a:pt x="282" y="312"/>
                </a:lnTo>
                <a:lnTo>
                  <a:pt x="288" y="306"/>
                </a:lnTo>
                <a:lnTo>
                  <a:pt x="288" y="300"/>
                </a:lnTo>
                <a:lnTo>
                  <a:pt x="288" y="294"/>
                </a:lnTo>
                <a:lnTo>
                  <a:pt x="288" y="288"/>
                </a:lnTo>
                <a:lnTo>
                  <a:pt x="294" y="282"/>
                </a:lnTo>
                <a:lnTo>
                  <a:pt x="294" y="276"/>
                </a:lnTo>
                <a:lnTo>
                  <a:pt x="294" y="264"/>
                </a:lnTo>
                <a:lnTo>
                  <a:pt x="294" y="258"/>
                </a:lnTo>
                <a:lnTo>
                  <a:pt x="300" y="252"/>
                </a:lnTo>
                <a:lnTo>
                  <a:pt x="300" y="246"/>
                </a:lnTo>
                <a:lnTo>
                  <a:pt x="300" y="240"/>
                </a:lnTo>
                <a:lnTo>
                  <a:pt x="300" y="228"/>
                </a:lnTo>
                <a:lnTo>
                  <a:pt x="306" y="222"/>
                </a:lnTo>
                <a:lnTo>
                  <a:pt x="306" y="216"/>
                </a:lnTo>
                <a:lnTo>
                  <a:pt x="306" y="210"/>
                </a:lnTo>
                <a:lnTo>
                  <a:pt x="306" y="198"/>
                </a:lnTo>
                <a:lnTo>
                  <a:pt x="306" y="192"/>
                </a:lnTo>
                <a:lnTo>
                  <a:pt x="312" y="186"/>
                </a:lnTo>
                <a:lnTo>
                  <a:pt x="312" y="180"/>
                </a:lnTo>
                <a:lnTo>
                  <a:pt x="312" y="168"/>
                </a:lnTo>
                <a:lnTo>
                  <a:pt x="312" y="162"/>
                </a:lnTo>
                <a:lnTo>
                  <a:pt x="318" y="156"/>
                </a:lnTo>
                <a:lnTo>
                  <a:pt x="318" y="144"/>
                </a:lnTo>
                <a:lnTo>
                  <a:pt x="318" y="138"/>
                </a:lnTo>
                <a:lnTo>
                  <a:pt x="318" y="132"/>
                </a:lnTo>
                <a:lnTo>
                  <a:pt x="324" y="120"/>
                </a:lnTo>
                <a:lnTo>
                  <a:pt x="324" y="114"/>
                </a:lnTo>
                <a:lnTo>
                  <a:pt x="324" y="108"/>
                </a:lnTo>
                <a:lnTo>
                  <a:pt x="324" y="96"/>
                </a:lnTo>
                <a:lnTo>
                  <a:pt x="330" y="90"/>
                </a:lnTo>
                <a:lnTo>
                  <a:pt x="330" y="78"/>
                </a:lnTo>
                <a:lnTo>
                  <a:pt x="330" y="72"/>
                </a:lnTo>
                <a:lnTo>
                  <a:pt x="330" y="66"/>
                </a:lnTo>
                <a:lnTo>
                  <a:pt x="330" y="54"/>
                </a:lnTo>
                <a:lnTo>
                  <a:pt x="336" y="48"/>
                </a:lnTo>
                <a:lnTo>
                  <a:pt x="336" y="36"/>
                </a:lnTo>
                <a:lnTo>
                  <a:pt x="336" y="30"/>
                </a:lnTo>
                <a:lnTo>
                  <a:pt x="336" y="18"/>
                </a:lnTo>
                <a:lnTo>
                  <a:pt x="342" y="12"/>
                </a:lnTo>
                <a:lnTo>
                  <a:pt x="342" y="0"/>
                </a:lnTo>
              </a:path>
            </a:pathLst>
          </a:custGeom>
          <a:noFill/>
          <a:ln w="12700">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3" name="Freeform 13"/>
          <p:cNvSpPr/>
          <p:nvPr/>
        </p:nvSpPr>
        <p:spPr bwMode="auto">
          <a:xfrm>
            <a:off x="7696200" y="1882775"/>
            <a:ext cx="457200" cy="23813"/>
          </a:xfrm>
          <a:custGeom>
            <a:avLst/>
            <a:gdLst>
              <a:gd name="T0" fmla="*/ 2147483647 w 360"/>
              <a:gd name="T1" fmla="*/ 2147483647 h 18"/>
              <a:gd name="T2" fmla="*/ 2147483647 w 360"/>
              <a:gd name="T3" fmla="*/ 2147483647 h 18"/>
              <a:gd name="T4" fmla="*/ 2147483647 w 360"/>
              <a:gd name="T5" fmla="*/ 2147483647 h 18"/>
              <a:gd name="T6" fmla="*/ 2147483647 w 360"/>
              <a:gd name="T7" fmla="*/ 2147483647 h 18"/>
              <a:gd name="T8" fmla="*/ 2147483647 w 360"/>
              <a:gd name="T9" fmla="*/ 2147483647 h 18"/>
              <a:gd name="T10" fmla="*/ 2147483647 w 360"/>
              <a:gd name="T11" fmla="*/ 2147483647 h 18"/>
              <a:gd name="T12" fmla="*/ 2147483647 w 360"/>
              <a:gd name="T13" fmla="*/ 2147483647 h 18"/>
              <a:gd name="T14" fmla="*/ 2147483647 w 360"/>
              <a:gd name="T15" fmla="*/ 2147483647 h 18"/>
              <a:gd name="T16" fmla="*/ 2147483647 w 360"/>
              <a:gd name="T17" fmla="*/ 2147483647 h 18"/>
              <a:gd name="T18" fmla="*/ 2147483647 w 360"/>
              <a:gd name="T19" fmla="*/ 2147483647 h 18"/>
              <a:gd name="T20" fmla="*/ 2147483647 w 360"/>
              <a:gd name="T21" fmla="*/ 2147483647 h 18"/>
              <a:gd name="T22" fmla="*/ 2147483647 w 360"/>
              <a:gd name="T23" fmla="*/ 2147483647 h 18"/>
              <a:gd name="T24" fmla="*/ 2147483647 w 360"/>
              <a:gd name="T25" fmla="*/ 2147483647 h 18"/>
              <a:gd name="T26" fmla="*/ 2147483647 w 360"/>
              <a:gd name="T27" fmla="*/ 2147483647 h 18"/>
              <a:gd name="T28" fmla="*/ 2147483647 w 360"/>
              <a:gd name="T29" fmla="*/ 2147483647 h 18"/>
              <a:gd name="T30" fmla="*/ 2147483647 w 360"/>
              <a:gd name="T31" fmla="*/ 2147483647 h 18"/>
              <a:gd name="T32" fmla="*/ 2147483647 w 360"/>
              <a:gd name="T33" fmla="*/ 2147483647 h 18"/>
              <a:gd name="T34" fmla="*/ 2147483647 w 360"/>
              <a:gd name="T35" fmla="*/ 2147483647 h 18"/>
              <a:gd name="T36" fmla="*/ 2147483647 w 360"/>
              <a:gd name="T37" fmla="*/ 2147483647 h 18"/>
              <a:gd name="T38" fmla="*/ 2147483647 w 360"/>
              <a:gd name="T39" fmla="*/ 2147483647 h 18"/>
              <a:gd name="T40" fmla="*/ 2147483647 w 360"/>
              <a:gd name="T41" fmla="*/ 2147483647 h 18"/>
              <a:gd name="T42" fmla="*/ 2147483647 w 360"/>
              <a:gd name="T43" fmla="*/ 2147483647 h 18"/>
              <a:gd name="T44" fmla="*/ 2147483647 w 360"/>
              <a:gd name="T45" fmla="*/ 2147483647 h 18"/>
              <a:gd name="T46" fmla="*/ 2147483647 w 360"/>
              <a:gd name="T47" fmla="*/ 2147483647 h 18"/>
              <a:gd name="T48" fmla="*/ 2147483647 w 360"/>
              <a:gd name="T49" fmla="*/ 2147483647 h 18"/>
              <a:gd name="T50" fmla="*/ 2147483647 w 360"/>
              <a:gd name="T51" fmla="*/ 2147483647 h 18"/>
              <a:gd name="T52" fmla="*/ 2147483647 w 360"/>
              <a:gd name="T53" fmla="*/ 2147483647 h 18"/>
              <a:gd name="T54" fmla="*/ 2147483647 w 360"/>
              <a:gd name="T55" fmla="*/ 2147483647 h 18"/>
              <a:gd name="T56" fmla="*/ 2147483647 w 360"/>
              <a:gd name="T57" fmla="*/ 2147483647 h 18"/>
              <a:gd name="T58" fmla="*/ 2147483647 w 360"/>
              <a:gd name="T59" fmla="*/ 2147483647 h 18"/>
              <a:gd name="T60" fmla="*/ 2147483647 w 360"/>
              <a:gd name="T61" fmla="*/ 2147483647 h 18"/>
              <a:gd name="T62" fmla="*/ 2147483647 w 360"/>
              <a:gd name="T63" fmla="*/ 2147483647 h 18"/>
              <a:gd name="T64" fmla="*/ 2147483647 w 360"/>
              <a:gd name="T65" fmla="*/ 2147483647 h 18"/>
              <a:gd name="T66" fmla="*/ 2147483647 w 360"/>
              <a:gd name="T67" fmla="*/ 2147483647 h 18"/>
              <a:gd name="T68" fmla="*/ 2147483647 w 360"/>
              <a:gd name="T69" fmla="*/ 2147483647 h 18"/>
              <a:gd name="T70" fmla="*/ 2147483647 w 360"/>
              <a:gd name="T71" fmla="*/ 2147483647 h 18"/>
              <a:gd name="T72" fmla="*/ 2147483647 w 360"/>
              <a:gd name="T73" fmla="*/ 2147483647 h 18"/>
              <a:gd name="T74" fmla="*/ 2147483647 w 360"/>
              <a:gd name="T75" fmla="*/ 2147483647 h 18"/>
              <a:gd name="T76" fmla="*/ 2147483647 w 360"/>
              <a:gd name="T77" fmla="*/ 2147483647 h 18"/>
              <a:gd name="T78" fmla="*/ 2147483647 w 360"/>
              <a:gd name="T79" fmla="*/ 2147483647 h 18"/>
              <a:gd name="T80" fmla="*/ 2147483647 w 360"/>
              <a:gd name="T81" fmla="*/ 2147483647 h 18"/>
              <a:gd name="T82" fmla="*/ 2147483647 w 360"/>
              <a:gd name="T83" fmla="*/ 2147483647 h 18"/>
              <a:gd name="T84" fmla="*/ 2147483647 w 360"/>
              <a:gd name="T85" fmla="*/ 2147483647 h 18"/>
              <a:gd name="T86" fmla="*/ 2147483647 w 360"/>
              <a:gd name="T87" fmla="*/ 2147483647 h 18"/>
              <a:gd name="T88" fmla="*/ 2147483647 w 360"/>
              <a:gd name="T89" fmla="*/ 2147483647 h 18"/>
              <a:gd name="T90" fmla="*/ 2147483647 w 360"/>
              <a:gd name="T91" fmla="*/ 2147483647 h 18"/>
              <a:gd name="T92" fmla="*/ 2147483647 w 360"/>
              <a:gd name="T93" fmla="*/ 2147483647 h 18"/>
              <a:gd name="T94" fmla="*/ 2147483647 w 360"/>
              <a:gd name="T95" fmla="*/ 2147483647 h 18"/>
              <a:gd name="T96" fmla="*/ 2147483647 w 360"/>
              <a:gd name="T97" fmla="*/ 2147483647 h 18"/>
              <a:gd name="T98" fmla="*/ 2147483647 w 360"/>
              <a:gd name="T99" fmla="*/ 0 h 18"/>
              <a:gd name="T100" fmla="*/ 2147483647 w 360"/>
              <a:gd name="T101" fmla="*/ 0 h 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18">
                <a:moveTo>
                  <a:pt x="0" y="18"/>
                </a:moveTo>
                <a:lnTo>
                  <a:pt x="0" y="18"/>
                </a:lnTo>
                <a:lnTo>
                  <a:pt x="6" y="18"/>
                </a:lnTo>
                <a:lnTo>
                  <a:pt x="12" y="18"/>
                </a:lnTo>
                <a:lnTo>
                  <a:pt x="18" y="18"/>
                </a:lnTo>
                <a:lnTo>
                  <a:pt x="24" y="18"/>
                </a:lnTo>
                <a:lnTo>
                  <a:pt x="30" y="18"/>
                </a:lnTo>
                <a:lnTo>
                  <a:pt x="36" y="18"/>
                </a:lnTo>
                <a:lnTo>
                  <a:pt x="42" y="18"/>
                </a:lnTo>
                <a:lnTo>
                  <a:pt x="48" y="18"/>
                </a:lnTo>
                <a:lnTo>
                  <a:pt x="54" y="18"/>
                </a:lnTo>
                <a:lnTo>
                  <a:pt x="60" y="18"/>
                </a:lnTo>
                <a:lnTo>
                  <a:pt x="66" y="18"/>
                </a:lnTo>
                <a:lnTo>
                  <a:pt x="66" y="12"/>
                </a:lnTo>
                <a:lnTo>
                  <a:pt x="72" y="12"/>
                </a:lnTo>
                <a:lnTo>
                  <a:pt x="78" y="12"/>
                </a:lnTo>
                <a:lnTo>
                  <a:pt x="84" y="12"/>
                </a:lnTo>
                <a:lnTo>
                  <a:pt x="90" y="12"/>
                </a:lnTo>
                <a:lnTo>
                  <a:pt x="96" y="12"/>
                </a:lnTo>
                <a:lnTo>
                  <a:pt x="102" y="12"/>
                </a:lnTo>
                <a:lnTo>
                  <a:pt x="108" y="12"/>
                </a:lnTo>
                <a:lnTo>
                  <a:pt x="114" y="12"/>
                </a:lnTo>
                <a:lnTo>
                  <a:pt x="120" y="12"/>
                </a:lnTo>
                <a:lnTo>
                  <a:pt x="126" y="12"/>
                </a:lnTo>
                <a:lnTo>
                  <a:pt x="132" y="12"/>
                </a:lnTo>
                <a:lnTo>
                  <a:pt x="138" y="12"/>
                </a:lnTo>
                <a:lnTo>
                  <a:pt x="144" y="12"/>
                </a:lnTo>
                <a:lnTo>
                  <a:pt x="150" y="12"/>
                </a:lnTo>
                <a:lnTo>
                  <a:pt x="156" y="12"/>
                </a:lnTo>
                <a:lnTo>
                  <a:pt x="162" y="12"/>
                </a:lnTo>
                <a:lnTo>
                  <a:pt x="168" y="12"/>
                </a:lnTo>
                <a:lnTo>
                  <a:pt x="174" y="12"/>
                </a:lnTo>
                <a:lnTo>
                  <a:pt x="180" y="12"/>
                </a:lnTo>
                <a:lnTo>
                  <a:pt x="186" y="12"/>
                </a:lnTo>
                <a:lnTo>
                  <a:pt x="192" y="12"/>
                </a:lnTo>
                <a:lnTo>
                  <a:pt x="198" y="12"/>
                </a:lnTo>
                <a:lnTo>
                  <a:pt x="204" y="12"/>
                </a:lnTo>
                <a:lnTo>
                  <a:pt x="210" y="12"/>
                </a:lnTo>
                <a:lnTo>
                  <a:pt x="216" y="12"/>
                </a:lnTo>
                <a:lnTo>
                  <a:pt x="222" y="12"/>
                </a:lnTo>
                <a:lnTo>
                  <a:pt x="228" y="12"/>
                </a:lnTo>
                <a:lnTo>
                  <a:pt x="234" y="12"/>
                </a:lnTo>
                <a:lnTo>
                  <a:pt x="240" y="12"/>
                </a:lnTo>
                <a:lnTo>
                  <a:pt x="246" y="12"/>
                </a:lnTo>
                <a:lnTo>
                  <a:pt x="252" y="12"/>
                </a:lnTo>
                <a:lnTo>
                  <a:pt x="258" y="12"/>
                </a:lnTo>
                <a:lnTo>
                  <a:pt x="258" y="6"/>
                </a:lnTo>
                <a:lnTo>
                  <a:pt x="264" y="6"/>
                </a:lnTo>
                <a:lnTo>
                  <a:pt x="270" y="6"/>
                </a:lnTo>
                <a:lnTo>
                  <a:pt x="276" y="6"/>
                </a:lnTo>
                <a:lnTo>
                  <a:pt x="282" y="6"/>
                </a:lnTo>
                <a:lnTo>
                  <a:pt x="288" y="6"/>
                </a:lnTo>
                <a:lnTo>
                  <a:pt x="294" y="6"/>
                </a:lnTo>
                <a:lnTo>
                  <a:pt x="300" y="6"/>
                </a:lnTo>
                <a:lnTo>
                  <a:pt x="306" y="6"/>
                </a:lnTo>
                <a:lnTo>
                  <a:pt x="312" y="6"/>
                </a:lnTo>
                <a:lnTo>
                  <a:pt x="318" y="6"/>
                </a:lnTo>
                <a:lnTo>
                  <a:pt x="324" y="6"/>
                </a:lnTo>
                <a:lnTo>
                  <a:pt x="330" y="6"/>
                </a:lnTo>
                <a:lnTo>
                  <a:pt x="336" y="6"/>
                </a:lnTo>
                <a:lnTo>
                  <a:pt x="342" y="6"/>
                </a:lnTo>
                <a:lnTo>
                  <a:pt x="348" y="6"/>
                </a:lnTo>
                <a:lnTo>
                  <a:pt x="348" y="0"/>
                </a:lnTo>
                <a:lnTo>
                  <a:pt x="354" y="0"/>
                </a:lnTo>
                <a:lnTo>
                  <a:pt x="360" y="0"/>
                </a:lnTo>
              </a:path>
            </a:pathLst>
          </a:custGeom>
          <a:noFill/>
          <a:ln w="9525">
            <a:solidFill>
              <a:srgbClr val="00B05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4" name="Freeform 14"/>
          <p:cNvSpPr/>
          <p:nvPr/>
        </p:nvSpPr>
        <p:spPr bwMode="auto">
          <a:xfrm>
            <a:off x="8153400" y="1754188"/>
            <a:ext cx="457200" cy="128587"/>
          </a:xfrm>
          <a:custGeom>
            <a:avLst/>
            <a:gdLst>
              <a:gd name="T0" fmla="*/ 2147483647 w 360"/>
              <a:gd name="T1" fmla="*/ 2147483647 h 102"/>
              <a:gd name="T2" fmla="*/ 2147483647 w 360"/>
              <a:gd name="T3" fmla="*/ 2147483647 h 102"/>
              <a:gd name="T4" fmla="*/ 2147483647 w 360"/>
              <a:gd name="T5" fmla="*/ 2147483647 h 102"/>
              <a:gd name="T6" fmla="*/ 2147483647 w 360"/>
              <a:gd name="T7" fmla="*/ 2147483647 h 102"/>
              <a:gd name="T8" fmla="*/ 2147483647 w 360"/>
              <a:gd name="T9" fmla="*/ 2147483647 h 102"/>
              <a:gd name="T10" fmla="*/ 2147483647 w 360"/>
              <a:gd name="T11" fmla="*/ 2147483647 h 102"/>
              <a:gd name="T12" fmla="*/ 2147483647 w 360"/>
              <a:gd name="T13" fmla="*/ 2147483647 h 102"/>
              <a:gd name="T14" fmla="*/ 2147483647 w 360"/>
              <a:gd name="T15" fmla="*/ 2147483647 h 102"/>
              <a:gd name="T16" fmla="*/ 2147483647 w 360"/>
              <a:gd name="T17" fmla="*/ 2147483647 h 102"/>
              <a:gd name="T18" fmla="*/ 2147483647 w 360"/>
              <a:gd name="T19" fmla="*/ 2147483647 h 102"/>
              <a:gd name="T20" fmla="*/ 2147483647 w 360"/>
              <a:gd name="T21" fmla="*/ 2147483647 h 102"/>
              <a:gd name="T22" fmla="*/ 2147483647 w 360"/>
              <a:gd name="T23" fmla="*/ 2147483647 h 102"/>
              <a:gd name="T24" fmla="*/ 2147483647 w 360"/>
              <a:gd name="T25" fmla="*/ 2147483647 h 102"/>
              <a:gd name="T26" fmla="*/ 2147483647 w 360"/>
              <a:gd name="T27" fmla="*/ 2147483647 h 102"/>
              <a:gd name="T28" fmla="*/ 2147483647 w 360"/>
              <a:gd name="T29" fmla="*/ 2147483647 h 102"/>
              <a:gd name="T30" fmla="*/ 2147483647 w 360"/>
              <a:gd name="T31" fmla="*/ 2147483647 h 102"/>
              <a:gd name="T32" fmla="*/ 2147483647 w 360"/>
              <a:gd name="T33" fmla="*/ 2147483647 h 102"/>
              <a:gd name="T34" fmla="*/ 2147483647 w 360"/>
              <a:gd name="T35" fmla="*/ 2147483647 h 102"/>
              <a:gd name="T36" fmla="*/ 2147483647 w 360"/>
              <a:gd name="T37" fmla="*/ 2147483647 h 102"/>
              <a:gd name="T38" fmla="*/ 2147483647 w 360"/>
              <a:gd name="T39" fmla="*/ 2147483647 h 102"/>
              <a:gd name="T40" fmla="*/ 2147483647 w 360"/>
              <a:gd name="T41" fmla="*/ 2147483647 h 102"/>
              <a:gd name="T42" fmla="*/ 2147483647 w 360"/>
              <a:gd name="T43" fmla="*/ 2147483647 h 102"/>
              <a:gd name="T44" fmla="*/ 2147483647 w 360"/>
              <a:gd name="T45" fmla="*/ 2147483647 h 102"/>
              <a:gd name="T46" fmla="*/ 2147483647 w 360"/>
              <a:gd name="T47" fmla="*/ 2147483647 h 102"/>
              <a:gd name="T48" fmla="*/ 2147483647 w 360"/>
              <a:gd name="T49" fmla="*/ 2147483647 h 102"/>
              <a:gd name="T50" fmla="*/ 2147483647 w 360"/>
              <a:gd name="T51" fmla="*/ 2147483647 h 102"/>
              <a:gd name="T52" fmla="*/ 2147483647 w 360"/>
              <a:gd name="T53" fmla="*/ 2147483647 h 102"/>
              <a:gd name="T54" fmla="*/ 2147483647 w 360"/>
              <a:gd name="T55" fmla="*/ 2147483647 h 102"/>
              <a:gd name="T56" fmla="*/ 2147483647 w 360"/>
              <a:gd name="T57" fmla="*/ 2147483647 h 102"/>
              <a:gd name="T58" fmla="*/ 2147483647 w 360"/>
              <a:gd name="T59" fmla="*/ 2147483647 h 102"/>
              <a:gd name="T60" fmla="*/ 2147483647 w 360"/>
              <a:gd name="T61" fmla="*/ 2147483647 h 102"/>
              <a:gd name="T62" fmla="*/ 2147483647 w 360"/>
              <a:gd name="T63" fmla="*/ 2147483647 h 102"/>
              <a:gd name="T64" fmla="*/ 2147483647 w 360"/>
              <a:gd name="T65" fmla="*/ 2147483647 h 102"/>
              <a:gd name="T66" fmla="*/ 2147483647 w 360"/>
              <a:gd name="T67" fmla="*/ 2147483647 h 102"/>
              <a:gd name="T68" fmla="*/ 2147483647 w 360"/>
              <a:gd name="T69" fmla="*/ 2147483647 h 102"/>
              <a:gd name="T70" fmla="*/ 2147483647 w 360"/>
              <a:gd name="T71" fmla="*/ 2147483647 h 102"/>
              <a:gd name="T72" fmla="*/ 2147483647 w 360"/>
              <a:gd name="T73" fmla="*/ 2147483647 h 102"/>
              <a:gd name="T74" fmla="*/ 2147483647 w 360"/>
              <a:gd name="T75" fmla="*/ 2147483647 h 102"/>
              <a:gd name="T76" fmla="*/ 2147483647 w 360"/>
              <a:gd name="T77" fmla="*/ 2147483647 h 102"/>
              <a:gd name="T78" fmla="*/ 2147483647 w 360"/>
              <a:gd name="T79" fmla="*/ 2147483647 h 102"/>
              <a:gd name="T80" fmla="*/ 2147483647 w 360"/>
              <a:gd name="T81" fmla="*/ 2147483647 h 102"/>
              <a:gd name="T82" fmla="*/ 2147483647 w 360"/>
              <a:gd name="T83" fmla="*/ 2147483647 h 102"/>
              <a:gd name="T84" fmla="*/ 2147483647 w 360"/>
              <a:gd name="T85" fmla="*/ 2147483647 h 102"/>
              <a:gd name="T86" fmla="*/ 2147483647 w 360"/>
              <a:gd name="T87" fmla="*/ 2147483647 h 102"/>
              <a:gd name="T88" fmla="*/ 2147483647 w 360"/>
              <a:gd name="T89" fmla="*/ 2147483647 h 102"/>
              <a:gd name="T90" fmla="*/ 2147483647 w 360"/>
              <a:gd name="T91" fmla="*/ 2147483647 h 102"/>
              <a:gd name="T92" fmla="*/ 2147483647 w 360"/>
              <a:gd name="T93" fmla="*/ 2147483647 h 102"/>
              <a:gd name="T94" fmla="*/ 2147483647 w 360"/>
              <a:gd name="T95" fmla="*/ 2147483647 h 102"/>
              <a:gd name="T96" fmla="*/ 2147483647 w 360"/>
              <a:gd name="T97" fmla="*/ 2147483647 h 102"/>
              <a:gd name="T98" fmla="*/ 2147483647 w 360"/>
              <a:gd name="T99" fmla="*/ 2147483647 h 102"/>
              <a:gd name="T100" fmla="*/ 2147483647 w 360"/>
              <a:gd name="T101" fmla="*/ 0 h 1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102">
                <a:moveTo>
                  <a:pt x="0" y="102"/>
                </a:moveTo>
                <a:lnTo>
                  <a:pt x="0" y="102"/>
                </a:lnTo>
                <a:lnTo>
                  <a:pt x="6" y="102"/>
                </a:lnTo>
                <a:lnTo>
                  <a:pt x="12" y="102"/>
                </a:lnTo>
                <a:lnTo>
                  <a:pt x="18" y="102"/>
                </a:lnTo>
                <a:lnTo>
                  <a:pt x="24" y="102"/>
                </a:lnTo>
                <a:lnTo>
                  <a:pt x="30" y="102"/>
                </a:lnTo>
                <a:lnTo>
                  <a:pt x="36" y="102"/>
                </a:lnTo>
                <a:lnTo>
                  <a:pt x="42" y="102"/>
                </a:lnTo>
                <a:lnTo>
                  <a:pt x="48" y="102"/>
                </a:lnTo>
                <a:lnTo>
                  <a:pt x="48" y="96"/>
                </a:lnTo>
                <a:lnTo>
                  <a:pt x="54" y="96"/>
                </a:lnTo>
                <a:lnTo>
                  <a:pt x="60" y="96"/>
                </a:lnTo>
                <a:lnTo>
                  <a:pt x="66" y="96"/>
                </a:lnTo>
                <a:lnTo>
                  <a:pt x="72" y="96"/>
                </a:lnTo>
                <a:lnTo>
                  <a:pt x="78" y="96"/>
                </a:lnTo>
                <a:lnTo>
                  <a:pt x="84" y="96"/>
                </a:lnTo>
                <a:lnTo>
                  <a:pt x="90" y="96"/>
                </a:lnTo>
                <a:lnTo>
                  <a:pt x="96" y="90"/>
                </a:lnTo>
                <a:lnTo>
                  <a:pt x="102" y="90"/>
                </a:lnTo>
                <a:lnTo>
                  <a:pt x="108" y="90"/>
                </a:lnTo>
                <a:lnTo>
                  <a:pt x="114" y="90"/>
                </a:lnTo>
                <a:lnTo>
                  <a:pt x="120" y="90"/>
                </a:lnTo>
                <a:lnTo>
                  <a:pt x="126" y="90"/>
                </a:lnTo>
                <a:lnTo>
                  <a:pt x="132" y="84"/>
                </a:lnTo>
                <a:lnTo>
                  <a:pt x="138" y="84"/>
                </a:lnTo>
                <a:lnTo>
                  <a:pt x="144" y="84"/>
                </a:lnTo>
                <a:lnTo>
                  <a:pt x="150" y="84"/>
                </a:lnTo>
                <a:lnTo>
                  <a:pt x="156" y="84"/>
                </a:lnTo>
                <a:lnTo>
                  <a:pt x="156" y="78"/>
                </a:lnTo>
                <a:lnTo>
                  <a:pt x="162" y="78"/>
                </a:lnTo>
                <a:lnTo>
                  <a:pt x="168" y="78"/>
                </a:lnTo>
                <a:lnTo>
                  <a:pt x="174" y="78"/>
                </a:lnTo>
                <a:lnTo>
                  <a:pt x="180" y="78"/>
                </a:lnTo>
                <a:lnTo>
                  <a:pt x="186" y="72"/>
                </a:lnTo>
                <a:lnTo>
                  <a:pt x="192" y="72"/>
                </a:lnTo>
                <a:lnTo>
                  <a:pt x="198" y="72"/>
                </a:lnTo>
                <a:lnTo>
                  <a:pt x="204" y="72"/>
                </a:lnTo>
                <a:lnTo>
                  <a:pt x="204" y="66"/>
                </a:lnTo>
                <a:lnTo>
                  <a:pt x="210" y="66"/>
                </a:lnTo>
                <a:lnTo>
                  <a:pt x="216" y="66"/>
                </a:lnTo>
                <a:lnTo>
                  <a:pt x="222" y="66"/>
                </a:lnTo>
                <a:lnTo>
                  <a:pt x="228" y="60"/>
                </a:lnTo>
                <a:lnTo>
                  <a:pt x="234" y="60"/>
                </a:lnTo>
                <a:lnTo>
                  <a:pt x="240" y="60"/>
                </a:lnTo>
                <a:lnTo>
                  <a:pt x="246" y="54"/>
                </a:lnTo>
                <a:lnTo>
                  <a:pt x="252" y="54"/>
                </a:lnTo>
                <a:lnTo>
                  <a:pt x="258" y="54"/>
                </a:lnTo>
                <a:lnTo>
                  <a:pt x="258" y="48"/>
                </a:lnTo>
                <a:lnTo>
                  <a:pt x="264" y="48"/>
                </a:lnTo>
                <a:lnTo>
                  <a:pt x="270" y="48"/>
                </a:lnTo>
                <a:lnTo>
                  <a:pt x="276" y="42"/>
                </a:lnTo>
                <a:lnTo>
                  <a:pt x="282" y="42"/>
                </a:lnTo>
                <a:lnTo>
                  <a:pt x="288" y="42"/>
                </a:lnTo>
                <a:lnTo>
                  <a:pt x="288" y="36"/>
                </a:lnTo>
                <a:lnTo>
                  <a:pt x="294" y="36"/>
                </a:lnTo>
                <a:lnTo>
                  <a:pt x="300" y="36"/>
                </a:lnTo>
                <a:lnTo>
                  <a:pt x="300" y="30"/>
                </a:lnTo>
                <a:lnTo>
                  <a:pt x="306" y="30"/>
                </a:lnTo>
                <a:lnTo>
                  <a:pt x="312" y="30"/>
                </a:lnTo>
                <a:lnTo>
                  <a:pt x="312" y="24"/>
                </a:lnTo>
                <a:lnTo>
                  <a:pt x="318" y="24"/>
                </a:lnTo>
                <a:lnTo>
                  <a:pt x="324" y="24"/>
                </a:lnTo>
                <a:lnTo>
                  <a:pt x="324" y="18"/>
                </a:lnTo>
                <a:lnTo>
                  <a:pt x="330" y="18"/>
                </a:lnTo>
                <a:lnTo>
                  <a:pt x="336" y="12"/>
                </a:lnTo>
                <a:lnTo>
                  <a:pt x="342" y="12"/>
                </a:lnTo>
                <a:lnTo>
                  <a:pt x="342" y="6"/>
                </a:lnTo>
                <a:lnTo>
                  <a:pt x="348" y="6"/>
                </a:lnTo>
                <a:lnTo>
                  <a:pt x="354" y="0"/>
                </a:lnTo>
                <a:lnTo>
                  <a:pt x="360" y="0"/>
                </a:lnTo>
              </a:path>
            </a:pathLst>
          </a:custGeom>
          <a:noFill/>
          <a:ln w="9525">
            <a:solidFill>
              <a:srgbClr val="00B05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5" name="Freeform 15"/>
          <p:cNvSpPr/>
          <p:nvPr/>
        </p:nvSpPr>
        <p:spPr bwMode="auto">
          <a:xfrm>
            <a:off x="8610600" y="709613"/>
            <a:ext cx="458788" cy="1044575"/>
          </a:xfrm>
          <a:custGeom>
            <a:avLst/>
            <a:gdLst>
              <a:gd name="T0" fmla="*/ 2147483647 w 360"/>
              <a:gd name="T1" fmla="*/ 2147483647 h 822"/>
              <a:gd name="T2" fmla="*/ 2147483647 w 360"/>
              <a:gd name="T3" fmla="*/ 2147483647 h 822"/>
              <a:gd name="T4" fmla="*/ 2147483647 w 360"/>
              <a:gd name="T5" fmla="*/ 2147483647 h 822"/>
              <a:gd name="T6" fmla="*/ 2147483647 w 360"/>
              <a:gd name="T7" fmla="*/ 2147483647 h 822"/>
              <a:gd name="T8" fmla="*/ 2147483647 w 360"/>
              <a:gd name="T9" fmla="*/ 2147483647 h 822"/>
              <a:gd name="T10" fmla="*/ 2147483647 w 360"/>
              <a:gd name="T11" fmla="*/ 2147483647 h 822"/>
              <a:gd name="T12" fmla="*/ 2147483647 w 360"/>
              <a:gd name="T13" fmla="*/ 2147483647 h 822"/>
              <a:gd name="T14" fmla="*/ 2147483647 w 360"/>
              <a:gd name="T15" fmla="*/ 2147483647 h 822"/>
              <a:gd name="T16" fmla="*/ 2147483647 w 360"/>
              <a:gd name="T17" fmla="*/ 2147483647 h 822"/>
              <a:gd name="T18" fmla="*/ 2147483647 w 360"/>
              <a:gd name="T19" fmla="*/ 2147483647 h 822"/>
              <a:gd name="T20" fmla="*/ 2147483647 w 360"/>
              <a:gd name="T21" fmla="*/ 2147483647 h 822"/>
              <a:gd name="T22" fmla="*/ 2147483647 w 360"/>
              <a:gd name="T23" fmla="*/ 2147483647 h 822"/>
              <a:gd name="T24" fmla="*/ 2147483647 w 360"/>
              <a:gd name="T25" fmla="*/ 2147483647 h 822"/>
              <a:gd name="T26" fmla="*/ 2147483647 w 360"/>
              <a:gd name="T27" fmla="*/ 2147483647 h 822"/>
              <a:gd name="T28" fmla="*/ 2147483647 w 360"/>
              <a:gd name="T29" fmla="*/ 2147483647 h 822"/>
              <a:gd name="T30" fmla="*/ 2147483647 w 360"/>
              <a:gd name="T31" fmla="*/ 2147483647 h 822"/>
              <a:gd name="T32" fmla="*/ 2147483647 w 360"/>
              <a:gd name="T33" fmla="*/ 2147483647 h 822"/>
              <a:gd name="T34" fmla="*/ 2147483647 w 360"/>
              <a:gd name="T35" fmla="*/ 2147483647 h 822"/>
              <a:gd name="T36" fmla="*/ 2147483647 w 360"/>
              <a:gd name="T37" fmla="*/ 2147483647 h 822"/>
              <a:gd name="T38" fmla="*/ 2147483647 w 360"/>
              <a:gd name="T39" fmla="*/ 2147483647 h 822"/>
              <a:gd name="T40" fmla="*/ 2147483647 w 360"/>
              <a:gd name="T41" fmla="*/ 2147483647 h 822"/>
              <a:gd name="T42" fmla="*/ 2147483647 w 360"/>
              <a:gd name="T43" fmla="*/ 2147483647 h 822"/>
              <a:gd name="T44" fmla="*/ 2147483647 w 360"/>
              <a:gd name="T45" fmla="*/ 2147483647 h 822"/>
              <a:gd name="T46" fmla="*/ 2147483647 w 360"/>
              <a:gd name="T47" fmla="*/ 2147483647 h 822"/>
              <a:gd name="T48" fmla="*/ 2147483647 w 360"/>
              <a:gd name="T49" fmla="*/ 2147483647 h 822"/>
              <a:gd name="T50" fmla="*/ 2147483647 w 360"/>
              <a:gd name="T51" fmla="*/ 2147483647 h 822"/>
              <a:gd name="T52" fmla="*/ 2147483647 w 360"/>
              <a:gd name="T53" fmla="*/ 2147483647 h 822"/>
              <a:gd name="T54" fmla="*/ 2147483647 w 360"/>
              <a:gd name="T55" fmla="*/ 2147483647 h 822"/>
              <a:gd name="T56" fmla="*/ 2147483647 w 360"/>
              <a:gd name="T57" fmla="*/ 2147483647 h 822"/>
              <a:gd name="T58" fmla="*/ 2147483647 w 360"/>
              <a:gd name="T59" fmla="*/ 2147483647 h 822"/>
              <a:gd name="T60" fmla="*/ 2147483647 w 360"/>
              <a:gd name="T61" fmla="*/ 2147483647 h 822"/>
              <a:gd name="T62" fmla="*/ 2147483647 w 360"/>
              <a:gd name="T63" fmla="*/ 2147483647 h 822"/>
              <a:gd name="T64" fmla="*/ 2147483647 w 360"/>
              <a:gd name="T65" fmla="*/ 2147483647 h 822"/>
              <a:gd name="T66" fmla="*/ 2147483647 w 360"/>
              <a:gd name="T67" fmla="*/ 2147483647 h 822"/>
              <a:gd name="T68" fmla="*/ 2147483647 w 360"/>
              <a:gd name="T69" fmla="*/ 2147483647 h 822"/>
              <a:gd name="T70" fmla="*/ 2147483647 w 360"/>
              <a:gd name="T71" fmla="*/ 2147483647 h 822"/>
              <a:gd name="T72" fmla="*/ 2147483647 w 360"/>
              <a:gd name="T73" fmla="*/ 2147483647 h 822"/>
              <a:gd name="T74" fmla="*/ 2147483647 w 360"/>
              <a:gd name="T75" fmla="*/ 2147483647 h 822"/>
              <a:gd name="T76" fmla="*/ 2147483647 w 360"/>
              <a:gd name="T77" fmla="*/ 2147483647 h 822"/>
              <a:gd name="T78" fmla="*/ 2147483647 w 360"/>
              <a:gd name="T79" fmla="*/ 2147483647 h 822"/>
              <a:gd name="T80" fmla="*/ 2147483647 w 360"/>
              <a:gd name="T81" fmla="*/ 2147483647 h 822"/>
              <a:gd name="T82" fmla="*/ 2147483647 w 360"/>
              <a:gd name="T83" fmla="*/ 2147483647 h 822"/>
              <a:gd name="T84" fmla="*/ 2147483647 w 360"/>
              <a:gd name="T85" fmla="*/ 2147483647 h 822"/>
              <a:gd name="T86" fmla="*/ 2147483647 w 360"/>
              <a:gd name="T87" fmla="*/ 2147483647 h 822"/>
              <a:gd name="T88" fmla="*/ 2147483647 w 360"/>
              <a:gd name="T89" fmla="*/ 2147483647 h 822"/>
              <a:gd name="T90" fmla="*/ 2147483647 w 360"/>
              <a:gd name="T91" fmla="*/ 2147483647 h 822"/>
              <a:gd name="T92" fmla="*/ 2147483647 w 360"/>
              <a:gd name="T93" fmla="*/ 2147483647 h 822"/>
              <a:gd name="T94" fmla="*/ 2147483647 w 360"/>
              <a:gd name="T95" fmla="*/ 2147483647 h 822"/>
              <a:gd name="T96" fmla="*/ 2147483647 w 360"/>
              <a:gd name="T97" fmla="*/ 2147483647 h 822"/>
              <a:gd name="T98" fmla="*/ 2147483647 w 360"/>
              <a:gd name="T99" fmla="*/ 2147483647 h 822"/>
              <a:gd name="T100" fmla="*/ 2147483647 w 360"/>
              <a:gd name="T101" fmla="*/ 2147483647 h 82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822">
                <a:moveTo>
                  <a:pt x="0" y="822"/>
                </a:moveTo>
                <a:lnTo>
                  <a:pt x="0" y="816"/>
                </a:lnTo>
                <a:lnTo>
                  <a:pt x="6" y="816"/>
                </a:lnTo>
                <a:lnTo>
                  <a:pt x="6" y="810"/>
                </a:lnTo>
                <a:lnTo>
                  <a:pt x="12" y="810"/>
                </a:lnTo>
                <a:lnTo>
                  <a:pt x="18" y="810"/>
                </a:lnTo>
                <a:lnTo>
                  <a:pt x="18" y="804"/>
                </a:lnTo>
                <a:lnTo>
                  <a:pt x="24" y="804"/>
                </a:lnTo>
                <a:lnTo>
                  <a:pt x="24" y="798"/>
                </a:lnTo>
                <a:lnTo>
                  <a:pt x="30" y="798"/>
                </a:lnTo>
                <a:lnTo>
                  <a:pt x="30" y="792"/>
                </a:lnTo>
                <a:lnTo>
                  <a:pt x="36" y="792"/>
                </a:lnTo>
                <a:lnTo>
                  <a:pt x="42" y="786"/>
                </a:lnTo>
                <a:lnTo>
                  <a:pt x="48" y="780"/>
                </a:lnTo>
                <a:lnTo>
                  <a:pt x="54" y="780"/>
                </a:lnTo>
                <a:lnTo>
                  <a:pt x="54" y="774"/>
                </a:lnTo>
                <a:lnTo>
                  <a:pt x="60" y="774"/>
                </a:lnTo>
                <a:lnTo>
                  <a:pt x="60" y="768"/>
                </a:lnTo>
                <a:lnTo>
                  <a:pt x="66" y="768"/>
                </a:lnTo>
                <a:lnTo>
                  <a:pt x="66" y="762"/>
                </a:lnTo>
                <a:lnTo>
                  <a:pt x="72" y="762"/>
                </a:lnTo>
                <a:lnTo>
                  <a:pt x="72" y="756"/>
                </a:lnTo>
                <a:lnTo>
                  <a:pt x="78" y="756"/>
                </a:lnTo>
                <a:lnTo>
                  <a:pt x="78" y="750"/>
                </a:lnTo>
                <a:lnTo>
                  <a:pt x="84" y="744"/>
                </a:lnTo>
                <a:lnTo>
                  <a:pt x="90" y="738"/>
                </a:lnTo>
                <a:lnTo>
                  <a:pt x="90" y="732"/>
                </a:lnTo>
                <a:lnTo>
                  <a:pt x="96" y="732"/>
                </a:lnTo>
                <a:lnTo>
                  <a:pt x="96" y="726"/>
                </a:lnTo>
                <a:lnTo>
                  <a:pt x="102" y="726"/>
                </a:lnTo>
                <a:lnTo>
                  <a:pt x="102" y="720"/>
                </a:lnTo>
                <a:lnTo>
                  <a:pt x="108" y="720"/>
                </a:lnTo>
                <a:lnTo>
                  <a:pt x="108" y="714"/>
                </a:lnTo>
                <a:lnTo>
                  <a:pt x="114" y="708"/>
                </a:lnTo>
                <a:lnTo>
                  <a:pt x="114" y="702"/>
                </a:lnTo>
                <a:lnTo>
                  <a:pt x="120" y="702"/>
                </a:lnTo>
                <a:lnTo>
                  <a:pt x="120" y="696"/>
                </a:lnTo>
                <a:lnTo>
                  <a:pt x="126" y="696"/>
                </a:lnTo>
                <a:lnTo>
                  <a:pt x="126" y="690"/>
                </a:lnTo>
                <a:lnTo>
                  <a:pt x="126" y="684"/>
                </a:lnTo>
                <a:lnTo>
                  <a:pt x="132" y="684"/>
                </a:lnTo>
                <a:lnTo>
                  <a:pt x="132" y="678"/>
                </a:lnTo>
                <a:lnTo>
                  <a:pt x="138" y="678"/>
                </a:lnTo>
                <a:lnTo>
                  <a:pt x="138" y="672"/>
                </a:lnTo>
                <a:lnTo>
                  <a:pt x="144" y="666"/>
                </a:lnTo>
                <a:lnTo>
                  <a:pt x="144" y="660"/>
                </a:lnTo>
                <a:lnTo>
                  <a:pt x="150" y="660"/>
                </a:lnTo>
                <a:lnTo>
                  <a:pt x="150" y="654"/>
                </a:lnTo>
                <a:lnTo>
                  <a:pt x="150" y="648"/>
                </a:lnTo>
                <a:lnTo>
                  <a:pt x="156" y="648"/>
                </a:lnTo>
                <a:lnTo>
                  <a:pt x="156" y="642"/>
                </a:lnTo>
                <a:lnTo>
                  <a:pt x="162" y="636"/>
                </a:lnTo>
                <a:lnTo>
                  <a:pt x="162" y="630"/>
                </a:lnTo>
                <a:lnTo>
                  <a:pt x="168" y="630"/>
                </a:lnTo>
                <a:lnTo>
                  <a:pt x="168" y="624"/>
                </a:lnTo>
                <a:lnTo>
                  <a:pt x="168" y="618"/>
                </a:lnTo>
                <a:lnTo>
                  <a:pt x="174" y="618"/>
                </a:lnTo>
                <a:lnTo>
                  <a:pt x="174" y="612"/>
                </a:lnTo>
                <a:lnTo>
                  <a:pt x="174" y="606"/>
                </a:lnTo>
                <a:lnTo>
                  <a:pt x="180" y="606"/>
                </a:lnTo>
                <a:lnTo>
                  <a:pt x="180" y="600"/>
                </a:lnTo>
                <a:lnTo>
                  <a:pt x="180" y="594"/>
                </a:lnTo>
                <a:lnTo>
                  <a:pt x="186" y="594"/>
                </a:lnTo>
                <a:lnTo>
                  <a:pt x="186" y="588"/>
                </a:lnTo>
                <a:lnTo>
                  <a:pt x="192" y="582"/>
                </a:lnTo>
                <a:lnTo>
                  <a:pt x="192" y="576"/>
                </a:lnTo>
                <a:lnTo>
                  <a:pt x="198" y="570"/>
                </a:lnTo>
                <a:lnTo>
                  <a:pt x="198" y="564"/>
                </a:lnTo>
                <a:lnTo>
                  <a:pt x="198" y="558"/>
                </a:lnTo>
                <a:lnTo>
                  <a:pt x="204" y="558"/>
                </a:lnTo>
                <a:lnTo>
                  <a:pt x="204" y="552"/>
                </a:lnTo>
                <a:lnTo>
                  <a:pt x="204" y="546"/>
                </a:lnTo>
                <a:lnTo>
                  <a:pt x="210" y="540"/>
                </a:lnTo>
                <a:lnTo>
                  <a:pt x="210" y="534"/>
                </a:lnTo>
                <a:lnTo>
                  <a:pt x="216" y="528"/>
                </a:lnTo>
                <a:lnTo>
                  <a:pt x="216" y="522"/>
                </a:lnTo>
                <a:lnTo>
                  <a:pt x="222" y="516"/>
                </a:lnTo>
                <a:lnTo>
                  <a:pt x="222" y="510"/>
                </a:lnTo>
                <a:lnTo>
                  <a:pt x="222" y="504"/>
                </a:lnTo>
                <a:lnTo>
                  <a:pt x="228" y="498"/>
                </a:lnTo>
                <a:lnTo>
                  <a:pt x="228" y="492"/>
                </a:lnTo>
                <a:lnTo>
                  <a:pt x="228" y="486"/>
                </a:lnTo>
                <a:lnTo>
                  <a:pt x="234" y="486"/>
                </a:lnTo>
                <a:lnTo>
                  <a:pt x="234" y="480"/>
                </a:lnTo>
                <a:lnTo>
                  <a:pt x="234" y="474"/>
                </a:lnTo>
                <a:lnTo>
                  <a:pt x="240" y="468"/>
                </a:lnTo>
                <a:lnTo>
                  <a:pt x="240" y="462"/>
                </a:lnTo>
                <a:lnTo>
                  <a:pt x="240" y="456"/>
                </a:lnTo>
                <a:lnTo>
                  <a:pt x="246" y="456"/>
                </a:lnTo>
                <a:lnTo>
                  <a:pt x="246" y="450"/>
                </a:lnTo>
                <a:lnTo>
                  <a:pt x="246" y="444"/>
                </a:lnTo>
                <a:lnTo>
                  <a:pt x="246" y="438"/>
                </a:lnTo>
                <a:lnTo>
                  <a:pt x="252" y="432"/>
                </a:lnTo>
                <a:lnTo>
                  <a:pt x="252" y="426"/>
                </a:lnTo>
                <a:lnTo>
                  <a:pt x="252" y="420"/>
                </a:lnTo>
                <a:lnTo>
                  <a:pt x="258" y="420"/>
                </a:lnTo>
                <a:lnTo>
                  <a:pt x="258" y="414"/>
                </a:lnTo>
                <a:lnTo>
                  <a:pt x="258" y="408"/>
                </a:lnTo>
                <a:lnTo>
                  <a:pt x="264" y="402"/>
                </a:lnTo>
                <a:lnTo>
                  <a:pt x="264" y="396"/>
                </a:lnTo>
                <a:lnTo>
                  <a:pt x="264" y="390"/>
                </a:lnTo>
                <a:lnTo>
                  <a:pt x="270" y="384"/>
                </a:lnTo>
                <a:lnTo>
                  <a:pt x="270" y="378"/>
                </a:lnTo>
                <a:lnTo>
                  <a:pt x="270" y="372"/>
                </a:lnTo>
                <a:lnTo>
                  <a:pt x="270" y="366"/>
                </a:lnTo>
                <a:lnTo>
                  <a:pt x="276" y="360"/>
                </a:lnTo>
                <a:lnTo>
                  <a:pt x="276" y="354"/>
                </a:lnTo>
                <a:lnTo>
                  <a:pt x="276" y="348"/>
                </a:lnTo>
                <a:lnTo>
                  <a:pt x="282" y="342"/>
                </a:lnTo>
                <a:lnTo>
                  <a:pt x="282" y="336"/>
                </a:lnTo>
                <a:lnTo>
                  <a:pt x="282" y="330"/>
                </a:lnTo>
                <a:lnTo>
                  <a:pt x="288" y="324"/>
                </a:lnTo>
                <a:lnTo>
                  <a:pt x="288" y="318"/>
                </a:lnTo>
                <a:lnTo>
                  <a:pt x="288" y="312"/>
                </a:lnTo>
                <a:lnTo>
                  <a:pt x="288" y="306"/>
                </a:lnTo>
                <a:lnTo>
                  <a:pt x="288" y="300"/>
                </a:lnTo>
                <a:lnTo>
                  <a:pt x="294" y="294"/>
                </a:lnTo>
                <a:lnTo>
                  <a:pt x="294" y="288"/>
                </a:lnTo>
                <a:lnTo>
                  <a:pt x="294" y="282"/>
                </a:lnTo>
                <a:lnTo>
                  <a:pt x="300" y="276"/>
                </a:lnTo>
                <a:lnTo>
                  <a:pt x="300" y="270"/>
                </a:lnTo>
                <a:lnTo>
                  <a:pt x="300" y="264"/>
                </a:lnTo>
                <a:lnTo>
                  <a:pt x="300" y="258"/>
                </a:lnTo>
                <a:lnTo>
                  <a:pt x="306" y="252"/>
                </a:lnTo>
                <a:lnTo>
                  <a:pt x="306" y="246"/>
                </a:lnTo>
                <a:lnTo>
                  <a:pt x="306" y="240"/>
                </a:lnTo>
                <a:lnTo>
                  <a:pt x="312" y="234"/>
                </a:lnTo>
                <a:lnTo>
                  <a:pt x="312" y="228"/>
                </a:lnTo>
                <a:lnTo>
                  <a:pt x="312" y="222"/>
                </a:lnTo>
                <a:lnTo>
                  <a:pt x="312" y="216"/>
                </a:lnTo>
                <a:lnTo>
                  <a:pt x="312" y="210"/>
                </a:lnTo>
                <a:lnTo>
                  <a:pt x="318" y="204"/>
                </a:lnTo>
                <a:lnTo>
                  <a:pt x="318" y="198"/>
                </a:lnTo>
                <a:lnTo>
                  <a:pt x="318" y="192"/>
                </a:lnTo>
                <a:lnTo>
                  <a:pt x="318" y="186"/>
                </a:lnTo>
                <a:lnTo>
                  <a:pt x="324" y="180"/>
                </a:lnTo>
                <a:lnTo>
                  <a:pt x="324" y="174"/>
                </a:lnTo>
                <a:lnTo>
                  <a:pt x="324" y="168"/>
                </a:lnTo>
                <a:lnTo>
                  <a:pt x="324" y="162"/>
                </a:lnTo>
                <a:lnTo>
                  <a:pt x="330" y="156"/>
                </a:lnTo>
                <a:lnTo>
                  <a:pt x="330" y="150"/>
                </a:lnTo>
                <a:lnTo>
                  <a:pt x="330" y="144"/>
                </a:lnTo>
                <a:lnTo>
                  <a:pt x="330" y="132"/>
                </a:lnTo>
                <a:lnTo>
                  <a:pt x="336" y="126"/>
                </a:lnTo>
                <a:lnTo>
                  <a:pt x="336" y="120"/>
                </a:lnTo>
                <a:lnTo>
                  <a:pt x="336" y="114"/>
                </a:lnTo>
                <a:lnTo>
                  <a:pt x="336" y="108"/>
                </a:lnTo>
                <a:lnTo>
                  <a:pt x="336" y="102"/>
                </a:lnTo>
                <a:lnTo>
                  <a:pt x="342" y="96"/>
                </a:lnTo>
                <a:lnTo>
                  <a:pt x="342" y="90"/>
                </a:lnTo>
                <a:lnTo>
                  <a:pt x="342" y="84"/>
                </a:lnTo>
                <a:lnTo>
                  <a:pt x="342" y="72"/>
                </a:lnTo>
                <a:lnTo>
                  <a:pt x="348" y="66"/>
                </a:lnTo>
                <a:lnTo>
                  <a:pt x="348" y="60"/>
                </a:lnTo>
                <a:lnTo>
                  <a:pt x="348" y="54"/>
                </a:lnTo>
                <a:lnTo>
                  <a:pt x="348" y="48"/>
                </a:lnTo>
                <a:lnTo>
                  <a:pt x="354" y="42"/>
                </a:lnTo>
                <a:lnTo>
                  <a:pt x="354" y="30"/>
                </a:lnTo>
                <a:lnTo>
                  <a:pt x="354" y="24"/>
                </a:lnTo>
                <a:lnTo>
                  <a:pt x="354" y="18"/>
                </a:lnTo>
                <a:lnTo>
                  <a:pt x="360" y="12"/>
                </a:lnTo>
                <a:lnTo>
                  <a:pt x="360" y="0"/>
                </a:lnTo>
              </a:path>
            </a:pathLst>
          </a:custGeom>
          <a:noFill/>
          <a:ln w="9525" cap="flat">
            <a:gradFill>
              <a:gsLst>
                <a:gs pos="0">
                  <a:srgbClr val="14CD68"/>
                </a:gs>
                <a:gs pos="100000">
                  <a:srgbClr val="0B6E38"/>
                </a:gs>
              </a:gsLst>
            </a:gra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6" name="Freeform 16"/>
          <p:cNvSpPr/>
          <p:nvPr/>
        </p:nvSpPr>
        <p:spPr bwMode="auto">
          <a:xfrm>
            <a:off x="9069388" y="457200"/>
            <a:ext cx="38100" cy="252413"/>
          </a:xfrm>
          <a:custGeom>
            <a:avLst/>
            <a:gdLst>
              <a:gd name="T0" fmla="*/ 0 w 30"/>
              <a:gd name="T1" fmla="*/ 2147483647 h 198"/>
              <a:gd name="T2" fmla="*/ 0 w 30"/>
              <a:gd name="T3" fmla="*/ 2147483647 h 198"/>
              <a:gd name="T4" fmla="*/ 0 w 30"/>
              <a:gd name="T5" fmla="*/ 2147483647 h 198"/>
              <a:gd name="T6" fmla="*/ 0 w 30"/>
              <a:gd name="T7" fmla="*/ 2147483647 h 198"/>
              <a:gd name="T8" fmla="*/ 2147483647 w 30"/>
              <a:gd name="T9" fmla="*/ 2147483647 h 198"/>
              <a:gd name="T10" fmla="*/ 2147483647 w 30"/>
              <a:gd name="T11" fmla="*/ 2147483647 h 198"/>
              <a:gd name="T12" fmla="*/ 2147483647 w 30"/>
              <a:gd name="T13" fmla="*/ 2147483647 h 198"/>
              <a:gd name="T14" fmla="*/ 2147483647 w 30"/>
              <a:gd name="T15" fmla="*/ 2147483647 h 198"/>
              <a:gd name="T16" fmla="*/ 2147483647 w 30"/>
              <a:gd name="T17" fmla="*/ 2147483647 h 198"/>
              <a:gd name="T18" fmla="*/ 2147483647 w 30"/>
              <a:gd name="T19" fmla="*/ 2147483647 h 198"/>
              <a:gd name="T20" fmla="*/ 2147483647 w 30"/>
              <a:gd name="T21" fmla="*/ 2147483647 h 198"/>
              <a:gd name="T22" fmla="*/ 2147483647 w 30"/>
              <a:gd name="T23" fmla="*/ 2147483647 h 198"/>
              <a:gd name="T24" fmla="*/ 2147483647 w 30"/>
              <a:gd name="T25" fmla="*/ 2147483647 h 198"/>
              <a:gd name="T26" fmla="*/ 2147483647 w 30"/>
              <a:gd name="T27" fmla="*/ 2147483647 h 198"/>
              <a:gd name="T28" fmla="*/ 2147483647 w 30"/>
              <a:gd name="T29" fmla="*/ 2147483647 h 198"/>
              <a:gd name="T30" fmla="*/ 2147483647 w 30"/>
              <a:gd name="T31" fmla="*/ 2147483647 h 198"/>
              <a:gd name="T32" fmla="*/ 2147483647 w 30"/>
              <a:gd name="T33" fmla="*/ 2147483647 h 198"/>
              <a:gd name="T34" fmla="*/ 2147483647 w 30"/>
              <a:gd name="T35" fmla="*/ 2147483647 h 198"/>
              <a:gd name="T36" fmla="*/ 2147483647 w 30"/>
              <a:gd name="T37" fmla="*/ 2147483647 h 198"/>
              <a:gd name="T38" fmla="*/ 2147483647 w 30"/>
              <a:gd name="T39" fmla="*/ 2147483647 h 198"/>
              <a:gd name="T40" fmla="*/ 2147483647 w 30"/>
              <a:gd name="T41" fmla="*/ 2147483647 h 198"/>
              <a:gd name="T42" fmla="*/ 2147483647 w 30"/>
              <a:gd name="T43" fmla="*/ 2147483647 h 198"/>
              <a:gd name="T44" fmla="*/ 2147483647 w 30"/>
              <a:gd name="T45" fmla="*/ 2147483647 h 198"/>
              <a:gd name="T46" fmla="*/ 2147483647 w 30"/>
              <a:gd name="T47" fmla="*/ 2147483647 h 198"/>
              <a:gd name="T48" fmla="*/ 2147483647 w 30"/>
              <a:gd name="T49" fmla="*/ 0 h 1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0" h="198">
                <a:moveTo>
                  <a:pt x="0" y="198"/>
                </a:moveTo>
                <a:lnTo>
                  <a:pt x="0" y="192"/>
                </a:lnTo>
                <a:lnTo>
                  <a:pt x="0" y="186"/>
                </a:lnTo>
                <a:lnTo>
                  <a:pt x="0" y="180"/>
                </a:lnTo>
                <a:lnTo>
                  <a:pt x="6" y="168"/>
                </a:lnTo>
                <a:lnTo>
                  <a:pt x="6" y="162"/>
                </a:lnTo>
                <a:lnTo>
                  <a:pt x="6" y="156"/>
                </a:lnTo>
                <a:lnTo>
                  <a:pt x="6" y="144"/>
                </a:lnTo>
                <a:lnTo>
                  <a:pt x="12" y="138"/>
                </a:lnTo>
                <a:lnTo>
                  <a:pt x="12" y="132"/>
                </a:lnTo>
                <a:lnTo>
                  <a:pt x="12" y="120"/>
                </a:lnTo>
                <a:lnTo>
                  <a:pt x="12" y="114"/>
                </a:lnTo>
                <a:lnTo>
                  <a:pt x="18" y="108"/>
                </a:lnTo>
                <a:lnTo>
                  <a:pt x="18" y="96"/>
                </a:lnTo>
                <a:lnTo>
                  <a:pt x="18" y="90"/>
                </a:lnTo>
                <a:lnTo>
                  <a:pt x="18" y="78"/>
                </a:lnTo>
                <a:lnTo>
                  <a:pt x="24" y="72"/>
                </a:lnTo>
                <a:lnTo>
                  <a:pt x="24" y="66"/>
                </a:lnTo>
                <a:lnTo>
                  <a:pt x="24" y="54"/>
                </a:lnTo>
                <a:lnTo>
                  <a:pt x="24" y="48"/>
                </a:lnTo>
                <a:lnTo>
                  <a:pt x="24" y="36"/>
                </a:lnTo>
                <a:lnTo>
                  <a:pt x="30" y="30"/>
                </a:lnTo>
                <a:lnTo>
                  <a:pt x="30" y="18"/>
                </a:lnTo>
                <a:lnTo>
                  <a:pt x="30" y="12"/>
                </a:lnTo>
                <a:lnTo>
                  <a:pt x="30" y="0"/>
                </a:lnTo>
              </a:path>
            </a:pathLst>
          </a:custGeom>
          <a:noFill/>
          <a:ln w="9525" cap="flat">
            <a:solidFill>
              <a:srgbClr val="00FF0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7" name="Freeform 17"/>
          <p:cNvSpPr/>
          <p:nvPr/>
        </p:nvSpPr>
        <p:spPr bwMode="auto">
          <a:xfrm>
            <a:off x="8077200" y="457200"/>
            <a:ext cx="457200" cy="1258888"/>
          </a:xfrm>
          <a:custGeom>
            <a:avLst/>
            <a:gdLst>
              <a:gd name="T0" fmla="*/ 2147483647 w 360"/>
              <a:gd name="T1" fmla="*/ 2147483647 h 990"/>
              <a:gd name="T2" fmla="*/ 2147483647 w 360"/>
              <a:gd name="T3" fmla="*/ 2147483647 h 990"/>
              <a:gd name="T4" fmla="*/ 2147483647 w 360"/>
              <a:gd name="T5" fmla="*/ 2147483647 h 990"/>
              <a:gd name="T6" fmla="*/ 2147483647 w 360"/>
              <a:gd name="T7" fmla="*/ 2147483647 h 990"/>
              <a:gd name="T8" fmla="*/ 2147483647 w 360"/>
              <a:gd name="T9" fmla="*/ 2147483647 h 990"/>
              <a:gd name="T10" fmla="*/ 2147483647 w 360"/>
              <a:gd name="T11" fmla="*/ 2147483647 h 990"/>
              <a:gd name="T12" fmla="*/ 2147483647 w 360"/>
              <a:gd name="T13" fmla="*/ 2147483647 h 990"/>
              <a:gd name="T14" fmla="*/ 2147483647 w 360"/>
              <a:gd name="T15" fmla="*/ 2147483647 h 990"/>
              <a:gd name="T16" fmla="*/ 2147483647 w 360"/>
              <a:gd name="T17" fmla="*/ 2147483647 h 990"/>
              <a:gd name="T18" fmla="*/ 2147483647 w 360"/>
              <a:gd name="T19" fmla="*/ 2147483647 h 990"/>
              <a:gd name="T20" fmla="*/ 2147483647 w 360"/>
              <a:gd name="T21" fmla="*/ 2147483647 h 990"/>
              <a:gd name="T22" fmla="*/ 2147483647 w 360"/>
              <a:gd name="T23" fmla="*/ 2147483647 h 990"/>
              <a:gd name="T24" fmla="*/ 2147483647 w 360"/>
              <a:gd name="T25" fmla="*/ 2147483647 h 990"/>
              <a:gd name="T26" fmla="*/ 2147483647 w 360"/>
              <a:gd name="T27" fmla="*/ 2147483647 h 990"/>
              <a:gd name="T28" fmla="*/ 2147483647 w 360"/>
              <a:gd name="T29" fmla="*/ 2147483647 h 990"/>
              <a:gd name="T30" fmla="*/ 2147483647 w 360"/>
              <a:gd name="T31" fmla="*/ 2147483647 h 990"/>
              <a:gd name="T32" fmla="*/ 2147483647 w 360"/>
              <a:gd name="T33" fmla="*/ 2147483647 h 990"/>
              <a:gd name="T34" fmla="*/ 2147483647 w 360"/>
              <a:gd name="T35" fmla="*/ 2147483647 h 990"/>
              <a:gd name="T36" fmla="*/ 2147483647 w 360"/>
              <a:gd name="T37" fmla="*/ 2147483647 h 990"/>
              <a:gd name="T38" fmla="*/ 2147483647 w 360"/>
              <a:gd name="T39" fmla="*/ 2147483647 h 990"/>
              <a:gd name="T40" fmla="*/ 2147483647 w 360"/>
              <a:gd name="T41" fmla="*/ 2147483647 h 990"/>
              <a:gd name="T42" fmla="*/ 2147483647 w 360"/>
              <a:gd name="T43" fmla="*/ 2147483647 h 990"/>
              <a:gd name="T44" fmla="*/ 2147483647 w 360"/>
              <a:gd name="T45" fmla="*/ 2147483647 h 990"/>
              <a:gd name="T46" fmla="*/ 2147483647 w 360"/>
              <a:gd name="T47" fmla="*/ 2147483647 h 990"/>
              <a:gd name="T48" fmla="*/ 2147483647 w 360"/>
              <a:gd name="T49" fmla="*/ 2147483647 h 990"/>
              <a:gd name="T50" fmla="*/ 2147483647 w 360"/>
              <a:gd name="T51" fmla="*/ 2147483647 h 990"/>
              <a:gd name="T52" fmla="*/ 2147483647 w 360"/>
              <a:gd name="T53" fmla="*/ 2147483647 h 990"/>
              <a:gd name="T54" fmla="*/ 2147483647 w 360"/>
              <a:gd name="T55" fmla="*/ 2147483647 h 990"/>
              <a:gd name="T56" fmla="*/ 2147483647 w 360"/>
              <a:gd name="T57" fmla="*/ 2147483647 h 990"/>
              <a:gd name="T58" fmla="*/ 2147483647 w 360"/>
              <a:gd name="T59" fmla="*/ 2147483647 h 990"/>
              <a:gd name="T60" fmla="*/ 2147483647 w 360"/>
              <a:gd name="T61" fmla="*/ 2147483647 h 990"/>
              <a:gd name="T62" fmla="*/ 2147483647 w 360"/>
              <a:gd name="T63" fmla="*/ 2147483647 h 990"/>
              <a:gd name="T64" fmla="*/ 2147483647 w 360"/>
              <a:gd name="T65" fmla="*/ 2147483647 h 990"/>
              <a:gd name="T66" fmla="*/ 2147483647 w 360"/>
              <a:gd name="T67" fmla="*/ 2147483647 h 990"/>
              <a:gd name="T68" fmla="*/ 2147483647 w 360"/>
              <a:gd name="T69" fmla="*/ 2147483647 h 990"/>
              <a:gd name="T70" fmla="*/ 2147483647 w 360"/>
              <a:gd name="T71" fmla="*/ 2147483647 h 990"/>
              <a:gd name="T72" fmla="*/ 2147483647 w 360"/>
              <a:gd name="T73" fmla="*/ 2147483647 h 990"/>
              <a:gd name="T74" fmla="*/ 2147483647 w 360"/>
              <a:gd name="T75" fmla="*/ 2147483647 h 990"/>
              <a:gd name="T76" fmla="*/ 2147483647 w 360"/>
              <a:gd name="T77" fmla="*/ 2147483647 h 990"/>
              <a:gd name="T78" fmla="*/ 2147483647 w 360"/>
              <a:gd name="T79" fmla="*/ 2147483647 h 990"/>
              <a:gd name="T80" fmla="*/ 2147483647 w 360"/>
              <a:gd name="T81" fmla="*/ 2147483647 h 990"/>
              <a:gd name="T82" fmla="*/ 2147483647 w 360"/>
              <a:gd name="T83" fmla="*/ 2147483647 h 990"/>
              <a:gd name="T84" fmla="*/ 2147483647 w 360"/>
              <a:gd name="T85" fmla="*/ 2147483647 h 990"/>
              <a:gd name="T86" fmla="*/ 2147483647 w 360"/>
              <a:gd name="T87" fmla="*/ 2147483647 h 990"/>
              <a:gd name="T88" fmla="*/ 2147483647 w 360"/>
              <a:gd name="T89" fmla="*/ 2147483647 h 990"/>
              <a:gd name="T90" fmla="*/ 2147483647 w 360"/>
              <a:gd name="T91" fmla="*/ 2147483647 h 990"/>
              <a:gd name="T92" fmla="*/ 2147483647 w 360"/>
              <a:gd name="T93" fmla="*/ 2147483647 h 990"/>
              <a:gd name="T94" fmla="*/ 2147483647 w 360"/>
              <a:gd name="T95" fmla="*/ 2147483647 h 990"/>
              <a:gd name="T96" fmla="*/ 2147483647 w 360"/>
              <a:gd name="T97" fmla="*/ 2147483647 h 990"/>
              <a:gd name="T98" fmla="*/ 2147483647 w 360"/>
              <a:gd name="T99" fmla="*/ 2147483647 h 990"/>
              <a:gd name="T100" fmla="*/ 2147483647 w 360"/>
              <a:gd name="T101" fmla="*/ 2147483647 h 9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990">
                <a:moveTo>
                  <a:pt x="0" y="0"/>
                </a:moveTo>
                <a:lnTo>
                  <a:pt x="0" y="12"/>
                </a:lnTo>
                <a:lnTo>
                  <a:pt x="0" y="18"/>
                </a:lnTo>
                <a:lnTo>
                  <a:pt x="0" y="30"/>
                </a:lnTo>
                <a:lnTo>
                  <a:pt x="6" y="36"/>
                </a:lnTo>
                <a:lnTo>
                  <a:pt x="6" y="48"/>
                </a:lnTo>
                <a:lnTo>
                  <a:pt x="6" y="54"/>
                </a:lnTo>
                <a:lnTo>
                  <a:pt x="6" y="66"/>
                </a:lnTo>
                <a:lnTo>
                  <a:pt x="6" y="72"/>
                </a:lnTo>
                <a:lnTo>
                  <a:pt x="12" y="78"/>
                </a:lnTo>
                <a:lnTo>
                  <a:pt x="12" y="90"/>
                </a:lnTo>
                <a:lnTo>
                  <a:pt x="12" y="96"/>
                </a:lnTo>
                <a:lnTo>
                  <a:pt x="12" y="108"/>
                </a:lnTo>
                <a:lnTo>
                  <a:pt x="18" y="114"/>
                </a:lnTo>
                <a:lnTo>
                  <a:pt x="18" y="120"/>
                </a:lnTo>
                <a:lnTo>
                  <a:pt x="18" y="132"/>
                </a:lnTo>
                <a:lnTo>
                  <a:pt x="18" y="138"/>
                </a:lnTo>
                <a:lnTo>
                  <a:pt x="24" y="144"/>
                </a:lnTo>
                <a:lnTo>
                  <a:pt x="24" y="156"/>
                </a:lnTo>
                <a:lnTo>
                  <a:pt x="24" y="162"/>
                </a:lnTo>
                <a:lnTo>
                  <a:pt x="24" y="168"/>
                </a:lnTo>
                <a:lnTo>
                  <a:pt x="30" y="180"/>
                </a:lnTo>
                <a:lnTo>
                  <a:pt x="30" y="186"/>
                </a:lnTo>
                <a:lnTo>
                  <a:pt x="30" y="192"/>
                </a:lnTo>
                <a:lnTo>
                  <a:pt x="30" y="198"/>
                </a:lnTo>
                <a:lnTo>
                  <a:pt x="30" y="210"/>
                </a:lnTo>
                <a:lnTo>
                  <a:pt x="36" y="216"/>
                </a:lnTo>
                <a:lnTo>
                  <a:pt x="36" y="222"/>
                </a:lnTo>
                <a:lnTo>
                  <a:pt x="36" y="228"/>
                </a:lnTo>
                <a:lnTo>
                  <a:pt x="36" y="240"/>
                </a:lnTo>
                <a:lnTo>
                  <a:pt x="42" y="246"/>
                </a:lnTo>
                <a:lnTo>
                  <a:pt x="42" y="252"/>
                </a:lnTo>
                <a:lnTo>
                  <a:pt x="42" y="258"/>
                </a:lnTo>
                <a:lnTo>
                  <a:pt x="42" y="264"/>
                </a:lnTo>
                <a:lnTo>
                  <a:pt x="48" y="270"/>
                </a:lnTo>
                <a:lnTo>
                  <a:pt x="48" y="282"/>
                </a:lnTo>
                <a:lnTo>
                  <a:pt x="48" y="288"/>
                </a:lnTo>
                <a:lnTo>
                  <a:pt x="48" y="294"/>
                </a:lnTo>
                <a:lnTo>
                  <a:pt x="54" y="300"/>
                </a:lnTo>
                <a:lnTo>
                  <a:pt x="54" y="306"/>
                </a:lnTo>
                <a:lnTo>
                  <a:pt x="54" y="312"/>
                </a:lnTo>
                <a:lnTo>
                  <a:pt x="54" y="318"/>
                </a:lnTo>
                <a:lnTo>
                  <a:pt x="54" y="324"/>
                </a:lnTo>
                <a:lnTo>
                  <a:pt x="60" y="330"/>
                </a:lnTo>
                <a:lnTo>
                  <a:pt x="60" y="342"/>
                </a:lnTo>
                <a:lnTo>
                  <a:pt x="60" y="348"/>
                </a:lnTo>
                <a:lnTo>
                  <a:pt x="60" y="354"/>
                </a:lnTo>
                <a:lnTo>
                  <a:pt x="66" y="360"/>
                </a:lnTo>
                <a:lnTo>
                  <a:pt x="66" y="366"/>
                </a:lnTo>
                <a:lnTo>
                  <a:pt x="66" y="372"/>
                </a:lnTo>
                <a:lnTo>
                  <a:pt x="66" y="378"/>
                </a:lnTo>
                <a:lnTo>
                  <a:pt x="72" y="384"/>
                </a:lnTo>
                <a:lnTo>
                  <a:pt x="72" y="390"/>
                </a:lnTo>
                <a:lnTo>
                  <a:pt x="72" y="396"/>
                </a:lnTo>
                <a:lnTo>
                  <a:pt x="72" y="402"/>
                </a:lnTo>
                <a:lnTo>
                  <a:pt x="78" y="408"/>
                </a:lnTo>
                <a:lnTo>
                  <a:pt x="78" y="414"/>
                </a:lnTo>
                <a:lnTo>
                  <a:pt x="78" y="420"/>
                </a:lnTo>
                <a:lnTo>
                  <a:pt x="78" y="426"/>
                </a:lnTo>
                <a:lnTo>
                  <a:pt x="78" y="432"/>
                </a:lnTo>
                <a:lnTo>
                  <a:pt x="84" y="438"/>
                </a:lnTo>
                <a:lnTo>
                  <a:pt x="84" y="444"/>
                </a:lnTo>
                <a:lnTo>
                  <a:pt x="84" y="450"/>
                </a:lnTo>
                <a:lnTo>
                  <a:pt x="90" y="456"/>
                </a:lnTo>
                <a:lnTo>
                  <a:pt x="90" y="462"/>
                </a:lnTo>
                <a:lnTo>
                  <a:pt x="90" y="468"/>
                </a:lnTo>
                <a:lnTo>
                  <a:pt x="90" y="474"/>
                </a:lnTo>
                <a:lnTo>
                  <a:pt x="96" y="480"/>
                </a:lnTo>
                <a:lnTo>
                  <a:pt x="96" y="486"/>
                </a:lnTo>
                <a:lnTo>
                  <a:pt x="96" y="492"/>
                </a:lnTo>
                <a:lnTo>
                  <a:pt x="102" y="498"/>
                </a:lnTo>
                <a:lnTo>
                  <a:pt x="102" y="504"/>
                </a:lnTo>
                <a:lnTo>
                  <a:pt x="102" y="510"/>
                </a:lnTo>
                <a:lnTo>
                  <a:pt x="102" y="516"/>
                </a:lnTo>
                <a:lnTo>
                  <a:pt x="102" y="522"/>
                </a:lnTo>
                <a:lnTo>
                  <a:pt x="108" y="528"/>
                </a:lnTo>
                <a:lnTo>
                  <a:pt x="108" y="534"/>
                </a:lnTo>
                <a:lnTo>
                  <a:pt x="108" y="540"/>
                </a:lnTo>
                <a:lnTo>
                  <a:pt x="114" y="546"/>
                </a:lnTo>
                <a:lnTo>
                  <a:pt x="114" y="552"/>
                </a:lnTo>
                <a:lnTo>
                  <a:pt x="114" y="558"/>
                </a:lnTo>
                <a:lnTo>
                  <a:pt x="120" y="564"/>
                </a:lnTo>
                <a:lnTo>
                  <a:pt x="120" y="570"/>
                </a:lnTo>
                <a:lnTo>
                  <a:pt x="120" y="576"/>
                </a:lnTo>
                <a:lnTo>
                  <a:pt x="126" y="582"/>
                </a:lnTo>
                <a:lnTo>
                  <a:pt x="126" y="588"/>
                </a:lnTo>
                <a:lnTo>
                  <a:pt x="126" y="594"/>
                </a:lnTo>
                <a:lnTo>
                  <a:pt x="126" y="600"/>
                </a:lnTo>
                <a:lnTo>
                  <a:pt x="132" y="606"/>
                </a:lnTo>
                <a:lnTo>
                  <a:pt x="132" y="612"/>
                </a:lnTo>
                <a:lnTo>
                  <a:pt x="132" y="618"/>
                </a:lnTo>
                <a:lnTo>
                  <a:pt x="138" y="618"/>
                </a:lnTo>
                <a:lnTo>
                  <a:pt x="138" y="624"/>
                </a:lnTo>
                <a:lnTo>
                  <a:pt x="138" y="630"/>
                </a:lnTo>
                <a:lnTo>
                  <a:pt x="144" y="636"/>
                </a:lnTo>
                <a:lnTo>
                  <a:pt x="144" y="642"/>
                </a:lnTo>
                <a:lnTo>
                  <a:pt x="144" y="648"/>
                </a:lnTo>
                <a:lnTo>
                  <a:pt x="144" y="654"/>
                </a:lnTo>
                <a:lnTo>
                  <a:pt x="150" y="654"/>
                </a:lnTo>
                <a:lnTo>
                  <a:pt x="150" y="660"/>
                </a:lnTo>
                <a:lnTo>
                  <a:pt x="150" y="666"/>
                </a:lnTo>
                <a:lnTo>
                  <a:pt x="156" y="672"/>
                </a:lnTo>
                <a:lnTo>
                  <a:pt x="156" y="678"/>
                </a:lnTo>
                <a:lnTo>
                  <a:pt x="156" y="684"/>
                </a:lnTo>
                <a:lnTo>
                  <a:pt x="162" y="684"/>
                </a:lnTo>
                <a:lnTo>
                  <a:pt x="162" y="690"/>
                </a:lnTo>
                <a:lnTo>
                  <a:pt x="162" y="696"/>
                </a:lnTo>
                <a:lnTo>
                  <a:pt x="168" y="702"/>
                </a:lnTo>
                <a:lnTo>
                  <a:pt x="168" y="708"/>
                </a:lnTo>
                <a:lnTo>
                  <a:pt x="168" y="714"/>
                </a:lnTo>
                <a:lnTo>
                  <a:pt x="174" y="720"/>
                </a:lnTo>
                <a:lnTo>
                  <a:pt x="174" y="726"/>
                </a:lnTo>
                <a:lnTo>
                  <a:pt x="180" y="732"/>
                </a:lnTo>
                <a:lnTo>
                  <a:pt x="180" y="738"/>
                </a:lnTo>
                <a:lnTo>
                  <a:pt x="186" y="744"/>
                </a:lnTo>
                <a:lnTo>
                  <a:pt x="186" y="750"/>
                </a:lnTo>
                <a:lnTo>
                  <a:pt x="186" y="756"/>
                </a:lnTo>
                <a:lnTo>
                  <a:pt x="192" y="756"/>
                </a:lnTo>
                <a:lnTo>
                  <a:pt x="192" y="762"/>
                </a:lnTo>
                <a:lnTo>
                  <a:pt x="192" y="768"/>
                </a:lnTo>
                <a:lnTo>
                  <a:pt x="198" y="774"/>
                </a:lnTo>
                <a:lnTo>
                  <a:pt x="198" y="780"/>
                </a:lnTo>
                <a:lnTo>
                  <a:pt x="204" y="786"/>
                </a:lnTo>
                <a:lnTo>
                  <a:pt x="204" y="792"/>
                </a:lnTo>
                <a:lnTo>
                  <a:pt x="210" y="792"/>
                </a:lnTo>
                <a:lnTo>
                  <a:pt x="210" y="798"/>
                </a:lnTo>
                <a:lnTo>
                  <a:pt x="210" y="804"/>
                </a:lnTo>
                <a:lnTo>
                  <a:pt x="216" y="804"/>
                </a:lnTo>
                <a:lnTo>
                  <a:pt x="216" y="810"/>
                </a:lnTo>
                <a:lnTo>
                  <a:pt x="216" y="816"/>
                </a:lnTo>
                <a:lnTo>
                  <a:pt x="222" y="816"/>
                </a:lnTo>
                <a:lnTo>
                  <a:pt x="222" y="822"/>
                </a:lnTo>
                <a:lnTo>
                  <a:pt x="222" y="828"/>
                </a:lnTo>
                <a:lnTo>
                  <a:pt x="228" y="828"/>
                </a:lnTo>
                <a:lnTo>
                  <a:pt x="228" y="834"/>
                </a:lnTo>
                <a:lnTo>
                  <a:pt x="234" y="840"/>
                </a:lnTo>
                <a:lnTo>
                  <a:pt x="234" y="846"/>
                </a:lnTo>
                <a:lnTo>
                  <a:pt x="240" y="846"/>
                </a:lnTo>
                <a:lnTo>
                  <a:pt x="240" y="852"/>
                </a:lnTo>
                <a:lnTo>
                  <a:pt x="240" y="858"/>
                </a:lnTo>
                <a:lnTo>
                  <a:pt x="246" y="858"/>
                </a:lnTo>
                <a:lnTo>
                  <a:pt x="246" y="864"/>
                </a:lnTo>
                <a:lnTo>
                  <a:pt x="252" y="870"/>
                </a:lnTo>
                <a:lnTo>
                  <a:pt x="252" y="876"/>
                </a:lnTo>
                <a:lnTo>
                  <a:pt x="258" y="876"/>
                </a:lnTo>
                <a:lnTo>
                  <a:pt x="258" y="882"/>
                </a:lnTo>
                <a:lnTo>
                  <a:pt x="264" y="882"/>
                </a:lnTo>
                <a:lnTo>
                  <a:pt x="264" y="888"/>
                </a:lnTo>
                <a:lnTo>
                  <a:pt x="264" y="894"/>
                </a:lnTo>
                <a:lnTo>
                  <a:pt x="270" y="894"/>
                </a:lnTo>
                <a:lnTo>
                  <a:pt x="270" y="900"/>
                </a:lnTo>
                <a:lnTo>
                  <a:pt x="276" y="900"/>
                </a:lnTo>
                <a:lnTo>
                  <a:pt x="276" y="906"/>
                </a:lnTo>
                <a:lnTo>
                  <a:pt x="282" y="912"/>
                </a:lnTo>
                <a:lnTo>
                  <a:pt x="282" y="918"/>
                </a:lnTo>
                <a:lnTo>
                  <a:pt x="288" y="918"/>
                </a:lnTo>
                <a:lnTo>
                  <a:pt x="288" y="924"/>
                </a:lnTo>
                <a:lnTo>
                  <a:pt x="294" y="924"/>
                </a:lnTo>
                <a:lnTo>
                  <a:pt x="294" y="930"/>
                </a:lnTo>
                <a:lnTo>
                  <a:pt x="300" y="930"/>
                </a:lnTo>
                <a:lnTo>
                  <a:pt x="300" y="936"/>
                </a:lnTo>
                <a:lnTo>
                  <a:pt x="306" y="942"/>
                </a:lnTo>
                <a:lnTo>
                  <a:pt x="312" y="948"/>
                </a:lnTo>
                <a:lnTo>
                  <a:pt x="312" y="954"/>
                </a:lnTo>
                <a:lnTo>
                  <a:pt x="318" y="954"/>
                </a:lnTo>
                <a:lnTo>
                  <a:pt x="318" y="960"/>
                </a:lnTo>
                <a:lnTo>
                  <a:pt x="324" y="960"/>
                </a:lnTo>
                <a:lnTo>
                  <a:pt x="324" y="966"/>
                </a:lnTo>
                <a:lnTo>
                  <a:pt x="330" y="966"/>
                </a:lnTo>
                <a:lnTo>
                  <a:pt x="330" y="972"/>
                </a:lnTo>
                <a:lnTo>
                  <a:pt x="336" y="972"/>
                </a:lnTo>
                <a:lnTo>
                  <a:pt x="336" y="978"/>
                </a:lnTo>
                <a:lnTo>
                  <a:pt x="342" y="978"/>
                </a:lnTo>
                <a:lnTo>
                  <a:pt x="348" y="984"/>
                </a:lnTo>
                <a:lnTo>
                  <a:pt x="354" y="990"/>
                </a:lnTo>
                <a:lnTo>
                  <a:pt x="360" y="990"/>
                </a:lnTo>
              </a:path>
            </a:pathLst>
          </a:custGeom>
          <a:noFill/>
          <a:ln w="12700">
            <a:solidFill>
              <a:srgbClr val="0070C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8" name="Freeform 18"/>
          <p:cNvSpPr/>
          <p:nvPr/>
        </p:nvSpPr>
        <p:spPr bwMode="auto">
          <a:xfrm>
            <a:off x="8534400" y="1716088"/>
            <a:ext cx="450850" cy="166687"/>
          </a:xfrm>
          <a:custGeom>
            <a:avLst/>
            <a:gdLst>
              <a:gd name="T0" fmla="*/ 0 w 354"/>
              <a:gd name="T1" fmla="*/ 2147483647 h 132"/>
              <a:gd name="T2" fmla="*/ 2147483647 w 354"/>
              <a:gd name="T3" fmla="*/ 2147483647 h 132"/>
              <a:gd name="T4" fmla="*/ 2147483647 w 354"/>
              <a:gd name="T5" fmla="*/ 2147483647 h 132"/>
              <a:gd name="T6" fmla="*/ 2147483647 w 354"/>
              <a:gd name="T7" fmla="*/ 2147483647 h 132"/>
              <a:gd name="T8" fmla="*/ 2147483647 w 354"/>
              <a:gd name="T9" fmla="*/ 2147483647 h 132"/>
              <a:gd name="T10" fmla="*/ 2147483647 w 354"/>
              <a:gd name="T11" fmla="*/ 2147483647 h 132"/>
              <a:gd name="T12" fmla="*/ 2147483647 w 354"/>
              <a:gd name="T13" fmla="*/ 2147483647 h 132"/>
              <a:gd name="T14" fmla="*/ 2147483647 w 354"/>
              <a:gd name="T15" fmla="*/ 2147483647 h 132"/>
              <a:gd name="T16" fmla="*/ 2147483647 w 354"/>
              <a:gd name="T17" fmla="*/ 2147483647 h 132"/>
              <a:gd name="T18" fmla="*/ 2147483647 w 354"/>
              <a:gd name="T19" fmla="*/ 2147483647 h 132"/>
              <a:gd name="T20" fmla="*/ 2147483647 w 354"/>
              <a:gd name="T21" fmla="*/ 2147483647 h 132"/>
              <a:gd name="T22" fmla="*/ 2147483647 w 354"/>
              <a:gd name="T23" fmla="*/ 2147483647 h 132"/>
              <a:gd name="T24" fmla="*/ 2147483647 w 354"/>
              <a:gd name="T25" fmla="*/ 2147483647 h 132"/>
              <a:gd name="T26" fmla="*/ 2147483647 w 354"/>
              <a:gd name="T27" fmla="*/ 2147483647 h 132"/>
              <a:gd name="T28" fmla="*/ 2147483647 w 354"/>
              <a:gd name="T29" fmla="*/ 2147483647 h 132"/>
              <a:gd name="T30" fmla="*/ 2147483647 w 354"/>
              <a:gd name="T31" fmla="*/ 2147483647 h 132"/>
              <a:gd name="T32" fmla="*/ 2147483647 w 354"/>
              <a:gd name="T33" fmla="*/ 2147483647 h 132"/>
              <a:gd name="T34" fmla="*/ 2147483647 w 354"/>
              <a:gd name="T35" fmla="*/ 2147483647 h 132"/>
              <a:gd name="T36" fmla="*/ 2147483647 w 354"/>
              <a:gd name="T37" fmla="*/ 2147483647 h 132"/>
              <a:gd name="T38" fmla="*/ 2147483647 w 354"/>
              <a:gd name="T39" fmla="*/ 2147483647 h 132"/>
              <a:gd name="T40" fmla="*/ 2147483647 w 354"/>
              <a:gd name="T41" fmla="*/ 2147483647 h 132"/>
              <a:gd name="T42" fmla="*/ 2147483647 w 354"/>
              <a:gd name="T43" fmla="*/ 2147483647 h 132"/>
              <a:gd name="T44" fmla="*/ 2147483647 w 354"/>
              <a:gd name="T45" fmla="*/ 2147483647 h 132"/>
              <a:gd name="T46" fmla="*/ 2147483647 w 354"/>
              <a:gd name="T47" fmla="*/ 2147483647 h 132"/>
              <a:gd name="T48" fmla="*/ 2147483647 w 354"/>
              <a:gd name="T49" fmla="*/ 2147483647 h 132"/>
              <a:gd name="T50" fmla="*/ 2147483647 w 354"/>
              <a:gd name="T51" fmla="*/ 2147483647 h 132"/>
              <a:gd name="T52" fmla="*/ 2147483647 w 354"/>
              <a:gd name="T53" fmla="*/ 2147483647 h 132"/>
              <a:gd name="T54" fmla="*/ 2147483647 w 354"/>
              <a:gd name="T55" fmla="*/ 2147483647 h 132"/>
              <a:gd name="T56" fmla="*/ 2147483647 w 354"/>
              <a:gd name="T57" fmla="*/ 2147483647 h 132"/>
              <a:gd name="T58" fmla="*/ 2147483647 w 354"/>
              <a:gd name="T59" fmla="*/ 2147483647 h 132"/>
              <a:gd name="T60" fmla="*/ 2147483647 w 354"/>
              <a:gd name="T61" fmla="*/ 2147483647 h 132"/>
              <a:gd name="T62" fmla="*/ 2147483647 w 354"/>
              <a:gd name="T63" fmla="*/ 2147483647 h 132"/>
              <a:gd name="T64" fmla="*/ 2147483647 w 354"/>
              <a:gd name="T65" fmla="*/ 2147483647 h 132"/>
              <a:gd name="T66" fmla="*/ 2147483647 w 354"/>
              <a:gd name="T67" fmla="*/ 2147483647 h 132"/>
              <a:gd name="T68" fmla="*/ 2147483647 w 354"/>
              <a:gd name="T69" fmla="*/ 2147483647 h 132"/>
              <a:gd name="T70" fmla="*/ 2147483647 w 354"/>
              <a:gd name="T71" fmla="*/ 2147483647 h 132"/>
              <a:gd name="T72" fmla="*/ 2147483647 w 354"/>
              <a:gd name="T73" fmla="*/ 2147483647 h 132"/>
              <a:gd name="T74" fmla="*/ 2147483647 w 354"/>
              <a:gd name="T75" fmla="*/ 2147483647 h 132"/>
              <a:gd name="T76" fmla="*/ 2147483647 w 354"/>
              <a:gd name="T77" fmla="*/ 2147483647 h 132"/>
              <a:gd name="T78" fmla="*/ 2147483647 w 354"/>
              <a:gd name="T79" fmla="*/ 2147483647 h 132"/>
              <a:gd name="T80" fmla="*/ 2147483647 w 354"/>
              <a:gd name="T81" fmla="*/ 2147483647 h 132"/>
              <a:gd name="T82" fmla="*/ 2147483647 w 354"/>
              <a:gd name="T83" fmla="*/ 2147483647 h 132"/>
              <a:gd name="T84" fmla="*/ 2147483647 w 354"/>
              <a:gd name="T85" fmla="*/ 2147483647 h 132"/>
              <a:gd name="T86" fmla="*/ 2147483647 w 354"/>
              <a:gd name="T87" fmla="*/ 2147483647 h 132"/>
              <a:gd name="T88" fmla="*/ 2147483647 w 354"/>
              <a:gd name="T89" fmla="*/ 2147483647 h 132"/>
              <a:gd name="T90" fmla="*/ 2147483647 w 354"/>
              <a:gd name="T91" fmla="*/ 2147483647 h 132"/>
              <a:gd name="T92" fmla="*/ 2147483647 w 354"/>
              <a:gd name="T93" fmla="*/ 2147483647 h 132"/>
              <a:gd name="T94" fmla="*/ 2147483647 w 354"/>
              <a:gd name="T95" fmla="*/ 2147483647 h 132"/>
              <a:gd name="T96" fmla="*/ 2147483647 w 354"/>
              <a:gd name="T97" fmla="*/ 2147483647 h 132"/>
              <a:gd name="T98" fmla="*/ 2147483647 w 354"/>
              <a:gd name="T99" fmla="*/ 2147483647 h 132"/>
              <a:gd name="T100" fmla="*/ 2147483647 w 354"/>
              <a:gd name="T101" fmla="*/ 2147483647 h 13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54" h="132">
                <a:moveTo>
                  <a:pt x="0" y="0"/>
                </a:moveTo>
                <a:lnTo>
                  <a:pt x="0" y="6"/>
                </a:lnTo>
                <a:lnTo>
                  <a:pt x="6" y="6"/>
                </a:lnTo>
                <a:lnTo>
                  <a:pt x="6" y="12"/>
                </a:lnTo>
                <a:lnTo>
                  <a:pt x="12" y="12"/>
                </a:lnTo>
                <a:lnTo>
                  <a:pt x="12" y="18"/>
                </a:lnTo>
                <a:lnTo>
                  <a:pt x="18" y="18"/>
                </a:lnTo>
                <a:lnTo>
                  <a:pt x="24" y="18"/>
                </a:lnTo>
                <a:lnTo>
                  <a:pt x="24" y="24"/>
                </a:lnTo>
                <a:lnTo>
                  <a:pt x="30" y="24"/>
                </a:lnTo>
                <a:lnTo>
                  <a:pt x="30" y="30"/>
                </a:lnTo>
                <a:lnTo>
                  <a:pt x="36" y="30"/>
                </a:lnTo>
                <a:lnTo>
                  <a:pt x="42" y="36"/>
                </a:lnTo>
                <a:lnTo>
                  <a:pt x="48" y="36"/>
                </a:lnTo>
                <a:lnTo>
                  <a:pt x="48" y="42"/>
                </a:lnTo>
                <a:lnTo>
                  <a:pt x="54" y="42"/>
                </a:lnTo>
                <a:lnTo>
                  <a:pt x="60" y="48"/>
                </a:lnTo>
                <a:lnTo>
                  <a:pt x="66" y="48"/>
                </a:lnTo>
                <a:lnTo>
                  <a:pt x="66" y="54"/>
                </a:lnTo>
                <a:lnTo>
                  <a:pt x="72" y="54"/>
                </a:lnTo>
                <a:lnTo>
                  <a:pt x="78" y="54"/>
                </a:lnTo>
                <a:lnTo>
                  <a:pt x="78" y="60"/>
                </a:lnTo>
                <a:lnTo>
                  <a:pt x="84" y="60"/>
                </a:lnTo>
                <a:lnTo>
                  <a:pt x="90" y="60"/>
                </a:lnTo>
                <a:lnTo>
                  <a:pt x="90" y="66"/>
                </a:lnTo>
                <a:lnTo>
                  <a:pt x="96" y="66"/>
                </a:lnTo>
                <a:lnTo>
                  <a:pt x="102" y="66"/>
                </a:lnTo>
                <a:lnTo>
                  <a:pt x="102" y="72"/>
                </a:lnTo>
                <a:lnTo>
                  <a:pt x="108" y="72"/>
                </a:lnTo>
                <a:lnTo>
                  <a:pt x="114" y="72"/>
                </a:lnTo>
                <a:lnTo>
                  <a:pt x="120" y="78"/>
                </a:lnTo>
                <a:lnTo>
                  <a:pt x="126" y="78"/>
                </a:lnTo>
                <a:lnTo>
                  <a:pt x="132" y="78"/>
                </a:lnTo>
                <a:lnTo>
                  <a:pt x="132" y="84"/>
                </a:lnTo>
                <a:lnTo>
                  <a:pt x="138" y="84"/>
                </a:lnTo>
                <a:lnTo>
                  <a:pt x="144" y="84"/>
                </a:lnTo>
                <a:lnTo>
                  <a:pt x="150" y="90"/>
                </a:lnTo>
                <a:lnTo>
                  <a:pt x="156" y="90"/>
                </a:lnTo>
                <a:lnTo>
                  <a:pt x="162" y="90"/>
                </a:lnTo>
                <a:lnTo>
                  <a:pt x="168" y="96"/>
                </a:lnTo>
                <a:lnTo>
                  <a:pt x="174" y="96"/>
                </a:lnTo>
                <a:lnTo>
                  <a:pt x="180" y="96"/>
                </a:lnTo>
                <a:lnTo>
                  <a:pt x="186" y="96"/>
                </a:lnTo>
                <a:lnTo>
                  <a:pt x="186" y="102"/>
                </a:lnTo>
                <a:lnTo>
                  <a:pt x="192" y="102"/>
                </a:lnTo>
                <a:lnTo>
                  <a:pt x="198" y="102"/>
                </a:lnTo>
                <a:lnTo>
                  <a:pt x="204" y="102"/>
                </a:lnTo>
                <a:lnTo>
                  <a:pt x="210" y="108"/>
                </a:lnTo>
                <a:lnTo>
                  <a:pt x="216" y="108"/>
                </a:lnTo>
                <a:lnTo>
                  <a:pt x="222" y="108"/>
                </a:lnTo>
                <a:lnTo>
                  <a:pt x="228" y="108"/>
                </a:lnTo>
                <a:lnTo>
                  <a:pt x="234" y="108"/>
                </a:lnTo>
                <a:lnTo>
                  <a:pt x="234" y="114"/>
                </a:lnTo>
                <a:lnTo>
                  <a:pt x="240" y="114"/>
                </a:lnTo>
                <a:lnTo>
                  <a:pt x="246" y="114"/>
                </a:lnTo>
                <a:lnTo>
                  <a:pt x="252" y="114"/>
                </a:lnTo>
                <a:lnTo>
                  <a:pt x="258" y="114"/>
                </a:lnTo>
                <a:lnTo>
                  <a:pt x="264" y="120"/>
                </a:lnTo>
                <a:lnTo>
                  <a:pt x="270" y="120"/>
                </a:lnTo>
                <a:lnTo>
                  <a:pt x="276" y="120"/>
                </a:lnTo>
                <a:lnTo>
                  <a:pt x="282" y="120"/>
                </a:lnTo>
                <a:lnTo>
                  <a:pt x="288" y="120"/>
                </a:lnTo>
                <a:lnTo>
                  <a:pt x="294" y="120"/>
                </a:lnTo>
                <a:lnTo>
                  <a:pt x="300" y="126"/>
                </a:lnTo>
                <a:lnTo>
                  <a:pt x="306" y="126"/>
                </a:lnTo>
                <a:lnTo>
                  <a:pt x="312" y="126"/>
                </a:lnTo>
                <a:lnTo>
                  <a:pt x="318" y="126"/>
                </a:lnTo>
                <a:lnTo>
                  <a:pt x="324" y="126"/>
                </a:lnTo>
                <a:lnTo>
                  <a:pt x="330" y="126"/>
                </a:lnTo>
                <a:lnTo>
                  <a:pt x="336" y="126"/>
                </a:lnTo>
                <a:lnTo>
                  <a:pt x="342" y="126"/>
                </a:lnTo>
                <a:lnTo>
                  <a:pt x="342" y="132"/>
                </a:lnTo>
                <a:lnTo>
                  <a:pt x="348" y="132"/>
                </a:lnTo>
                <a:lnTo>
                  <a:pt x="354" y="132"/>
                </a:lnTo>
              </a:path>
            </a:pathLst>
          </a:custGeom>
          <a:noFill/>
          <a:ln w="12700">
            <a:solidFill>
              <a:srgbClr val="0070C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9" name="Freeform 19"/>
          <p:cNvSpPr/>
          <p:nvPr/>
        </p:nvSpPr>
        <p:spPr bwMode="auto">
          <a:xfrm>
            <a:off x="8985250" y="1882775"/>
            <a:ext cx="457200" cy="23813"/>
          </a:xfrm>
          <a:custGeom>
            <a:avLst/>
            <a:gdLst>
              <a:gd name="T0" fmla="*/ 2147483647 w 360"/>
              <a:gd name="T1" fmla="*/ 0 h 18"/>
              <a:gd name="T2" fmla="*/ 2147483647 w 360"/>
              <a:gd name="T3" fmla="*/ 0 h 18"/>
              <a:gd name="T4" fmla="*/ 2147483647 w 360"/>
              <a:gd name="T5" fmla="*/ 0 h 18"/>
              <a:gd name="T6" fmla="*/ 2147483647 w 360"/>
              <a:gd name="T7" fmla="*/ 0 h 18"/>
              <a:gd name="T8" fmla="*/ 2147483647 w 360"/>
              <a:gd name="T9" fmla="*/ 0 h 18"/>
              <a:gd name="T10" fmla="*/ 2147483647 w 360"/>
              <a:gd name="T11" fmla="*/ 0 h 18"/>
              <a:gd name="T12" fmla="*/ 2147483647 w 360"/>
              <a:gd name="T13" fmla="*/ 2147483647 h 18"/>
              <a:gd name="T14" fmla="*/ 2147483647 w 360"/>
              <a:gd name="T15" fmla="*/ 2147483647 h 18"/>
              <a:gd name="T16" fmla="*/ 2147483647 w 360"/>
              <a:gd name="T17" fmla="*/ 2147483647 h 18"/>
              <a:gd name="T18" fmla="*/ 2147483647 w 360"/>
              <a:gd name="T19" fmla="*/ 2147483647 h 18"/>
              <a:gd name="T20" fmla="*/ 2147483647 w 360"/>
              <a:gd name="T21" fmla="*/ 2147483647 h 18"/>
              <a:gd name="T22" fmla="*/ 2147483647 w 360"/>
              <a:gd name="T23" fmla="*/ 2147483647 h 18"/>
              <a:gd name="T24" fmla="*/ 2147483647 w 360"/>
              <a:gd name="T25" fmla="*/ 2147483647 h 18"/>
              <a:gd name="T26" fmla="*/ 2147483647 w 360"/>
              <a:gd name="T27" fmla="*/ 2147483647 h 18"/>
              <a:gd name="T28" fmla="*/ 2147483647 w 360"/>
              <a:gd name="T29" fmla="*/ 2147483647 h 18"/>
              <a:gd name="T30" fmla="*/ 2147483647 w 360"/>
              <a:gd name="T31" fmla="*/ 2147483647 h 18"/>
              <a:gd name="T32" fmla="*/ 2147483647 w 360"/>
              <a:gd name="T33" fmla="*/ 2147483647 h 18"/>
              <a:gd name="T34" fmla="*/ 2147483647 w 360"/>
              <a:gd name="T35" fmla="*/ 2147483647 h 18"/>
              <a:gd name="T36" fmla="*/ 2147483647 w 360"/>
              <a:gd name="T37" fmla="*/ 2147483647 h 18"/>
              <a:gd name="T38" fmla="*/ 2147483647 w 360"/>
              <a:gd name="T39" fmla="*/ 2147483647 h 18"/>
              <a:gd name="T40" fmla="*/ 2147483647 w 360"/>
              <a:gd name="T41" fmla="*/ 2147483647 h 18"/>
              <a:gd name="T42" fmla="*/ 2147483647 w 360"/>
              <a:gd name="T43" fmla="*/ 2147483647 h 18"/>
              <a:gd name="T44" fmla="*/ 2147483647 w 360"/>
              <a:gd name="T45" fmla="*/ 2147483647 h 18"/>
              <a:gd name="T46" fmla="*/ 2147483647 w 360"/>
              <a:gd name="T47" fmla="*/ 2147483647 h 18"/>
              <a:gd name="T48" fmla="*/ 2147483647 w 360"/>
              <a:gd name="T49" fmla="*/ 2147483647 h 18"/>
              <a:gd name="T50" fmla="*/ 2147483647 w 360"/>
              <a:gd name="T51" fmla="*/ 2147483647 h 18"/>
              <a:gd name="T52" fmla="*/ 2147483647 w 360"/>
              <a:gd name="T53" fmla="*/ 2147483647 h 18"/>
              <a:gd name="T54" fmla="*/ 2147483647 w 360"/>
              <a:gd name="T55" fmla="*/ 2147483647 h 18"/>
              <a:gd name="T56" fmla="*/ 2147483647 w 360"/>
              <a:gd name="T57" fmla="*/ 2147483647 h 18"/>
              <a:gd name="T58" fmla="*/ 2147483647 w 360"/>
              <a:gd name="T59" fmla="*/ 2147483647 h 18"/>
              <a:gd name="T60" fmla="*/ 2147483647 w 360"/>
              <a:gd name="T61" fmla="*/ 2147483647 h 18"/>
              <a:gd name="T62" fmla="*/ 2147483647 w 360"/>
              <a:gd name="T63" fmla="*/ 2147483647 h 18"/>
              <a:gd name="T64" fmla="*/ 2147483647 w 360"/>
              <a:gd name="T65" fmla="*/ 2147483647 h 18"/>
              <a:gd name="T66" fmla="*/ 2147483647 w 360"/>
              <a:gd name="T67" fmla="*/ 2147483647 h 18"/>
              <a:gd name="T68" fmla="*/ 2147483647 w 360"/>
              <a:gd name="T69" fmla="*/ 2147483647 h 18"/>
              <a:gd name="T70" fmla="*/ 2147483647 w 360"/>
              <a:gd name="T71" fmla="*/ 2147483647 h 18"/>
              <a:gd name="T72" fmla="*/ 2147483647 w 360"/>
              <a:gd name="T73" fmla="*/ 2147483647 h 18"/>
              <a:gd name="T74" fmla="*/ 2147483647 w 360"/>
              <a:gd name="T75" fmla="*/ 2147483647 h 18"/>
              <a:gd name="T76" fmla="*/ 2147483647 w 360"/>
              <a:gd name="T77" fmla="*/ 2147483647 h 18"/>
              <a:gd name="T78" fmla="*/ 2147483647 w 360"/>
              <a:gd name="T79" fmla="*/ 2147483647 h 18"/>
              <a:gd name="T80" fmla="*/ 2147483647 w 360"/>
              <a:gd name="T81" fmla="*/ 2147483647 h 18"/>
              <a:gd name="T82" fmla="*/ 2147483647 w 360"/>
              <a:gd name="T83" fmla="*/ 2147483647 h 18"/>
              <a:gd name="T84" fmla="*/ 2147483647 w 360"/>
              <a:gd name="T85" fmla="*/ 2147483647 h 18"/>
              <a:gd name="T86" fmla="*/ 2147483647 w 360"/>
              <a:gd name="T87" fmla="*/ 2147483647 h 18"/>
              <a:gd name="T88" fmla="*/ 2147483647 w 360"/>
              <a:gd name="T89" fmla="*/ 2147483647 h 18"/>
              <a:gd name="T90" fmla="*/ 2147483647 w 360"/>
              <a:gd name="T91" fmla="*/ 2147483647 h 18"/>
              <a:gd name="T92" fmla="*/ 2147483647 w 360"/>
              <a:gd name="T93" fmla="*/ 2147483647 h 18"/>
              <a:gd name="T94" fmla="*/ 2147483647 w 360"/>
              <a:gd name="T95" fmla="*/ 2147483647 h 18"/>
              <a:gd name="T96" fmla="*/ 2147483647 w 360"/>
              <a:gd name="T97" fmla="*/ 2147483647 h 18"/>
              <a:gd name="T98" fmla="*/ 2147483647 w 360"/>
              <a:gd name="T99" fmla="*/ 2147483647 h 18"/>
              <a:gd name="T100" fmla="*/ 2147483647 w 360"/>
              <a:gd name="T101" fmla="*/ 2147483647 h 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18">
                <a:moveTo>
                  <a:pt x="0" y="0"/>
                </a:moveTo>
                <a:lnTo>
                  <a:pt x="6" y="0"/>
                </a:lnTo>
                <a:lnTo>
                  <a:pt x="12" y="0"/>
                </a:lnTo>
                <a:lnTo>
                  <a:pt x="18" y="0"/>
                </a:lnTo>
                <a:lnTo>
                  <a:pt x="24" y="0"/>
                </a:lnTo>
                <a:lnTo>
                  <a:pt x="30" y="0"/>
                </a:lnTo>
                <a:lnTo>
                  <a:pt x="36" y="0"/>
                </a:lnTo>
                <a:lnTo>
                  <a:pt x="42" y="0"/>
                </a:lnTo>
                <a:lnTo>
                  <a:pt x="48" y="0"/>
                </a:lnTo>
                <a:lnTo>
                  <a:pt x="48" y="6"/>
                </a:lnTo>
                <a:lnTo>
                  <a:pt x="54" y="6"/>
                </a:lnTo>
                <a:lnTo>
                  <a:pt x="60" y="6"/>
                </a:lnTo>
                <a:lnTo>
                  <a:pt x="66" y="6"/>
                </a:lnTo>
                <a:lnTo>
                  <a:pt x="72" y="6"/>
                </a:lnTo>
                <a:lnTo>
                  <a:pt x="78" y="6"/>
                </a:lnTo>
                <a:lnTo>
                  <a:pt x="84" y="6"/>
                </a:lnTo>
                <a:lnTo>
                  <a:pt x="90" y="6"/>
                </a:lnTo>
                <a:lnTo>
                  <a:pt x="96" y="6"/>
                </a:lnTo>
                <a:lnTo>
                  <a:pt x="102" y="6"/>
                </a:lnTo>
                <a:lnTo>
                  <a:pt x="108" y="6"/>
                </a:lnTo>
                <a:lnTo>
                  <a:pt x="114" y="6"/>
                </a:lnTo>
                <a:lnTo>
                  <a:pt x="120" y="6"/>
                </a:lnTo>
                <a:lnTo>
                  <a:pt x="126" y="6"/>
                </a:lnTo>
                <a:lnTo>
                  <a:pt x="132" y="6"/>
                </a:lnTo>
                <a:lnTo>
                  <a:pt x="138" y="6"/>
                </a:lnTo>
                <a:lnTo>
                  <a:pt x="138" y="12"/>
                </a:lnTo>
                <a:lnTo>
                  <a:pt x="144" y="12"/>
                </a:lnTo>
                <a:lnTo>
                  <a:pt x="150" y="12"/>
                </a:lnTo>
                <a:lnTo>
                  <a:pt x="156" y="12"/>
                </a:lnTo>
                <a:lnTo>
                  <a:pt x="162" y="12"/>
                </a:lnTo>
                <a:lnTo>
                  <a:pt x="168" y="12"/>
                </a:lnTo>
                <a:lnTo>
                  <a:pt x="174" y="12"/>
                </a:lnTo>
                <a:lnTo>
                  <a:pt x="180" y="12"/>
                </a:lnTo>
                <a:lnTo>
                  <a:pt x="186" y="12"/>
                </a:lnTo>
                <a:lnTo>
                  <a:pt x="192" y="12"/>
                </a:lnTo>
                <a:lnTo>
                  <a:pt x="198" y="12"/>
                </a:lnTo>
                <a:lnTo>
                  <a:pt x="204" y="12"/>
                </a:lnTo>
                <a:lnTo>
                  <a:pt x="210" y="12"/>
                </a:lnTo>
                <a:lnTo>
                  <a:pt x="216" y="12"/>
                </a:lnTo>
                <a:lnTo>
                  <a:pt x="222" y="12"/>
                </a:lnTo>
                <a:lnTo>
                  <a:pt x="228" y="12"/>
                </a:lnTo>
                <a:lnTo>
                  <a:pt x="234" y="12"/>
                </a:lnTo>
                <a:lnTo>
                  <a:pt x="240" y="12"/>
                </a:lnTo>
                <a:lnTo>
                  <a:pt x="246" y="12"/>
                </a:lnTo>
                <a:lnTo>
                  <a:pt x="252" y="12"/>
                </a:lnTo>
                <a:lnTo>
                  <a:pt x="258" y="12"/>
                </a:lnTo>
                <a:lnTo>
                  <a:pt x="264" y="12"/>
                </a:lnTo>
                <a:lnTo>
                  <a:pt x="270" y="12"/>
                </a:lnTo>
                <a:lnTo>
                  <a:pt x="276" y="12"/>
                </a:lnTo>
                <a:lnTo>
                  <a:pt x="282" y="12"/>
                </a:lnTo>
                <a:lnTo>
                  <a:pt x="288" y="12"/>
                </a:lnTo>
                <a:lnTo>
                  <a:pt x="294" y="12"/>
                </a:lnTo>
                <a:lnTo>
                  <a:pt x="300" y="12"/>
                </a:lnTo>
                <a:lnTo>
                  <a:pt x="306" y="12"/>
                </a:lnTo>
                <a:lnTo>
                  <a:pt x="312" y="12"/>
                </a:lnTo>
                <a:lnTo>
                  <a:pt x="318" y="12"/>
                </a:lnTo>
                <a:lnTo>
                  <a:pt x="324" y="12"/>
                </a:lnTo>
                <a:lnTo>
                  <a:pt x="330" y="12"/>
                </a:lnTo>
                <a:lnTo>
                  <a:pt x="330" y="18"/>
                </a:lnTo>
                <a:lnTo>
                  <a:pt x="336" y="18"/>
                </a:lnTo>
                <a:lnTo>
                  <a:pt x="342" y="18"/>
                </a:lnTo>
                <a:lnTo>
                  <a:pt x="348" y="18"/>
                </a:lnTo>
                <a:lnTo>
                  <a:pt x="354" y="18"/>
                </a:lnTo>
                <a:lnTo>
                  <a:pt x="360" y="18"/>
                </a:lnTo>
              </a:path>
            </a:pathLst>
          </a:custGeom>
          <a:noFill/>
          <a:ln w="9525" cap="flat">
            <a:solidFill>
              <a:srgbClr val="0070C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0" name="Rectangle 20"/>
          <p:cNvSpPr txBox="1">
            <a:spLocks noChangeArrowheads="1"/>
          </p:cNvSpPr>
          <p:nvPr/>
        </p:nvSpPr>
        <p:spPr>
          <a:xfrm>
            <a:off x="1981200" y="928688"/>
            <a:ext cx="9906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b="1" dirty="0" smtClean="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又如</a:t>
            </a:r>
            <a:r>
              <a:rPr lang="en-US" altLang="zh-CN" sz="2800" b="1" dirty="0" smtClean="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a:t>
            </a:r>
            <a:endParaRPr lang="en-US" altLang="zh-CN" sz="2800" b="1" dirty="0" smtClean="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1" name="Object 21"/>
          <p:cNvGraphicFramePr>
            <a:graphicFrameLocks noChangeAspect="1"/>
          </p:cNvGraphicFramePr>
          <p:nvPr/>
        </p:nvGraphicFramePr>
        <p:xfrm>
          <a:off x="3032125" y="695325"/>
          <a:ext cx="2798763" cy="919163"/>
        </p:xfrm>
        <a:graphic>
          <a:graphicData uri="http://schemas.openxmlformats.org/presentationml/2006/ole">
            <mc:AlternateContent xmlns:mc="http://schemas.openxmlformats.org/markup-compatibility/2006">
              <mc:Choice xmlns:v="urn:schemas-microsoft-com:vml" Requires="v">
                <p:oleObj spid="_x0000_s28197" name="Equation" r:id="rId7" imgW="66141600" imgH="21031200" progId="Equation.DSMT4">
                  <p:embed/>
                </p:oleObj>
              </mc:Choice>
              <mc:Fallback>
                <p:oleObj name="Equation" r:id="rId7" imgW="66141600" imgH="21031200" progId="Equation.DSMT4">
                  <p:embed/>
                  <p:pic>
                    <p:nvPicPr>
                      <p:cNvPr id="0" name="图片 28196"/>
                      <p:cNvPicPr>
                        <a:picLocks noChangeAspect="1"/>
                      </p:cNvPicPr>
                      <p:nvPr/>
                    </p:nvPicPr>
                    <p:blipFill>
                      <a:blip r:embed="rId8"/>
                      <a:stretch>
                        <a:fillRect/>
                      </a:stretch>
                    </p:blipFill>
                    <p:spPr>
                      <a:xfrm>
                        <a:off x="3032125" y="695325"/>
                        <a:ext cx="2798763" cy="919163"/>
                      </a:xfrm>
                      <a:prstGeom prst="rect">
                        <a:avLst/>
                      </a:prstGeom>
                      <a:noFill/>
                      <a:ln w="9525">
                        <a:noFill/>
                      </a:ln>
                    </p:spPr>
                  </p:pic>
                </p:oleObj>
              </mc:Fallback>
            </mc:AlternateContent>
          </a:graphicData>
        </a:graphic>
      </p:graphicFrame>
      <p:sp>
        <p:nvSpPr>
          <p:cNvPr id="22" name="Text Box 22"/>
          <p:cNvSpPr txBox="1">
            <a:spLocks noChangeArrowheads="1"/>
          </p:cNvSpPr>
          <p:nvPr/>
        </p:nvSpPr>
        <p:spPr bwMode="auto">
          <a:xfrm>
            <a:off x="5879976" y="928688"/>
            <a:ext cx="1816224"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为奇函数</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3" name="Object 23"/>
          <p:cNvGraphicFramePr>
            <a:graphicFrameLocks noChangeAspect="1"/>
          </p:cNvGraphicFramePr>
          <p:nvPr/>
        </p:nvGraphicFramePr>
        <p:xfrm>
          <a:off x="8786983" y="686697"/>
          <a:ext cx="317160" cy="380880"/>
        </p:xfrm>
        <a:graphic>
          <a:graphicData uri="http://schemas.openxmlformats.org/presentationml/2006/ole">
            <mc:AlternateContent xmlns:mc="http://schemas.openxmlformats.org/markup-compatibility/2006">
              <mc:Choice xmlns:v="urn:schemas-microsoft-com:vml" Requires="v">
                <p:oleObj spid="_x0000_s28198" name="Equation" r:id="rId9" imgW="7620000" imgH="9144000" progId="Equation.DSMT4">
                  <p:embed/>
                </p:oleObj>
              </mc:Choice>
              <mc:Fallback>
                <p:oleObj name="Equation" r:id="rId9" imgW="7620000" imgH="9144000" progId="Equation.DSMT4">
                  <p:embed/>
                  <p:pic>
                    <p:nvPicPr>
                      <p:cNvPr id="0" name="图片 28197"/>
                      <p:cNvPicPr>
                        <a:picLocks noChangeAspect="1"/>
                      </p:cNvPicPr>
                      <p:nvPr/>
                    </p:nvPicPr>
                    <p:blipFill>
                      <a:blip r:embed="rId10"/>
                      <a:stretch>
                        <a:fillRect/>
                      </a:stretch>
                    </p:blipFill>
                    <p:spPr>
                      <a:xfrm>
                        <a:off x="8786983" y="686697"/>
                        <a:ext cx="317160" cy="380880"/>
                      </a:xfrm>
                      <a:prstGeom prst="rect">
                        <a:avLst/>
                      </a:prstGeom>
                      <a:noFill/>
                      <a:ln w="9525">
                        <a:noFill/>
                      </a:ln>
                    </p:spPr>
                  </p:pic>
                </p:oleObj>
              </mc:Fallback>
            </mc:AlternateContent>
          </a:graphicData>
        </a:graphic>
      </p:graphicFrame>
      <p:graphicFrame>
        <p:nvGraphicFramePr>
          <p:cNvPr id="24" name="Object 24"/>
          <p:cNvGraphicFramePr>
            <a:graphicFrameLocks noChangeAspect="1"/>
          </p:cNvGraphicFramePr>
          <p:nvPr/>
        </p:nvGraphicFramePr>
        <p:xfrm>
          <a:off x="7642225" y="679450"/>
          <a:ext cx="446088" cy="387350"/>
        </p:xfrm>
        <a:graphic>
          <a:graphicData uri="http://schemas.openxmlformats.org/presentationml/2006/ole">
            <mc:AlternateContent xmlns:mc="http://schemas.openxmlformats.org/markup-compatibility/2006">
              <mc:Choice xmlns:v="urn:schemas-microsoft-com:vml" Requires="v">
                <p:oleObj spid="_x0000_s28199" name="Equation" r:id="rId11" imgW="10668000" imgH="9144000" progId="Equation.DSMT4">
                  <p:embed/>
                </p:oleObj>
              </mc:Choice>
              <mc:Fallback>
                <p:oleObj name="Equation" r:id="rId11" imgW="10668000" imgH="9144000" progId="Equation.DSMT4">
                  <p:embed/>
                  <p:pic>
                    <p:nvPicPr>
                      <p:cNvPr id="0" name="图片 28198"/>
                      <p:cNvPicPr>
                        <a:picLocks noChangeAspect="1"/>
                      </p:cNvPicPr>
                      <p:nvPr/>
                    </p:nvPicPr>
                    <p:blipFill>
                      <a:blip r:embed="rId12"/>
                      <a:stretch>
                        <a:fillRect/>
                      </a:stretch>
                    </p:blipFill>
                    <p:spPr>
                      <a:xfrm>
                        <a:off x="7642225" y="679450"/>
                        <a:ext cx="446088" cy="387350"/>
                      </a:xfrm>
                      <a:prstGeom prst="rect">
                        <a:avLst/>
                      </a:prstGeom>
                      <a:noFill/>
                      <a:ln w="9525">
                        <a:noFill/>
                      </a:ln>
                    </p:spPr>
                  </p:pic>
                </p:oleObj>
              </mc:Fallback>
            </mc:AlternateContent>
          </a:graphicData>
        </a:graphic>
      </p:graphicFrame>
      <p:graphicFrame>
        <p:nvGraphicFramePr>
          <p:cNvPr id="25" name="Object 25"/>
          <p:cNvGraphicFramePr>
            <a:graphicFrameLocks noChangeAspect="1"/>
          </p:cNvGraphicFramePr>
          <p:nvPr/>
        </p:nvGraphicFramePr>
        <p:xfrm>
          <a:off x="9145588" y="990600"/>
          <a:ext cx="1058862" cy="396875"/>
        </p:xfrm>
        <a:graphic>
          <a:graphicData uri="http://schemas.openxmlformats.org/presentationml/2006/ole">
            <mc:AlternateContent xmlns:mc="http://schemas.openxmlformats.org/markup-compatibility/2006">
              <mc:Choice xmlns:v="urn:schemas-microsoft-com:vml" Requires="v">
                <p:oleObj spid="_x0000_s28200" name="Equation" r:id="rId13" imgW="27127200" imgH="9448800" progId="Equation.DSMT4">
                  <p:embed/>
                </p:oleObj>
              </mc:Choice>
              <mc:Fallback>
                <p:oleObj name="Equation" r:id="rId13" imgW="27127200" imgH="9448800" progId="Equation.DSMT4">
                  <p:embed/>
                  <p:pic>
                    <p:nvPicPr>
                      <p:cNvPr id="0" name="图片 28199"/>
                      <p:cNvPicPr>
                        <a:picLocks noChangeAspect="1"/>
                      </p:cNvPicPr>
                      <p:nvPr/>
                    </p:nvPicPr>
                    <p:blipFill>
                      <a:blip r:embed="rId14"/>
                      <a:stretch>
                        <a:fillRect/>
                      </a:stretch>
                    </p:blipFill>
                    <p:spPr>
                      <a:xfrm>
                        <a:off x="9145588" y="990600"/>
                        <a:ext cx="1058862" cy="396875"/>
                      </a:xfrm>
                      <a:prstGeom prst="rect">
                        <a:avLst/>
                      </a:prstGeom>
                      <a:noFill/>
                      <a:ln w="9525">
                        <a:noFill/>
                      </a:ln>
                    </p:spPr>
                  </p:pic>
                </p:oleObj>
              </mc:Fallback>
            </mc:AlternateContent>
          </a:graphicData>
        </a:graphic>
      </p:graphicFrame>
      <p:graphicFrame>
        <p:nvGraphicFramePr>
          <p:cNvPr id="26" name="Object 26"/>
          <p:cNvGraphicFramePr>
            <a:graphicFrameLocks noChangeAspect="1"/>
          </p:cNvGraphicFramePr>
          <p:nvPr/>
        </p:nvGraphicFramePr>
        <p:xfrm>
          <a:off x="3562350" y="1746450"/>
          <a:ext cx="901700" cy="366713"/>
        </p:xfrm>
        <a:graphic>
          <a:graphicData uri="http://schemas.openxmlformats.org/presentationml/2006/ole">
            <mc:AlternateContent xmlns:mc="http://schemas.openxmlformats.org/markup-compatibility/2006">
              <mc:Choice xmlns:v="urn:schemas-microsoft-com:vml" Requires="v">
                <p:oleObj spid="_x0000_s28201" name="Equation" r:id="rId15" imgW="20421600" imgH="7620000" progId="Equation.DSMT4">
                  <p:embed/>
                </p:oleObj>
              </mc:Choice>
              <mc:Fallback>
                <p:oleObj name="Equation" r:id="rId15" imgW="20421600" imgH="7620000" progId="Equation.DSMT4">
                  <p:embed/>
                  <p:pic>
                    <p:nvPicPr>
                      <p:cNvPr id="0" name="图片 28200"/>
                      <p:cNvPicPr>
                        <a:picLocks noChangeAspect="1"/>
                      </p:cNvPicPr>
                      <p:nvPr/>
                    </p:nvPicPr>
                    <p:blipFill>
                      <a:blip r:embed="rId16"/>
                      <a:stretch>
                        <a:fillRect/>
                      </a:stretch>
                    </p:blipFill>
                    <p:spPr>
                      <a:xfrm>
                        <a:off x="3562350" y="1746450"/>
                        <a:ext cx="901700" cy="366713"/>
                      </a:xfrm>
                      <a:prstGeom prst="rect">
                        <a:avLst/>
                      </a:prstGeom>
                      <a:noFill/>
                      <a:ln w="9525">
                        <a:noFill/>
                      </a:ln>
                    </p:spPr>
                  </p:pic>
                </p:oleObj>
              </mc:Fallback>
            </mc:AlternateContent>
          </a:graphicData>
        </a:graphic>
      </p:graphicFrame>
      <p:sp>
        <p:nvSpPr>
          <p:cNvPr id="27" name="Text Box 27"/>
          <p:cNvSpPr txBox="1">
            <a:spLocks noChangeArrowheads="1"/>
          </p:cNvSpPr>
          <p:nvPr/>
        </p:nvSpPr>
        <p:spPr bwMode="auto">
          <a:xfrm>
            <a:off x="3109347" y="2257708"/>
            <a:ext cx="2338581"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称为</a:t>
            </a:r>
            <a:r>
              <a:rPr kumimoji="1" lang="zh-CN" altLang="en-US" sz="2800" b="1"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双</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曲正弦</a:t>
            </a:r>
            <a:r>
              <a:rPr kumimoji="1"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 </a:t>
            </a:r>
            <a:endParaRPr kumimoji="1"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endParaRPr>
          </a:p>
        </p:txBody>
      </p:sp>
      <p:sp>
        <p:nvSpPr>
          <p:cNvPr id="28" name="Text Box 28"/>
          <p:cNvSpPr txBox="1">
            <a:spLocks noChangeArrowheads="1"/>
          </p:cNvSpPr>
          <p:nvPr/>
        </p:nvSpPr>
        <p:spPr bwMode="auto">
          <a:xfrm>
            <a:off x="2889250" y="1716405"/>
            <a:ext cx="4889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latin typeface="Times New Roman" panose="02020603050405020304" pitchFamily="18" charset="0"/>
                <a:ea typeface="黑体" panose="02010609060101010101" charset="-122"/>
                <a:cs typeface="Times New Roman" panose="02020603050405020304" pitchFamily="18" charset="0"/>
              </a:rPr>
              <a:t>记</a:t>
            </a:r>
            <a:endParaRPr kumimoji="1" lang="zh-CN" altLang="en-US" sz="2400" b="1">
              <a:latin typeface="Times New Roman" panose="02020603050405020304" pitchFamily="18" charset="0"/>
              <a:ea typeface="黑体" panose="02010609060101010101" charset="-122"/>
              <a:cs typeface="Times New Roman" panose="02020603050405020304" pitchFamily="18" charset="0"/>
            </a:endParaRPr>
          </a:p>
        </p:txBody>
      </p:sp>
      <p:sp>
        <p:nvSpPr>
          <p:cNvPr id="29" name="Text Box 29"/>
          <p:cNvSpPr txBox="1">
            <a:spLocks noChangeArrowheads="1"/>
          </p:cNvSpPr>
          <p:nvPr/>
        </p:nvSpPr>
        <p:spPr bwMode="auto">
          <a:xfrm>
            <a:off x="1981200" y="3249613"/>
            <a:ext cx="9867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再如</a:t>
            </a:r>
            <a:r>
              <a:rPr kumimoji="1" lang="en-US" altLang="zh-CN" sz="2800" b="1" dirty="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0" name="Object 30"/>
          <p:cNvGraphicFramePr>
            <a:graphicFrameLocks noChangeAspect="1"/>
          </p:cNvGraphicFramePr>
          <p:nvPr/>
        </p:nvGraphicFramePr>
        <p:xfrm>
          <a:off x="3122525" y="3100120"/>
          <a:ext cx="1218960" cy="838080"/>
        </p:xfrm>
        <a:graphic>
          <a:graphicData uri="http://schemas.openxmlformats.org/presentationml/2006/ole">
            <mc:AlternateContent xmlns:mc="http://schemas.openxmlformats.org/markup-compatibility/2006">
              <mc:Choice xmlns:v="urn:schemas-microsoft-com:vml" Requires="v">
                <p:oleObj spid="_x0000_s28202" name="Equation" r:id="rId17" imgW="29260800" imgH="20116800" progId="Equation.DSMT4">
                  <p:embed/>
                </p:oleObj>
              </mc:Choice>
              <mc:Fallback>
                <p:oleObj name="Equation" r:id="rId17" imgW="29260800" imgH="20116800" progId="Equation.DSMT4">
                  <p:embed/>
                  <p:pic>
                    <p:nvPicPr>
                      <p:cNvPr id="0" name="图片 28201"/>
                      <p:cNvPicPr>
                        <a:picLocks noChangeAspect="1"/>
                      </p:cNvPicPr>
                      <p:nvPr/>
                    </p:nvPicPr>
                    <p:blipFill>
                      <a:blip r:embed="rId18"/>
                      <a:stretch>
                        <a:fillRect/>
                      </a:stretch>
                    </p:blipFill>
                    <p:spPr>
                      <a:xfrm>
                        <a:off x="3122525" y="3100120"/>
                        <a:ext cx="1218960" cy="838080"/>
                      </a:xfrm>
                      <a:prstGeom prst="rect">
                        <a:avLst/>
                      </a:prstGeom>
                      <a:noFill/>
                      <a:ln w="9525">
                        <a:noFill/>
                      </a:ln>
                    </p:spPr>
                  </p:pic>
                </p:oleObj>
              </mc:Fallback>
            </mc:AlternateContent>
          </a:graphicData>
        </a:graphic>
      </p:graphicFrame>
      <p:graphicFrame>
        <p:nvGraphicFramePr>
          <p:cNvPr id="31" name="Object 31"/>
          <p:cNvGraphicFramePr>
            <a:graphicFrameLocks noChangeAspect="1"/>
          </p:cNvGraphicFramePr>
          <p:nvPr/>
        </p:nvGraphicFramePr>
        <p:xfrm>
          <a:off x="4435475" y="3013075"/>
          <a:ext cx="1471613" cy="935038"/>
        </p:xfrm>
        <a:graphic>
          <a:graphicData uri="http://schemas.openxmlformats.org/presentationml/2006/ole">
            <mc:AlternateContent xmlns:mc="http://schemas.openxmlformats.org/markup-compatibility/2006">
              <mc:Choice xmlns:v="urn:schemas-microsoft-com:vml" Requires="v">
                <p:oleObj spid="_x0000_s28203" name="Equation" r:id="rId19" imgW="34442400" imgH="21336000" progId="Equation.DSMT4">
                  <p:embed/>
                </p:oleObj>
              </mc:Choice>
              <mc:Fallback>
                <p:oleObj name="Equation" r:id="rId19" imgW="34442400" imgH="21336000" progId="Equation.DSMT4">
                  <p:embed/>
                  <p:pic>
                    <p:nvPicPr>
                      <p:cNvPr id="0" name="图片 28202"/>
                      <p:cNvPicPr>
                        <a:picLocks noChangeAspect="1"/>
                      </p:cNvPicPr>
                      <p:nvPr/>
                    </p:nvPicPr>
                    <p:blipFill>
                      <a:blip r:embed="rId20"/>
                      <a:stretch>
                        <a:fillRect/>
                      </a:stretch>
                    </p:blipFill>
                    <p:spPr>
                      <a:xfrm>
                        <a:off x="4435475" y="3013075"/>
                        <a:ext cx="1471613" cy="935038"/>
                      </a:xfrm>
                      <a:prstGeom prst="rect">
                        <a:avLst/>
                      </a:prstGeom>
                      <a:noFill/>
                      <a:ln w="9525">
                        <a:noFill/>
                      </a:ln>
                    </p:spPr>
                  </p:pic>
                </p:oleObj>
              </mc:Fallback>
            </mc:AlternateContent>
          </a:graphicData>
        </a:graphic>
      </p:graphicFrame>
      <p:sp>
        <p:nvSpPr>
          <p:cNvPr id="32" name="Text Box 32"/>
          <p:cNvSpPr txBox="1">
            <a:spLocks noChangeArrowheads="1"/>
          </p:cNvSpPr>
          <p:nvPr/>
        </p:nvSpPr>
        <p:spPr bwMode="auto">
          <a:xfrm>
            <a:off x="6182995" y="3292475"/>
            <a:ext cx="1612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为奇函数</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33" name="Freeform 33"/>
          <p:cNvSpPr/>
          <p:nvPr/>
        </p:nvSpPr>
        <p:spPr bwMode="auto">
          <a:xfrm>
            <a:off x="7315200" y="5106988"/>
            <a:ext cx="815975" cy="404812"/>
          </a:xfrm>
          <a:custGeom>
            <a:avLst/>
            <a:gdLst>
              <a:gd name="T0" fmla="*/ 2147483647 w 642"/>
              <a:gd name="T1" fmla="*/ 2147483647 h 318"/>
              <a:gd name="T2" fmla="*/ 2147483647 w 642"/>
              <a:gd name="T3" fmla="*/ 2147483647 h 318"/>
              <a:gd name="T4" fmla="*/ 2147483647 w 642"/>
              <a:gd name="T5" fmla="*/ 2147483647 h 318"/>
              <a:gd name="T6" fmla="*/ 2147483647 w 642"/>
              <a:gd name="T7" fmla="*/ 2147483647 h 318"/>
              <a:gd name="T8" fmla="*/ 2147483647 w 642"/>
              <a:gd name="T9" fmla="*/ 2147483647 h 318"/>
              <a:gd name="T10" fmla="*/ 2147483647 w 642"/>
              <a:gd name="T11" fmla="*/ 2147483647 h 318"/>
              <a:gd name="T12" fmla="*/ 2147483647 w 642"/>
              <a:gd name="T13" fmla="*/ 2147483647 h 318"/>
              <a:gd name="T14" fmla="*/ 2147483647 w 642"/>
              <a:gd name="T15" fmla="*/ 2147483647 h 318"/>
              <a:gd name="T16" fmla="*/ 2147483647 w 642"/>
              <a:gd name="T17" fmla="*/ 2147483647 h 318"/>
              <a:gd name="T18" fmla="*/ 2147483647 w 642"/>
              <a:gd name="T19" fmla="*/ 2147483647 h 318"/>
              <a:gd name="T20" fmla="*/ 2147483647 w 642"/>
              <a:gd name="T21" fmla="*/ 2147483647 h 318"/>
              <a:gd name="T22" fmla="*/ 2147483647 w 642"/>
              <a:gd name="T23" fmla="*/ 2147483647 h 318"/>
              <a:gd name="T24" fmla="*/ 2147483647 w 642"/>
              <a:gd name="T25" fmla="*/ 2147483647 h 318"/>
              <a:gd name="T26" fmla="*/ 2147483647 w 642"/>
              <a:gd name="T27" fmla="*/ 2147483647 h 318"/>
              <a:gd name="T28" fmla="*/ 2147483647 w 642"/>
              <a:gd name="T29" fmla="*/ 2147483647 h 318"/>
              <a:gd name="T30" fmla="*/ 2147483647 w 642"/>
              <a:gd name="T31" fmla="*/ 2147483647 h 318"/>
              <a:gd name="T32" fmla="*/ 2147483647 w 642"/>
              <a:gd name="T33" fmla="*/ 2147483647 h 318"/>
              <a:gd name="T34" fmla="*/ 2147483647 w 642"/>
              <a:gd name="T35" fmla="*/ 2147483647 h 318"/>
              <a:gd name="T36" fmla="*/ 2147483647 w 642"/>
              <a:gd name="T37" fmla="*/ 2147483647 h 318"/>
              <a:gd name="T38" fmla="*/ 2147483647 w 642"/>
              <a:gd name="T39" fmla="*/ 2147483647 h 318"/>
              <a:gd name="T40" fmla="*/ 2147483647 w 642"/>
              <a:gd name="T41" fmla="*/ 2147483647 h 318"/>
              <a:gd name="T42" fmla="*/ 2147483647 w 642"/>
              <a:gd name="T43" fmla="*/ 2147483647 h 318"/>
              <a:gd name="T44" fmla="*/ 2147483647 w 642"/>
              <a:gd name="T45" fmla="*/ 2147483647 h 318"/>
              <a:gd name="T46" fmla="*/ 2147483647 w 642"/>
              <a:gd name="T47" fmla="*/ 2147483647 h 318"/>
              <a:gd name="T48" fmla="*/ 2147483647 w 642"/>
              <a:gd name="T49" fmla="*/ 2147483647 h 318"/>
              <a:gd name="T50" fmla="*/ 2147483647 w 642"/>
              <a:gd name="T51" fmla="*/ 2147483647 h 318"/>
              <a:gd name="T52" fmla="*/ 2147483647 w 642"/>
              <a:gd name="T53" fmla="*/ 2147483647 h 318"/>
              <a:gd name="T54" fmla="*/ 2147483647 w 642"/>
              <a:gd name="T55" fmla="*/ 2147483647 h 318"/>
              <a:gd name="T56" fmla="*/ 2147483647 w 642"/>
              <a:gd name="T57" fmla="*/ 2147483647 h 318"/>
              <a:gd name="T58" fmla="*/ 2147483647 w 642"/>
              <a:gd name="T59" fmla="*/ 2147483647 h 318"/>
              <a:gd name="T60" fmla="*/ 2147483647 w 642"/>
              <a:gd name="T61" fmla="*/ 2147483647 h 318"/>
              <a:gd name="T62" fmla="*/ 2147483647 w 642"/>
              <a:gd name="T63" fmla="*/ 2147483647 h 318"/>
              <a:gd name="T64" fmla="*/ 2147483647 w 642"/>
              <a:gd name="T65" fmla="*/ 2147483647 h 318"/>
              <a:gd name="T66" fmla="*/ 2147483647 w 642"/>
              <a:gd name="T67" fmla="*/ 2147483647 h 318"/>
              <a:gd name="T68" fmla="*/ 2147483647 w 642"/>
              <a:gd name="T69" fmla="*/ 2147483647 h 318"/>
              <a:gd name="T70" fmla="*/ 2147483647 w 642"/>
              <a:gd name="T71" fmla="*/ 2147483647 h 318"/>
              <a:gd name="T72" fmla="*/ 2147483647 w 642"/>
              <a:gd name="T73" fmla="*/ 2147483647 h 318"/>
              <a:gd name="T74" fmla="*/ 2147483647 w 642"/>
              <a:gd name="T75" fmla="*/ 2147483647 h 318"/>
              <a:gd name="T76" fmla="*/ 2147483647 w 642"/>
              <a:gd name="T77" fmla="*/ 2147483647 h 318"/>
              <a:gd name="T78" fmla="*/ 2147483647 w 642"/>
              <a:gd name="T79" fmla="*/ 2147483647 h 318"/>
              <a:gd name="T80" fmla="*/ 2147483647 w 642"/>
              <a:gd name="T81" fmla="*/ 2147483647 h 318"/>
              <a:gd name="T82" fmla="*/ 2147483647 w 642"/>
              <a:gd name="T83" fmla="*/ 2147483647 h 318"/>
              <a:gd name="T84" fmla="*/ 2147483647 w 642"/>
              <a:gd name="T85" fmla="*/ 2147483647 h 318"/>
              <a:gd name="T86" fmla="*/ 2147483647 w 642"/>
              <a:gd name="T87" fmla="*/ 2147483647 h 318"/>
              <a:gd name="T88" fmla="*/ 2147483647 w 642"/>
              <a:gd name="T89" fmla="*/ 2147483647 h 318"/>
              <a:gd name="T90" fmla="*/ 2147483647 w 642"/>
              <a:gd name="T91" fmla="*/ 2147483647 h 318"/>
              <a:gd name="T92" fmla="*/ 2147483647 w 642"/>
              <a:gd name="T93" fmla="*/ 2147483647 h 318"/>
              <a:gd name="T94" fmla="*/ 2147483647 w 642"/>
              <a:gd name="T95" fmla="*/ 2147483647 h 318"/>
              <a:gd name="T96" fmla="*/ 2147483647 w 642"/>
              <a:gd name="T97" fmla="*/ 2147483647 h 318"/>
              <a:gd name="T98" fmla="*/ 2147483647 w 642"/>
              <a:gd name="T99" fmla="*/ 2147483647 h 318"/>
              <a:gd name="T100" fmla="*/ 2147483647 w 642"/>
              <a:gd name="T101" fmla="*/ 0 h 3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42" h="318">
                <a:moveTo>
                  <a:pt x="0" y="318"/>
                </a:moveTo>
                <a:lnTo>
                  <a:pt x="0" y="318"/>
                </a:lnTo>
                <a:lnTo>
                  <a:pt x="6" y="318"/>
                </a:lnTo>
                <a:lnTo>
                  <a:pt x="12" y="318"/>
                </a:lnTo>
                <a:lnTo>
                  <a:pt x="18" y="318"/>
                </a:lnTo>
                <a:lnTo>
                  <a:pt x="24" y="318"/>
                </a:lnTo>
                <a:lnTo>
                  <a:pt x="30" y="318"/>
                </a:lnTo>
                <a:lnTo>
                  <a:pt x="30" y="312"/>
                </a:lnTo>
                <a:lnTo>
                  <a:pt x="36" y="312"/>
                </a:lnTo>
                <a:lnTo>
                  <a:pt x="42" y="312"/>
                </a:lnTo>
                <a:lnTo>
                  <a:pt x="48" y="312"/>
                </a:lnTo>
                <a:lnTo>
                  <a:pt x="54" y="312"/>
                </a:lnTo>
                <a:lnTo>
                  <a:pt x="60" y="312"/>
                </a:lnTo>
                <a:lnTo>
                  <a:pt x="66" y="306"/>
                </a:lnTo>
                <a:lnTo>
                  <a:pt x="72" y="306"/>
                </a:lnTo>
                <a:lnTo>
                  <a:pt x="78" y="306"/>
                </a:lnTo>
                <a:lnTo>
                  <a:pt x="84" y="306"/>
                </a:lnTo>
                <a:lnTo>
                  <a:pt x="90" y="306"/>
                </a:lnTo>
                <a:lnTo>
                  <a:pt x="90" y="300"/>
                </a:lnTo>
                <a:lnTo>
                  <a:pt x="96" y="300"/>
                </a:lnTo>
                <a:lnTo>
                  <a:pt x="102" y="300"/>
                </a:lnTo>
                <a:lnTo>
                  <a:pt x="108" y="300"/>
                </a:lnTo>
                <a:lnTo>
                  <a:pt x="114" y="300"/>
                </a:lnTo>
                <a:lnTo>
                  <a:pt x="120" y="294"/>
                </a:lnTo>
                <a:lnTo>
                  <a:pt x="126" y="294"/>
                </a:lnTo>
                <a:lnTo>
                  <a:pt x="132" y="294"/>
                </a:lnTo>
                <a:lnTo>
                  <a:pt x="138" y="294"/>
                </a:lnTo>
                <a:lnTo>
                  <a:pt x="138" y="288"/>
                </a:lnTo>
                <a:lnTo>
                  <a:pt x="144" y="288"/>
                </a:lnTo>
                <a:lnTo>
                  <a:pt x="150" y="288"/>
                </a:lnTo>
                <a:lnTo>
                  <a:pt x="156" y="288"/>
                </a:lnTo>
                <a:lnTo>
                  <a:pt x="162" y="288"/>
                </a:lnTo>
                <a:lnTo>
                  <a:pt x="162" y="282"/>
                </a:lnTo>
                <a:lnTo>
                  <a:pt x="168" y="282"/>
                </a:lnTo>
                <a:lnTo>
                  <a:pt x="174" y="282"/>
                </a:lnTo>
                <a:lnTo>
                  <a:pt x="180" y="282"/>
                </a:lnTo>
                <a:lnTo>
                  <a:pt x="180" y="276"/>
                </a:lnTo>
                <a:lnTo>
                  <a:pt x="186" y="276"/>
                </a:lnTo>
                <a:lnTo>
                  <a:pt x="192" y="276"/>
                </a:lnTo>
                <a:lnTo>
                  <a:pt x="198" y="276"/>
                </a:lnTo>
                <a:lnTo>
                  <a:pt x="198" y="270"/>
                </a:lnTo>
                <a:lnTo>
                  <a:pt x="204" y="270"/>
                </a:lnTo>
                <a:lnTo>
                  <a:pt x="210" y="270"/>
                </a:lnTo>
                <a:lnTo>
                  <a:pt x="216" y="270"/>
                </a:lnTo>
                <a:lnTo>
                  <a:pt x="216" y="264"/>
                </a:lnTo>
                <a:lnTo>
                  <a:pt x="222" y="264"/>
                </a:lnTo>
                <a:lnTo>
                  <a:pt x="228" y="264"/>
                </a:lnTo>
                <a:lnTo>
                  <a:pt x="234" y="258"/>
                </a:lnTo>
                <a:lnTo>
                  <a:pt x="240" y="258"/>
                </a:lnTo>
                <a:lnTo>
                  <a:pt x="246" y="258"/>
                </a:lnTo>
                <a:lnTo>
                  <a:pt x="246" y="252"/>
                </a:lnTo>
                <a:lnTo>
                  <a:pt x="252" y="252"/>
                </a:lnTo>
                <a:lnTo>
                  <a:pt x="258" y="252"/>
                </a:lnTo>
                <a:lnTo>
                  <a:pt x="264" y="246"/>
                </a:lnTo>
                <a:lnTo>
                  <a:pt x="270" y="246"/>
                </a:lnTo>
                <a:lnTo>
                  <a:pt x="276" y="246"/>
                </a:lnTo>
                <a:lnTo>
                  <a:pt x="276" y="240"/>
                </a:lnTo>
                <a:lnTo>
                  <a:pt x="282" y="240"/>
                </a:lnTo>
                <a:lnTo>
                  <a:pt x="288" y="240"/>
                </a:lnTo>
                <a:lnTo>
                  <a:pt x="288" y="234"/>
                </a:lnTo>
                <a:lnTo>
                  <a:pt x="294" y="234"/>
                </a:lnTo>
                <a:lnTo>
                  <a:pt x="300" y="234"/>
                </a:lnTo>
                <a:lnTo>
                  <a:pt x="306" y="228"/>
                </a:lnTo>
                <a:lnTo>
                  <a:pt x="312" y="228"/>
                </a:lnTo>
                <a:lnTo>
                  <a:pt x="318" y="222"/>
                </a:lnTo>
                <a:lnTo>
                  <a:pt x="324" y="222"/>
                </a:lnTo>
                <a:lnTo>
                  <a:pt x="324" y="216"/>
                </a:lnTo>
                <a:lnTo>
                  <a:pt x="330" y="216"/>
                </a:lnTo>
                <a:lnTo>
                  <a:pt x="336" y="216"/>
                </a:lnTo>
                <a:lnTo>
                  <a:pt x="336" y="210"/>
                </a:lnTo>
                <a:lnTo>
                  <a:pt x="342" y="210"/>
                </a:lnTo>
                <a:lnTo>
                  <a:pt x="348" y="210"/>
                </a:lnTo>
                <a:lnTo>
                  <a:pt x="348" y="204"/>
                </a:lnTo>
                <a:lnTo>
                  <a:pt x="354" y="204"/>
                </a:lnTo>
                <a:lnTo>
                  <a:pt x="360" y="204"/>
                </a:lnTo>
                <a:lnTo>
                  <a:pt x="360" y="198"/>
                </a:lnTo>
                <a:lnTo>
                  <a:pt x="366" y="198"/>
                </a:lnTo>
                <a:lnTo>
                  <a:pt x="372" y="192"/>
                </a:lnTo>
                <a:lnTo>
                  <a:pt x="378" y="192"/>
                </a:lnTo>
                <a:lnTo>
                  <a:pt x="384" y="186"/>
                </a:lnTo>
                <a:lnTo>
                  <a:pt x="390" y="186"/>
                </a:lnTo>
                <a:lnTo>
                  <a:pt x="390" y="180"/>
                </a:lnTo>
                <a:lnTo>
                  <a:pt x="396" y="180"/>
                </a:lnTo>
                <a:lnTo>
                  <a:pt x="402" y="174"/>
                </a:lnTo>
                <a:lnTo>
                  <a:pt x="408" y="174"/>
                </a:lnTo>
                <a:lnTo>
                  <a:pt x="414" y="168"/>
                </a:lnTo>
                <a:lnTo>
                  <a:pt x="420" y="162"/>
                </a:lnTo>
                <a:lnTo>
                  <a:pt x="426" y="162"/>
                </a:lnTo>
                <a:lnTo>
                  <a:pt x="426" y="156"/>
                </a:lnTo>
                <a:lnTo>
                  <a:pt x="432" y="156"/>
                </a:lnTo>
                <a:lnTo>
                  <a:pt x="438" y="156"/>
                </a:lnTo>
                <a:lnTo>
                  <a:pt x="438" y="150"/>
                </a:lnTo>
                <a:lnTo>
                  <a:pt x="444" y="150"/>
                </a:lnTo>
                <a:lnTo>
                  <a:pt x="444" y="144"/>
                </a:lnTo>
                <a:lnTo>
                  <a:pt x="450" y="144"/>
                </a:lnTo>
                <a:lnTo>
                  <a:pt x="456" y="144"/>
                </a:lnTo>
                <a:lnTo>
                  <a:pt x="456" y="138"/>
                </a:lnTo>
                <a:lnTo>
                  <a:pt x="462" y="138"/>
                </a:lnTo>
                <a:lnTo>
                  <a:pt x="462" y="132"/>
                </a:lnTo>
                <a:lnTo>
                  <a:pt x="468" y="132"/>
                </a:lnTo>
                <a:lnTo>
                  <a:pt x="474" y="126"/>
                </a:lnTo>
                <a:lnTo>
                  <a:pt x="480" y="126"/>
                </a:lnTo>
                <a:lnTo>
                  <a:pt x="480" y="120"/>
                </a:lnTo>
                <a:lnTo>
                  <a:pt x="486" y="120"/>
                </a:lnTo>
                <a:lnTo>
                  <a:pt x="492" y="114"/>
                </a:lnTo>
                <a:lnTo>
                  <a:pt x="498" y="108"/>
                </a:lnTo>
                <a:lnTo>
                  <a:pt x="504" y="108"/>
                </a:lnTo>
                <a:lnTo>
                  <a:pt x="504" y="102"/>
                </a:lnTo>
                <a:lnTo>
                  <a:pt x="510" y="102"/>
                </a:lnTo>
                <a:lnTo>
                  <a:pt x="516" y="96"/>
                </a:lnTo>
                <a:lnTo>
                  <a:pt x="522" y="96"/>
                </a:lnTo>
                <a:lnTo>
                  <a:pt x="522" y="90"/>
                </a:lnTo>
                <a:lnTo>
                  <a:pt x="528" y="90"/>
                </a:lnTo>
                <a:lnTo>
                  <a:pt x="528" y="84"/>
                </a:lnTo>
                <a:lnTo>
                  <a:pt x="534" y="84"/>
                </a:lnTo>
                <a:lnTo>
                  <a:pt x="540" y="78"/>
                </a:lnTo>
                <a:lnTo>
                  <a:pt x="546" y="72"/>
                </a:lnTo>
                <a:lnTo>
                  <a:pt x="552" y="72"/>
                </a:lnTo>
                <a:lnTo>
                  <a:pt x="552" y="66"/>
                </a:lnTo>
                <a:lnTo>
                  <a:pt x="558" y="66"/>
                </a:lnTo>
                <a:lnTo>
                  <a:pt x="558" y="60"/>
                </a:lnTo>
                <a:lnTo>
                  <a:pt x="564" y="60"/>
                </a:lnTo>
                <a:lnTo>
                  <a:pt x="570" y="54"/>
                </a:lnTo>
                <a:lnTo>
                  <a:pt x="576" y="48"/>
                </a:lnTo>
                <a:lnTo>
                  <a:pt x="582" y="48"/>
                </a:lnTo>
                <a:lnTo>
                  <a:pt x="582" y="42"/>
                </a:lnTo>
                <a:lnTo>
                  <a:pt x="588" y="42"/>
                </a:lnTo>
                <a:lnTo>
                  <a:pt x="588" y="36"/>
                </a:lnTo>
                <a:lnTo>
                  <a:pt x="594" y="36"/>
                </a:lnTo>
                <a:lnTo>
                  <a:pt x="600" y="30"/>
                </a:lnTo>
                <a:lnTo>
                  <a:pt x="606" y="24"/>
                </a:lnTo>
                <a:lnTo>
                  <a:pt x="612" y="24"/>
                </a:lnTo>
                <a:lnTo>
                  <a:pt x="612" y="18"/>
                </a:lnTo>
                <a:lnTo>
                  <a:pt x="618" y="18"/>
                </a:lnTo>
                <a:lnTo>
                  <a:pt x="618" y="12"/>
                </a:lnTo>
                <a:lnTo>
                  <a:pt x="624" y="12"/>
                </a:lnTo>
                <a:lnTo>
                  <a:pt x="630" y="6"/>
                </a:lnTo>
                <a:lnTo>
                  <a:pt x="636" y="0"/>
                </a:lnTo>
                <a:lnTo>
                  <a:pt x="642" y="0"/>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4" name="Freeform 34"/>
          <p:cNvSpPr/>
          <p:nvPr/>
        </p:nvSpPr>
        <p:spPr bwMode="auto">
          <a:xfrm>
            <a:off x="8131175" y="4738688"/>
            <a:ext cx="814388" cy="373062"/>
          </a:xfrm>
          <a:custGeom>
            <a:avLst/>
            <a:gdLst>
              <a:gd name="T0" fmla="*/ 2147483647 w 642"/>
              <a:gd name="T1" fmla="*/ 2147483647 h 294"/>
              <a:gd name="T2" fmla="*/ 2147483647 w 642"/>
              <a:gd name="T3" fmla="*/ 2147483647 h 294"/>
              <a:gd name="T4" fmla="*/ 2147483647 w 642"/>
              <a:gd name="T5" fmla="*/ 2147483647 h 294"/>
              <a:gd name="T6" fmla="*/ 2147483647 w 642"/>
              <a:gd name="T7" fmla="*/ 2147483647 h 294"/>
              <a:gd name="T8" fmla="*/ 2147483647 w 642"/>
              <a:gd name="T9" fmla="*/ 2147483647 h 294"/>
              <a:gd name="T10" fmla="*/ 2147483647 w 642"/>
              <a:gd name="T11" fmla="*/ 2147483647 h 294"/>
              <a:gd name="T12" fmla="*/ 2147483647 w 642"/>
              <a:gd name="T13" fmla="*/ 2147483647 h 294"/>
              <a:gd name="T14" fmla="*/ 2147483647 w 642"/>
              <a:gd name="T15" fmla="*/ 2147483647 h 294"/>
              <a:gd name="T16" fmla="*/ 2147483647 w 642"/>
              <a:gd name="T17" fmla="*/ 2147483647 h 294"/>
              <a:gd name="T18" fmla="*/ 2147483647 w 642"/>
              <a:gd name="T19" fmla="*/ 2147483647 h 294"/>
              <a:gd name="T20" fmla="*/ 2147483647 w 642"/>
              <a:gd name="T21" fmla="*/ 2147483647 h 294"/>
              <a:gd name="T22" fmla="*/ 2147483647 w 642"/>
              <a:gd name="T23" fmla="*/ 2147483647 h 294"/>
              <a:gd name="T24" fmla="*/ 2147483647 w 642"/>
              <a:gd name="T25" fmla="*/ 2147483647 h 294"/>
              <a:gd name="T26" fmla="*/ 2147483647 w 642"/>
              <a:gd name="T27" fmla="*/ 2147483647 h 294"/>
              <a:gd name="T28" fmla="*/ 2147483647 w 642"/>
              <a:gd name="T29" fmla="*/ 2147483647 h 294"/>
              <a:gd name="T30" fmla="*/ 2147483647 w 642"/>
              <a:gd name="T31" fmla="*/ 2147483647 h 294"/>
              <a:gd name="T32" fmla="*/ 2147483647 w 642"/>
              <a:gd name="T33" fmla="*/ 2147483647 h 294"/>
              <a:gd name="T34" fmla="*/ 2147483647 w 642"/>
              <a:gd name="T35" fmla="*/ 2147483647 h 294"/>
              <a:gd name="T36" fmla="*/ 2147483647 w 642"/>
              <a:gd name="T37" fmla="*/ 2147483647 h 294"/>
              <a:gd name="T38" fmla="*/ 2147483647 w 642"/>
              <a:gd name="T39" fmla="*/ 2147483647 h 294"/>
              <a:gd name="T40" fmla="*/ 2147483647 w 642"/>
              <a:gd name="T41" fmla="*/ 2147483647 h 294"/>
              <a:gd name="T42" fmla="*/ 2147483647 w 642"/>
              <a:gd name="T43" fmla="*/ 2147483647 h 294"/>
              <a:gd name="T44" fmla="*/ 2147483647 w 642"/>
              <a:gd name="T45" fmla="*/ 2147483647 h 294"/>
              <a:gd name="T46" fmla="*/ 2147483647 w 642"/>
              <a:gd name="T47" fmla="*/ 2147483647 h 294"/>
              <a:gd name="T48" fmla="*/ 2147483647 w 642"/>
              <a:gd name="T49" fmla="*/ 2147483647 h 294"/>
              <a:gd name="T50" fmla="*/ 2147483647 w 642"/>
              <a:gd name="T51" fmla="*/ 2147483647 h 294"/>
              <a:gd name="T52" fmla="*/ 2147483647 w 642"/>
              <a:gd name="T53" fmla="*/ 2147483647 h 294"/>
              <a:gd name="T54" fmla="*/ 2147483647 w 642"/>
              <a:gd name="T55" fmla="*/ 2147483647 h 294"/>
              <a:gd name="T56" fmla="*/ 2147483647 w 642"/>
              <a:gd name="T57" fmla="*/ 2147483647 h 294"/>
              <a:gd name="T58" fmla="*/ 2147483647 w 642"/>
              <a:gd name="T59" fmla="*/ 2147483647 h 294"/>
              <a:gd name="T60" fmla="*/ 2147483647 w 642"/>
              <a:gd name="T61" fmla="*/ 2147483647 h 294"/>
              <a:gd name="T62" fmla="*/ 2147483647 w 642"/>
              <a:gd name="T63" fmla="*/ 2147483647 h 294"/>
              <a:gd name="T64" fmla="*/ 2147483647 w 642"/>
              <a:gd name="T65" fmla="*/ 2147483647 h 294"/>
              <a:gd name="T66" fmla="*/ 2147483647 w 642"/>
              <a:gd name="T67" fmla="*/ 2147483647 h 294"/>
              <a:gd name="T68" fmla="*/ 2147483647 w 642"/>
              <a:gd name="T69" fmla="*/ 2147483647 h 294"/>
              <a:gd name="T70" fmla="*/ 2147483647 w 642"/>
              <a:gd name="T71" fmla="*/ 2147483647 h 294"/>
              <a:gd name="T72" fmla="*/ 2147483647 w 642"/>
              <a:gd name="T73" fmla="*/ 2147483647 h 294"/>
              <a:gd name="T74" fmla="*/ 2147483647 w 642"/>
              <a:gd name="T75" fmla="*/ 2147483647 h 294"/>
              <a:gd name="T76" fmla="*/ 2147483647 w 642"/>
              <a:gd name="T77" fmla="*/ 2147483647 h 294"/>
              <a:gd name="T78" fmla="*/ 2147483647 w 642"/>
              <a:gd name="T79" fmla="*/ 2147483647 h 294"/>
              <a:gd name="T80" fmla="*/ 2147483647 w 642"/>
              <a:gd name="T81" fmla="*/ 2147483647 h 294"/>
              <a:gd name="T82" fmla="*/ 2147483647 w 642"/>
              <a:gd name="T83" fmla="*/ 2147483647 h 294"/>
              <a:gd name="T84" fmla="*/ 2147483647 w 642"/>
              <a:gd name="T85" fmla="*/ 2147483647 h 294"/>
              <a:gd name="T86" fmla="*/ 2147483647 w 642"/>
              <a:gd name="T87" fmla="*/ 2147483647 h 294"/>
              <a:gd name="T88" fmla="*/ 2147483647 w 642"/>
              <a:gd name="T89" fmla="*/ 2147483647 h 294"/>
              <a:gd name="T90" fmla="*/ 2147483647 w 642"/>
              <a:gd name="T91" fmla="*/ 2147483647 h 294"/>
              <a:gd name="T92" fmla="*/ 2147483647 w 642"/>
              <a:gd name="T93" fmla="*/ 2147483647 h 294"/>
              <a:gd name="T94" fmla="*/ 2147483647 w 642"/>
              <a:gd name="T95" fmla="*/ 2147483647 h 294"/>
              <a:gd name="T96" fmla="*/ 2147483647 w 642"/>
              <a:gd name="T97" fmla="*/ 2147483647 h 294"/>
              <a:gd name="T98" fmla="*/ 2147483647 w 642"/>
              <a:gd name="T99" fmla="*/ 2147483647 h 294"/>
              <a:gd name="T100" fmla="*/ 2147483647 w 642"/>
              <a:gd name="T101" fmla="*/ 2147483647 h 2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42" h="294">
                <a:moveTo>
                  <a:pt x="0" y="294"/>
                </a:moveTo>
                <a:lnTo>
                  <a:pt x="0" y="288"/>
                </a:lnTo>
                <a:lnTo>
                  <a:pt x="6" y="288"/>
                </a:lnTo>
                <a:lnTo>
                  <a:pt x="6" y="282"/>
                </a:lnTo>
                <a:lnTo>
                  <a:pt x="12" y="282"/>
                </a:lnTo>
                <a:lnTo>
                  <a:pt x="18" y="276"/>
                </a:lnTo>
                <a:lnTo>
                  <a:pt x="24" y="270"/>
                </a:lnTo>
                <a:lnTo>
                  <a:pt x="30" y="270"/>
                </a:lnTo>
                <a:lnTo>
                  <a:pt x="30" y="264"/>
                </a:lnTo>
                <a:lnTo>
                  <a:pt x="36" y="264"/>
                </a:lnTo>
                <a:lnTo>
                  <a:pt x="36" y="258"/>
                </a:lnTo>
                <a:lnTo>
                  <a:pt x="42" y="258"/>
                </a:lnTo>
                <a:lnTo>
                  <a:pt x="48" y="252"/>
                </a:lnTo>
                <a:lnTo>
                  <a:pt x="54" y="246"/>
                </a:lnTo>
                <a:lnTo>
                  <a:pt x="60" y="246"/>
                </a:lnTo>
                <a:lnTo>
                  <a:pt x="60" y="240"/>
                </a:lnTo>
                <a:lnTo>
                  <a:pt x="66" y="240"/>
                </a:lnTo>
                <a:lnTo>
                  <a:pt x="66" y="234"/>
                </a:lnTo>
                <a:lnTo>
                  <a:pt x="72" y="234"/>
                </a:lnTo>
                <a:lnTo>
                  <a:pt x="78" y="228"/>
                </a:lnTo>
                <a:lnTo>
                  <a:pt x="84" y="228"/>
                </a:lnTo>
                <a:lnTo>
                  <a:pt x="84" y="222"/>
                </a:lnTo>
                <a:lnTo>
                  <a:pt x="90" y="222"/>
                </a:lnTo>
                <a:lnTo>
                  <a:pt x="96" y="216"/>
                </a:lnTo>
                <a:lnTo>
                  <a:pt x="102" y="210"/>
                </a:lnTo>
                <a:lnTo>
                  <a:pt x="108" y="210"/>
                </a:lnTo>
                <a:lnTo>
                  <a:pt x="108" y="204"/>
                </a:lnTo>
                <a:lnTo>
                  <a:pt x="114" y="204"/>
                </a:lnTo>
                <a:lnTo>
                  <a:pt x="120" y="198"/>
                </a:lnTo>
                <a:lnTo>
                  <a:pt x="126" y="198"/>
                </a:lnTo>
                <a:lnTo>
                  <a:pt x="126" y="192"/>
                </a:lnTo>
                <a:lnTo>
                  <a:pt x="132" y="192"/>
                </a:lnTo>
                <a:lnTo>
                  <a:pt x="132" y="186"/>
                </a:lnTo>
                <a:lnTo>
                  <a:pt x="138" y="186"/>
                </a:lnTo>
                <a:lnTo>
                  <a:pt x="144" y="186"/>
                </a:lnTo>
                <a:lnTo>
                  <a:pt x="144" y="180"/>
                </a:lnTo>
                <a:lnTo>
                  <a:pt x="150" y="180"/>
                </a:lnTo>
                <a:lnTo>
                  <a:pt x="150" y="174"/>
                </a:lnTo>
                <a:lnTo>
                  <a:pt x="156" y="174"/>
                </a:lnTo>
                <a:lnTo>
                  <a:pt x="162" y="174"/>
                </a:lnTo>
                <a:lnTo>
                  <a:pt x="162" y="168"/>
                </a:lnTo>
                <a:lnTo>
                  <a:pt x="168" y="168"/>
                </a:lnTo>
                <a:lnTo>
                  <a:pt x="174" y="162"/>
                </a:lnTo>
                <a:lnTo>
                  <a:pt x="180" y="156"/>
                </a:lnTo>
                <a:lnTo>
                  <a:pt x="186" y="156"/>
                </a:lnTo>
                <a:lnTo>
                  <a:pt x="192" y="150"/>
                </a:lnTo>
                <a:lnTo>
                  <a:pt x="198" y="150"/>
                </a:lnTo>
                <a:lnTo>
                  <a:pt x="198" y="144"/>
                </a:lnTo>
                <a:lnTo>
                  <a:pt x="204" y="144"/>
                </a:lnTo>
                <a:lnTo>
                  <a:pt x="210" y="138"/>
                </a:lnTo>
                <a:lnTo>
                  <a:pt x="216" y="138"/>
                </a:lnTo>
                <a:lnTo>
                  <a:pt x="222" y="132"/>
                </a:lnTo>
                <a:lnTo>
                  <a:pt x="228" y="132"/>
                </a:lnTo>
                <a:lnTo>
                  <a:pt x="228" y="126"/>
                </a:lnTo>
                <a:lnTo>
                  <a:pt x="234" y="126"/>
                </a:lnTo>
                <a:lnTo>
                  <a:pt x="240" y="126"/>
                </a:lnTo>
                <a:lnTo>
                  <a:pt x="240" y="120"/>
                </a:lnTo>
                <a:lnTo>
                  <a:pt x="246" y="120"/>
                </a:lnTo>
                <a:lnTo>
                  <a:pt x="252" y="120"/>
                </a:lnTo>
                <a:lnTo>
                  <a:pt x="252" y="114"/>
                </a:lnTo>
                <a:lnTo>
                  <a:pt x="258" y="114"/>
                </a:lnTo>
                <a:lnTo>
                  <a:pt x="264" y="114"/>
                </a:lnTo>
                <a:lnTo>
                  <a:pt x="264" y="108"/>
                </a:lnTo>
                <a:lnTo>
                  <a:pt x="270" y="108"/>
                </a:lnTo>
                <a:lnTo>
                  <a:pt x="276" y="102"/>
                </a:lnTo>
                <a:lnTo>
                  <a:pt x="282" y="102"/>
                </a:lnTo>
                <a:lnTo>
                  <a:pt x="288" y="96"/>
                </a:lnTo>
                <a:lnTo>
                  <a:pt x="294" y="96"/>
                </a:lnTo>
                <a:lnTo>
                  <a:pt x="300" y="96"/>
                </a:lnTo>
                <a:lnTo>
                  <a:pt x="300" y="90"/>
                </a:lnTo>
                <a:lnTo>
                  <a:pt x="306" y="90"/>
                </a:lnTo>
                <a:lnTo>
                  <a:pt x="312" y="90"/>
                </a:lnTo>
                <a:lnTo>
                  <a:pt x="312" y="84"/>
                </a:lnTo>
                <a:lnTo>
                  <a:pt x="318" y="84"/>
                </a:lnTo>
                <a:lnTo>
                  <a:pt x="324" y="84"/>
                </a:lnTo>
                <a:lnTo>
                  <a:pt x="330" y="78"/>
                </a:lnTo>
                <a:lnTo>
                  <a:pt x="336" y="78"/>
                </a:lnTo>
                <a:lnTo>
                  <a:pt x="342" y="78"/>
                </a:lnTo>
                <a:lnTo>
                  <a:pt x="342" y="72"/>
                </a:lnTo>
                <a:lnTo>
                  <a:pt x="348" y="72"/>
                </a:lnTo>
                <a:lnTo>
                  <a:pt x="354" y="72"/>
                </a:lnTo>
                <a:lnTo>
                  <a:pt x="360" y="66"/>
                </a:lnTo>
                <a:lnTo>
                  <a:pt x="366" y="66"/>
                </a:lnTo>
                <a:lnTo>
                  <a:pt x="372" y="66"/>
                </a:lnTo>
                <a:lnTo>
                  <a:pt x="372" y="60"/>
                </a:lnTo>
                <a:lnTo>
                  <a:pt x="378" y="60"/>
                </a:lnTo>
                <a:lnTo>
                  <a:pt x="384" y="60"/>
                </a:lnTo>
                <a:lnTo>
                  <a:pt x="390" y="60"/>
                </a:lnTo>
                <a:lnTo>
                  <a:pt x="390" y="54"/>
                </a:lnTo>
                <a:lnTo>
                  <a:pt x="396" y="54"/>
                </a:lnTo>
                <a:lnTo>
                  <a:pt x="402" y="54"/>
                </a:lnTo>
                <a:lnTo>
                  <a:pt x="408" y="54"/>
                </a:lnTo>
                <a:lnTo>
                  <a:pt x="408" y="48"/>
                </a:lnTo>
                <a:lnTo>
                  <a:pt x="414" y="48"/>
                </a:lnTo>
                <a:lnTo>
                  <a:pt x="420" y="48"/>
                </a:lnTo>
                <a:lnTo>
                  <a:pt x="426" y="48"/>
                </a:lnTo>
                <a:lnTo>
                  <a:pt x="426" y="42"/>
                </a:lnTo>
                <a:lnTo>
                  <a:pt x="432" y="42"/>
                </a:lnTo>
                <a:lnTo>
                  <a:pt x="438" y="42"/>
                </a:lnTo>
                <a:lnTo>
                  <a:pt x="444" y="42"/>
                </a:lnTo>
                <a:lnTo>
                  <a:pt x="450" y="42"/>
                </a:lnTo>
                <a:lnTo>
                  <a:pt x="450" y="36"/>
                </a:lnTo>
                <a:lnTo>
                  <a:pt x="456" y="36"/>
                </a:lnTo>
                <a:lnTo>
                  <a:pt x="462" y="36"/>
                </a:lnTo>
                <a:lnTo>
                  <a:pt x="468" y="36"/>
                </a:lnTo>
                <a:lnTo>
                  <a:pt x="474" y="30"/>
                </a:lnTo>
                <a:lnTo>
                  <a:pt x="480" y="30"/>
                </a:lnTo>
                <a:lnTo>
                  <a:pt x="486" y="30"/>
                </a:lnTo>
                <a:lnTo>
                  <a:pt x="492" y="30"/>
                </a:lnTo>
                <a:lnTo>
                  <a:pt x="498" y="30"/>
                </a:lnTo>
                <a:lnTo>
                  <a:pt x="498" y="24"/>
                </a:lnTo>
                <a:lnTo>
                  <a:pt x="504" y="24"/>
                </a:lnTo>
                <a:lnTo>
                  <a:pt x="510" y="24"/>
                </a:lnTo>
                <a:lnTo>
                  <a:pt x="516" y="24"/>
                </a:lnTo>
                <a:lnTo>
                  <a:pt x="522" y="24"/>
                </a:lnTo>
                <a:lnTo>
                  <a:pt x="528" y="18"/>
                </a:lnTo>
                <a:lnTo>
                  <a:pt x="534" y="18"/>
                </a:lnTo>
                <a:lnTo>
                  <a:pt x="540" y="18"/>
                </a:lnTo>
                <a:lnTo>
                  <a:pt x="546" y="18"/>
                </a:lnTo>
                <a:lnTo>
                  <a:pt x="552" y="18"/>
                </a:lnTo>
                <a:lnTo>
                  <a:pt x="558" y="18"/>
                </a:lnTo>
                <a:lnTo>
                  <a:pt x="558" y="12"/>
                </a:lnTo>
                <a:lnTo>
                  <a:pt x="564" y="12"/>
                </a:lnTo>
                <a:lnTo>
                  <a:pt x="570" y="12"/>
                </a:lnTo>
                <a:lnTo>
                  <a:pt x="576" y="12"/>
                </a:lnTo>
                <a:lnTo>
                  <a:pt x="582" y="12"/>
                </a:lnTo>
                <a:lnTo>
                  <a:pt x="588" y="12"/>
                </a:lnTo>
                <a:lnTo>
                  <a:pt x="594" y="12"/>
                </a:lnTo>
                <a:lnTo>
                  <a:pt x="594" y="6"/>
                </a:lnTo>
                <a:lnTo>
                  <a:pt x="600" y="6"/>
                </a:lnTo>
                <a:lnTo>
                  <a:pt x="606" y="6"/>
                </a:lnTo>
                <a:lnTo>
                  <a:pt x="612" y="6"/>
                </a:lnTo>
                <a:lnTo>
                  <a:pt x="618" y="6"/>
                </a:lnTo>
                <a:lnTo>
                  <a:pt x="624" y="6"/>
                </a:lnTo>
                <a:lnTo>
                  <a:pt x="630" y="6"/>
                </a:lnTo>
                <a:lnTo>
                  <a:pt x="636" y="6"/>
                </a:lnTo>
                <a:lnTo>
                  <a:pt x="642" y="0"/>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5" name="Freeform 35"/>
          <p:cNvSpPr/>
          <p:nvPr/>
        </p:nvSpPr>
        <p:spPr bwMode="auto">
          <a:xfrm>
            <a:off x="8923338" y="4705350"/>
            <a:ext cx="746125" cy="30163"/>
          </a:xfrm>
          <a:custGeom>
            <a:avLst/>
            <a:gdLst>
              <a:gd name="T0" fmla="*/ 2147483647 w 588"/>
              <a:gd name="T1" fmla="*/ 2147483647 h 24"/>
              <a:gd name="T2" fmla="*/ 2147483647 w 588"/>
              <a:gd name="T3" fmla="*/ 2147483647 h 24"/>
              <a:gd name="T4" fmla="*/ 2147483647 w 588"/>
              <a:gd name="T5" fmla="*/ 2147483647 h 24"/>
              <a:gd name="T6" fmla="*/ 2147483647 w 588"/>
              <a:gd name="T7" fmla="*/ 2147483647 h 24"/>
              <a:gd name="T8" fmla="*/ 2147483647 w 588"/>
              <a:gd name="T9" fmla="*/ 2147483647 h 24"/>
              <a:gd name="T10" fmla="*/ 2147483647 w 588"/>
              <a:gd name="T11" fmla="*/ 2147483647 h 24"/>
              <a:gd name="T12" fmla="*/ 2147483647 w 588"/>
              <a:gd name="T13" fmla="*/ 2147483647 h 24"/>
              <a:gd name="T14" fmla="*/ 2147483647 w 588"/>
              <a:gd name="T15" fmla="*/ 2147483647 h 24"/>
              <a:gd name="T16" fmla="*/ 2147483647 w 588"/>
              <a:gd name="T17" fmla="*/ 2147483647 h 24"/>
              <a:gd name="T18" fmla="*/ 2147483647 w 588"/>
              <a:gd name="T19" fmla="*/ 2147483647 h 24"/>
              <a:gd name="T20" fmla="*/ 2147483647 w 588"/>
              <a:gd name="T21" fmla="*/ 2147483647 h 24"/>
              <a:gd name="T22" fmla="*/ 2147483647 w 588"/>
              <a:gd name="T23" fmla="*/ 2147483647 h 24"/>
              <a:gd name="T24" fmla="*/ 2147483647 w 588"/>
              <a:gd name="T25" fmla="*/ 2147483647 h 24"/>
              <a:gd name="T26" fmla="*/ 2147483647 w 588"/>
              <a:gd name="T27" fmla="*/ 2147483647 h 24"/>
              <a:gd name="T28" fmla="*/ 2147483647 w 588"/>
              <a:gd name="T29" fmla="*/ 2147483647 h 24"/>
              <a:gd name="T30" fmla="*/ 2147483647 w 588"/>
              <a:gd name="T31" fmla="*/ 2147483647 h 24"/>
              <a:gd name="T32" fmla="*/ 2147483647 w 588"/>
              <a:gd name="T33" fmla="*/ 2147483647 h 24"/>
              <a:gd name="T34" fmla="*/ 2147483647 w 588"/>
              <a:gd name="T35" fmla="*/ 2147483647 h 24"/>
              <a:gd name="T36" fmla="*/ 2147483647 w 588"/>
              <a:gd name="T37" fmla="*/ 2147483647 h 24"/>
              <a:gd name="T38" fmla="*/ 2147483647 w 588"/>
              <a:gd name="T39" fmla="*/ 2147483647 h 24"/>
              <a:gd name="T40" fmla="*/ 2147483647 w 588"/>
              <a:gd name="T41" fmla="*/ 2147483647 h 24"/>
              <a:gd name="T42" fmla="*/ 2147483647 w 588"/>
              <a:gd name="T43" fmla="*/ 2147483647 h 24"/>
              <a:gd name="T44" fmla="*/ 2147483647 w 588"/>
              <a:gd name="T45" fmla="*/ 2147483647 h 24"/>
              <a:gd name="T46" fmla="*/ 2147483647 w 588"/>
              <a:gd name="T47" fmla="*/ 2147483647 h 24"/>
              <a:gd name="T48" fmla="*/ 2147483647 w 588"/>
              <a:gd name="T49" fmla="*/ 2147483647 h 24"/>
              <a:gd name="T50" fmla="*/ 2147483647 w 588"/>
              <a:gd name="T51" fmla="*/ 2147483647 h 24"/>
              <a:gd name="T52" fmla="*/ 2147483647 w 588"/>
              <a:gd name="T53" fmla="*/ 2147483647 h 24"/>
              <a:gd name="T54" fmla="*/ 2147483647 w 588"/>
              <a:gd name="T55" fmla="*/ 2147483647 h 24"/>
              <a:gd name="T56" fmla="*/ 2147483647 w 588"/>
              <a:gd name="T57" fmla="*/ 2147483647 h 24"/>
              <a:gd name="T58" fmla="*/ 2147483647 w 588"/>
              <a:gd name="T59" fmla="*/ 2147483647 h 24"/>
              <a:gd name="T60" fmla="*/ 2147483647 w 588"/>
              <a:gd name="T61" fmla="*/ 2147483647 h 24"/>
              <a:gd name="T62" fmla="*/ 2147483647 w 588"/>
              <a:gd name="T63" fmla="*/ 2147483647 h 24"/>
              <a:gd name="T64" fmla="*/ 2147483647 w 588"/>
              <a:gd name="T65" fmla="*/ 2147483647 h 24"/>
              <a:gd name="T66" fmla="*/ 2147483647 w 588"/>
              <a:gd name="T67" fmla="*/ 2147483647 h 24"/>
              <a:gd name="T68" fmla="*/ 2147483647 w 588"/>
              <a:gd name="T69" fmla="*/ 2147483647 h 24"/>
              <a:gd name="T70" fmla="*/ 2147483647 w 588"/>
              <a:gd name="T71" fmla="*/ 2147483647 h 24"/>
              <a:gd name="T72" fmla="*/ 2147483647 w 588"/>
              <a:gd name="T73" fmla="*/ 2147483647 h 24"/>
              <a:gd name="T74" fmla="*/ 2147483647 w 588"/>
              <a:gd name="T75" fmla="*/ 2147483647 h 24"/>
              <a:gd name="T76" fmla="*/ 2147483647 w 588"/>
              <a:gd name="T77" fmla="*/ 2147483647 h 24"/>
              <a:gd name="T78" fmla="*/ 2147483647 w 588"/>
              <a:gd name="T79" fmla="*/ 2147483647 h 24"/>
              <a:gd name="T80" fmla="*/ 2147483647 w 588"/>
              <a:gd name="T81" fmla="*/ 2147483647 h 24"/>
              <a:gd name="T82" fmla="*/ 2147483647 w 588"/>
              <a:gd name="T83" fmla="*/ 2147483647 h 24"/>
              <a:gd name="T84" fmla="*/ 2147483647 w 588"/>
              <a:gd name="T85" fmla="*/ 2147483647 h 24"/>
              <a:gd name="T86" fmla="*/ 2147483647 w 588"/>
              <a:gd name="T87" fmla="*/ 2147483647 h 24"/>
              <a:gd name="T88" fmla="*/ 2147483647 w 588"/>
              <a:gd name="T89" fmla="*/ 2147483647 h 24"/>
              <a:gd name="T90" fmla="*/ 2147483647 w 588"/>
              <a:gd name="T91" fmla="*/ 2147483647 h 24"/>
              <a:gd name="T92" fmla="*/ 2147483647 w 588"/>
              <a:gd name="T93" fmla="*/ 0 h 24"/>
              <a:gd name="T94" fmla="*/ 2147483647 w 588"/>
              <a:gd name="T95" fmla="*/ 0 h 24"/>
              <a:gd name="T96" fmla="*/ 2147483647 w 588"/>
              <a:gd name="T97" fmla="*/ 0 h 24"/>
              <a:gd name="T98" fmla="*/ 2147483647 w 588"/>
              <a:gd name="T99" fmla="*/ 0 h 24"/>
              <a:gd name="T100" fmla="*/ 2147483647 w 588"/>
              <a:gd name="T101" fmla="*/ 0 h 24"/>
              <a:gd name="T102" fmla="*/ 2147483647 w 588"/>
              <a:gd name="T103" fmla="*/ 0 h 24"/>
              <a:gd name="T104" fmla="*/ 2147483647 w 588"/>
              <a:gd name="T105" fmla="*/ 0 h 24"/>
              <a:gd name="T106" fmla="*/ 2147483647 w 588"/>
              <a:gd name="T107" fmla="*/ 0 h 24"/>
              <a:gd name="T108" fmla="*/ 2147483647 w 588"/>
              <a:gd name="T109" fmla="*/ 0 h 24"/>
              <a:gd name="T110" fmla="*/ 2147483647 w 588"/>
              <a:gd name="T111" fmla="*/ 0 h 24"/>
              <a:gd name="T112" fmla="*/ 2147483647 w 588"/>
              <a:gd name="T113" fmla="*/ 0 h 24"/>
              <a:gd name="T114" fmla="*/ 2147483647 w 588"/>
              <a:gd name="T115" fmla="*/ 0 h 24"/>
              <a:gd name="T116" fmla="*/ 2147483647 w 588"/>
              <a:gd name="T117" fmla="*/ 0 h 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88" h="24">
                <a:moveTo>
                  <a:pt x="0" y="24"/>
                </a:moveTo>
                <a:lnTo>
                  <a:pt x="0" y="24"/>
                </a:lnTo>
                <a:lnTo>
                  <a:pt x="6" y="24"/>
                </a:lnTo>
                <a:lnTo>
                  <a:pt x="12" y="24"/>
                </a:lnTo>
                <a:lnTo>
                  <a:pt x="18" y="24"/>
                </a:lnTo>
                <a:lnTo>
                  <a:pt x="24" y="24"/>
                </a:lnTo>
                <a:lnTo>
                  <a:pt x="30" y="24"/>
                </a:lnTo>
                <a:lnTo>
                  <a:pt x="36" y="24"/>
                </a:lnTo>
                <a:lnTo>
                  <a:pt x="42" y="24"/>
                </a:lnTo>
                <a:lnTo>
                  <a:pt x="48" y="24"/>
                </a:lnTo>
                <a:lnTo>
                  <a:pt x="54" y="18"/>
                </a:lnTo>
                <a:lnTo>
                  <a:pt x="60" y="18"/>
                </a:lnTo>
                <a:lnTo>
                  <a:pt x="66" y="18"/>
                </a:lnTo>
                <a:lnTo>
                  <a:pt x="72" y="18"/>
                </a:lnTo>
                <a:lnTo>
                  <a:pt x="78" y="18"/>
                </a:lnTo>
                <a:lnTo>
                  <a:pt x="84" y="18"/>
                </a:lnTo>
                <a:lnTo>
                  <a:pt x="90" y="18"/>
                </a:lnTo>
                <a:lnTo>
                  <a:pt x="96" y="18"/>
                </a:lnTo>
                <a:lnTo>
                  <a:pt x="102" y="18"/>
                </a:lnTo>
                <a:lnTo>
                  <a:pt x="108" y="18"/>
                </a:lnTo>
                <a:lnTo>
                  <a:pt x="114" y="18"/>
                </a:lnTo>
                <a:lnTo>
                  <a:pt x="120" y="18"/>
                </a:lnTo>
                <a:lnTo>
                  <a:pt x="120" y="12"/>
                </a:lnTo>
                <a:lnTo>
                  <a:pt x="126" y="12"/>
                </a:lnTo>
                <a:lnTo>
                  <a:pt x="132" y="12"/>
                </a:lnTo>
                <a:lnTo>
                  <a:pt x="138" y="12"/>
                </a:lnTo>
                <a:lnTo>
                  <a:pt x="144" y="12"/>
                </a:lnTo>
                <a:lnTo>
                  <a:pt x="150" y="12"/>
                </a:lnTo>
                <a:lnTo>
                  <a:pt x="156" y="12"/>
                </a:lnTo>
                <a:lnTo>
                  <a:pt x="162" y="12"/>
                </a:lnTo>
                <a:lnTo>
                  <a:pt x="168" y="12"/>
                </a:lnTo>
                <a:lnTo>
                  <a:pt x="174" y="12"/>
                </a:lnTo>
                <a:lnTo>
                  <a:pt x="180" y="12"/>
                </a:lnTo>
                <a:lnTo>
                  <a:pt x="186" y="12"/>
                </a:lnTo>
                <a:lnTo>
                  <a:pt x="192" y="12"/>
                </a:lnTo>
                <a:lnTo>
                  <a:pt x="198" y="12"/>
                </a:lnTo>
                <a:lnTo>
                  <a:pt x="204" y="12"/>
                </a:lnTo>
                <a:lnTo>
                  <a:pt x="210" y="12"/>
                </a:lnTo>
                <a:lnTo>
                  <a:pt x="216" y="12"/>
                </a:lnTo>
                <a:lnTo>
                  <a:pt x="222" y="12"/>
                </a:lnTo>
                <a:lnTo>
                  <a:pt x="228" y="12"/>
                </a:lnTo>
                <a:lnTo>
                  <a:pt x="234" y="12"/>
                </a:lnTo>
                <a:lnTo>
                  <a:pt x="234" y="6"/>
                </a:lnTo>
                <a:lnTo>
                  <a:pt x="240" y="6"/>
                </a:lnTo>
                <a:lnTo>
                  <a:pt x="246" y="6"/>
                </a:lnTo>
                <a:lnTo>
                  <a:pt x="252" y="6"/>
                </a:lnTo>
                <a:lnTo>
                  <a:pt x="258" y="6"/>
                </a:lnTo>
                <a:lnTo>
                  <a:pt x="264" y="6"/>
                </a:lnTo>
                <a:lnTo>
                  <a:pt x="270" y="6"/>
                </a:lnTo>
                <a:lnTo>
                  <a:pt x="276" y="6"/>
                </a:lnTo>
                <a:lnTo>
                  <a:pt x="282" y="6"/>
                </a:lnTo>
                <a:lnTo>
                  <a:pt x="288" y="6"/>
                </a:lnTo>
                <a:lnTo>
                  <a:pt x="294" y="6"/>
                </a:lnTo>
                <a:lnTo>
                  <a:pt x="300" y="6"/>
                </a:lnTo>
                <a:lnTo>
                  <a:pt x="306" y="6"/>
                </a:lnTo>
                <a:lnTo>
                  <a:pt x="312" y="6"/>
                </a:lnTo>
                <a:lnTo>
                  <a:pt x="318" y="6"/>
                </a:lnTo>
                <a:lnTo>
                  <a:pt x="324" y="6"/>
                </a:lnTo>
                <a:lnTo>
                  <a:pt x="330" y="6"/>
                </a:lnTo>
                <a:lnTo>
                  <a:pt x="336" y="6"/>
                </a:lnTo>
                <a:lnTo>
                  <a:pt x="342" y="6"/>
                </a:lnTo>
                <a:lnTo>
                  <a:pt x="348" y="6"/>
                </a:lnTo>
                <a:lnTo>
                  <a:pt x="354" y="6"/>
                </a:lnTo>
                <a:lnTo>
                  <a:pt x="360" y="6"/>
                </a:lnTo>
                <a:lnTo>
                  <a:pt x="366" y="6"/>
                </a:lnTo>
                <a:lnTo>
                  <a:pt x="372" y="6"/>
                </a:lnTo>
                <a:lnTo>
                  <a:pt x="378" y="6"/>
                </a:lnTo>
                <a:lnTo>
                  <a:pt x="384" y="6"/>
                </a:lnTo>
                <a:lnTo>
                  <a:pt x="390" y="6"/>
                </a:lnTo>
                <a:lnTo>
                  <a:pt x="396" y="6"/>
                </a:lnTo>
                <a:lnTo>
                  <a:pt x="402" y="6"/>
                </a:lnTo>
                <a:lnTo>
                  <a:pt x="408" y="6"/>
                </a:lnTo>
                <a:lnTo>
                  <a:pt x="414" y="6"/>
                </a:lnTo>
                <a:lnTo>
                  <a:pt x="420" y="6"/>
                </a:lnTo>
                <a:lnTo>
                  <a:pt x="426" y="6"/>
                </a:lnTo>
                <a:lnTo>
                  <a:pt x="432" y="6"/>
                </a:lnTo>
                <a:lnTo>
                  <a:pt x="438" y="6"/>
                </a:lnTo>
                <a:lnTo>
                  <a:pt x="444" y="6"/>
                </a:lnTo>
                <a:lnTo>
                  <a:pt x="450" y="6"/>
                </a:lnTo>
                <a:lnTo>
                  <a:pt x="456" y="6"/>
                </a:lnTo>
                <a:lnTo>
                  <a:pt x="462" y="6"/>
                </a:lnTo>
                <a:lnTo>
                  <a:pt x="462" y="0"/>
                </a:lnTo>
                <a:lnTo>
                  <a:pt x="468" y="0"/>
                </a:lnTo>
                <a:lnTo>
                  <a:pt x="474" y="0"/>
                </a:lnTo>
                <a:lnTo>
                  <a:pt x="480" y="0"/>
                </a:lnTo>
                <a:lnTo>
                  <a:pt x="486" y="0"/>
                </a:lnTo>
                <a:lnTo>
                  <a:pt x="492" y="0"/>
                </a:lnTo>
                <a:lnTo>
                  <a:pt x="498" y="0"/>
                </a:lnTo>
                <a:lnTo>
                  <a:pt x="504" y="0"/>
                </a:lnTo>
                <a:lnTo>
                  <a:pt x="510" y="0"/>
                </a:lnTo>
                <a:lnTo>
                  <a:pt x="516" y="0"/>
                </a:lnTo>
                <a:lnTo>
                  <a:pt x="522" y="0"/>
                </a:lnTo>
                <a:lnTo>
                  <a:pt x="528" y="0"/>
                </a:lnTo>
                <a:lnTo>
                  <a:pt x="534" y="0"/>
                </a:lnTo>
                <a:lnTo>
                  <a:pt x="540" y="0"/>
                </a:lnTo>
                <a:lnTo>
                  <a:pt x="546" y="0"/>
                </a:lnTo>
                <a:lnTo>
                  <a:pt x="552" y="0"/>
                </a:lnTo>
                <a:lnTo>
                  <a:pt x="558" y="0"/>
                </a:lnTo>
                <a:lnTo>
                  <a:pt x="564" y="0"/>
                </a:lnTo>
                <a:lnTo>
                  <a:pt x="570" y="0"/>
                </a:lnTo>
                <a:lnTo>
                  <a:pt x="576" y="0"/>
                </a:lnTo>
                <a:lnTo>
                  <a:pt x="582" y="0"/>
                </a:lnTo>
                <a:lnTo>
                  <a:pt x="588" y="0"/>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nvGrpSpPr>
          <p:cNvPr id="36" name="Group 36"/>
          <p:cNvGrpSpPr/>
          <p:nvPr/>
        </p:nvGrpSpPr>
        <p:grpSpPr bwMode="auto">
          <a:xfrm>
            <a:off x="6500813" y="4138957"/>
            <a:ext cx="3317538" cy="1844330"/>
            <a:chOff x="2910" y="2531"/>
            <a:chExt cx="2613" cy="1453"/>
          </a:xfrm>
        </p:grpSpPr>
        <p:sp>
          <p:nvSpPr>
            <p:cNvPr id="37" name="Line 37"/>
            <p:cNvSpPr>
              <a:spLocks noChangeShapeType="1"/>
            </p:cNvSpPr>
            <p:nvPr/>
          </p:nvSpPr>
          <p:spPr bwMode="auto">
            <a:xfrm>
              <a:off x="2910" y="3312"/>
              <a:ext cx="2514" cy="1"/>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8" name="Line 38"/>
            <p:cNvSpPr>
              <a:spLocks noChangeShapeType="1"/>
            </p:cNvSpPr>
            <p:nvPr/>
          </p:nvSpPr>
          <p:spPr bwMode="auto">
            <a:xfrm>
              <a:off x="4164" y="2640"/>
              <a:ext cx="1" cy="1344"/>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9" name="Object 39"/>
            <p:cNvGraphicFramePr>
              <a:graphicFrameLocks noChangeAspect="1"/>
            </p:cNvGraphicFramePr>
            <p:nvPr/>
          </p:nvGraphicFramePr>
          <p:xfrm>
            <a:off x="3922" y="3261"/>
            <a:ext cx="310" cy="294"/>
          </p:xfrm>
          <a:graphic>
            <a:graphicData uri="http://schemas.openxmlformats.org/presentationml/2006/ole">
              <mc:AlternateContent xmlns:mc="http://schemas.openxmlformats.org/markup-compatibility/2006">
                <mc:Choice xmlns:v="urn:schemas-microsoft-com:vml" Requires="v">
                  <p:oleObj spid="_x0000_s28204" name="Equation" r:id="rId21" imgW="3048000" imgH="3352800" progId="Equation.DSMT4">
                    <p:embed/>
                  </p:oleObj>
                </mc:Choice>
                <mc:Fallback>
                  <p:oleObj name="Equation" r:id="rId21" imgW="3048000" imgH="3352800" progId="Equation.DSMT4">
                    <p:embed/>
                    <p:pic>
                      <p:nvPicPr>
                        <p:cNvPr id="0" name="图片 28203"/>
                        <p:cNvPicPr>
                          <a:picLocks noChangeAspect="1"/>
                        </p:cNvPicPr>
                        <p:nvPr/>
                      </p:nvPicPr>
                      <p:blipFill>
                        <a:blip r:embed="rId22"/>
                        <a:stretch>
                          <a:fillRect/>
                        </a:stretch>
                      </p:blipFill>
                      <p:spPr>
                        <a:xfrm>
                          <a:off x="3922" y="3261"/>
                          <a:ext cx="310" cy="294"/>
                        </a:xfrm>
                        <a:prstGeom prst="rect">
                          <a:avLst/>
                        </a:prstGeom>
                        <a:noFill/>
                        <a:ln w="9525">
                          <a:noFill/>
                        </a:ln>
                      </p:spPr>
                    </p:pic>
                  </p:oleObj>
                </mc:Fallback>
              </mc:AlternateContent>
            </a:graphicData>
          </a:graphic>
        </p:graphicFrame>
        <p:graphicFrame>
          <p:nvGraphicFramePr>
            <p:cNvPr id="40" name="Object 40"/>
            <p:cNvGraphicFramePr>
              <a:graphicFrameLocks noChangeAspect="1"/>
            </p:cNvGraphicFramePr>
            <p:nvPr/>
          </p:nvGraphicFramePr>
          <p:xfrm>
            <a:off x="3930" y="2531"/>
            <a:ext cx="294" cy="334"/>
          </p:xfrm>
          <a:graphic>
            <a:graphicData uri="http://schemas.openxmlformats.org/presentationml/2006/ole">
              <mc:AlternateContent xmlns:mc="http://schemas.openxmlformats.org/markup-compatibility/2006">
                <mc:Choice xmlns:v="urn:schemas-microsoft-com:vml" Requires="v">
                  <p:oleObj spid="_x0000_s28205" name="Equation" r:id="rId23" imgW="3352800" imgH="3962400" progId="Equation.DSMT4">
                    <p:embed/>
                  </p:oleObj>
                </mc:Choice>
                <mc:Fallback>
                  <p:oleObj name="Equation" r:id="rId23" imgW="3352800" imgH="3962400" progId="Equation.DSMT4">
                    <p:embed/>
                    <p:pic>
                      <p:nvPicPr>
                        <p:cNvPr id="0" name="图片 28204"/>
                        <p:cNvPicPr>
                          <a:picLocks noChangeAspect="1"/>
                        </p:cNvPicPr>
                        <p:nvPr/>
                      </p:nvPicPr>
                      <p:blipFill>
                        <a:blip r:embed="rId24"/>
                        <a:stretch>
                          <a:fillRect/>
                        </a:stretch>
                      </p:blipFill>
                      <p:spPr>
                        <a:xfrm>
                          <a:off x="3930" y="2531"/>
                          <a:ext cx="294" cy="334"/>
                        </a:xfrm>
                        <a:prstGeom prst="rect">
                          <a:avLst/>
                        </a:prstGeom>
                        <a:noFill/>
                        <a:ln w="9525">
                          <a:noFill/>
                        </a:ln>
                      </p:spPr>
                    </p:pic>
                  </p:oleObj>
                </mc:Fallback>
              </mc:AlternateContent>
            </a:graphicData>
          </a:graphic>
        </p:graphicFrame>
        <p:graphicFrame>
          <p:nvGraphicFramePr>
            <p:cNvPr id="41" name="Object 41"/>
            <p:cNvGraphicFramePr>
              <a:graphicFrameLocks noChangeAspect="1"/>
            </p:cNvGraphicFramePr>
            <p:nvPr/>
          </p:nvGraphicFramePr>
          <p:xfrm>
            <a:off x="5212" y="3261"/>
            <a:ext cx="311" cy="294"/>
          </p:xfrm>
          <a:graphic>
            <a:graphicData uri="http://schemas.openxmlformats.org/presentationml/2006/ole">
              <mc:AlternateContent xmlns:mc="http://schemas.openxmlformats.org/markup-compatibility/2006">
                <mc:Choice xmlns:v="urn:schemas-microsoft-com:vml" Requires="v">
                  <p:oleObj spid="_x0000_s28206" name="Equation" r:id="rId25" imgW="3048000" imgH="3352800" progId="Equation.DSMT4">
                    <p:embed/>
                  </p:oleObj>
                </mc:Choice>
                <mc:Fallback>
                  <p:oleObj name="Equation" r:id="rId25" imgW="3048000" imgH="3352800" progId="Equation.DSMT4">
                    <p:embed/>
                    <p:pic>
                      <p:nvPicPr>
                        <p:cNvPr id="0" name="图片 28205"/>
                        <p:cNvPicPr>
                          <a:picLocks noChangeAspect="1"/>
                        </p:cNvPicPr>
                        <p:nvPr/>
                      </p:nvPicPr>
                      <p:blipFill>
                        <a:blip r:embed="rId26"/>
                        <a:stretch>
                          <a:fillRect/>
                        </a:stretch>
                      </p:blipFill>
                      <p:spPr>
                        <a:xfrm>
                          <a:off x="5212" y="3261"/>
                          <a:ext cx="311" cy="294"/>
                        </a:xfrm>
                        <a:prstGeom prst="rect">
                          <a:avLst/>
                        </a:prstGeom>
                        <a:noFill/>
                        <a:ln w="9525">
                          <a:noFill/>
                        </a:ln>
                      </p:spPr>
                    </p:pic>
                  </p:oleObj>
                </mc:Fallback>
              </mc:AlternateContent>
            </a:graphicData>
          </a:graphic>
        </p:graphicFrame>
      </p:grpSp>
      <p:graphicFrame>
        <p:nvGraphicFramePr>
          <p:cNvPr id="42" name="Object 42"/>
          <p:cNvGraphicFramePr>
            <a:graphicFrameLocks noChangeAspect="1"/>
          </p:cNvGraphicFramePr>
          <p:nvPr/>
        </p:nvGraphicFramePr>
        <p:xfrm>
          <a:off x="7987526" y="4551483"/>
          <a:ext cx="139680" cy="304560"/>
        </p:xfrm>
        <a:graphic>
          <a:graphicData uri="http://schemas.openxmlformats.org/presentationml/2006/ole">
            <mc:AlternateContent xmlns:mc="http://schemas.openxmlformats.org/markup-compatibility/2006">
              <mc:Choice xmlns:v="urn:schemas-microsoft-com:vml" Requires="v">
                <p:oleObj spid="_x0000_s28207" name="Equation" r:id="rId27" imgW="3352800" imgH="7315200" progId="Equation.DSMT4">
                  <p:embed/>
                </p:oleObj>
              </mc:Choice>
              <mc:Fallback>
                <p:oleObj name="Equation" r:id="rId27" imgW="3352800" imgH="7315200" progId="Equation.DSMT4">
                  <p:embed/>
                  <p:pic>
                    <p:nvPicPr>
                      <p:cNvPr id="0" name="图片 28206"/>
                      <p:cNvPicPr>
                        <a:picLocks noChangeAspect="1"/>
                      </p:cNvPicPr>
                      <p:nvPr/>
                    </p:nvPicPr>
                    <p:blipFill>
                      <a:blip r:embed="rId28"/>
                      <a:stretch>
                        <a:fillRect/>
                      </a:stretch>
                    </p:blipFill>
                    <p:spPr>
                      <a:xfrm>
                        <a:off x="7987526" y="4551483"/>
                        <a:ext cx="139680" cy="304560"/>
                      </a:xfrm>
                      <a:prstGeom prst="rect">
                        <a:avLst/>
                      </a:prstGeom>
                      <a:noFill/>
                      <a:ln w="9525">
                        <a:noFill/>
                      </a:ln>
                    </p:spPr>
                  </p:pic>
                </p:oleObj>
              </mc:Fallback>
            </mc:AlternateContent>
          </a:graphicData>
        </a:graphic>
      </p:graphicFrame>
      <p:graphicFrame>
        <p:nvGraphicFramePr>
          <p:cNvPr id="43" name="Object 43"/>
          <p:cNvGraphicFramePr>
            <a:graphicFrameLocks noChangeAspect="1"/>
          </p:cNvGraphicFramePr>
          <p:nvPr/>
        </p:nvGraphicFramePr>
        <p:xfrm>
          <a:off x="7746326" y="5495568"/>
          <a:ext cx="380880" cy="304560"/>
        </p:xfrm>
        <a:graphic>
          <a:graphicData uri="http://schemas.openxmlformats.org/presentationml/2006/ole">
            <mc:AlternateContent xmlns:mc="http://schemas.openxmlformats.org/markup-compatibility/2006">
              <mc:Choice xmlns:v="urn:schemas-microsoft-com:vml" Requires="v">
                <p:oleObj spid="_x0000_s28208" name="Equation" r:id="rId29" imgW="9144000" imgH="7315200" progId="Equation.DSMT4">
                  <p:embed/>
                </p:oleObj>
              </mc:Choice>
              <mc:Fallback>
                <p:oleObj name="Equation" r:id="rId29" imgW="9144000" imgH="7315200" progId="Equation.DSMT4">
                  <p:embed/>
                  <p:pic>
                    <p:nvPicPr>
                      <p:cNvPr id="0" name="图片 28207"/>
                      <p:cNvPicPr>
                        <a:picLocks noChangeAspect="1"/>
                      </p:cNvPicPr>
                      <p:nvPr/>
                    </p:nvPicPr>
                    <p:blipFill>
                      <a:blip r:embed="rId30"/>
                      <a:stretch>
                        <a:fillRect/>
                      </a:stretch>
                    </p:blipFill>
                    <p:spPr>
                      <a:xfrm>
                        <a:off x="7746326" y="5495568"/>
                        <a:ext cx="380880" cy="304560"/>
                      </a:xfrm>
                      <a:prstGeom prst="rect">
                        <a:avLst/>
                      </a:prstGeom>
                      <a:noFill/>
                      <a:ln w="9525">
                        <a:noFill/>
                      </a:ln>
                    </p:spPr>
                  </p:pic>
                </p:oleObj>
              </mc:Fallback>
            </mc:AlternateContent>
          </a:graphicData>
        </a:graphic>
      </p:graphicFrame>
      <p:graphicFrame>
        <p:nvGraphicFramePr>
          <p:cNvPr id="44" name="Object 44"/>
          <p:cNvGraphicFramePr>
            <a:graphicFrameLocks noChangeAspect="1"/>
          </p:cNvGraphicFramePr>
          <p:nvPr/>
        </p:nvGraphicFramePr>
        <p:xfrm>
          <a:off x="3694446" y="4444115"/>
          <a:ext cx="869950" cy="366712"/>
        </p:xfrm>
        <a:graphic>
          <a:graphicData uri="http://schemas.openxmlformats.org/presentationml/2006/ole">
            <mc:AlternateContent xmlns:mc="http://schemas.openxmlformats.org/markup-compatibility/2006">
              <mc:Choice xmlns:v="urn:schemas-microsoft-com:vml" Requires="v">
                <p:oleObj spid="_x0000_s28209" name="Equation" r:id="rId31" imgW="19812000" imgH="7620000" progId="Equation.DSMT4">
                  <p:embed/>
                </p:oleObj>
              </mc:Choice>
              <mc:Fallback>
                <p:oleObj name="Equation" r:id="rId31" imgW="19812000" imgH="7620000" progId="Equation.DSMT4">
                  <p:embed/>
                  <p:pic>
                    <p:nvPicPr>
                      <p:cNvPr id="0" name="图片 28208"/>
                      <p:cNvPicPr>
                        <a:picLocks noChangeAspect="1"/>
                      </p:cNvPicPr>
                      <p:nvPr/>
                    </p:nvPicPr>
                    <p:blipFill>
                      <a:blip r:embed="rId32"/>
                      <a:stretch>
                        <a:fillRect/>
                      </a:stretch>
                    </p:blipFill>
                    <p:spPr>
                      <a:xfrm>
                        <a:off x="3694446" y="4444115"/>
                        <a:ext cx="869950" cy="366712"/>
                      </a:xfrm>
                      <a:prstGeom prst="rect">
                        <a:avLst/>
                      </a:prstGeom>
                      <a:noFill/>
                      <a:ln w="9525">
                        <a:noFill/>
                      </a:ln>
                    </p:spPr>
                  </p:pic>
                </p:oleObj>
              </mc:Fallback>
            </mc:AlternateContent>
          </a:graphicData>
        </a:graphic>
      </p:graphicFrame>
      <p:sp>
        <p:nvSpPr>
          <p:cNvPr id="45" name="Text Box 45"/>
          <p:cNvSpPr txBox="1">
            <a:spLocks noChangeArrowheads="1"/>
          </p:cNvSpPr>
          <p:nvPr/>
        </p:nvSpPr>
        <p:spPr bwMode="auto">
          <a:xfrm>
            <a:off x="3215680" y="4849996"/>
            <a:ext cx="2556529"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称为</a:t>
            </a:r>
            <a:r>
              <a:rPr kumimoji="1" lang="zh-CN" altLang="en-US" sz="2800" b="1"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双</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曲正切 </a:t>
            </a:r>
            <a:endPar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endParaRPr>
          </a:p>
        </p:txBody>
      </p:sp>
      <p:sp>
        <p:nvSpPr>
          <p:cNvPr id="46" name="Text Box 46"/>
          <p:cNvSpPr txBox="1">
            <a:spLocks noChangeArrowheads="1"/>
          </p:cNvSpPr>
          <p:nvPr/>
        </p:nvSpPr>
        <p:spPr bwMode="auto">
          <a:xfrm>
            <a:off x="3200400" y="4408488"/>
            <a:ext cx="4889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latin typeface="Times New Roman" panose="02020603050405020304" pitchFamily="18" charset="0"/>
                <a:ea typeface="黑体" panose="02010609060101010101" charset="-122"/>
                <a:cs typeface="Times New Roman" panose="02020603050405020304" pitchFamily="18" charset="0"/>
              </a:rPr>
              <a:t>记</a:t>
            </a:r>
            <a:endParaRPr kumimoji="1" lang="zh-CN" altLang="en-US" sz="24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7" name="Object 47"/>
          <p:cNvGraphicFramePr>
            <a:graphicFrameLocks noChangeAspect="1"/>
          </p:cNvGraphicFramePr>
          <p:nvPr/>
        </p:nvGraphicFramePr>
        <p:xfrm>
          <a:off x="8556625" y="4724400"/>
          <a:ext cx="1050925" cy="396875"/>
        </p:xfrm>
        <a:graphic>
          <a:graphicData uri="http://schemas.openxmlformats.org/presentationml/2006/ole">
            <mc:AlternateContent xmlns:mc="http://schemas.openxmlformats.org/markup-compatibility/2006">
              <mc:Choice xmlns:v="urn:schemas-microsoft-com:vml" Requires="v">
                <p:oleObj spid="_x0000_s28210" name="Equation" r:id="rId33" imgW="26822400" imgH="9448800" progId="Equation.DSMT4">
                  <p:embed/>
                </p:oleObj>
              </mc:Choice>
              <mc:Fallback>
                <p:oleObj name="Equation" r:id="rId33" imgW="26822400" imgH="9448800" progId="Equation.DSMT4">
                  <p:embed/>
                  <p:pic>
                    <p:nvPicPr>
                      <p:cNvPr id="0" name="图片 28209"/>
                      <p:cNvPicPr>
                        <a:picLocks noChangeAspect="1"/>
                      </p:cNvPicPr>
                      <p:nvPr/>
                    </p:nvPicPr>
                    <p:blipFill>
                      <a:blip r:embed="rId34"/>
                      <a:stretch>
                        <a:fillRect/>
                      </a:stretch>
                    </p:blipFill>
                    <p:spPr>
                      <a:xfrm>
                        <a:off x="8556625" y="4724400"/>
                        <a:ext cx="1050925" cy="396875"/>
                      </a:xfrm>
                      <a:prstGeom prst="rect">
                        <a:avLst/>
                      </a:prstGeom>
                      <a:noFill/>
                      <a:ln w="9525">
                        <a:noFill/>
                      </a:ln>
                    </p:spPr>
                  </p:pic>
                </p:oleObj>
              </mc:Fallback>
            </mc:AlternateContent>
          </a:graphicData>
        </a:graphic>
      </p:graphicFrame>
      <p:sp>
        <p:nvSpPr>
          <p:cNvPr id="48" name="Freeform 48"/>
          <p:cNvSpPr/>
          <p:nvPr/>
        </p:nvSpPr>
        <p:spPr bwMode="auto">
          <a:xfrm>
            <a:off x="6500813" y="4703763"/>
            <a:ext cx="3252787" cy="1587"/>
          </a:xfrm>
          <a:custGeom>
            <a:avLst/>
            <a:gdLst>
              <a:gd name="T0" fmla="*/ 2147483647 w 642"/>
              <a:gd name="T1" fmla="*/ 0 h 1587"/>
              <a:gd name="T2" fmla="*/ 2147483647 w 642"/>
              <a:gd name="T3" fmla="*/ 0 h 1587"/>
              <a:gd name="T4" fmla="*/ 2147483647 w 642"/>
              <a:gd name="T5" fmla="*/ 0 h 1587"/>
              <a:gd name="T6" fmla="*/ 2147483647 w 642"/>
              <a:gd name="T7" fmla="*/ 0 h 1587"/>
              <a:gd name="T8" fmla="*/ 2147483647 w 642"/>
              <a:gd name="T9" fmla="*/ 0 h 1587"/>
              <a:gd name="T10" fmla="*/ 2147483647 w 642"/>
              <a:gd name="T11" fmla="*/ 0 h 1587"/>
              <a:gd name="T12" fmla="*/ 2147483647 w 642"/>
              <a:gd name="T13" fmla="*/ 0 h 1587"/>
              <a:gd name="T14" fmla="*/ 2147483647 w 642"/>
              <a:gd name="T15" fmla="*/ 0 h 1587"/>
              <a:gd name="T16" fmla="*/ 2147483647 w 642"/>
              <a:gd name="T17" fmla="*/ 0 h 1587"/>
              <a:gd name="T18" fmla="*/ 2147483647 w 642"/>
              <a:gd name="T19" fmla="*/ 0 h 1587"/>
              <a:gd name="T20" fmla="*/ 2147483647 w 642"/>
              <a:gd name="T21" fmla="*/ 0 h 1587"/>
              <a:gd name="T22" fmla="*/ 2147483647 w 642"/>
              <a:gd name="T23" fmla="*/ 0 h 1587"/>
              <a:gd name="T24" fmla="*/ 2147483647 w 642"/>
              <a:gd name="T25" fmla="*/ 0 h 1587"/>
              <a:gd name="T26" fmla="*/ 2147483647 w 642"/>
              <a:gd name="T27" fmla="*/ 0 h 1587"/>
              <a:gd name="T28" fmla="*/ 2147483647 w 642"/>
              <a:gd name="T29" fmla="*/ 0 h 1587"/>
              <a:gd name="T30" fmla="*/ 2147483647 w 642"/>
              <a:gd name="T31" fmla="*/ 0 h 1587"/>
              <a:gd name="T32" fmla="*/ 2147483647 w 642"/>
              <a:gd name="T33" fmla="*/ 0 h 1587"/>
              <a:gd name="T34" fmla="*/ 2147483647 w 642"/>
              <a:gd name="T35" fmla="*/ 0 h 1587"/>
              <a:gd name="T36" fmla="*/ 2147483647 w 642"/>
              <a:gd name="T37" fmla="*/ 0 h 1587"/>
              <a:gd name="T38" fmla="*/ 2147483647 w 642"/>
              <a:gd name="T39" fmla="*/ 0 h 1587"/>
              <a:gd name="T40" fmla="*/ 2147483647 w 642"/>
              <a:gd name="T41" fmla="*/ 0 h 1587"/>
              <a:gd name="T42" fmla="*/ 2147483647 w 642"/>
              <a:gd name="T43" fmla="*/ 0 h 1587"/>
              <a:gd name="T44" fmla="*/ 2147483647 w 642"/>
              <a:gd name="T45" fmla="*/ 0 h 1587"/>
              <a:gd name="T46" fmla="*/ 2147483647 w 642"/>
              <a:gd name="T47" fmla="*/ 0 h 1587"/>
              <a:gd name="T48" fmla="*/ 2147483647 w 642"/>
              <a:gd name="T49" fmla="*/ 0 h 1587"/>
              <a:gd name="T50" fmla="*/ 2147483647 w 642"/>
              <a:gd name="T51" fmla="*/ 0 h 1587"/>
              <a:gd name="T52" fmla="*/ 2147483647 w 642"/>
              <a:gd name="T53" fmla="*/ 0 h 1587"/>
              <a:gd name="T54" fmla="*/ 2147483647 w 642"/>
              <a:gd name="T55" fmla="*/ 0 h 1587"/>
              <a:gd name="T56" fmla="*/ 2147483647 w 642"/>
              <a:gd name="T57" fmla="*/ 0 h 1587"/>
              <a:gd name="T58" fmla="*/ 2147483647 w 642"/>
              <a:gd name="T59" fmla="*/ 0 h 1587"/>
              <a:gd name="T60" fmla="*/ 2147483647 w 642"/>
              <a:gd name="T61" fmla="*/ 0 h 1587"/>
              <a:gd name="T62" fmla="*/ 2147483647 w 642"/>
              <a:gd name="T63" fmla="*/ 0 h 1587"/>
              <a:gd name="T64" fmla="*/ 2147483647 w 642"/>
              <a:gd name="T65" fmla="*/ 0 h 1587"/>
              <a:gd name="T66" fmla="*/ 2147483647 w 642"/>
              <a:gd name="T67" fmla="*/ 0 h 1587"/>
              <a:gd name="T68" fmla="*/ 2147483647 w 642"/>
              <a:gd name="T69" fmla="*/ 0 h 1587"/>
              <a:gd name="T70" fmla="*/ 2147483647 w 642"/>
              <a:gd name="T71" fmla="*/ 0 h 1587"/>
              <a:gd name="T72" fmla="*/ 2147483647 w 642"/>
              <a:gd name="T73" fmla="*/ 0 h 1587"/>
              <a:gd name="T74" fmla="*/ 2147483647 w 642"/>
              <a:gd name="T75" fmla="*/ 0 h 1587"/>
              <a:gd name="T76" fmla="*/ 2147483647 w 642"/>
              <a:gd name="T77" fmla="*/ 0 h 1587"/>
              <a:gd name="T78" fmla="*/ 2147483647 w 642"/>
              <a:gd name="T79" fmla="*/ 0 h 1587"/>
              <a:gd name="T80" fmla="*/ 2147483647 w 642"/>
              <a:gd name="T81" fmla="*/ 0 h 1587"/>
              <a:gd name="T82" fmla="*/ 2147483647 w 642"/>
              <a:gd name="T83" fmla="*/ 0 h 1587"/>
              <a:gd name="T84" fmla="*/ 2147483647 w 642"/>
              <a:gd name="T85" fmla="*/ 0 h 1587"/>
              <a:gd name="T86" fmla="*/ 2147483647 w 642"/>
              <a:gd name="T87" fmla="*/ 0 h 1587"/>
              <a:gd name="T88" fmla="*/ 2147483647 w 642"/>
              <a:gd name="T89" fmla="*/ 0 h 1587"/>
              <a:gd name="T90" fmla="*/ 2147483647 w 642"/>
              <a:gd name="T91" fmla="*/ 0 h 1587"/>
              <a:gd name="T92" fmla="*/ 2147483647 w 642"/>
              <a:gd name="T93" fmla="*/ 0 h 1587"/>
              <a:gd name="T94" fmla="*/ 2147483647 w 642"/>
              <a:gd name="T95" fmla="*/ 0 h 1587"/>
              <a:gd name="T96" fmla="*/ 2147483647 w 642"/>
              <a:gd name="T97" fmla="*/ 0 h 1587"/>
              <a:gd name="T98" fmla="*/ 2147483647 w 642"/>
              <a:gd name="T99" fmla="*/ 0 h 1587"/>
              <a:gd name="T100" fmla="*/ 2147483647 w 642"/>
              <a:gd name="T101" fmla="*/ 0 h 158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42" h="1587">
                <a:moveTo>
                  <a:pt x="0" y="0"/>
                </a:moveTo>
                <a:lnTo>
                  <a:pt x="0" y="0"/>
                </a:lnTo>
                <a:lnTo>
                  <a:pt x="6" y="0"/>
                </a:lnTo>
                <a:lnTo>
                  <a:pt x="12" y="0"/>
                </a:lnTo>
                <a:lnTo>
                  <a:pt x="18" y="0"/>
                </a:lnTo>
                <a:lnTo>
                  <a:pt x="24" y="0"/>
                </a:lnTo>
                <a:lnTo>
                  <a:pt x="30" y="0"/>
                </a:lnTo>
                <a:lnTo>
                  <a:pt x="36" y="0"/>
                </a:lnTo>
                <a:lnTo>
                  <a:pt x="42" y="0"/>
                </a:lnTo>
                <a:lnTo>
                  <a:pt x="48" y="0"/>
                </a:lnTo>
                <a:lnTo>
                  <a:pt x="54" y="0"/>
                </a:lnTo>
                <a:lnTo>
                  <a:pt x="60" y="0"/>
                </a:lnTo>
                <a:lnTo>
                  <a:pt x="66" y="0"/>
                </a:lnTo>
                <a:lnTo>
                  <a:pt x="72" y="0"/>
                </a:lnTo>
                <a:lnTo>
                  <a:pt x="78" y="0"/>
                </a:lnTo>
                <a:lnTo>
                  <a:pt x="84" y="0"/>
                </a:lnTo>
                <a:lnTo>
                  <a:pt x="90" y="0"/>
                </a:lnTo>
                <a:lnTo>
                  <a:pt x="96" y="0"/>
                </a:lnTo>
                <a:lnTo>
                  <a:pt x="102" y="0"/>
                </a:lnTo>
                <a:lnTo>
                  <a:pt x="108" y="0"/>
                </a:lnTo>
                <a:lnTo>
                  <a:pt x="114" y="0"/>
                </a:lnTo>
                <a:lnTo>
                  <a:pt x="120" y="0"/>
                </a:lnTo>
                <a:lnTo>
                  <a:pt x="126" y="0"/>
                </a:lnTo>
                <a:lnTo>
                  <a:pt x="132" y="0"/>
                </a:lnTo>
                <a:lnTo>
                  <a:pt x="138" y="0"/>
                </a:lnTo>
                <a:lnTo>
                  <a:pt x="144" y="0"/>
                </a:lnTo>
                <a:lnTo>
                  <a:pt x="150" y="0"/>
                </a:lnTo>
                <a:lnTo>
                  <a:pt x="156" y="0"/>
                </a:lnTo>
                <a:lnTo>
                  <a:pt x="162" y="0"/>
                </a:lnTo>
                <a:lnTo>
                  <a:pt x="168" y="0"/>
                </a:lnTo>
                <a:lnTo>
                  <a:pt x="174" y="0"/>
                </a:lnTo>
                <a:lnTo>
                  <a:pt x="180" y="0"/>
                </a:lnTo>
                <a:lnTo>
                  <a:pt x="186" y="0"/>
                </a:lnTo>
                <a:lnTo>
                  <a:pt x="192" y="0"/>
                </a:lnTo>
                <a:lnTo>
                  <a:pt x="198" y="0"/>
                </a:lnTo>
                <a:lnTo>
                  <a:pt x="204" y="0"/>
                </a:lnTo>
                <a:lnTo>
                  <a:pt x="210" y="0"/>
                </a:lnTo>
                <a:lnTo>
                  <a:pt x="216" y="0"/>
                </a:lnTo>
                <a:lnTo>
                  <a:pt x="222" y="0"/>
                </a:lnTo>
                <a:lnTo>
                  <a:pt x="228" y="0"/>
                </a:lnTo>
                <a:lnTo>
                  <a:pt x="234" y="0"/>
                </a:lnTo>
                <a:lnTo>
                  <a:pt x="240" y="0"/>
                </a:lnTo>
                <a:lnTo>
                  <a:pt x="246" y="0"/>
                </a:lnTo>
                <a:lnTo>
                  <a:pt x="252" y="0"/>
                </a:lnTo>
                <a:lnTo>
                  <a:pt x="258" y="0"/>
                </a:lnTo>
                <a:lnTo>
                  <a:pt x="264" y="0"/>
                </a:lnTo>
                <a:lnTo>
                  <a:pt x="270" y="0"/>
                </a:lnTo>
                <a:lnTo>
                  <a:pt x="276" y="0"/>
                </a:lnTo>
                <a:lnTo>
                  <a:pt x="282" y="0"/>
                </a:lnTo>
                <a:lnTo>
                  <a:pt x="288" y="0"/>
                </a:lnTo>
                <a:lnTo>
                  <a:pt x="294" y="0"/>
                </a:lnTo>
                <a:lnTo>
                  <a:pt x="300" y="0"/>
                </a:lnTo>
                <a:lnTo>
                  <a:pt x="306" y="0"/>
                </a:lnTo>
                <a:lnTo>
                  <a:pt x="312" y="0"/>
                </a:lnTo>
                <a:lnTo>
                  <a:pt x="318" y="0"/>
                </a:lnTo>
                <a:lnTo>
                  <a:pt x="324" y="0"/>
                </a:lnTo>
                <a:lnTo>
                  <a:pt x="330" y="0"/>
                </a:lnTo>
                <a:lnTo>
                  <a:pt x="336" y="0"/>
                </a:lnTo>
                <a:lnTo>
                  <a:pt x="342" y="0"/>
                </a:lnTo>
                <a:lnTo>
                  <a:pt x="348" y="0"/>
                </a:lnTo>
                <a:lnTo>
                  <a:pt x="354" y="0"/>
                </a:lnTo>
                <a:lnTo>
                  <a:pt x="360" y="0"/>
                </a:lnTo>
                <a:lnTo>
                  <a:pt x="366" y="0"/>
                </a:lnTo>
                <a:lnTo>
                  <a:pt x="372" y="0"/>
                </a:lnTo>
                <a:lnTo>
                  <a:pt x="378" y="0"/>
                </a:lnTo>
                <a:lnTo>
                  <a:pt x="384" y="0"/>
                </a:lnTo>
                <a:lnTo>
                  <a:pt x="390" y="0"/>
                </a:lnTo>
                <a:lnTo>
                  <a:pt x="396" y="0"/>
                </a:lnTo>
                <a:lnTo>
                  <a:pt x="402" y="0"/>
                </a:lnTo>
                <a:lnTo>
                  <a:pt x="408" y="0"/>
                </a:lnTo>
                <a:lnTo>
                  <a:pt x="414" y="0"/>
                </a:lnTo>
                <a:lnTo>
                  <a:pt x="420" y="0"/>
                </a:lnTo>
                <a:lnTo>
                  <a:pt x="426" y="0"/>
                </a:lnTo>
                <a:lnTo>
                  <a:pt x="432" y="0"/>
                </a:lnTo>
                <a:lnTo>
                  <a:pt x="438" y="0"/>
                </a:lnTo>
                <a:lnTo>
                  <a:pt x="444" y="0"/>
                </a:lnTo>
                <a:lnTo>
                  <a:pt x="450" y="0"/>
                </a:lnTo>
                <a:lnTo>
                  <a:pt x="456" y="0"/>
                </a:lnTo>
                <a:lnTo>
                  <a:pt x="462" y="0"/>
                </a:lnTo>
                <a:lnTo>
                  <a:pt x="468" y="0"/>
                </a:lnTo>
                <a:lnTo>
                  <a:pt x="474" y="0"/>
                </a:lnTo>
                <a:lnTo>
                  <a:pt x="480" y="0"/>
                </a:lnTo>
                <a:lnTo>
                  <a:pt x="486" y="0"/>
                </a:lnTo>
                <a:lnTo>
                  <a:pt x="492" y="0"/>
                </a:lnTo>
                <a:lnTo>
                  <a:pt x="498" y="0"/>
                </a:lnTo>
                <a:lnTo>
                  <a:pt x="504" y="0"/>
                </a:lnTo>
                <a:lnTo>
                  <a:pt x="510" y="0"/>
                </a:lnTo>
                <a:lnTo>
                  <a:pt x="516" y="0"/>
                </a:lnTo>
                <a:lnTo>
                  <a:pt x="522" y="0"/>
                </a:lnTo>
                <a:lnTo>
                  <a:pt x="528" y="0"/>
                </a:lnTo>
                <a:lnTo>
                  <a:pt x="534" y="0"/>
                </a:lnTo>
                <a:lnTo>
                  <a:pt x="540" y="0"/>
                </a:lnTo>
                <a:lnTo>
                  <a:pt x="546" y="0"/>
                </a:lnTo>
                <a:lnTo>
                  <a:pt x="552" y="0"/>
                </a:lnTo>
                <a:lnTo>
                  <a:pt x="558" y="0"/>
                </a:lnTo>
                <a:lnTo>
                  <a:pt x="564" y="0"/>
                </a:lnTo>
                <a:lnTo>
                  <a:pt x="570" y="0"/>
                </a:lnTo>
                <a:lnTo>
                  <a:pt x="576" y="0"/>
                </a:lnTo>
                <a:lnTo>
                  <a:pt x="582" y="0"/>
                </a:lnTo>
                <a:lnTo>
                  <a:pt x="588" y="0"/>
                </a:lnTo>
                <a:lnTo>
                  <a:pt x="594" y="0"/>
                </a:lnTo>
                <a:lnTo>
                  <a:pt x="600" y="0"/>
                </a:lnTo>
                <a:lnTo>
                  <a:pt x="606" y="0"/>
                </a:lnTo>
                <a:lnTo>
                  <a:pt x="612" y="0"/>
                </a:lnTo>
                <a:lnTo>
                  <a:pt x="618" y="0"/>
                </a:lnTo>
                <a:lnTo>
                  <a:pt x="624" y="0"/>
                </a:lnTo>
                <a:lnTo>
                  <a:pt x="630" y="0"/>
                </a:lnTo>
                <a:lnTo>
                  <a:pt x="636" y="0"/>
                </a:lnTo>
                <a:lnTo>
                  <a:pt x="642" y="0"/>
                </a:lnTo>
              </a:path>
            </a:pathLst>
          </a:custGeom>
          <a:noFill/>
          <a:ln w="12700">
            <a:solidFill>
              <a:schemeClr val="accent5">
                <a:lumMod val="60000"/>
                <a:lumOff val="40000"/>
              </a:schemeClr>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12" dur="500"/>
                                        <p:tgtEl>
                                          <p:spTgt spid="22">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wipe(left)">
                                      <p:cBhvr>
                                        <p:cTn id="17" dur="500"/>
                                        <p:tgtEl>
                                          <p:spTgt spid="2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22" dur="500"/>
                                        <p:tgtEl>
                                          <p:spTgt spid="28">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27" dur="500"/>
                                        <p:tgtEl>
                                          <p:spTgt spid="28">
                                            <p:txEl>
                                              <p:pRg st="4294967295" end="4294967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wipe(left)">
                                      <p:cBhvr>
                                        <p:cTn id="32" dur="500"/>
                                        <p:tgtEl>
                                          <p:spTgt spid="28">
                                            <p:txEl>
                                              <p:pRg st="0" end="0"/>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left)">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41" dur="500"/>
                                        <p:tgtEl>
                                          <p:spTgt spid="27">
                                            <p:txEl>
                                              <p:pRg st="4294967295" end="429496729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46" dur="500"/>
                                        <p:tgtEl>
                                          <p:spTgt spid="27">
                                            <p:txEl>
                                              <p:pRg st="4294967295" end="429496729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
                                            <p:txEl>
                                              <p:pRg st="0" end="0"/>
                                            </p:txEl>
                                          </p:spTgt>
                                        </p:tgtEl>
                                        <p:attrNameLst>
                                          <p:attrName>style.visibility</p:attrName>
                                        </p:attrNameLst>
                                      </p:cBhvr>
                                      <p:to>
                                        <p:strVal val="visible"/>
                                      </p:to>
                                    </p:set>
                                    <p:animEffect transition="in" filter="wipe(left)">
                                      <p:cBhvr>
                                        <p:cTn id="51" dur="500"/>
                                        <p:tgtEl>
                                          <p:spTgt spid="2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left)">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wipe(left)">
                                      <p:cBhvr>
                                        <p:cTn id="61" dur="500"/>
                                        <p:tgtEl>
                                          <p:spTgt spid="23"/>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wipe(left)">
                                      <p:cBhvr>
                                        <p:cTn id="69" dur="500"/>
                                        <p:tgtEl>
                                          <p:spTgt spid="14"/>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left)">
                                      <p:cBhvr>
                                        <p:cTn id="73" dur="500"/>
                                        <p:tgtEl>
                                          <p:spTgt spid="15"/>
                                        </p:tgtEl>
                                      </p:cBhvr>
                                    </p:animEffect>
                                  </p:childTnLst>
                                </p:cTn>
                              </p:par>
                            </p:childTnLst>
                          </p:cTn>
                        </p:par>
                        <p:par>
                          <p:cTn id="74" fill="hold">
                            <p:stCondLst>
                              <p:cond delay="2000"/>
                            </p:stCondLst>
                            <p:childTnLst>
                              <p:par>
                                <p:cTn id="75" presetID="22" presetClass="entr" presetSubtype="8"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lef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left)">
                                      <p:cBhvr>
                                        <p:cTn id="82" dur="500"/>
                                        <p:tgtEl>
                                          <p:spTgt spid="24"/>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wipe(left)">
                                      <p:cBhvr>
                                        <p:cTn id="86" dur="500"/>
                                        <p:tgtEl>
                                          <p:spTgt spid="17"/>
                                        </p:tgtEl>
                                      </p:cBhvr>
                                    </p:animEffect>
                                  </p:childTnLst>
                                </p:cTn>
                              </p:par>
                            </p:childTnLst>
                          </p:cTn>
                        </p:par>
                        <p:par>
                          <p:cTn id="87" fill="hold">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left)">
                                      <p:cBhvr>
                                        <p:cTn id="90" dur="500"/>
                                        <p:tgtEl>
                                          <p:spTgt spid="18"/>
                                        </p:tgtEl>
                                      </p:cBhvr>
                                    </p:animEffect>
                                  </p:childTnLst>
                                </p:cTn>
                              </p:par>
                            </p:childTnLst>
                          </p:cTn>
                        </p:par>
                        <p:par>
                          <p:cTn id="91" fill="hold">
                            <p:stCondLst>
                              <p:cond delay="1500"/>
                            </p:stCondLst>
                            <p:childTnLst>
                              <p:par>
                                <p:cTn id="92" presetID="22" presetClass="entr" presetSubtype="8" fill="hold" grpId="0" nodeType="after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wipe(left)">
                                      <p:cBhvr>
                                        <p:cTn id="94" dur="500"/>
                                        <p:tgtEl>
                                          <p:spTgt spid="1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1"/>
                                        </p:tgtEl>
                                        <p:attrNameLst>
                                          <p:attrName>style.visibility</p:attrName>
                                        </p:attrNameLst>
                                      </p:cBhvr>
                                      <p:to>
                                        <p:strVal val="visible"/>
                                      </p:to>
                                    </p:set>
                                    <p:animEffect transition="in" filter="wipe(left)">
                                      <p:cBhvr>
                                        <p:cTn id="99" dur="500"/>
                                        <p:tgtEl>
                                          <p:spTgt spid="11"/>
                                        </p:tgtEl>
                                      </p:cBhvr>
                                    </p:animEffect>
                                  </p:childTnLst>
                                </p:cTn>
                              </p:par>
                            </p:childTnLst>
                          </p:cTn>
                        </p:par>
                        <p:par>
                          <p:cTn id="100" fill="hold">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wipe(left)">
                                      <p:cBhvr>
                                        <p:cTn id="103" dur="500"/>
                                        <p:tgtEl>
                                          <p:spTgt spid="4"/>
                                        </p:tgtEl>
                                      </p:cBhvr>
                                    </p:animEffect>
                                  </p:childTnLst>
                                </p:cTn>
                              </p:par>
                            </p:childTnLst>
                          </p:cTn>
                        </p:par>
                        <p:par>
                          <p:cTn id="104" fill="hold">
                            <p:stCondLst>
                              <p:cond delay="1000"/>
                            </p:stCondLst>
                            <p:childTnLst>
                              <p:par>
                                <p:cTn id="105" presetID="22" presetClass="entr" presetSubtype="8" fill="hold" grpId="0" nodeType="after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wipe(left)">
                                      <p:cBhvr>
                                        <p:cTn id="107" dur="500"/>
                                        <p:tgtEl>
                                          <p:spTgt spid="12"/>
                                        </p:tgtEl>
                                      </p:cBhvr>
                                    </p:animEffect>
                                  </p:childTnLst>
                                </p:cTn>
                              </p:par>
                            </p:childTnLst>
                          </p:cTn>
                        </p:par>
                        <p:par>
                          <p:cTn id="108" fill="hold">
                            <p:stCondLst>
                              <p:cond delay="1500"/>
                            </p:stCondLst>
                            <p:childTnLst>
                              <p:par>
                                <p:cTn id="109" presetID="22" presetClass="entr" presetSubtype="8" fill="hold" nodeType="after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wipe(left)">
                                      <p:cBhvr>
                                        <p:cTn id="111" dur="500"/>
                                        <p:tgtEl>
                                          <p:spTgt spid="25"/>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116" dur="500"/>
                                        <p:tgtEl>
                                          <p:spTgt spid="29">
                                            <p:txEl>
                                              <p:pRg st="4294967295" end="4294967295"/>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121" dur="500"/>
                                        <p:tgtEl>
                                          <p:spTgt spid="29">
                                            <p:txEl>
                                              <p:pRg st="4294967295" end="4294967295"/>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9">
                                            <p:txEl>
                                              <p:pRg st="0" end="0"/>
                                            </p:txEl>
                                          </p:spTgt>
                                        </p:tgtEl>
                                        <p:attrNameLst>
                                          <p:attrName>style.visibility</p:attrName>
                                        </p:attrNameLst>
                                      </p:cBhvr>
                                      <p:to>
                                        <p:strVal val="visible"/>
                                      </p:to>
                                    </p:set>
                                    <p:animEffect transition="in" filter="wipe(left)">
                                      <p:cBhvr>
                                        <p:cTn id="126" dur="500"/>
                                        <p:tgtEl>
                                          <p:spTgt spid="29">
                                            <p:txEl>
                                              <p:pRg st="0" end="0"/>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wipe(left)">
                                      <p:cBhvr>
                                        <p:cTn id="131" dur="500"/>
                                        <p:tgtEl>
                                          <p:spTgt spid="3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wipe(left)">
                                      <p:cBhvr>
                                        <p:cTn id="136" dur="500"/>
                                        <p:tgtEl>
                                          <p:spTgt spid="31"/>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32">
                                            <p:txEl>
                                              <p:pRg st="4294967295" end="4294967295"/>
                                            </p:txEl>
                                          </p:spTgt>
                                        </p:tgtEl>
                                        <p:attrNameLst>
                                          <p:attrName>style.visibility</p:attrName>
                                        </p:attrNameLst>
                                      </p:cBhvr>
                                      <p:to>
                                        <p:strVal val="visible"/>
                                      </p:to>
                                    </p:set>
                                    <p:animEffect transition="in" filter="wipe(left)">
                                      <p:cBhvr>
                                        <p:cTn id="141" dur="500"/>
                                        <p:tgtEl>
                                          <p:spTgt spid="32">
                                            <p:txEl>
                                              <p:pRg st="4294967295" end="4294967295"/>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32">
                                            <p:txEl>
                                              <p:pRg st="4294967295" end="4294967295"/>
                                            </p:txEl>
                                          </p:spTgt>
                                        </p:tgtEl>
                                        <p:attrNameLst>
                                          <p:attrName>style.visibility</p:attrName>
                                        </p:attrNameLst>
                                      </p:cBhvr>
                                      <p:to>
                                        <p:strVal val="visible"/>
                                      </p:to>
                                    </p:set>
                                    <p:animEffect transition="in" filter="wipe(left)">
                                      <p:cBhvr>
                                        <p:cTn id="146" dur="500"/>
                                        <p:tgtEl>
                                          <p:spTgt spid="32">
                                            <p:txEl>
                                              <p:pRg st="4294967295" end="4294967295"/>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32">
                                            <p:txEl>
                                              <p:pRg st="0" end="0"/>
                                            </p:txEl>
                                          </p:spTgt>
                                        </p:tgtEl>
                                        <p:attrNameLst>
                                          <p:attrName>style.visibility</p:attrName>
                                        </p:attrNameLst>
                                      </p:cBhvr>
                                      <p:to>
                                        <p:strVal val="visible"/>
                                      </p:to>
                                    </p:set>
                                    <p:animEffect transition="in" filter="wipe(left)">
                                      <p:cBhvr>
                                        <p:cTn id="151" dur="500"/>
                                        <p:tgtEl>
                                          <p:spTgt spid="32">
                                            <p:txEl>
                                              <p:pRg st="0" end="0"/>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46">
                                            <p:txEl>
                                              <p:pRg st="4294967295" end="4294967295"/>
                                            </p:txEl>
                                          </p:spTgt>
                                        </p:tgtEl>
                                        <p:attrNameLst>
                                          <p:attrName>style.visibility</p:attrName>
                                        </p:attrNameLst>
                                      </p:cBhvr>
                                      <p:to>
                                        <p:strVal val="visible"/>
                                      </p:to>
                                    </p:set>
                                    <p:animEffect transition="in" filter="wipe(left)">
                                      <p:cBhvr>
                                        <p:cTn id="156" dur="500"/>
                                        <p:tgtEl>
                                          <p:spTgt spid="46">
                                            <p:txEl>
                                              <p:pRg st="4294967295" end="4294967295"/>
                                            </p:tx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46">
                                            <p:txEl>
                                              <p:pRg st="0" end="0"/>
                                            </p:txEl>
                                          </p:spTgt>
                                        </p:tgtEl>
                                        <p:attrNameLst>
                                          <p:attrName>style.visibility</p:attrName>
                                        </p:attrNameLst>
                                      </p:cBhvr>
                                      <p:to>
                                        <p:strVal val="visible"/>
                                      </p:to>
                                    </p:set>
                                    <p:animEffect transition="in" filter="wipe(left)">
                                      <p:cBhvr>
                                        <p:cTn id="161" dur="500"/>
                                        <p:tgtEl>
                                          <p:spTgt spid="46">
                                            <p:txEl>
                                              <p:pRg st="0" end="0"/>
                                            </p:txEl>
                                          </p:spTgt>
                                        </p:tgtEl>
                                      </p:cBhvr>
                                    </p:animEffect>
                                  </p:childTnLst>
                                </p:cTn>
                              </p:par>
                            </p:childTnLst>
                          </p:cTn>
                        </p:par>
                        <p:par>
                          <p:cTn id="162" fill="hold">
                            <p:stCondLst>
                              <p:cond delay="500"/>
                            </p:stCondLst>
                            <p:childTnLst>
                              <p:par>
                                <p:cTn id="163" presetID="22" presetClass="entr" presetSubtype="8" fill="hold" nodeType="afterEffect">
                                  <p:stCondLst>
                                    <p:cond delay="0"/>
                                  </p:stCondLst>
                                  <p:childTnLst>
                                    <p:set>
                                      <p:cBhvr>
                                        <p:cTn id="164" dur="1" fill="hold">
                                          <p:stCondLst>
                                            <p:cond delay="0"/>
                                          </p:stCondLst>
                                        </p:cTn>
                                        <p:tgtEl>
                                          <p:spTgt spid="44"/>
                                        </p:tgtEl>
                                        <p:attrNameLst>
                                          <p:attrName>style.visibility</p:attrName>
                                        </p:attrNameLst>
                                      </p:cBhvr>
                                      <p:to>
                                        <p:strVal val="visible"/>
                                      </p:to>
                                    </p:set>
                                    <p:animEffect transition="in" filter="wipe(left)">
                                      <p:cBhvr>
                                        <p:cTn id="165" dur="500"/>
                                        <p:tgtEl>
                                          <p:spTgt spid="44"/>
                                        </p:tgtEl>
                                      </p:cBhvr>
                                    </p:animEffect>
                                  </p:childTnLst>
                                </p:cTn>
                              </p:par>
                            </p:childTnLst>
                          </p:cTn>
                        </p:par>
                        <p:par>
                          <p:cTn id="166" fill="hold">
                            <p:stCondLst>
                              <p:cond delay="1000"/>
                            </p:stCondLst>
                            <p:childTnLst>
                              <p:par>
                                <p:cTn id="167" presetID="22" presetClass="entr" presetSubtype="8" fill="hold" grpId="0" nodeType="afterEffect">
                                  <p:stCondLst>
                                    <p:cond delay="0"/>
                                  </p:stCondLst>
                                  <p:childTnLst>
                                    <p:set>
                                      <p:cBhvr>
                                        <p:cTn id="168" dur="1" fill="hold">
                                          <p:stCondLst>
                                            <p:cond delay="0"/>
                                          </p:stCondLst>
                                        </p:cTn>
                                        <p:tgtEl>
                                          <p:spTgt spid="45">
                                            <p:txEl>
                                              <p:pRg st="4294967295" end="4294967295"/>
                                            </p:txEl>
                                          </p:spTgt>
                                        </p:tgtEl>
                                        <p:attrNameLst>
                                          <p:attrName>style.visibility</p:attrName>
                                        </p:attrNameLst>
                                      </p:cBhvr>
                                      <p:to>
                                        <p:strVal val="visible"/>
                                      </p:to>
                                    </p:set>
                                    <p:animEffect transition="in" filter="wipe(left)">
                                      <p:cBhvr>
                                        <p:cTn id="169" dur="500"/>
                                        <p:tgtEl>
                                          <p:spTgt spid="45">
                                            <p:txEl>
                                              <p:pRg st="4294967295" end="4294967295"/>
                                            </p:txEl>
                                          </p:spTgt>
                                        </p:tgtEl>
                                      </p:cBhvr>
                                    </p:animEffect>
                                  </p:childTnLst>
                                </p:cTn>
                              </p:par>
                            </p:childTnLst>
                          </p:cTn>
                        </p:par>
                        <p:par>
                          <p:cTn id="170" fill="hold">
                            <p:stCondLst>
                              <p:cond delay="1500"/>
                            </p:stCondLst>
                            <p:childTnLst>
                              <p:par>
                                <p:cTn id="171" presetID="22" presetClass="entr" presetSubtype="8" fill="hold" grpId="0" nodeType="afterEffect">
                                  <p:stCondLst>
                                    <p:cond delay="0"/>
                                  </p:stCondLst>
                                  <p:childTnLst>
                                    <p:set>
                                      <p:cBhvr>
                                        <p:cTn id="172" dur="1" fill="hold">
                                          <p:stCondLst>
                                            <p:cond delay="0"/>
                                          </p:stCondLst>
                                        </p:cTn>
                                        <p:tgtEl>
                                          <p:spTgt spid="45">
                                            <p:txEl>
                                              <p:pRg st="4294967295" end="4294967295"/>
                                            </p:txEl>
                                          </p:spTgt>
                                        </p:tgtEl>
                                        <p:attrNameLst>
                                          <p:attrName>style.visibility</p:attrName>
                                        </p:attrNameLst>
                                      </p:cBhvr>
                                      <p:to>
                                        <p:strVal val="visible"/>
                                      </p:to>
                                    </p:set>
                                    <p:animEffect transition="in" filter="wipe(left)">
                                      <p:cBhvr>
                                        <p:cTn id="173" dur="500"/>
                                        <p:tgtEl>
                                          <p:spTgt spid="45">
                                            <p:txEl>
                                              <p:pRg st="4294967295" end="4294967295"/>
                                            </p:txEl>
                                          </p:spTgt>
                                        </p:tgtEl>
                                      </p:cBhvr>
                                    </p:animEffect>
                                  </p:childTnLst>
                                </p:cTn>
                              </p:par>
                            </p:childTnLst>
                          </p:cTn>
                        </p:par>
                        <p:par>
                          <p:cTn id="174" fill="hold">
                            <p:stCondLst>
                              <p:cond delay="2000"/>
                            </p:stCondLst>
                            <p:childTnLst>
                              <p:par>
                                <p:cTn id="175" presetID="22" presetClass="entr" presetSubtype="8" fill="hold" grpId="0" nodeType="afterEffect">
                                  <p:stCondLst>
                                    <p:cond delay="0"/>
                                  </p:stCondLst>
                                  <p:childTnLst>
                                    <p:set>
                                      <p:cBhvr>
                                        <p:cTn id="176" dur="1" fill="hold">
                                          <p:stCondLst>
                                            <p:cond delay="0"/>
                                          </p:stCondLst>
                                        </p:cTn>
                                        <p:tgtEl>
                                          <p:spTgt spid="45">
                                            <p:txEl>
                                              <p:pRg st="0" end="0"/>
                                            </p:txEl>
                                          </p:spTgt>
                                        </p:tgtEl>
                                        <p:attrNameLst>
                                          <p:attrName>style.visibility</p:attrName>
                                        </p:attrNameLst>
                                      </p:cBhvr>
                                      <p:to>
                                        <p:strVal val="visible"/>
                                      </p:to>
                                    </p:set>
                                    <p:animEffect transition="in" filter="wipe(left)">
                                      <p:cBhvr>
                                        <p:cTn id="177" dur="500"/>
                                        <p:tgtEl>
                                          <p:spTgt spid="45">
                                            <p:txEl>
                                              <p:pRg st="0" end="0"/>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36"/>
                                        </p:tgtEl>
                                        <p:attrNameLst>
                                          <p:attrName>style.visibility</p:attrName>
                                        </p:attrNameLst>
                                      </p:cBhvr>
                                      <p:to>
                                        <p:strVal val="visible"/>
                                      </p:to>
                                    </p:set>
                                    <p:animEffect transition="in" filter="wipe(left)">
                                      <p:cBhvr>
                                        <p:cTn id="182" dur="500"/>
                                        <p:tgtEl>
                                          <p:spTgt spid="36"/>
                                        </p:tgtEl>
                                      </p:cBhvr>
                                    </p:animEffect>
                                  </p:childTnLst>
                                </p:cTn>
                              </p:par>
                            </p:childTnLst>
                          </p:cTn>
                        </p:par>
                        <p:par>
                          <p:cTn id="183" fill="hold">
                            <p:stCondLst>
                              <p:cond delay="500"/>
                            </p:stCondLst>
                            <p:childTnLst>
                              <p:par>
                                <p:cTn id="184" presetID="22" presetClass="entr" presetSubtype="8" fill="hold" grpId="0" nodeType="afterEffect">
                                  <p:stCondLst>
                                    <p:cond delay="0"/>
                                  </p:stCondLst>
                                  <p:childTnLst>
                                    <p:set>
                                      <p:cBhvr>
                                        <p:cTn id="185" dur="1" fill="hold">
                                          <p:stCondLst>
                                            <p:cond delay="0"/>
                                          </p:stCondLst>
                                        </p:cTn>
                                        <p:tgtEl>
                                          <p:spTgt spid="3"/>
                                        </p:tgtEl>
                                        <p:attrNameLst>
                                          <p:attrName>style.visibility</p:attrName>
                                        </p:attrNameLst>
                                      </p:cBhvr>
                                      <p:to>
                                        <p:strVal val="visible"/>
                                      </p:to>
                                    </p:set>
                                    <p:animEffect transition="in" filter="wipe(left)">
                                      <p:cBhvr>
                                        <p:cTn id="186" dur="500"/>
                                        <p:tgtEl>
                                          <p:spTgt spid="3"/>
                                        </p:tgtEl>
                                      </p:cBhvr>
                                    </p:animEffect>
                                  </p:childTnLst>
                                </p:cTn>
                              </p:par>
                            </p:childTnLst>
                          </p:cTn>
                        </p:par>
                        <p:par>
                          <p:cTn id="187" fill="hold">
                            <p:stCondLst>
                              <p:cond delay="1000"/>
                            </p:stCondLst>
                            <p:childTnLst>
                              <p:par>
                                <p:cTn id="188" presetID="22" presetClass="entr" presetSubtype="8" fill="hold" grpId="0" nodeType="afterEffect">
                                  <p:stCondLst>
                                    <p:cond delay="0"/>
                                  </p:stCondLst>
                                  <p:childTnLst>
                                    <p:set>
                                      <p:cBhvr>
                                        <p:cTn id="189" dur="1" fill="hold">
                                          <p:stCondLst>
                                            <p:cond delay="0"/>
                                          </p:stCondLst>
                                        </p:cTn>
                                        <p:tgtEl>
                                          <p:spTgt spid="33"/>
                                        </p:tgtEl>
                                        <p:attrNameLst>
                                          <p:attrName>style.visibility</p:attrName>
                                        </p:attrNameLst>
                                      </p:cBhvr>
                                      <p:to>
                                        <p:strVal val="visible"/>
                                      </p:to>
                                    </p:set>
                                    <p:animEffect transition="in" filter="wipe(left)">
                                      <p:cBhvr>
                                        <p:cTn id="190" dur="500"/>
                                        <p:tgtEl>
                                          <p:spTgt spid="33"/>
                                        </p:tgtEl>
                                      </p:cBhvr>
                                    </p:animEffect>
                                  </p:childTnLst>
                                </p:cTn>
                              </p:par>
                            </p:childTnLst>
                          </p:cTn>
                        </p:par>
                        <p:par>
                          <p:cTn id="191" fill="hold">
                            <p:stCondLst>
                              <p:cond delay="1500"/>
                            </p:stCondLst>
                            <p:childTnLst>
                              <p:par>
                                <p:cTn id="192" presetID="22" presetClass="entr" presetSubtype="8" fill="hold" grpId="0" nodeType="afterEffect">
                                  <p:stCondLst>
                                    <p:cond delay="0"/>
                                  </p:stCondLst>
                                  <p:childTnLst>
                                    <p:set>
                                      <p:cBhvr>
                                        <p:cTn id="193" dur="1" fill="hold">
                                          <p:stCondLst>
                                            <p:cond delay="0"/>
                                          </p:stCondLst>
                                        </p:cTn>
                                        <p:tgtEl>
                                          <p:spTgt spid="34"/>
                                        </p:tgtEl>
                                        <p:attrNameLst>
                                          <p:attrName>style.visibility</p:attrName>
                                        </p:attrNameLst>
                                      </p:cBhvr>
                                      <p:to>
                                        <p:strVal val="visible"/>
                                      </p:to>
                                    </p:set>
                                    <p:animEffect transition="in" filter="wipe(left)">
                                      <p:cBhvr>
                                        <p:cTn id="194" dur="500"/>
                                        <p:tgtEl>
                                          <p:spTgt spid="34"/>
                                        </p:tgtEl>
                                      </p:cBhvr>
                                    </p:animEffect>
                                  </p:childTnLst>
                                </p:cTn>
                              </p:par>
                            </p:childTnLst>
                          </p:cTn>
                        </p:par>
                        <p:par>
                          <p:cTn id="195" fill="hold">
                            <p:stCondLst>
                              <p:cond delay="2000"/>
                            </p:stCondLst>
                            <p:childTnLst>
                              <p:par>
                                <p:cTn id="196" presetID="22" presetClass="entr" presetSubtype="8" fill="hold" grpId="0" nodeType="afterEffect">
                                  <p:stCondLst>
                                    <p:cond delay="0"/>
                                  </p:stCondLst>
                                  <p:childTnLst>
                                    <p:set>
                                      <p:cBhvr>
                                        <p:cTn id="197" dur="1" fill="hold">
                                          <p:stCondLst>
                                            <p:cond delay="0"/>
                                          </p:stCondLst>
                                        </p:cTn>
                                        <p:tgtEl>
                                          <p:spTgt spid="35"/>
                                        </p:tgtEl>
                                        <p:attrNameLst>
                                          <p:attrName>style.visibility</p:attrName>
                                        </p:attrNameLst>
                                      </p:cBhvr>
                                      <p:to>
                                        <p:strVal val="visible"/>
                                      </p:to>
                                    </p:set>
                                    <p:animEffect transition="in" filter="wipe(left)">
                                      <p:cBhvr>
                                        <p:cTn id="198" dur="500"/>
                                        <p:tgtEl>
                                          <p:spTgt spid="35"/>
                                        </p:tgtEl>
                                      </p:cBhvr>
                                    </p:animEffect>
                                  </p:childTnLst>
                                </p:cTn>
                              </p:par>
                            </p:childTnLst>
                          </p:cTn>
                        </p:par>
                        <p:par>
                          <p:cTn id="199" fill="hold">
                            <p:stCondLst>
                              <p:cond delay="2500"/>
                            </p:stCondLst>
                            <p:childTnLst>
                              <p:par>
                                <p:cTn id="200" presetID="22" presetClass="entr" presetSubtype="8" fill="hold" nodeType="afterEffect">
                                  <p:stCondLst>
                                    <p:cond delay="0"/>
                                  </p:stCondLst>
                                  <p:childTnLst>
                                    <p:set>
                                      <p:cBhvr>
                                        <p:cTn id="201" dur="1" fill="hold">
                                          <p:stCondLst>
                                            <p:cond delay="0"/>
                                          </p:stCondLst>
                                        </p:cTn>
                                        <p:tgtEl>
                                          <p:spTgt spid="47"/>
                                        </p:tgtEl>
                                        <p:attrNameLst>
                                          <p:attrName>style.visibility</p:attrName>
                                        </p:attrNameLst>
                                      </p:cBhvr>
                                      <p:to>
                                        <p:strVal val="visible"/>
                                      </p:to>
                                    </p:set>
                                    <p:animEffect transition="in" filter="wipe(left)">
                                      <p:cBhvr>
                                        <p:cTn id="202" dur="500"/>
                                        <p:tgtEl>
                                          <p:spTgt spid="47"/>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nodeType="clickEffect">
                                  <p:stCondLst>
                                    <p:cond delay="0"/>
                                  </p:stCondLst>
                                  <p:childTnLst>
                                    <p:set>
                                      <p:cBhvr>
                                        <p:cTn id="206" dur="1" fill="hold">
                                          <p:stCondLst>
                                            <p:cond delay="0"/>
                                          </p:stCondLst>
                                        </p:cTn>
                                        <p:tgtEl>
                                          <p:spTgt spid="42"/>
                                        </p:tgtEl>
                                        <p:attrNameLst>
                                          <p:attrName>style.visibility</p:attrName>
                                        </p:attrNameLst>
                                      </p:cBhvr>
                                      <p:to>
                                        <p:strVal val="visible"/>
                                      </p:to>
                                    </p:set>
                                    <p:animEffect transition="in" filter="wipe(left)">
                                      <p:cBhvr>
                                        <p:cTn id="207" dur="500"/>
                                        <p:tgtEl>
                                          <p:spTgt spid="42"/>
                                        </p:tgtEl>
                                      </p:cBhvr>
                                    </p:animEffect>
                                  </p:childTnLst>
                                </p:cTn>
                              </p:par>
                            </p:childTnLst>
                          </p:cTn>
                        </p:par>
                        <p:par>
                          <p:cTn id="208" fill="hold">
                            <p:stCondLst>
                              <p:cond delay="500"/>
                            </p:stCondLst>
                            <p:childTnLst>
                              <p:par>
                                <p:cTn id="209" presetID="22" presetClass="entr" presetSubtype="8" fill="hold" grpId="0" nodeType="afterEffect">
                                  <p:stCondLst>
                                    <p:cond delay="0"/>
                                  </p:stCondLst>
                                  <p:childTnLst>
                                    <p:set>
                                      <p:cBhvr>
                                        <p:cTn id="210" dur="1" fill="hold">
                                          <p:stCondLst>
                                            <p:cond delay="0"/>
                                          </p:stCondLst>
                                        </p:cTn>
                                        <p:tgtEl>
                                          <p:spTgt spid="48"/>
                                        </p:tgtEl>
                                        <p:attrNameLst>
                                          <p:attrName>style.visibility</p:attrName>
                                        </p:attrNameLst>
                                      </p:cBhvr>
                                      <p:to>
                                        <p:strVal val="visible"/>
                                      </p:to>
                                    </p:set>
                                    <p:animEffect transition="in" filter="wipe(left)">
                                      <p:cBhvr>
                                        <p:cTn id="211" dur="500"/>
                                        <p:tgtEl>
                                          <p:spTgt spid="48"/>
                                        </p:tgtEl>
                                      </p:cBhvr>
                                    </p:animEffect>
                                  </p:childTnLst>
                                </p:cTn>
                              </p:par>
                            </p:childTnLst>
                          </p:cTn>
                        </p:par>
                      </p:childTnLst>
                    </p:cTn>
                  </p:par>
                  <p:par>
                    <p:cTn id="212" fill="hold">
                      <p:stCondLst>
                        <p:cond delay="indefinite"/>
                      </p:stCondLst>
                      <p:childTnLst>
                        <p:par>
                          <p:cTn id="213" fill="hold">
                            <p:stCondLst>
                              <p:cond delay="0"/>
                            </p:stCondLst>
                            <p:childTnLst>
                              <p:par>
                                <p:cTn id="214" presetID="22" presetClass="entr" presetSubtype="8" fill="hold" nodeType="clickEffect">
                                  <p:stCondLst>
                                    <p:cond delay="0"/>
                                  </p:stCondLst>
                                  <p:childTnLst>
                                    <p:set>
                                      <p:cBhvr>
                                        <p:cTn id="215" dur="1" fill="hold">
                                          <p:stCondLst>
                                            <p:cond delay="0"/>
                                          </p:stCondLst>
                                        </p:cTn>
                                        <p:tgtEl>
                                          <p:spTgt spid="43"/>
                                        </p:tgtEl>
                                        <p:attrNameLst>
                                          <p:attrName>style.visibility</p:attrName>
                                        </p:attrNameLst>
                                      </p:cBhvr>
                                      <p:to>
                                        <p:strVal val="visible"/>
                                      </p:to>
                                    </p:set>
                                    <p:animEffect transition="in" filter="wipe(left)">
                                      <p:cBhvr>
                                        <p:cTn id="216" dur="500"/>
                                        <p:tgtEl>
                                          <p:spTgt spid="43"/>
                                        </p:tgtEl>
                                      </p:cBhvr>
                                    </p:animEffect>
                                  </p:childTnLst>
                                </p:cTn>
                              </p:par>
                            </p:childTnLst>
                          </p:cTn>
                        </p:par>
                        <p:par>
                          <p:cTn id="217" fill="hold">
                            <p:stCondLst>
                              <p:cond delay="500"/>
                            </p:stCondLst>
                            <p:childTnLst>
                              <p:par>
                                <p:cTn id="218" presetID="22" presetClass="entr" presetSubtype="8" fill="hold" grpId="0" nodeType="afterEffect">
                                  <p:stCondLst>
                                    <p:cond delay="0"/>
                                  </p:stCondLst>
                                  <p:childTnLst>
                                    <p:set>
                                      <p:cBhvr>
                                        <p:cTn id="219" dur="1" fill="hold">
                                          <p:stCondLst>
                                            <p:cond delay="0"/>
                                          </p:stCondLst>
                                        </p:cTn>
                                        <p:tgtEl>
                                          <p:spTgt spid="2"/>
                                        </p:tgtEl>
                                        <p:attrNameLst>
                                          <p:attrName>style.visibility</p:attrName>
                                        </p:attrNameLst>
                                      </p:cBhvr>
                                      <p:to>
                                        <p:strVal val="visible"/>
                                      </p:to>
                                    </p:set>
                                    <p:animEffect transition="in" filter="wipe(left)">
                                      <p:cBhvr>
                                        <p:cTn id="2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2" grpId="0" autoUpdateAnimBg="0" build="p"/>
      <p:bldP spid="27" grpId="0" autoUpdateAnimBg="0" uiExpand="1" build="p"/>
      <p:bldP spid="28" grpId="0" autoUpdateAnimBg="0" uiExpand="1" build="p"/>
      <p:bldP spid="29" grpId="0" autoUpdateAnimBg="0" uiExpand="1" build="p"/>
      <p:bldP spid="32" grpId="0" autoUpdateAnimBg="0" uiExpand="1" build="p"/>
      <p:bldP spid="33" grpId="0" bldLvl="0" animBg="1"/>
      <p:bldP spid="34" grpId="0" bldLvl="0" animBg="1"/>
      <p:bldP spid="35" grpId="0" bldLvl="0" animBg="1"/>
      <p:bldP spid="45" grpId="0" advAuto="0" autoUpdateAnimBg="0" uiExpand="1" build="p"/>
      <p:bldP spid="46" grpId="0" autoUpdateAnimBg="0" build="p"/>
      <p:bldP spid="48"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07160" y="454660"/>
            <a:ext cx="22098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charset="-122"/>
                <a:ea typeface="楷体" panose="02010609060101010101" charset="-122"/>
                <a:cs typeface="楷体" panose="02010609060101010101" charset="-122"/>
              </a:rPr>
              <a:t>4. 周期性</a:t>
            </a:r>
            <a:endParaRPr lang="zh-CN" altLang="en-US" sz="3200" b="1" dirty="0">
              <a:solidFill>
                <a:schemeClr val="accent3">
                  <a:lumMod val="50000"/>
                </a:schemeClr>
              </a:solidFill>
              <a:latin typeface="楷体" panose="02010609060101010101" charset="-122"/>
              <a:ea typeface="楷体" panose="02010609060101010101" charset="-122"/>
              <a:cs typeface="+mn-cs"/>
            </a:endParaRPr>
          </a:p>
        </p:txBody>
      </p:sp>
      <p:graphicFrame>
        <p:nvGraphicFramePr>
          <p:cNvPr id="3" name="Object 3"/>
          <p:cNvGraphicFramePr>
            <a:graphicFrameLocks noChangeAspect="1"/>
          </p:cNvGraphicFramePr>
          <p:nvPr/>
        </p:nvGraphicFramePr>
        <p:xfrm>
          <a:off x="2385060" y="1116013"/>
          <a:ext cx="2324100" cy="442912"/>
        </p:xfrm>
        <a:graphic>
          <a:graphicData uri="http://schemas.openxmlformats.org/presentationml/2006/ole">
            <mc:AlternateContent xmlns:mc="http://schemas.openxmlformats.org/markup-compatibility/2006">
              <mc:Choice xmlns:v="urn:schemas-microsoft-com:vml" Requires="v">
                <p:oleObj spid="_x0000_s28673" name="Equation" r:id="rId1" imgW="54559200" imgH="9448800" progId="Equation.DSMT4">
                  <p:embed/>
                </p:oleObj>
              </mc:Choice>
              <mc:Fallback>
                <p:oleObj name="Equation" r:id="rId1" imgW="54559200" imgH="9448800" progId="Equation.DSMT4">
                  <p:embed/>
                  <p:pic>
                    <p:nvPicPr>
                      <p:cNvPr id="0" name="图片 28672"/>
                      <p:cNvPicPr>
                        <a:picLocks noChangeAspect="1"/>
                      </p:cNvPicPr>
                      <p:nvPr/>
                    </p:nvPicPr>
                    <p:blipFill>
                      <a:blip r:embed="rId2"/>
                      <a:stretch>
                        <a:fillRect/>
                      </a:stretch>
                    </p:blipFill>
                    <p:spPr>
                      <a:xfrm>
                        <a:off x="2385060" y="1116013"/>
                        <a:ext cx="2324100" cy="442912"/>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4715510" y="1063943"/>
            <a:ext cx="1066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且</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5298440" y="1114425"/>
          <a:ext cx="1409700" cy="420688"/>
        </p:xfrm>
        <a:graphic>
          <a:graphicData uri="http://schemas.openxmlformats.org/presentationml/2006/ole">
            <mc:AlternateContent xmlns:mc="http://schemas.openxmlformats.org/markup-compatibility/2006">
              <mc:Choice xmlns:v="urn:schemas-microsoft-com:vml" Requires="v">
                <p:oleObj spid="_x0000_s29379" name="Equation" r:id="rId3" imgW="32613600" imgH="8839200" progId="Equation.DSMT4">
                  <p:embed/>
                </p:oleObj>
              </mc:Choice>
              <mc:Fallback>
                <p:oleObj name="Equation" r:id="rId3" imgW="32613600" imgH="8839200" progId="Equation.DSMT4">
                  <p:embed/>
                  <p:pic>
                    <p:nvPicPr>
                      <p:cNvPr id="0" name="图片 29378"/>
                      <p:cNvPicPr>
                        <a:picLocks noChangeAspect="1"/>
                      </p:cNvPicPr>
                      <p:nvPr/>
                    </p:nvPicPr>
                    <p:blipFill>
                      <a:blip r:embed="rId4"/>
                      <a:stretch>
                        <a:fillRect/>
                      </a:stretch>
                    </p:blipFill>
                    <p:spPr>
                      <a:xfrm>
                        <a:off x="5298440" y="1114425"/>
                        <a:ext cx="1409700" cy="420688"/>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3366135" y="1624013"/>
          <a:ext cx="2354263" cy="442912"/>
        </p:xfrm>
        <a:graphic>
          <a:graphicData uri="http://schemas.openxmlformats.org/presentationml/2006/ole">
            <mc:AlternateContent xmlns:mc="http://schemas.openxmlformats.org/markup-compatibility/2006">
              <mc:Choice xmlns:v="urn:schemas-microsoft-com:vml" Requires="v">
                <p:oleObj spid="_x0000_s29380" name="Equation" r:id="rId5" imgW="55473600" imgH="9448800" progId="Equation.DSMT4">
                  <p:embed/>
                </p:oleObj>
              </mc:Choice>
              <mc:Fallback>
                <p:oleObj name="Equation" r:id="rId5" imgW="55473600" imgH="9448800" progId="Equation.DSMT4">
                  <p:embed/>
                  <p:pic>
                    <p:nvPicPr>
                      <p:cNvPr id="0" name="图片 29379"/>
                      <p:cNvPicPr>
                        <a:picLocks noChangeAspect="1"/>
                      </p:cNvPicPr>
                      <p:nvPr/>
                    </p:nvPicPr>
                    <p:blipFill>
                      <a:blip r:embed="rId6">
                        <a:biLevel thresh="50000"/>
                        <a:grayscl/>
                      </a:blip>
                      <a:stretch>
                        <a:fillRect/>
                      </a:stretch>
                    </p:blipFill>
                    <p:spPr>
                      <a:xfrm>
                        <a:off x="3366135" y="1624013"/>
                        <a:ext cx="2354263" cy="442912"/>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1667510" y="2089150"/>
            <a:ext cx="1219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则称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8" name="Object 8"/>
          <p:cNvGraphicFramePr>
            <a:graphicFrameLocks noChangeAspect="1"/>
          </p:cNvGraphicFramePr>
          <p:nvPr/>
        </p:nvGraphicFramePr>
        <p:xfrm>
          <a:off x="2512060" y="2214783"/>
          <a:ext cx="723600" cy="393480"/>
        </p:xfrm>
        <a:graphic>
          <a:graphicData uri="http://schemas.openxmlformats.org/presentationml/2006/ole">
            <mc:AlternateContent xmlns:mc="http://schemas.openxmlformats.org/markup-compatibility/2006">
              <mc:Choice xmlns:v="urn:schemas-microsoft-com:vml" Requires="v">
                <p:oleObj spid="_x0000_s29381" name="Equation" r:id="rId7" imgW="17373600" imgH="9448800" progId="Equation.DSMT4">
                  <p:embed/>
                </p:oleObj>
              </mc:Choice>
              <mc:Fallback>
                <p:oleObj name="Equation" r:id="rId7" imgW="17373600" imgH="9448800" progId="Equation.DSMT4">
                  <p:embed/>
                  <p:pic>
                    <p:nvPicPr>
                      <p:cNvPr id="0" name="图片 29380"/>
                      <p:cNvPicPr>
                        <a:picLocks noChangeAspect="1"/>
                      </p:cNvPicPr>
                      <p:nvPr/>
                    </p:nvPicPr>
                    <p:blipFill>
                      <a:blip r:embed="rId8"/>
                      <a:stretch>
                        <a:fillRect/>
                      </a:stretch>
                    </p:blipFill>
                    <p:spPr>
                      <a:xfrm>
                        <a:off x="2512060" y="2214783"/>
                        <a:ext cx="723600" cy="393480"/>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3123248" y="2089150"/>
            <a:ext cx="24384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为</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周期函数</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grpSp>
        <p:nvGrpSpPr>
          <p:cNvPr id="10" name="Group 10"/>
          <p:cNvGrpSpPr/>
          <p:nvPr/>
        </p:nvGrpSpPr>
        <p:grpSpPr bwMode="auto">
          <a:xfrm>
            <a:off x="6707824" y="2876551"/>
            <a:ext cx="3619501" cy="1354138"/>
            <a:chOff x="3271" y="1652"/>
            <a:chExt cx="2280" cy="853"/>
          </a:xfrm>
        </p:grpSpPr>
        <p:grpSp>
          <p:nvGrpSpPr>
            <p:cNvPr id="11" name="Group 11"/>
            <p:cNvGrpSpPr/>
            <p:nvPr/>
          </p:nvGrpSpPr>
          <p:grpSpPr bwMode="auto">
            <a:xfrm>
              <a:off x="3271" y="1652"/>
              <a:ext cx="2280" cy="853"/>
              <a:chOff x="3271" y="1652"/>
              <a:chExt cx="2280" cy="853"/>
            </a:xfrm>
          </p:grpSpPr>
          <p:graphicFrame>
            <p:nvGraphicFramePr>
              <p:cNvPr id="16" name="Object 12"/>
              <p:cNvGraphicFramePr>
                <a:graphicFrameLocks noChangeAspect="1"/>
              </p:cNvGraphicFramePr>
              <p:nvPr/>
            </p:nvGraphicFramePr>
            <p:xfrm>
              <a:off x="5273" y="2169"/>
              <a:ext cx="278" cy="302"/>
            </p:xfrm>
            <a:graphic>
              <a:graphicData uri="http://schemas.openxmlformats.org/presentationml/2006/ole">
                <mc:AlternateContent xmlns:mc="http://schemas.openxmlformats.org/markup-compatibility/2006">
                  <mc:Choice xmlns:v="urn:schemas-microsoft-com:vml" Requires="v">
                    <p:oleObj spid="_x0000_s29382" name="Equation" r:id="rId9" imgW="2133600" imgH="3657600" progId="Equation.DSMT4">
                      <p:embed/>
                    </p:oleObj>
                  </mc:Choice>
                  <mc:Fallback>
                    <p:oleObj name="Equation" r:id="rId9" imgW="2133600" imgH="3657600" progId="Equation.DSMT4">
                      <p:embed/>
                      <p:pic>
                        <p:nvPicPr>
                          <p:cNvPr id="0" name="图片 29381"/>
                          <p:cNvPicPr>
                            <a:picLocks noChangeAspect="1"/>
                          </p:cNvPicPr>
                          <p:nvPr/>
                        </p:nvPicPr>
                        <p:blipFill>
                          <a:blip r:embed="rId10">
                            <a:biLevel thresh="50000"/>
                            <a:grayscl/>
                          </a:blip>
                          <a:stretch>
                            <a:fillRect/>
                          </a:stretch>
                        </p:blipFill>
                        <p:spPr>
                          <a:xfrm>
                            <a:off x="5273" y="2169"/>
                            <a:ext cx="278" cy="302"/>
                          </a:xfrm>
                          <a:prstGeom prst="rect">
                            <a:avLst/>
                          </a:prstGeom>
                          <a:noFill/>
                          <a:ln w="9525">
                            <a:noFill/>
                          </a:ln>
                        </p:spPr>
                      </p:pic>
                    </p:oleObj>
                  </mc:Fallback>
                </mc:AlternateContent>
              </a:graphicData>
            </a:graphic>
          </p:graphicFrame>
          <p:graphicFrame>
            <p:nvGraphicFramePr>
              <p:cNvPr id="17" name="Object 13"/>
              <p:cNvGraphicFramePr>
                <a:graphicFrameLocks noChangeAspect="1"/>
              </p:cNvGraphicFramePr>
              <p:nvPr/>
            </p:nvGraphicFramePr>
            <p:xfrm>
              <a:off x="4014" y="2165"/>
              <a:ext cx="190" cy="222"/>
            </p:xfrm>
            <a:graphic>
              <a:graphicData uri="http://schemas.openxmlformats.org/presentationml/2006/ole">
                <mc:AlternateContent xmlns:mc="http://schemas.openxmlformats.org/markup-compatibility/2006">
                  <mc:Choice xmlns:v="urn:schemas-microsoft-com:vml" Requires="v">
                    <p:oleObj spid="_x0000_s29383" name="Equation" r:id="rId11" imgW="3048000" imgH="3352800" progId="Equation.DSMT4">
                      <p:embed/>
                    </p:oleObj>
                  </mc:Choice>
                  <mc:Fallback>
                    <p:oleObj name="Equation" r:id="rId11" imgW="3048000" imgH="3352800" progId="Equation.DSMT4">
                      <p:embed/>
                      <p:pic>
                        <p:nvPicPr>
                          <p:cNvPr id="0" name="图片 29382"/>
                          <p:cNvPicPr>
                            <a:picLocks noChangeAspect="1"/>
                          </p:cNvPicPr>
                          <p:nvPr/>
                        </p:nvPicPr>
                        <p:blipFill>
                          <a:blip r:embed="rId12">
                            <a:biLevel thresh="50000"/>
                            <a:grayscl/>
                          </a:blip>
                          <a:stretch>
                            <a:fillRect/>
                          </a:stretch>
                        </p:blipFill>
                        <p:spPr>
                          <a:xfrm>
                            <a:off x="4014" y="2165"/>
                            <a:ext cx="190" cy="222"/>
                          </a:xfrm>
                          <a:prstGeom prst="rect">
                            <a:avLst/>
                          </a:prstGeom>
                          <a:noFill/>
                          <a:ln w="9525">
                            <a:noFill/>
                          </a:ln>
                        </p:spPr>
                      </p:pic>
                    </p:oleObj>
                  </mc:Fallback>
                </mc:AlternateContent>
              </a:graphicData>
            </a:graphic>
          </p:graphicFrame>
          <p:graphicFrame>
            <p:nvGraphicFramePr>
              <p:cNvPr id="18" name="Object 14"/>
              <p:cNvGraphicFramePr>
                <a:graphicFrameLocks noChangeAspect="1"/>
              </p:cNvGraphicFramePr>
              <p:nvPr/>
            </p:nvGraphicFramePr>
            <p:xfrm>
              <a:off x="3833" y="1652"/>
              <a:ext cx="342" cy="328"/>
            </p:xfrm>
            <a:graphic>
              <a:graphicData uri="http://schemas.openxmlformats.org/presentationml/2006/ole">
                <mc:AlternateContent xmlns:mc="http://schemas.openxmlformats.org/markup-compatibility/2006">
                  <mc:Choice xmlns:v="urn:schemas-microsoft-com:vml" Requires="v">
                    <p:oleObj spid="_x0000_s29384" name="Equation" r:id="rId13" imgW="7315200" imgH="4876800" progId="Equation.DSMT4">
                      <p:embed/>
                    </p:oleObj>
                  </mc:Choice>
                  <mc:Fallback>
                    <p:oleObj name="Equation" r:id="rId13" imgW="7315200" imgH="4876800" progId="Equation.DSMT4">
                      <p:embed/>
                      <p:pic>
                        <p:nvPicPr>
                          <p:cNvPr id="0" name="图片 29383"/>
                          <p:cNvPicPr>
                            <a:picLocks noChangeAspect="1"/>
                          </p:cNvPicPr>
                          <p:nvPr/>
                        </p:nvPicPr>
                        <p:blipFill>
                          <a:blip r:embed="rId14">
                            <a:biLevel thresh="50000"/>
                            <a:grayscl/>
                          </a:blip>
                          <a:stretch>
                            <a:fillRect/>
                          </a:stretch>
                        </p:blipFill>
                        <p:spPr>
                          <a:xfrm>
                            <a:off x="3833" y="1652"/>
                            <a:ext cx="342" cy="328"/>
                          </a:xfrm>
                          <a:prstGeom prst="rect">
                            <a:avLst/>
                          </a:prstGeom>
                          <a:noFill/>
                          <a:ln w="9525">
                            <a:noFill/>
                          </a:ln>
                        </p:spPr>
                      </p:pic>
                    </p:oleObj>
                  </mc:Fallback>
                </mc:AlternateContent>
              </a:graphicData>
            </a:graphic>
          </p:graphicFrame>
          <p:grpSp>
            <p:nvGrpSpPr>
              <p:cNvPr id="19" name="Group 15"/>
              <p:cNvGrpSpPr/>
              <p:nvPr/>
            </p:nvGrpSpPr>
            <p:grpSpPr bwMode="auto">
              <a:xfrm>
                <a:off x="3351" y="1728"/>
                <a:ext cx="2121" cy="691"/>
                <a:chOff x="3206" y="384"/>
                <a:chExt cx="2650" cy="691"/>
              </a:xfrm>
            </p:grpSpPr>
            <p:sp>
              <p:nvSpPr>
                <p:cNvPr id="24" name="Line 16"/>
                <p:cNvSpPr>
                  <a:spLocks noChangeShapeType="1"/>
                </p:cNvSpPr>
                <p:nvPr/>
              </p:nvSpPr>
              <p:spPr bwMode="auto">
                <a:xfrm flipV="1">
                  <a:off x="4282" y="384"/>
                  <a:ext cx="0" cy="69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5" name="Freeform 17"/>
                <p:cNvSpPr/>
                <p:nvPr/>
              </p:nvSpPr>
              <p:spPr bwMode="auto">
                <a:xfrm>
                  <a:off x="4282" y="557"/>
                  <a:ext cx="461" cy="288"/>
                </a:xfrm>
                <a:custGeom>
                  <a:avLst/>
                  <a:gdLst>
                    <a:gd name="T0" fmla="*/ 0 w 384"/>
                    <a:gd name="T1" fmla="*/ 598 h 240"/>
                    <a:gd name="T2" fmla="*/ 480 w 384"/>
                    <a:gd name="T3" fmla="*/ 0 h 240"/>
                    <a:gd name="T4" fmla="*/ 957 w 384"/>
                    <a:gd name="T5" fmla="*/ 598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6" name="Freeform 18"/>
                <p:cNvSpPr/>
                <p:nvPr/>
              </p:nvSpPr>
              <p:spPr bwMode="auto">
                <a:xfrm>
                  <a:off x="3360" y="557"/>
                  <a:ext cx="461" cy="288"/>
                </a:xfrm>
                <a:custGeom>
                  <a:avLst/>
                  <a:gdLst>
                    <a:gd name="T0" fmla="*/ 0 w 384"/>
                    <a:gd name="T1" fmla="*/ 598 h 240"/>
                    <a:gd name="T2" fmla="*/ 480 w 384"/>
                    <a:gd name="T3" fmla="*/ 0 h 240"/>
                    <a:gd name="T4" fmla="*/ 957 w 384"/>
                    <a:gd name="T5" fmla="*/ 598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7" name="Freeform 19"/>
                <p:cNvSpPr/>
                <p:nvPr/>
              </p:nvSpPr>
              <p:spPr bwMode="auto">
                <a:xfrm>
                  <a:off x="5204" y="557"/>
                  <a:ext cx="460" cy="288"/>
                </a:xfrm>
                <a:custGeom>
                  <a:avLst/>
                  <a:gdLst>
                    <a:gd name="T0" fmla="*/ 0 w 384"/>
                    <a:gd name="T1" fmla="*/ 598 h 240"/>
                    <a:gd name="T2" fmla="*/ 476 w 384"/>
                    <a:gd name="T3" fmla="*/ 0 h 240"/>
                    <a:gd name="T4" fmla="*/ 948 w 384"/>
                    <a:gd name="T5" fmla="*/ 598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28" name="Line 20"/>
                <p:cNvSpPr>
                  <a:spLocks noChangeShapeType="1"/>
                </p:cNvSpPr>
                <p:nvPr/>
              </p:nvSpPr>
              <p:spPr bwMode="auto">
                <a:xfrm>
                  <a:off x="3206" y="845"/>
                  <a:ext cx="26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aphicFrame>
            <p:nvGraphicFramePr>
              <p:cNvPr id="20" name="Object 21"/>
              <p:cNvGraphicFramePr>
                <a:graphicFrameLocks noChangeAspect="1"/>
              </p:cNvGraphicFramePr>
              <p:nvPr/>
            </p:nvGraphicFramePr>
            <p:xfrm>
              <a:off x="4923" y="2184"/>
              <a:ext cx="208" cy="272"/>
            </p:xfrm>
            <a:graphic>
              <a:graphicData uri="http://schemas.openxmlformats.org/presentationml/2006/ole">
                <mc:AlternateContent xmlns:mc="http://schemas.openxmlformats.org/markup-compatibility/2006">
                  <mc:Choice xmlns:v="urn:schemas-microsoft-com:vml" Requires="v">
                    <p:oleObj spid="_x0000_s29385" name="Equation" r:id="rId15" imgW="7924800" imgH="10363200" progId="Equation.DSMT4">
                      <p:embed/>
                    </p:oleObj>
                  </mc:Choice>
                  <mc:Fallback>
                    <p:oleObj name="Equation" r:id="rId15" imgW="7924800" imgH="10363200" progId="Equation.DSMT4">
                      <p:embed/>
                      <p:pic>
                        <p:nvPicPr>
                          <p:cNvPr id="0" name="图片 29384"/>
                          <p:cNvPicPr>
                            <a:picLocks noChangeAspect="1"/>
                          </p:cNvPicPr>
                          <p:nvPr/>
                        </p:nvPicPr>
                        <p:blipFill>
                          <a:blip r:embed="rId16">
                            <a:biLevel thresh="50000"/>
                            <a:grayscl/>
                          </a:blip>
                          <a:stretch>
                            <a:fillRect/>
                          </a:stretch>
                        </p:blipFill>
                        <p:spPr>
                          <a:xfrm>
                            <a:off x="4923" y="2184"/>
                            <a:ext cx="208" cy="272"/>
                          </a:xfrm>
                          <a:prstGeom prst="rect">
                            <a:avLst/>
                          </a:prstGeom>
                          <a:noFill/>
                          <a:ln w="9525">
                            <a:noFill/>
                          </a:ln>
                        </p:spPr>
                      </p:pic>
                    </p:oleObj>
                  </mc:Fallback>
                </mc:AlternateContent>
              </a:graphicData>
            </a:graphic>
          </p:graphicFrame>
          <p:graphicFrame>
            <p:nvGraphicFramePr>
              <p:cNvPr id="21" name="Object 22"/>
              <p:cNvGraphicFramePr>
                <a:graphicFrameLocks noChangeAspect="1"/>
              </p:cNvGraphicFramePr>
              <p:nvPr/>
            </p:nvGraphicFramePr>
            <p:xfrm>
              <a:off x="4496" y="2194"/>
              <a:ext cx="152" cy="272"/>
            </p:xfrm>
            <a:graphic>
              <a:graphicData uri="http://schemas.openxmlformats.org/presentationml/2006/ole">
                <mc:AlternateContent xmlns:mc="http://schemas.openxmlformats.org/markup-compatibility/2006">
                  <mc:Choice xmlns:v="urn:schemas-microsoft-com:vml" Requires="v">
                    <p:oleObj spid="_x0000_s29386" name="Equation" r:id="rId17" imgW="5791200" imgH="10363200" progId="Equation.DSMT4">
                      <p:embed/>
                    </p:oleObj>
                  </mc:Choice>
                  <mc:Fallback>
                    <p:oleObj name="Equation" r:id="rId17" imgW="5791200" imgH="10363200" progId="Equation.DSMT4">
                      <p:embed/>
                      <p:pic>
                        <p:nvPicPr>
                          <p:cNvPr id="0" name="图片 29385"/>
                          <p:cNvPicPr>
                            <a:picLocks noChangeAspect="1"/>
                          </p:cNvPicPr>
                          <p:nvPr/>
                        </p:nvPicPr>
                        <p:blipFill>
                          <a:blip r:embed="rId18">
                            <a:biLevel thresh="50000"/>
                            <a:grayscl/>
                          </a:blip>
                          <a:stretch>
                            <a:fillRect/>
                          </a:stretch>
                        </p:blipFill>
                        <p:spPr>
                          <a:xfrm>
                            <a:off x="4496" y="2194"/>
                            <a:ext cx="152" cy="272"/>
                          </a:xfrm>
                          <a:prstGeom prst="rect">
                            <a:avLst/>
                          </a:prstGeom>
                          <a:noFill/>
                          <a:ln w="9525">
                            <a:noFill/>
                          </a:ln>
                        </p:spPr>
                      </p:pic>
                    </p:oleObj>
                  </mc:Fallback>
                </mc:AlternateContent>
              </a:graphicData>
            </a:graphic>
          </p:graphicFrame>
          <p:graphicFrame>
            <p:nvGraphicFramePr>
              <p:cNvPr id="22" name="Object 23"/>
              <p:cNvGraphicFramePr>
                <a:graphicFrameLocks noChangeAspect="1"/>
              </p:cNvGraphicFramePr>
              <p:nvPr/>
            </p:nvGraphicFramePr>
            <p:xfrm>
              <a:off x="3271" y="2233"/>
              <a:ext cx="368" cy="272"/>
            </p:xfrm>
            <a:graphic>
              <a:graphicData uri="http://schemas.openxmlformats.org/presentationml/2006/ole">
                <mc:AlternateContent xmlns:mc="http://schemas.openxmlformats.org/markup-compatibility/2006">
                  <mc:Choice xmlns:v="urn:schemas-microsoft-com:vml" Requires="v">
                    <p:oleObj spid="_x0000_s29387" name="Equation" r:id="rId19" imgW="14020800" imgH="10363200" progId="Equation.DSMT4">
                      <p:embed/>
                    </p:oleObj>
                  </mc:Choice>
                  <mc:Fallback>
                    <p:oleObj name="Equation" r:id="rId19" imgW="14020800" imgH="10363200" progId="Equation.DSMT4">
                      <p:embed/>
                      <p:pic>
                        <p:nvPicPr>
                          <p:cNvPr id="0" name="图片 29386"/>
                          <p:cNvPicPr>
                            <a:picLocks noChangeAspect="1"/>
                          </p:cNvPicPr>
                          <p:nvPr/>
                        </p:nvPicPr>
                        <p:blipFill>
                          <a:blip r:embed="rId20">
                            <a:biLevel thresh="50000"/>
                            <a:grayscl/>
                          </a:blip>
                          <a:stretch>
                            <a:fillRect/>
                          </a:stretch>
                        </p:blipFill>
                        <p:spPr>
                          <a:xfrm>
                            <a:off x="3271" y="2233"/>
                            <a:ext cx="368" cy="272"/>
                          </a:xfrm>
                          <a:prstGeom prst="rect">
                            <a:avLst/>
                          </a:prstGeom>
                          <a:noFill/>
                          <a:ln w="9525">
                            <a:noFill/>
                          </a:ln>
                        </p:spPr>
                      </p:pic>
                    </p:oleObj>
                  </mc:Fallback>
                </mc:AlternateContent>
              </a:graphicData>
            </a:graphic>
          </p:graphicFrame>
          <p:graphicFrame>
            <p:nvGraphicFramePr>
              <p:cNvPr id="23" name="Object 24"/>
              <p:cNvGraphicFramePr>
                <a:graphicFrameLocks noChangeAspect="1"/>
              </p:cNvGraphicFramePr>
              <p:nvPr/>
            </p:nvGraphicFramePr>
            <p:xfrm>
              <a:off x="3668" y="2220"/>
              <a:ext cx="304" cy="272"/>
            </p:xfrm>
            <a:graphic>
              <a:graphicData uri="http://schemas.openxmlformats.org/presentationml/2006/ole">
                <mc:AlternateContent xmlns:mc="http://schemas.openxmlformats.org/markup-compatibility/2006">
                  <mc:Choice xmlns:v="urn:schemas-microsoft-com:vml" Requires="v">
                    <p:oleObj spid="_x0000_s29388" name="Equation" r:id="rId21" imgW="11582400" imgH="10363200" progId="Equation.DSMT4">
                      <p:embed/>
                    </p:oleObj>
                  </mc:Choice>
                  <mc:Fallback>
                    <p:oleObj name="Equation" r:id="rId21" imgW="11582400" imgH="10363200" progId="Equation.DSMT4">
                      <p:embed/>
                      <p:pic>
                        <p:nvPicPr>
                          <p:cNvPr id="0" name="图片 29387"/>
                          <p:cNvPicPr>
                            <a:picLocks noChangeAspect="1"/>
                          </p:cNvPicPr>
                          <p:nvPr/>
                        </p:nvPicPr>
                        <p:blipFill>
                          <a:blip r:embed="rId22">
                            <a:biLevel thresh="50000"/>
                            <a:grayscl/>
                          </a:blip>
                          <a:stretch>
                            <a:fillRect/>
                          </a:stretch>
                        </p:blipFill>
                        <p:spPr>
                          <a:xfrm>
                            <a:off x="3668" y="2220"/>
                            <a:ext cx="304" cy="272"/>
                          </a:xfrm>
                          <a:prstGeom prst="rect">
                            <a:avLst/>
                          </a:prstGeom>
                          <a:noFill/>
                          <a:ln w="9525">
                            <a:noFill/>
                          </a:ln>
                        </p:spPr>
                      </p:pic>
                    </p:oleObj>
                  </mc:Fallback>
                </mc:AlternateContent>
              </a:graphicData>
            </a:graphic>
          </p:graphicFrame>
        </p:grpSp>
        <p:sp>
          <p:nvSpPr>
            <p:cNvPr id="12" name="Line 25"/>
            <p:cNvSpPr>
              <a:spLocks noChangeShapeType="1"/>
            </p:cNvSpPr>
            <p:nvPr/>
          </p:nvSpPr>
          <p:spPr bwMode="auto">
            <a:xfrm>
              <a:off x="4584" y="2194"/>
              <a:ext cx="384" cy="0"/>
            </a:xfrm>
            <a:prstGeom prst="line">
              <a:avLst/>
            </a:prstGeom>
            <a:noFill/>
            <a:ln w="28575">
              <a:solidFill>
                <a:srgbClr val="FF99FF"/>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3" name="Line 26"/>
            <p:cNvSpPr>
              <a:spLocks noChangeShapeType="1"/>
            </p:cNvSpPr>
            <p:nvPr/>
          </p:nvSpPr>
          <p:spPr bwMode="auto">
            <a:xfrm>
              <a:off x="3321" y="2194"/>
              <a:ext cx="154" cy="0"/>
            </a:xfrm>
            <a:prstGeom prst="line">
              <a:avLst/>
            </a:prstGeom>
            <a:noFill/>
            <a:ln w="28575">
              <a:solidFill>
                <a:srgbClr val="FF99FF"/>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4" name="Line 27"/>
            <p:cNvSpPr>
              <a:spLocks noChangeShapeType="1"/>
            </p:cNvSpPr>
            <p:nvPr/>
          </p:nvSpPr>
          <p:spPr bwMode="auto">
            <a:xfrm>
              <a:off x="5318" y="2194"/>
              <a:ext cx="73" cy="0"/>
            </a:xfrm>
            <a:prstGeom prst="line">
              <a:avLst/>
            </a:prstGeom>
            <a:noFill/>
            <a:ln w="28575">
              <a:solidFill>
                <a:srgbClr val="FF99FF"/>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5" name="Line 28"/>
            <p:cNvSpPr>
              <a:spLocks noChangeShapeType="1"/>
            </p:cNvSpPr>
            <p:nvPr/>
          </p:nvSpPr>
          <p:spPr bwMode="auto">
            <a:xfrm>
              <a:off x="3820" y="2194"/>
              <a:ext cx="384" cy="0"/>
            </a:xfrm>
            <a:prstGeom prst="line">
              <a:avLst/>
            </a:prstGeom>
            <a:noFill/>
            <a:ln w="28575">
              <a:solidFill>
                <a:srgbClr val="FF99FF"/>
              </a:solidFill>
              <a:roun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29" name="Group 29"/>
          <p:cNvGrpSpPr/>
          <p:nvPr/>
        </p:nvGrpSpPr>
        <p:grpSpPr bwMode="auto">
          <a:xfrm>
            <a:off x="2054860" y="2830513"/>
            <a:ext cx="4038600" cy="1249364"/>
            <a:chOff x="3168" y="293"/>
            <a:chExt cx="2544" cy="787"/>
          </a:xfrm>
        </p:grpSpPr>
        <p:grpSp>
          <p:nvGrpSpPr>
            <p:cNvPr id="30" name="Group 30"/>
            <p:cNvGrpSpPr/>
            <p:nvPr/>
          </p:nvGrpSpPr>
          <p:grpSpPr bwMode="auto">
            <a:xfrm>
              <a:off x="3264" y="293"/>
              <a:ext cx="2448" cy="787"/>
              <a:chOff x="2688" y="371"/>
              <a:chExt cx="2448" cy="787"/>
            </a:xfrm>
          </p:grpSpPr>
          <p:sp>
            <p:nvSpPr>
              <p:cNvPr id="32" name="Line 31"/>
              <p:cNvSpPr>
                <a:spLocks noChangeShapeType="1"/>
              </p:cNvSpPr>
              <p:nvPr/>
            </p:nvSpPr>
            <p:spPr bwMode="auto">
              <a:xfrm flipV="1">
                <a:off x="3840" y="528"/>
                <a:ext cx="0" cy="57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3" name="Freeform 32"/>
              <p:cNvSpPr/>
              <p:nvPr/>
            </p:nvSpPr>
            <p:spPr bwMode="auto">
              <a:xfrm>
                <a:off x="3840" y="672"/>
                <a:ext cx="384" cy="240"/>
              </a:xfrm>
              <a:custGeom>
                <a:avLst/>
                <a:gdLst>
                  <a:gd name="T0" fmla="*/ 0 w 384"/>
                  <a:gd name="T1" fmla="*/ 240 h 240"/>
                  <a:gd name="T2" fmla="*/ 192 w 384"/>
                  <a:gd name="T3" fmla="*/ 0 h 240"/>
                  <a:gd name="T4" fmla="*/ 384 w 384"/>
                  <a:gd name="T5" fmla="*/ 240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4" name="Freeform 33"/>
              <p:cNvSpPr/>
              <p:nvPr/>
            </p:nvSpPr>
            <p:spPr bwMode="auto">
              <a:xfrm>
                <a:off x="3456" y="672"/>
                <a:ext cx="384" cy="240"/>
              </a:xfrm>
              <a:custGeom>
                <a:avLst/>
                <a:gdLst>
                  <a:gd name="T0" fmla="*/ 0 w 384"/>
                  <a:gd name="T1" fmla="*/ 240 h 240"/>
                  <a:gd name="T2" fmla="*/ 192 w 384"/>
                  <a:gd name="T3" fmla="*/ 0 h 240"/>
                  <a:gd name="T4" fmla="*/ 384 w 384"/>
                  <a:gd name="T5" fmla="*/ 240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5" name="Freeform 34"/>
              <p:cNvSpPr/>
              <p:nvPr/>
            </p:nvSpPr>
            <p:spPr bwMode="auto">
              <a:xfrm>
                <a:off x="4224" y="672"/>
                <a:ext cx="384" cy="240"/>
              </a:xfrm>
              <a:custGeom>
                <a:avLst/>
                <a:gdLst>
                  <a:gd name="T0" fmla="*/ 0 w 384"/>
                  <a:gd name="T1" fmla="*/ 240 h 240"/>
                  <a:gd name="T2" fmla="*/ 192 w 384"/>
                  <a:gd name="T3" fmla="*/ 0 h 240"/>
                  <a:gd name="T4" fmla="*/ 384 w 384"/>
                  <a:gd name="T5" fmla="*/ 240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6" name="Freeform 35"/>
              <p:cNvSpPr/>
              <p:nvPr/>
            </p:nvSpPr>
            <p:spPr bwMode="auto">
              <a:xfrm>
                <a:off x="3072" y="672"/>
                <a:ext cx="384" cy="240"/>
              </a:xfrm>
              <a:custGeom>
                <a:avLst/>
                <a:gdLst>
                  <a:gd name="T0" fmla="*/ 0 w 384"/>
                  <a:gd name="T1" fmla="*/ 240 h 240"/>
                  <a:gd name="T2" fmla="*/ 192 w 384"/>
                  <a:gd name="T3" fmla="*/ 0 h 240"/>
                  <a:gd name="T4" fmla="*/ 384 w 384"/>
                  <a:gd name="T5" fmla="*/ 240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7" name="Freeform 36"/>
              <p:cNvSpPr/>
              <p:nvPr/>
            </p:nvSpPr>
            <p:spPr bwMode="auto">
              <a:xfrm>
                <a:off x="4608" y="672"/>
                <a:ext cx="384" cy="240"/>
              </a:xfrm>
              <a:custGeom>
                <a:avLst/>
                <a:gdLst>
                  <a:gd name="T0" fmla="*/ 0 w 384"/>
                  <a:gd name="T1" fmla="*/ 240 h 240"/>
                  <a:gd name="T2" fmla="*/ 192 w 384"/>
                  <a:gd name="T3" fmla="*/ 0 h 240"/>
                  <a:gd name="T4" fmla="*/ 384 w 384"/>
                  <a:gd name="T5" fmla="*/ 240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38" name="Freeform 37"/>
              <p:cNvSpPr/>
              <p:nvPr/>
            </p:nvSpPr>
            <p:spPr bwMode="auto">
              <a:xfrm>
                <a:off x="2688" y="672"/>
                <a:ext cx="384" cy="240"/>
              </a:xfrm>
              <a:custGeom>
                <a:avLst/>
                <a:gdLst>
                  <a:gd name="T0" fmla="*/ 0 w 384"/>
                  <a:gd name="T1" fmla="*/ 240 h 240"/>
                  <a:gd name="T2" fmla="*/ 192 w 384"/>
                  <a:gd name="T3" fmla="*/ 0 h 240"/>
                  <a:gd name="T4" fmla="*/ 384 w 384"/>
                  <a:gd name="T5" fmla="*/ 240 h 240"/>
                  <a:gd name="T6" fmla="*/ 0 60000 65536"/>
                  <a:gd name="T7" fmla="*/ 0 60000 65536"/>
                  <a:gd name="T8" fmla="*/ 0 60000 65536"/>
                </a:gdLst>
                <a:ahLst/>
                <a:cxnLst>
                  <a:cxn ang="T6">
                    <a:pos x="T0" y="T1"/>
                  </a:cxn>
                  <a:cxn ang="T7">
                    <a:pos x="T2" y="T3"/>
                  </a:cxn>
                  <a:cxn ang="T8">
                    <a:pos x="T4" y="T5"/>
                  </a:cxn>
                </a:cxnLst>
                <a:rect l="0" t="0" r="r" b="b"/>
                <a:pathLst>
                  <a:path w="384" h="240">
                    <a:moveTo>
                      <a:pt x="0" y="240"/>
                    </a:moveTo>
                    <a:cubicBezTo>
                      <a:pt x="64" y="120"/>
                      <a:pt x="128" y="0"/>
                      <a:pt x="192" y="0"/>
                    </a:cubicBezTo>
                    <a:cubicBezTo>
                      <a:pt x="256" y="0"/>
                      <a:pt x="352" y="200"/>
                      <a:pt x="384" y="240"/>
                    </a:cubicBezTo>
                  </a:path>
                </a:pathLst>
              </a:custGeom>
              <a:noFill/>
              <a:ln w="28575" cmpd="sng">
                <a:solidFill>
                  <a:srgbClr val="FF99FF"/>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1" name="Object 40"/>
              <p:cNvGraphicFramePr>
                <a:graphicFrameLocks noChangeAspect="1"/>
              </p:cNvGraphicFramePr>
              <p:nvPr/>
            </p:nvGraphicFramePr>
            <p:xfrm>
              <a:off x="4834" y="867"/>
              <a:ext cx="301" cy="291"/>
            </p:xfrm>
            <a:graphic>
              <a:graphicData uri="http://schemas.openxmlformats.org/presentationml/2006/ole">
                <mc:AlternateContent xmlns:mc="http://schemas.openxmlformats.org/markup-compatibility/2006">
                  <mc:Choice xmlns:v="urn:schemas-microsoft-com:vml" Requires="v">
                    <p:oleObj spid="_x0000_s29389" name="Equation" r:id="rId23" imgW="3048000" imgH="3352800" progId="Equation.DSMT4">
                      <p:embed/>
                    </p:oleObj>
                  </mc:Choice>
                  <mc:Fallback>
                    <p:oleObj name="Equation" r:id="rId23" imgW="3048000" imgH="3352800" progId="Equation.DSMT4">
                      <p:embed/>
                      <p:pic>
                        <p:nvPicPr>
                          <p:cNvPr id="0" name="图片 29388"/>
                          <p:cNvPicPr>
                            <a:picLocks noChangeAspect="1"/>
                          </p:cNvPicPr>
                          <p:nvPr/>
                        </p:nvPicPr>
                        <p:blipFill>
                          <a:blip r:embed="rId24"/>
                          <a:stretch>
                            <a:fillRect/>
                          </a:stretch>
                        </p:blipFill>
                        <p:spPr>
                          <a:xfrm>
                            <a:off x="4834" y="867"/>
                            <a:ext cx="301" cy="291"/>
                          </a:xfrm>
                          <a:prstGeom prst="rect">
                            <a:avLst/>
                          </a:prstGeom>
                          <a:noFill/>
                          <a:ln w="9525">
                            <a:noFill/>
                          </a:ln>
                        </p:spPr>
                      </p:pic>
                    </p:oleObj>
                  </mc:Fallback>
                </mc:AlternateContent>
              </a:graphicData>
            </a:graphic>
          </p:graphicFrame>
          <p:graphicFrame>
            <p:nvGraphicFramePr>
              <p:cNvPr id="43" name="Object 42"/>
              <p:cNvGraphicFramePr>
                <a:graphicFrameLocks noChangeAspect="1"/>
              </p:cNvGraphicFramePr>
              <p:nvPr/>
            </p:nvGraphicFramePr>
            <p:xfrm>
              <a:off x="3778" y="901"/>
              <a:ext cx="265" cy="257"/>
            </p:xfrm>
            <a:graphic>
              <a:graphicData uri="http://schemas.openxmlformats.org/presentationml/2006/ole">
                <mc:AlternateContent xmlns:mc="http://schemas.openxmlformats.org/markup-compatibility/2006">
                  <mc:Choice xmlns:v="urn:schemas-microsoft-com:vml" Requires="v">
                    <p:oleObj spid="_x0000_s29390" name="Equation" r:id="rId25" imgW="3048000" imgH="3352800" progId="Equation.DSMT4">
                      <p:embed/>
                    </p:oleObj>
                  </mc:Choice>
                  <mc:Fallback>
                    <p:oleObj name="Equation" r:id="rId25" imgW="3048000" imgH="3352800" progId="Equation.DSMT4">
                      <p:embed/>
                      <p:pic>
                        <p:nvPicPr>
                          <p:cNvPr id="0" name="图片 29389"/>
                          <p:cNvPicPr>
                            <a:picLocks noChangeAspect="1"/>
                          </p:cNvPicPr>
                          <p:nvPr/>
                        </p:nvPicPr>
                        <p:blipFill>
                          <a:blip r:embed="rId26"/>
                          <a:stretch>
                            <a:fillRect/>
                          </a:stretch>
                        </p:blipFill>
                        <p:spPr>
                          <a:xfrm>
                            <a:off x="3778" y="901"/>
                            <a:ext cx="265" cy="257"/>
                          </a:xfrm>
                          <a:prstGeom prst="rect">
                            <a:avLst/>
                          </a:prstGeom>
                          <a:noFill/>
                          <a:ln w="9525">
                            <a:noFill/>
                          </a:ln>
                        </p:spPr>
                      </p:pic>
                    </p:oleObj>
                  </mc:Fallback>
                </mc:AlternateContent>
              </a:graphicData>
            </a:graphic>
          </p:graphicFrame>
          <p:graphicFrame>
            <p:nvGraphicFramePr>
              <p:cNvPr id="44" name="Object 43"/>
              <p:cNvGraphicFramePr>
                <a:graphicFrameLocks noChangeAspect="1"/>
              </p:cNvGraphicFramePr>
              <p:nvPr/>
            </p:nvGraphicFramePr>
            <p:xfrm>
              <a:off x="4124" y="942"/>
              <a:ext cx="144" cy="144"/>
            </p:xfrm>
            <a:graphic>
              <a:graphicData uri="http://schemas.openxmlformats.org/presentationml/2006/ole">
                <mc:AlternateContent xmlns:mc="http://schemas.openxmlformats.org/markup-compatibility/2006">
                  <mc:Choice xmlns:v="urn:schemas-microsoft-com:vml" Requires="v">
                    <p:oleObj spid="_x0000_s29391" name="Equation" r:id="rId27" imgW="5486400" imgH="5486400" progId="Equation.DSMT4">
                      <p:embed/>
                    </p:oleObj>
                  </mc:Choice>
                  <mc:Fallback>
                    <p:oleObj name="Equation" r:id="rId27" imgW="5486400" imgH="5486400" progId="Equation.DSMT4">
                      <p:embed/>
                      <p:pic>
                        <p:nvPicPr>
                          <p:cNvPr id="0" name="图片 29390"/>
                          <p:cNvPicPr>
                            <a:picLocks noChangeAspect="1"/>
                          </p:cNvPicPr>
                          <p:nvPr/>
                        </p:nvPicPr>
                        <p:blipFill>
                          <a:blip r:embed="rId28"/>
                          <a:stretch>
                            <a:fillRect/>
                          </a:stretch>
                        </p:blipFill>
                        <p:spPr>
                          <a:xfrm>
                            <a:off x="4124" y="942"/>
                            <a:ext cx="144" cy="144"/>
                          </a:xfrm>
                          <a:prstGeom prst="rect">
                            <a:avLst/>
                          </a:prstGeom>
                          <a:noFill/>
                          <a:ln w="9525">
                            <a:noFill/>
                          </a:ln>
                        </p:spPr>
                      </p:pic>
                    </p:oleObj>
                  </mc:Fallback>
                </mc:AlternateContent>
              </a:graphicData>
            </a:graphic>
          </p:graphicFrame>
          <p:graphicFrame>
            <p:nvGraphicFramePr>
              <p:cNvPr id="46" name="Object 45"/>
              <p:cNvGraphicFramePr>
                <a:graphicFrameLocks noChangeAspect="1"/>
              </p:cNvGraphicFramePr>
              <p:nvPr/>
            </p:nvGraphicFramePr>
            <p:xfrm>
              <a:off x="3376" y="941"/>
              <a:ext cx="272" cy="144"/>
            </p:xfrm>
            <a:graphic>
              <a:graphicData uri="http://schemas.openxmlformats.org/presentationml/2006/ole">
                <mc:AlternateContent xmlns:mc="http://schemas.openxmlformats.org/markup-compatibility/2006">
                  <mc:Choice xmlns:v="urn:schemas-microsoft-com:vml" Requires="v">
                    <p:oleObj spid="_x0000_s29392" name="Equation" r:id="rId29" imgW="10363200" imgH="5486400" progId="Equation.DSMT4">
                      <p:embed/>
                    </p:oleObj>
                  </mc:Choice>
                  <mc:Fallback>
                    <p:oleObj name="Equation" r:id="rId29" imgW="10363200" imgH="5486400" progId="Equation.DSMT4">
                      <p:embed/>
                      <p:pic>
                        <p:nvPicPr>
                          <p:cNvPr id="0" name="图片 29391"/>
                          <p:cNvPicPr>
                            <a:picLocks noChangeAspect="1"/>
                          </p:cNvPicPr>
                          <p:nvPr/>
                        </p:nvPicPr>
                        <p:blipFill>
                          <a:blip r:embed="rId30"/>
                          <a:stretch>
                            <a:fillRect/>
                          </a:stretch>
                        </p:blipFill>
                        <p:spPr>
                          <a:xfrm>
                            <a:off x="3376" y="941"/>
                            <a:ext cx="272" cy="144"/>
                          </a:xfrm>
                          <a:prstGeom prst="rect">
                            <a:avLst/>
                          </a:prstGeom>
                          <a:noFill/>
                          <a:ln w="9525">
                            <a:noFill/>
                          </a:ln>
                        </p:spPr>
                      </p:pic>
                    </p:oleObj>
                  </mc:Fallback>
                </mc:AlternateContent>
              </a:graphicData>
            </a:graphic>
          </p:graphicFrame>
          <p:graphicFrame>
            <p:nvGraphicFramePr>
              <p:cNvPr id="47" name="Object 46"/>
              <p:cNvGraphicFramePr>
                <a:graphicFrameLocks noChangeAspect="1"/>
              </p:cNvGraphicFramePr>
              <p:nvPr/>
            </p:nvGraphicFramePr>
            <p:xfrm>
              <a:off x="3795" y="371"/>
              <a:ext cx="290" cy="331"/>
            </p:xfrm>
            <a:graphic>
              <a:graphicData uri="http://schemas.openxmlformats.org/presentationml/2006/ole">
                <mc:AlternateContent xmlns:mc="http://schemas.openxmlformats.org/markup-compatibility/2006">
                  <mc:Choice xmlns:v="urn:schemas-microsoft-com:vml" Requires="v">
                    <p:oleObj spid="_x0000_s29393" name="Equation" r:id="rId31" imgW="3352800" imgH="3962400" progId="Equation.DSMT4">
                      <p:embed/>
                    </p:oleObj>
                  </mc:Choice>
                  <mc:Fallback>
                    <p:oleObj name="Equation" r:id="rId31" imgW="3352800" imgH="3962400" progId="Equation.DSMT4">
                      <p:embed/>
                      <p:pic>
                        <p:nvPicPr>
                          <p:cNvPr id="0" name="图片 29392"/>
                          <p:cNvPicPr>
                            <a:picLocks noChangeAspect="1"/>
                          </p:cNvPicPr>
                          <p:nvPr/>
                        </p:nvPicPr>
                        <p:blipFill>
                          <a:blip r:embed="rId32"/>
                          <a:stretch>
                            <a:fillRect/>
                          </a:stretch>
                        </p:blipFill>
                        <p:spPr>
                          <a:xfrm>
                            <a:off x="3795" y="371"/>
                            <a:ext cx="290" cy="331"/>
                          </a:xfrm>
                          <a:prstGeom prst="rect">
                            <a:avLst/>
                          </a:prstGeom>
                          <a:noFill/>
                          <a:ln w="9525">
                            <a:noFill/>
                          </a:ln>
                        </p:spPr>
                      </p:pic>
                    </p:oleObj>
                  </mc:Fallback>
                </mc:AlternateContent>
              </a:graphicData>
            </a:graphic>
          </p:graphicFrame>
          <p:graphicFrame>
            <p:nvGraphicFramePr>
              <p:cNvPr id="48" name="Object 47"/>
              <p:cNvGraphicFramePr>
                <a:graphicFrameLocks noChangeAspect="1"/>
              </p:cNvGraphicFramePr>
              <p:nvPr/>
            </p:nvGraphicFramePr>
            <p:xfrm>
              <a:off x="4472" y="911"/>
              <a:ext cx="264" cy="200"/>
            </p:xfrm>
            <a:graphic>
              <a:graphicData uri="http://schemas.openxmlformats.org/presentationml/2006/ole">
                <mc:AlternateContent xmlns:mc="http://schemas.openxmlformats.org/markup-compatibility/2006">
                  <mc:Choice xmlns:v="urn:schemas-microsoft-com:vml" Requires="v">
                    <p:oleObj spid="_x0000_s29394" name="Equation" r:id="rId33" imgW="10058400" imgH="7620000" progId="Equation.DSMT4">
                      <p:embed/>
                    </p:oleObj>
                  </mc:Choice>
                  <mc:Fallback>
                    <p:oleObj name="Equation" r:id="rId33" imgW="10058400" imgH="7620000" progId="Equation.DSMT4">
                      <p:embed/>
                      <p:pic>
                        <p:nvPicPr>
                          <p:cNvPr id="0" name="图片 29393"/>
                          <p:cNvPicPr>
                            <a:picLocks noChangeAspect="1"/>
                          </p:cNvPicPr>
                          <p:nvPr/>
                        </p:nvPicPr>
                        <p:blipFill>
                          <a:blip r:embed="rId34"/>
                          <a:stretch>
                            <a:fillRect/>
                          </a:stretch>
                        </p:blipFill>
                        <p:spPr>
                          <a:xfrm>
                            <a:off x="4472" y="911"/>
                            <a:ext cx="264" cy="200"/>
                          </a:xfrm>
                          <a:prstGeom prst="rect">
                            <a:avLst/>
                          </a:prstGeom>
                          <a:noFill/>
                          <a:ln w="9525">
                            <a:noFill/>
                          </a:ln>
                        </p:spPr>
                      </p:pic>
                    </p:oleObj>
                  </mc:Fallback>
                </mc:AlternateContent>
              </a:graphicData>
            </a:graphic>
          </p:graphicFrame>
          <p:graphicFrame>
            <p:nvGraphicFramePr>
              <p:cNvPr id="49" name="Object 48"/>
              <p:cNvGraphicFramePr>
                <a:graphicFrameLocks noChangeAspect="1"/>
              </p:cNvGraphicFramePr>
              <p:nvPr/>
            </p:nvGraphicFramePr>
            <p:xfrm>
              <a:off x="2881" y="935"/>
              <a:ext cx="384" cy="200"/>
            </p:xfrm>
            <a:graphic>
              <a:graphicData uri="http://schemas.openxmlformats.org/presentationml/2006/ole">
                <mc:AlternateContent xmlns:mc="http://schemas.openxmlformats.org/markup-compatibility/2006">
                  <mc:Choice xmlns:v="urn:schemas-microsoft-com:vml" Requires="v">
                    <p:oleObj spid="_x0000_s29395" name="Equation" r:id="rId35" imgW="14630400" imgH="7620000" progId="Equation.DSMT4">
                      <p:embed/>
                    </p:oleObj>
                  </mc:Choice>
                  <mc:Fallback>
                    <p:oleObj name="Equation" r:id="rId35" imgW="14630400" imgH="7620000" progId="Equation.DSMT4">
                      <p:embed/>
                      <p:pic>
                        <p:nvPicPr>
                          <p:cNvPr id="0" name="图片 29394"/>
                          <p:cNvPicPr>
                            <a:picLocks noChangeAspect="1"/>
                          </p:cNvPicPr>
                          <p:nvPr/>
                        </p:nvPicPr>
                        <p:blipFill>
                          <a:blip r:embed="rId36"/>
                          <a:stretch>
                            <a:fillRect/>
                          </a:stretch>
                        </p:blipFill>
                        <p:spPr>
                          <a:xfrm>
                            <a:off x="2881" y="935"/>
                            <a:ext cx="384" cy="200"/>
                          </a:xfrm>
                          <a:prstGeom prst="rect">
                            <a:avLst/>
                          </a:prstGeom>
                          <a:noFill/>
                          <a:ln w="9525">
                            <a:noFill/>
                          </a:ln>
                        </p:spPr>
                      </p:pic>
                    </p:oleObj>
                  </mc:Fallback>
                </mc:AlternateContent>
              </a:graphicData>
            </a:graphic>
          </p:graphicFrame>
          <p:sp>
            <p:nvSpPr>
              <p:cNvPr id="50" name="Rectangle 49"/>
              <p:cNvSpPr>
                <a:spLocks noChangeArrowheads="1"/>
              </p:cNvSpPr>
              <p:nvPr/>
            </p:nvSpPr>
            <p:spPr bwMode="auto">
              <a:xfrm>
                <a:off x="4848" y="672"/>
                <a:ext cx="288" cy="24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51" name="Line 50"/>
              <p:cNvSpPr>
                <a:spLocks noChangeShapeType="1"/>
              </p:cNvSpPr>
              <p:nvPr/>
            </p:nvSpPr>
            <p:spPr bwMode="auto">
              <a:xfrm>
                <a:off x="2832" y="912"/>
                <a:ext cx="22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sp>
          <p:nvSpPr>
            <p:cNvPr id="31" name="Rectangle 51"/>
            <p:cNvSpPr>
              <a:spLocks noChangeArrowheads="1"/>
            </p:cNvSpPr>
            <p:nvPr/>
          </p:nvSpPr>
          <p:spPr bwMode="auto">
            <a:xfrm>
              <a:off x="3168" y="57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wrap="none" anchor="ct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sp>
        <p:nvSpPr>
          <p:cNvPr id="52" name="Text Box 52"/>
          <p:cNvSpPr txBox="1">
            <a:spLocks noChangeArrowheads="1"/>
          </p:cNvSpPr>
          <p:nvPr/>
        </p:nvSpPr>
        <p:spPr bwMode="auto">
          <a:xfrm>
            <a:off x="6772910" y="1042988"/>
            <a:ext cx="838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若</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53" name="Text Box 53"/>
          <p:cNvSpPr txBox="1">
            <a:spLocks noChangeArrowheads="1"/>
          </p:cNvSpPr>
          <p:nvPr/>
        </p:nvSpPr>
        <p:spPr bwMode="auto">
          <a:xfrm>
            <a:off x="5180648" y="2089150"/>
            <a:ext cx="22860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称</a:t>
            </a:r>
            <a:r>
              <a:rPr kumimoji="1" lang="zh-CN" altLang="en-US" sz="2800" b="1" i="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charset="-122"/>
                <a:cs typeface="Times New Roman" panose="02020603050405020304" pitchFamily="18" charset="0"/>
              </a:rPr>
              <a:t>l</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为</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周期</a:t>
            </a:r>
            <a:endPar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endParaRPr>
          </a:p>
        </p:txBody>
      </p:sp>
      <p:sp>
        <p:nvSpPr>
          <p:cNvPr id="54" name="Text Box 54"/>
          <p:cNvSpPr txBox="1">
            <a:spLocks noChangeArrowheads="1"/>
          </p:cNvSpPr>
          <p:nvPr/>
        </p:nvSpPr>
        <p:spPr bwMode="auto">
          <a:xfrm>
            <a:off x="6960235" y="2089150"/>
            <a:ext cx="35458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一般指</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最小正周期</a:t>
            </a:r>
            <a:r>
              <a:rPr kumimoji="1"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55" name="Text Box 55"/>
          <p:cNvSpPr txBox="1">
            <a:spLocks noChangeArrowheads="1"/>
          </p:cNvSpPr>
          <p:nvPr/>
        </p:nvSpPr>
        <p:spPr bwMode="auto">
          <a:xfrm>
            <a:off x="3124200" y="4241800"/>
            <a:ext cx="15398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周期为 </a:t>
            </a:r>
            <a:r>
              <a:rPr kumimoji="1" lang="zh-CN" altLang="en-US" sz="2800" b="1">
                <a:latin typeface="Times New Roman" panose="02020603050405020304" pitchFamily="18" charset="0"/>
                <a:ea typeface="黑体" panose="02010609060101010101" charset="-122"/>
                <a:cs typeface="Times New Roman" panose="02020603050405020304" pitchFamily="18" charset="0"/>
                <a:sym typeface="Symbol" panose="05050102010706020507" pitchFamily="18" charset="2"/>
              </a:rPr>
              <a:t></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56" name="Text Box 56"/>
          <p:cNvSpPr txBox="1">
            <a:spLocks noChangeArrowheads="1"/>
          </p:cNvSpPr>
          <p:nvPr/>
        </p:nvSpPr>
        <p:spPr bwMode="auto">
          <a:xfrm>
            <a:off x="7435850" y="4319588"/>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周期为</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58" name="Text Box 58"/>
          <p:cNvSpPr txBox="1">
            <a:spLocks noChangeArrowheads="1"/>
          </p:cNvSpPr>
          <p:nvPr/>
        </p:nvSpPr>
        <p:spPr bwMode="auto">
          <a:xfrm>
            <a:off x="1667510" y="4926965"/>
            <a:ext cx="6096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注</a:t>
            </a:r>
            <a:r>
              <a:rPr kumimoji="1" lang="en-US" altLang="zh-CN"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周期函数不一定存在最小正周期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59" name="Text Box 59"/>
          <p:cNvSpPr txBox="1">
            <a:spLocks noChangeArrowheads="1"/>
          </p:cNvSpPr>
          <p:nvPr/>
        </p:nvSpPr>
        <p:spPr bwMode="auto">
          <a:xfrm>
            <a:off x="1711643" y="5570855"/>
            <a:ext cx="2819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例如</a:t>
            </a:r>
            <a:r>
              <a:rPr kumimoji="1" lang="en-US" altLang="zh-CN" sz="2800" b="1">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charset="-122"/>
                <a:cs typeface="Times New Roman" panose="02020603050405020304" pitchFamily="18" charset="0"/>
              </a:rPr>
              <a:t>常量函数</a:t>
            </a:r>
            <a:endParaRPr kumimoji="1"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0" name="Object 60"/>
          <p:cNvGraphicFramePr>
            <a:graphicFrameLocks noChangeAspect="1"/>
          </p:cNvGraphicFramePr>
          <p:nvPr/>
        </p:nvGraphicFramePr>
        <p:xfrm>
          <a:off x="4355148" y="5610543"/>
          <a:ext cx="1365250" cy="442912"/>
        </p:xfrm>
        <a:graphic>
          <a:graphicData uri="http://schemas.openxmlformats.org/presentationml/2006/ole">
            <mc:AlternateContent xmlns:mc="http://schemas.openxmlformats.org/markup-compatibility/2006">
              <mc:Choice xmlns:v="urn:schemas-microsoft-com:vml" Requires="v">
                <p:oleObj spid="_x0000_s29396" name="Equation" r:id="rId37" imgW="31699200" imgH="9448800" progId="Equation.DSMT4">
                  <p:embed/>
                </p:oleObj>
              </mc:Choice>
              <mc:Fallback>
                <p:oleObj name="Equation" r:id="rId37" imgW="31699200" imgH="9448800" progId="Equation.DSMT4">
                  <p:embed/>
                  <p:pic>
                    <p:nvPicPr>
                      <p:cNvPr id="0" name="图片 29395"/>
                      <p:cNvPicPr>
                        <a:picLocks noChangeAspect="1"/>
                      </p:cNvPicPr>
                      <p:nvPr/>
                    </p:nvPicPr>
                    <p:blipFill>
                      <a:blip r:embed="rId38"/>
                      <a:stretch>
                        <a:fillRect/>
                      </a:stretch>
                    </p:blipFill>
                    <p:spPr>
                      <a:xfrm>
                        <a:off x="4355148" y="5610543"/>
                        <a:ext cx="1365250" cy="442912"/>
                      </a:xfrm>
                      <a:prstGeom prst="rect">
                        <a:avLst/>
                      </a:prstGeom>
                      <a:noFill/>
                      <a:ln w="9525">
                        <a:noFill/>
                      </a:ln>
                    </p:spPr>
                  </p:pic>
                </p:oleObj>
              </mc:Fallback>
            </mc:AlternateContent>
          </a:graphicData>
        </a:graphic>
      </p:graphicFrame>
      <p:graphicFrame>
        <p:nvGraphicFramePr>
          <p:cNvPr id="61" name="Object 21"/>
          <p:cNvGraphicFramePr>
            <a:graphicFrameLocks noChangeAspect="1"/>
          </p:cNvGraphicFramePr>
          <p:nvPr/>
        </p:nvGraphicFramePr>
        <p:xfrm>
          <a:off x="8636001" y="4333220"/>
          <a:ext cx="330200" cy="431800"/>
        </p:xfrm>
        <a:graphic>
          <a:graphicData uri="http://schemas.openxmlformats.org/presentationml/2006/ole">
            <mc:AlternateContent xmlns:mc="http://schemas.openxmlformats.org/markup-compatibility/2006">
              <mc:Choice xmlns:v="urn:schemas-microsoft-com:vml" Requires="v">
                <p:oleObj spid="_x0000_s29397" name="Equation" r:id="rId39" imgW="7924800" imgH="10363200" progId="Equation.DSMT4">
                  <p:embed/>
                </p:oleObj>
              </mc:Choice>
              <mc:Fallback>
                <p:oleObj name="Equation" r:id="rId39" imgW="7924800" imgH="10363200" progId="Equation.DSMT4">
                  <p:embed/>
                  <p:pic>
                    <p:nvPicPr>
                      <p:cNvPr id="0" name="图片 29396"/>
                      <p:cNvPicPr>
                        <a:picLocks noChangeAspect="1"/>
                      </p:cNvPicPr>
                      <p:nvPr/>
                    </p:nvPicPr>
                    <p:blipFill>
                      <a:blip r:embed="rId16">
                        <a:biLevel thresh="50000"/>
                        <a:grayscl/>
                      </a:blip>
                      <a:stretch>
                        <a:fillRect/>
                      </a:stretch>
                    </p:blipFill>
                    <p:spPr>
                      <a:xfrm>
                        <a:off x="8636001" y="4333220"/>
                        <a:ext cx="330200" cy="4318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left)">
                                      <p:cBhvr>
                                        <p:cTn id="21" dur="500"/>
                                        <p:tgtEl>
                                          <p:spTgt spid="52"/>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left)">
                                      <p:cBhvr>
                                        <p:cTn id="43" dur="500"/>
                                        <p:tgtEl>
                                          <p:spTgt spid="5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4">
                                            <p:txEl>
                                              <p:pRg st="4294967295" end="4294967295"/>
                                            </p:txEl>
                                          </p:spTgt>
                                        </p:tgtEl>
                                        <p:attrNameLst>
                                          <p:attrName>style.visibility</p:attrName>
                                        </p:attrNameLst>
                                      </p:cBhvr>
                                      <p:to>
                                        <p:strVal val="visible"/>
                                      </p:to>
                                    </p:set>
                                    <p:animEffect transition="in" filter="wipe(left)">
                                      <p:cBhvr>
                                        <p:cTn id="48" dur="500"/>
                                        <p:tgtEl>
                                          <p:spTgt spid="54">
                                            <p:txEl>
                                              <p:pRg st="4294967295" end="429496729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54">
                                            <p:txEl>
                                              <p:pRg st="4294967295" end="4294967295"/>
                                            </p:txEl>
                                          </p:spTgt>
                                        </p:tgtEl>
                                        <p:attrNameLst>
                                          <p:attrName>style.visibility</p:attrName>
                                        </p:attrNameLst>
                                      </p:cBhvr>
                                      <p:to>
                                        <p:strVal val="visible"/>
                                      </p:to>
                                    </p:set>
                                    <p:animEffect transition="in" filter="wipe(left)">
                                      <p:cBhvr>
                                        <p:cTn id="53" dur="500"/>
                                        <p:tgtEl>
                                          <p:spTgt spid="54">
                                            <p:txEl>
                                              <p:pRg st="4294967295" end="429496729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54">
                                            <p:txEl>
                                              <p:pRg st="0" end="0"/>
                                            </p:txEl>
                                          </p:spTgt>
                                        </p:tgtEl>
                                        <p:attrNameLst>
                                          <p:attrName>style.visibility</p:attrName>
                                        </p:attrNameLst>
                                      </p:cBhvr>
                                      <p:to>
                                        <p:strVal val="visible"/>
                                      </p:to>
                                    </p:set>
                                    <p:animEffect transition="in" filter="wipe(left)">
                                      <p:cBhvr>
                                        <p:cTn id="58" dur="500"/>
                                        <p:tgtEl>
                                          <p:spTgt spid="54">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left)">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5">
                                            <p:txEl>
                                              <p:pRg st="4294967295" end="4294967295"/>
                                            </p:txEl>
                                          </p:spTgt>
                                        </p:tgtEl>
                                        <p:attrNameLst>
                                          <p:attrName>style.visibility</p:attrName>
                                        </p:attrNameLst>
                                      </p:cBhvr>
                                      <p:to>
                                        <p:strVal val="visible"/>
                                      </p:to>
                                    </p:set>
                                    <p:animEffect transition="in" filter="wipe(left)">
                                      <p:cBhvr>
                                        <p:cTn id="68" dur="500"/>
                                        <p:tgtEl>
                                          <p:spTgt spid="55">
                                            <p:txEl>
                                              <p:pRg st="4294967295" end="429496729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55">
                                            <p:txEl>
                                              <p:pRg st="0" end="0"/>
                                            </p:txEl>
                                          </p:spTgt>
                                        </p:tgtEl>
                                        <p:attrNameLst>
                                          <p:attrName>style.visibility</p:attrName>
                                        </p:attrNameLst>
                                      </p:cBhvr>
                                      <p:to>
                                        <p:strVal val="visible"/>
                                      </p:to>
                                    </p:set>
                                    <p:animEffect transition="in" filter="wipe(left)">
                                      <p:cBhvr>
                                        <p:cTn id="73" dur="500"/>
                                        <p:tgtEl>
                                          <p:spTgt spid="55">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wipe(left)">
                                      <p:cBhvr>
                                        <p:cTn id="78" dur="500"/>
                                        <p:tgtEl>
                                          <p:spTgt spid="1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6">
                                            <p:txEl>
                                              <p:pRg st="4294967295" end="4294967295"/>
                                            </p:txEl>
                                          </p:spTgt>
                                        </p:tgtEl>
                                        <p:attrNameLst>
                                          <p:attrName>style.visibility</p:attrName>
                                        </p:attrNameLst>
                                      </p:cBhvr>
                                      <p:to>
                                        <p:strVal val="visible"/>
                                      </p:to>
                                    </p:set>
                                    <p:animEffect transition="in" filter="wipe(left)">
                                      <p:cBhvr>
                                        <p:cTn id="83" dur="500"/>
                                        <p:tgtEl>
                                          <p:spTgt spid="56">
                                            <p:txEl>
                                              <p:pRg st="4294967295" end="4294967295"/>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6">
                                            <p:txEl>
                                              <p:pRg st="0" end="0"/>
                                            </p:txEl>
                                          </p:spTgt>
                                        </p:tgtEl>
                                        <p:attrNameLst>
                                          <p:attrName>style.visibility</p:attrName>
                                        </p:attrNameLst>
                                      </p:cBhvr>
                                      <p:to>
                                        <p:strVal val="visible"/>
                                      </p:to>
                                    </p:set>
                                    <p:animEffect transition="in" filter="wipe(left)">
                                      <p:cBhvr>
                                        <p:cTn id="88" dur="500"/>
                                        <p:tgtEl>
                                          <p:spTgt spid="56">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wipe(left)">
                                      <p:cBhvr>
                                        <p:cTn id="97" dur="500"/>
                                        <p:tgtEl>
                                          <p:spTgt spid="5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9"/>
                                        </p:tgtEl>
                                        <p:attrNameLst>
                                          <p:attrName>style.visibility</p:attrName>
                                        </p:attrNameLst>
                                      </p:cBhvr>
                                      <p:to>
                                        <p:strVal val="visible"/>
                                      </p:to>
                                    </p:set>
                                    <p:animEffect transition="in" filter="wipe(left)">
                                      <p:cBhvr>
                                        <p:cTn id="102" dur="500"/>
                                        <p:tgtEl>
                                          <p:spTgt spid="59"/>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60"/>
                                        </p:tgtEl>
                                        <p:attrNameLst>
                                          <p:attrName>style.visibility</p:attrName>
                                        </p:attrNameLst>
                                      </p:cBhvr>
                                      <p:to>
                                        <p:strVal val="visible"/>
                                      </p:to>
                                    </p:set>
                                    <p:animEffect transition="in" filter="wipe(left)">
                                      <p:cBhvr>
                                        <p:cTn id="10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7" grpId="0" autoUpdateAnimBg="0"/>
      <p:bldP spid="9" grpId="0" autoUpdateAnimBg="0"/>
      <p:bldP spid="52" grpId="0" autoUpdateAnimBg="0"/>
      <p:bldP spid="53" grpId="0" autoUpdateAnimBg="0"/>
      <p:bldP spid="54" grpId="0" autoUpdateAnimBg="0" uiExpand="1" build="p"/>
      <p:bldP spid="55" grpId="0" autoUpdateAnimBg="0" build="p"/>
      <p:bldP spid="56" grpId="0" autoUpdateAnimBg="0" build="p"/>
      <p:bldP spid="58" grpId="0" bldLvl="0" animBg="1" autoUpdateAnimBg="0"/>
      <p:bldP spid="59"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ChangeArrowheads="1"/>
          </p:cNvSpPr>
          <p:nvPr/>
        </p:nvSpPr>
        <p:spPr bwMode="auto">
          <a:xfrm>
            <a:off x="541020" y="438959"/>
            <a:ext cx="87137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smtClean="0">
                <a:solidFill>
                  <a:srgbClr val="FFFF00"/>
                </a:solidFill>
                <a:latin typeface="Times New Roman" panose="02020603050405020304" pitchFamily="18" charset="0"/>
                <a:ea typeface="黑体" panose="02010609060101010101" charset="-122"/>
                <a:cs typeface="Times New Roman" panose="02020603050405020304" pitchFamily="18" charset="0"/>
              </a:rPr>
              <a:t>      </a:t>
            </a:r>
            <a:r>
              <a:rPr lang="zh-CN" altLang="en-US"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b="1" dirty="0">
                <a:solidFill>
                  <a:srgbClr val="7030A0"/>
                </a:solidFill>
                <a:latin typeface="Times New Roman" panose="02020603050405020304" pitchFamily="18" charset="0"/>
                <a:ea typeface="黑体" panose="02010609060101010101" charset="-122"/>
                <a:cs typeface="Times New Roman" panose="02020603050405020304" pitchFamily="18" charset="0"/>
              </a:rPr>
              <a:t>4  </a:t>
            </a:r>
            <a:r>
              <a:rPr lang="en-US"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右</a:t>
            </a:r>
            <a:r>
              <a:rPr lang="zh-CN" altLang="en-US" sz="2800" b="1" dirty="0">
                <a:latin typeface="Times New Roman" panose="02020603050405020304" pitchFamily="18" charset="0"/>
                <a:ea typeface="黑体" panose="02010609060101010101" charset="-122"/>
                <a:cs typeface="Times New Roman" panose="02020603050405020304" pitchFamily="18" charset="0"/>
              </a:rPr>
              <a:t>图更像是下列哪个函数的图形（    ）</a:t>
            </a:r>
            <a:r>
              <a:rPr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3" name="TextBox 3"/>
          <p:cNvSpPr txBox="1">
            <a:spLocks noChangeArrowheads="1"/>
          </p:cNvSpPr>
          <p:nvPr/>
        </p:nvSpPr>
        <p:spPr bwMode="auto">
          <a:xfrm>
            <a:off x="1776095" y="1183179"/>
            <a:ext cx="12255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a:t>
            </a:r>
            <a:r>
              <a:rPr lang="en-US" altLang="zh-CN" sz="2800" b="1" dirty="0">
                <a:latin typeface="Times New Roman" panose="02020603050405020304" pitchFamily="18" charset="0"/>
                <a:ea typeface="黑体" panose="02010609060101010101" charset="-122"/>
                <a:cs typeface="Times New Roman" panose="02020603050405020304" pitchFamily="18" charset="0"/>
              </a:rPr>
              <a:t>A</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 name="对象 5"/>
          <p:cNvGraphicFramePr>
            <a:graphicFrameLocks noChangeAspect="1"/>
          </p:cNvGraphicFramePr>
          <p:nvPr/>
        </p:nvGraphicFramePr>
        <p:xfrm>
          <a:off x="2876550" y="962385"/>
          <a:ext cx="1289050" cy="831850"/>
        </p:xfrm>
        <a:graphic>
          <a:graphicData uri="http://schemas.openxmlformats.org/presentationml/2006/ole">
            <mc:AlternateContent xmlns:mc="http://schemas.openxmlformats.org/markup-compatibility/2006">
              <mc:Choice xmlns:v="urn:schemas-microsoft-com:vml" Requires="v">
                <p:oleObj spid="_x0000_s29697" name="Equation" r:id="rId1" imgW="31089600" imgH="20116800" progId="Equation.DSMT4">
                  <p:embed/>
                </p:oleObj>
              </mc:Choice>
              <mc:Fallback>
                <p:oleObj name="Equation" r:id="rId1" imgW="31089600" imgH="20116800" progId="Equation.DSMT4">
                  <p:embed/>
                  <p:pic>
                    <p:nvPicPr>
                      <p:cNvPr id="0" name="图片 29696"/>
                      <p:cNvPicPr>
                        <a:picLocks noChangeAspect="1"/>
                      </p:cNvPicPr>
                      <p:nvPr/>
                    </p:nvPicPr>
                    <p:blipFill>
                      <a:blip r:embed="rId2"/>
                      <a:stretch>
                        <a:fillRect/>
                      </a:stretch>
                    </p:blipFill>
                    <p:spPr>
                      <a:xfrm>
                        <a:off x="2876550" y="962385"/>
                        <a:ext cx="1289050" cy="831850"/>
                      </a:xfrm>
                      <a:prstGeom prst="rect">
                        <a:avLst/>
                      </a:prstGeom>
                      <a:noFill/>
                      <a:ln w="9525">
                        <a:noFill/>
                      </a:ln>
                    </p:spPr>
                  </p:pic>
                </p:oleObj>
              </mc:Fallback>
            </mc:AlternateContent>
          </a:graphicData>
        </a:graphic>
      </p:graphicFrame>
      <p:graphicFrame>
        <p:nvGraphicFramePr>
          <p:cNvPr id="5" name="对象 7"/>
          <p:cNvGraphicFramePr>
            <a:graphicFrameLocks noChangeAspect="1"/>
          </p:cNvGraphicFramePr>
          <p:nvPr/>
        </p:nvGraphicFramePr>
        <p:xfrm>
          <a:off x="2860358" y="1838128"/>
          <a:ext cx="1320800" cy="831850"/>
        </p:xfrm>
        <a:graphic>
          <a:graphicData uri="http://schemas.openxmlformats.org/presentationml/2006/ole">
            <mc:AlternateContent xmlns:mc="http://schemas.openxmlformats.org/markup-compatibility/2006">
              <mc:Choice xmlns:v="urn:schemas-microsoft-com:vml" Requires="v">
                <p:oleObj spid="_x0000_s29963" name="Equation" r:id="rId3" imgW="31699200" imgH="20116800" progId="Equation.DSMT4">
                  <p:embed/>
                </p:oleObj>
              </mc:Choice>
              <mc:Fallback>
                <p:oleObj name="Equation" r:id="rId3" imgW="31699200" imgH="20116800" progId="Equation.DSMT4">
                  <p:embed/>
                  <p:pic>
                    <p:nvPicPr>
                      <p:cNvPr id="0" name="图片 29962"/>
                      <p:cNvPicPr>
                        <a:picLocks noChangeAspect="1"/>
                      </p:cNvPicPr>
                      <p:nvPr/>
                    </p:nvPicPr>
                    <p:blipFill>
                      <a:blip r:embed="rId4"/>
                      <a:stretch>
                        <a:fillRect/>
                      </a:stretch>
                    </p:blipFill>
                    <p:spPr>
                      <a:xfrm>
                        <a:off x="2860358" y="1838128"/>
                        <a:ext cx="1320800" cy="831850"/>
                      </a:xfrm>
                      <a:prstGeom prst="rect">
                        <a:avLst/>
                      </a:prstGeom>
                      <a:noFill/>
                      <a:ln w="9525">
                        <a:noFill/>
                      </a:ln>
                    </p:spPr>
                  </p:pic>
                </p:oleObj>
              </mc:Fallback>
            </mc:AlternateContent>
          </a:graphicData>
        </a:graphic>
      </p:graphicFrame>
      <p:sp>
        <p:nvSpPr>
          <p:cNvPr id="6" name="TextBox 8"/>
          <p:cNvSpPr txBox="1">
            <a:spLocks noChangeArrowheads="1"/>
          </p:cNvSpPr>
          <p:nvPr/>
        </p:nvSpPr>
        <p:spPr bwMode="auto">
          <a:xfrm>
            <a:off x="1774825" y="2055775"/>
            <a:ext cx="79216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a:t>
            </a:r>
            <a:r>
              <a:rPr lang="en-US" altLang="zh-CN" sz="2800" b="1" dirty="0">
                <a:latin typeface="Times New Roman" panose="02020603050405020304" pitchFamily="18" charset="0"/>
                <a:ea typeface="黑体" panose="02010609060101010101" charset="-122"/>
                <a:cs typeface="Times New Roman" panose="02020603050405020304" pitchFamily="18" charset="0"/>
              </a:rPr>
              <a:t>B</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7" name="TextBox 9"/>
          <p:cNvSpPr txBox="1">
            <a:spLocks noChangeArrowheads="1"/>
          </p:cNvSpPr>
          <p:nvPr/>
        </p:nvSpPr>
        <p:spPr bwMode="auto">
          <a:xfrm>
            <a:off x="1797050" y="2977947"/>
            <a:ext cx="10795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a:t>
            </a:r>
            <a:r>
              <a:rPr lang="en-US" altLang="zh-CN" sz="2800" b="1" dirty="0">
                <a:latin typeface="Times New Roman" panose="02020603050405020304" pitchFamily="18" charset="0"/>
                <a:ea typeface="黑体" panose="02010609060101010101" charset="-122"/>
                <a:cs typeface="Times New Roman" panose="02020603050405020304" pitchFamily="18" charset="0"/>
              </a:rPr>
              <a:t>C</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8" name="对象 12"/>
          <p:cNvGraphicFramePr>
            <a:graphicFrameLocks noChangeAspect="1"/>
          </p:cNvGraphicFramePr>
          <p:nvPr/>
        </p:nvGraphicFramePr>
        <p:xfrm>
          <a:off x="2876550" y="2803275"/>
          <a:ext cx="1346200" cy="838200"/>
        </p:xfrm>
        <a:graphic>
          <a:graphicData uri="http://schemas.openxmlformats.org/presentationml/2006/ole">
            <mc:AlternateContent xmlns:mc="http://schemas.openxmlformats.org/markup-compatibility/2006">
              <mc:Choice xmlns:v="urn:schemas-microsoft-com:vml" Requires="v">
                <p:oleObj spid="_x0000_s29964" name="Equation" r:id="rId5" imgW="32308800" imgH="20116800" progId="Equation.DSMT4">
                  <p:embed/>
                </p:oleObj>
              </mc:Choice>
              <mc:Fallback>
                <p:oleObj name="Equation" r:id="rId5" imgW="32308800" imgH="20116800" progId="Equation.DSMT4">
                  <p:embed/>
                  <p:pic>
                    <p:nvPicPr>
                      <p:cNvPr id="0" name="图片 29963"/>
                      <p:cNvPicPr>
                        <a:picLocks noChangeAspect="1"/>
                      </p:cNvPicPr>
                      <p:nvPr/>
                    </p:nvPicPr>
                    <p:blipFill>
                      <a:blip r:embed="rId6"/>
                      <a:stretch>
                        <a:fillRect/>
                      </a:stretch>
                    </p:blipFill>
                    <p:spPr>
                      <a:xfrm>
                        <a:off x="2876550" y="2803275"/>
                        <a:ext cx="1346200" cy="838200"/>
                      </a:xfrm>
                      <a:prstGeom prst="rect">
                        <a:avLst/>
                      </a:prstGeom>
                      <a:noFill/>
                      <a:ln w="9525">
                        <a:noFill/>
                      </a:ln>
                    </p:spPr>
                  </p:pic>
                </p:oleObj>
              </mc:Fallback>
            </mc:AlternateContent>
          </a:graphicData>
        </a:graphic>
      </p:graphicFrame>
      <p:graphicFrame>
        <p:nvGraphicFramePr>
          <p:cNvPr id="9" name="对象 13"/>
          <p:cNvGraphicFramePr>
            <a:graphicFrameLocks noChangeAspect="1"/>
          </p:cNvGraphicFramePr>
          <p:nvPr/>
        </p:nvGraphicFramePr>
        <p:xfrm>
          <a:off x="2927350" y="3775174"/>
          <a:ext cx="1295400" cy="838200"/>
        </p:xfrm>
        <a:graphic>
          <a:graphicData uri="http://schemas.openxmlformats.org/presentationml/2006/ole">
            <mc:AlternateContent xmlns:mc="http://schemas.openxmlformats.org/markup-compatibility/2006">
              <mc:Choice xmlns:v="urn:schemas-microsoft-com:vml" Requires="v">
                <p:oleObj spid="_x0000_s29965" name="Equation" r:id="rId7" imgW="31089600" imgH="20116800" progId="Equation.DSMT4">
                  <p:embed/>
                </p:oleObj>
              </mc:Choice>
              <mc:Fallback>
                <p:oleObj name="Equation" r:id="rId7" imgW="31089600" imgH="20116800" progId="Equation.DSMT4">
                  <p:embed/>
                  <p:pic>
                    <p:nvPicPr>
                      <p:cNvPr id="0" name="图片 29964"/>
                      <p:cNvPicPr>
                        <a:picLocks noChangeAspect="1"/>
                      </p:cNvPicPr>
                      <p:nvPr/>
                    </p:nvPicPr>
                    <p:blipFill>
                      <a:blip r:embed="rId8"/>
                      <a:stretch>
                        <a:fillRect/>
                      </a:stretch>
                    </p:blipFill>
                    <p:spPr>
                      <a:xfrm>
                        <a:off x="2927350" y="3775174"/>
                        <a:ext cx="1295400" cy="838200"/>
                      </a:xfrm>
                      <a:prstGeom prst="rect">
                        <a:avLst/>
                      </a:prstGeom>
                      <a:noFill/>
                      <a:ln w="9525">
                        <a:noFill/>
                      </a:ln>
                    </p:spPr>
                  </p:pic>
                </p:oleObj>
              </mc:Fallback>
            </mc:AlternateContent>
          </a:graphicData>
        </a:graphic>
      </p:graphicFrame>
      <p:sp>
        <p:nvSpPr>
          <p:cNvPr id="10" name="TextBox 15"/>
          <p:cNvSpPr txBox="1">
            <a:spLocks noChangeArrowheads="1"/>
          </p:cNvSpPr>
          <p:nvPr/>
        </p:nvSpPr>
        <p:spPr bwMode="auto">
          <a:xfrm>
            <a:off x="1847871" y="3932972"/>
            <a:ext cx="10810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a:t>
            </a:r>
            <a:r>
              <a:rPr lang="en-US" altLang="zh-CN" sz="2800" b="1" dirty="0">
                <a:latin typeface="Times New Roman" panose="02020603050405020304" pitchFamily="18" charset="0"/>
                <a:ea typeface="黑体" panose="02010609060101010101" charset="-122"/>
                <a:cs typeface="Times New Roman" panose="02020603050405020304" pitchFamily="18" charset="0"/>
              </a:rPr>
              <a:t>D</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1" name="TextBox 16"/>
          <p:cNvSpPr txBox="1">
            <a:spLocks noChangeArrowheads="1"/>
          </p:cNvSpPr>
          <p:nvPr/>
        </p:nvSpPr>
        <p:spPr bwMode="auto">
          <a:xfrm>
            <a:off x="2151063" y="4779501"/>
            <a:ext cx="12588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解</a:t>
            </a:r>
            <a:r>
              <a:rPr lang="en-US"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a:t>
            </a:r>
            <a:r>
              <a:rPr lang="zh-CN" altLang="zh-CN"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 </a:t>
            </a:r>
            <a:endParaRPr lang="zh-CN" altLang="en-US" sz="2800" b="1" dirty="0">
              <a:solidFill>
                <a:srgbClr val="7030A0"/>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2" name="对象 11"/>
          <p:cNvGraphicFramePr>
            <a:graphicFrameLocks noChangeAspect="1"/>
          </p:cNvGraphicFramePr>
          <p:nvPr/>
        </p:nvGraphicFramePr>
        <p:xfrm>
          <a:off x="3183618" y="4650642"/>
          <a:ext cx="1289050" cy="831850"/>
        </p:xfrm>
        <a:graphic>
          <a:graphicData uri="http://schemas.openxmlformats.org/presentationml/2006/ole">
            <mc:AlternateContent xmlns:mc="http://schemas.openxmlformats.org/markup-compatibility/2006">
              <mc:Choice xmlns:v="urn:schemas-microsoft-com:vml" Requires="v">
                <p:oleObj spid="_x0000_s29966" name="Equation" r:id="rId9" imgW="31089600" imgH="20116800" progId="Equation.DSMT4">
                  <p:embed/>
                </p:oleObj>
              </mc:Choice>
              <mc:Fallback>
                <p:oleObj name="Equation" r:id="rId9" imgW="31089600" imgH="20116800" progId="Equation.DSMT4">
                  <p:embed/>
                  <p:pic>
                    <p:nvPicPr>
                      <p:cNvPr id="0" name="图片 29965"/>
                      <p:cNvPicPr>
                        <a:picLocks noChangeAspect="1"/>
                      </p:cNvPicPr>
                      <p:nvPr/>
                    </p:nvPicPr>
                    <p:blipFill>
                      <a:blip r:embed="rId10"/>
                      <a:stretch>
                        <a:fillRect/>
                      </a:stretch>
                    </p:blipFill>
                    <p:spPr>
                      <a:xfrm>
                        <a:off x="3183618" y="4650642"/>
                        <a:ext cx="1289050" cy="831850"/>
                      </a:xfrm>
                      <a:prstGeom prst="rect">
                        <a:avLst/>
                      </a:prstGeom>
                      <a:noFill/>
                      <a:ln w="9525">
                        <a:noFill/>
                      </a:ln>
                    </p:spPr>
                  </p:pic>
                </p:oleObj>
              </mc:Fallback>
            </mc:AlternateContent>
          </a:graphicData>
        </a:graphic>
      </p:graphicFrame>
      <p:sp>
        <p:nvSpPr>
          <p:cNvPr id="13" name="TextBox 12"/>
          <p:cNvSpPr txBox="1">
            <a:spLocks noChangeArrowheads="1"/>
          </p:cNvSpPr>
          <p:nvPr/>
        </p:nvSpPr>
        <p:spPr bwMode="auto">
          <a:xfrm>
            <a:off x="4511675" y="4780136"/>
            <a:ext cx="21605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是周期函数，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4" name="对象 13"/>
          <p:cNvGraphicFramePr>
            <a:graphicFrameLocks noChangeAspect="1"/>
          </p:cNvGraphicFramePr>
          <p:nvPr/>
        </p:nvGraphicFramePr>
        <p:xfrm>
          <a:off x="7007225" y="4626148"/>
          <a:ext cx="1320800" cy="831850"/>
        </p:xfrm>
        <a:graphic>
          <a:graphicData uri="http://schemas.openxmlformats.org/presentationml/2006/ole">
            <mc:AlternateContent xmlns:mc="http://schemas.openxmlformats.org/markup-compatibility/2006">
              <mc:Choice xmlns:v="urn:schemas-microsoft-com:vml" Requires="v">
                <p:oleObj spid="_x0000_s29967" name="Equation" r:id="rId11" imgW="31699200" imgH="20116800" progId="Equation.DSMT4">
                  <p:embed/>
                </p:oleObj>
              </mc:Choice>
              <mc:Fallback>
                <p:oleObj name="Equation" r:id="rId11" imgW="31699200" imgH="20116800" progId="Equation.DSMT4">
                  <p:embed/>
                  <p:pic>
                    <p:nvPicPr>
                      <p:cNvPr id="0" name="图片 29966"/>
                      <p:cNvPicPr>
                        <a:picLocks noChangeAspect="1"/>
                      </p:cNvPicPr>
                      <p:nvPr/>
                    </p:nvPicPr>
                    <p:blipFill>
                      <a:blip r:embed="rId12"/>
                      <a:stretch>
                        <a:fillRect/>
                      </a:stretch>
                    </p:blipFill>
                    <p:spPr>
                      <a:xfrm>
                        <a:off x="7007225" y="4626148"/>
                        <a:ext cx="1320800" cy="831850"/>
                      </a:xfrm>
                      <a:prstGeom prst="rect">
                        <a:avLst/>
                      </a:prstGeom>
                      <a:noFill/>
                      <a:ln w="9525">
                        <a:noFill/>
                      </a:ln>
                    </p:spPr>
                  </p:pic>
                </p:oleObj>
              </mc:Fallback>
            </mc:AlternateContent>
          </a:graphicData>
        </a:graphic>
      </p:graphicFrame>
      <p:sp>
        <p:nvSpPr>
          <p:cNvPr id="15" name="TextBox 14"/>
          <p:cNvSpPr txBox="1">
            <a:spLocks noChangeArrowheads="1"/>
          </p:cNvSpPr>
          <p:nvPr/>
        </p:nvSpPr>
        <p:spPr bwMode="auto">
          <a:xfrm>
            <a:off x="8328024" y="4767238"/>
            <a:ext cx="23399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是</a:t>
            </a:r>
            <a:r>
              <a:rPr lang="zh-CN" altLang="zh-CN" sz="2800" b="1" dirty="0">
                <a:latin typeface="Times New Roman" panose="02020603050405020304" pitchFamily="18" charset="0"/>
                <a:ea typeface="黑体" panose="02010609060101010101" charset="-122"/>
                <a:cs typeface="Times New Roman" panose="02020603050405020304" pitchFamily="18" charset="0"/>
              </a:rPr>
              <a:t>无界函数，</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6" name="对象 15"/>
          <p:cNvGraphicFramePr>
            <a:graphicFrameLocks noChangeAspect="1"/>
          </p:cNvGraphicFramePr>
          <p:nvPr/>
        </p:nvGraphicFramePr>
        <p:xfrm>
          <a:off x="3165475" y="5467627"/>
          <a:ext cx="1346200" cy="838200"/>
        </p:xfrm>
        <a:graphic>
          <a:graphicData uri="http://schemas.openxmlformats.org/presentationml/2006/ole">
            <mc:AlternateContent xmlns:mc="http://schemas.openxmlformats.org/markup-compatibility/2006">
              <mc:Choice xmlns:v="urn:schemas-microsoft-com:vml" Requires="v">
                <p:oleObj spid="_x0000_s29968" name="Equation" r:id="rId13" imgW="32308800" imgH="20116800" progId="Equation.DSMT4">
                  <p:embed/>
                </p:oleObj>
              </mc:Choice>
              <mc:Fallback>
                <p:oleObj name="Equation" r:id="rId13" imgW="32308800" imgH="20116800" progId="Equation.DSMT4">
                  <p:embed/>
                  <p:pic>
                    <p:nvPicPr>
                      <p:cNvPr id="0" name="图片 29967"/>
                      <p:cNvPicPr>
                        <a:picLocks noChangeAspect="1"/>
                      </p:cNvPicPr>
                      <p:nvPr/>
                    </p:nvPicPr>
                    <p:blipFill>
                      <a:blip r:embed="rId14"/>
                      <a:stretch>
                        <a:fillRect/>
                      </a:stretch>
                    </p:blipFill>
                    <p:spPr>
                      <a:xfrm>
                        <a:off x="3165475" y="5467627"/>
                        <a:ext cx="1346200" cy="838200"/>
                      </a:xfrm>
                      <a:prstGeom prst="rect">
                        <a:avLst/>
                      </a:prstGeom>
                      <a:noFill/>
                      <a:ln w="9525">
                        <a:noFill/>
                      </a:ln>
                    </p:spPr>
                  </p:pic>
                </p:oleObj>
              </mc:Fallback>
            </mc:AlternateContent>
          </a:graphicData>
        </a:graphic>
      </p:graphicFrame>
      <p:sp>
        <p:nvSpPr>
          <p:cNvPr id="17" name="TextBox 16"/>
          <p:cNvSpPr txBox="1">
            <a:spLocks noChangeArrowheads="1"/>
          </p:cNvSpPr>
          <p:nvPr/>
        </p:nvSpPr>
        <p:spPr bwMode="auto">
          <a:xfrm>
            <a:off x="4550491" y="5537316"/>
            <a:ext cx="18732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是偶函数</a:t>
            </a:r>
            <a:r>
              <a:rPr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pic>
        <p:nvPicPr>
          <p:cNvPr id="18" name="Picture 22"/>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735638" y="822499"/>
            <a:ext cx="4552950" cy="382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a:spLocks noChangeArrowheads="1"/>
          </p:cNvSpPr>
          <p:nvPr/>
        </p:nvSpPr>
        <p:spPr bwMode="auto">
          <a:xfrm>
            <a:off x="8328025" y="5641429"/>
            <a:ext cx="23399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与图形符合．</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0" name="对象 19"/>
          <p:cNvGraphicFramePr>
            <a:graphicFrameLocks noChangeAspect="1"/>
          </p:cNvGraphicFramePr>
          <p:nvPr/>
        </p:nvGraphicFramePr>
        <p:xfrm>
          <a:off x="7004055" y="5445224"/>
          <a:ext cx="1295400" cy="838200"/>
        </p:xfrm>
        <a:graphic>
          <a:graphicData uri="http://schemas.openxmlformats.org/presentationml/2006/ole">
            <mc:AlternateContent xmlns:mc="http://schemas.openxmlformats.org/markup-compatibility/2006">
              <mc:Choice xmlns:v="urn:schemas-microsoft-com:vml" Requires="v">
                <p:oleObj spid="_x0000_s29969" name="Equation" r:id="rId16" imgW="31089600" imgH="20116800" progId="Equation.DSMT4">
                  <p:embed/>
                </p:oleObj>
              </mc:Choice>
              <mc:Fallback>
                <p:oleObj name="Equation" r:id="rId16" imgW="31089600" imgH="20116800" progId="Equation.DSMT4">
                  <p:embed/>
                  <p:pic>
                    <p:nvPicPr>
                      <p:cNvPr id="0" name="图片 29968"/>
                      <p:cNvPicPr>
                        <a:picLocks noChangeAspect="1"/>
                      </p:cNvPicPr>
                      <p:nvPr/>
                    </p:nvPicPr>
                    <p:blipFill>
                      <a:blip r:embed="rId17"/>
                      <a:stretch>
                        <a:fillRect/>
                      </a:stretch>
                    </p:blipFill>
                    <p:spPr>
                      <a:xfrm>
                        <a:off x="7004055" y="5445224"/>
                        <a:ext cx="1295400" cy="838200"/>
                      </a:xfrm>
                      <a:prstGeom prst="rect">
                        <a:avLst/>
                      </a:prstGeom>
                      <a:noFill/>
                      <a:ln w="9525">
                        <a:noFill/>
                      </a:ln>
                    </p:spPr>
                  </p:pic>
                </p:oleObj>
              </mc:Fallback>
            </mc:AlternateContent>
          </a:graphicData>
        </a:graphic>
      </p:graphicFrame>
      <p:sp>
        <p:nvSpPr>
          <p:cNvPr id="21" name="TextBox 15"/>
          <p:cNvSpPr txBox="1">
            <a:spLocks noChangeArrowheads="1"/>
          </p:cNvSpPr>
          <p:nvPr/>
        </p:nvSpPr>
        <p:spPr bwMode="auto">
          <a:xfrm>
            <a:off x="7188294" y="440864"/>
            <a:ext cx="64807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smtClean="0">
                <a:latin typeface="Times New Roman" panose="02020603050405020304" pitchFamily="18" charset="0"/>
                <a:ea typeface="黑体" panose="02010609060101010101" charset="-122"/>
                <a:cs typeface="Times New Roman" panose="02020603050405020304" pitchFamily="18" charset="0"/>
              </a:rPr>
              <a:t> </a:t>
            </a:r>
            <a:r>
              <a:rPr lang="en-US" altLang="zh-CN" sz="2800" b="1"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D</a:t>
            </a:r>
            <a:endParaRPr lang="en-US" altLang="zh-CN" sz="2800" b="1" dirty="0" smtClean="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P spid="19" grpId="0"/>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179830" y="41687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rPr>
              <a:t>练习1.1.2</a:t>
            </a:r>
            <a:endParaRPr lang="zh-CN" altLang="en-US" b="1" dirty="0">
              <a:solidFill>
                <a:srgbClr val="00B050"/>
              </a:solidFill>
              <a:latin typeface="隶书" panose="02010509060101010101" pitchFamily="49" charset="-122"/>
              <a:ea typeface="隶书" panose="02010509060101010101" pitchFamily="49" charset="-122"/>
            </a:endParaRPr>
          </a:p>
        </p:txBody>
      </p:sp>
      <p:sp>
        <p:nvSpPr>
          <p:cNvPr id="3" name="TextBox 2"/>
          <p:cNvSpPr txBox="1">
            <a:spLocks noChangeArrowheads="1"/>
          </p:cNvSpPr>
          <p:nvPr/>
        </p:nvSpPr>
        <p:spPr bwMode="auto">
          <a:xfrm>
            <a:off x="1919640" y="4682098"/>
            <a:ext cx="9413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Times New Roman" panose="02020603050405020304" pitchFamily="18" charset="0"/>
                <a:ea typeface="黑体" panose="02010609060101010101" charset="-122"/>
                <a:cs typeface="Times New Roman" panose="02020603050405020304" pitchFamily="18" charset="0"/>
              </a:rPr>
              <a:t>3.</a:t>
            </a:r>
            <a:r>
              <a:rPr lang="zh-CN" altLang="zh-CN" sz="2800" b="1">
                <a:latin typeface="Times New Roman" panose="02020603050405020304" pitchFamily="18" charset="0"/>
                <a:ea typeface="黑体" panose="02010609060101010101" charset="-122"/>
                <a:cs typeface="Times New Roman" panose="02020603050405020304" pitchFamily="18" charset="0"/>
              </a:rPr>
              <a:t>设</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4" name="TextBox 4"/>
          <p:cNvSpPr txBox="1">
            <a:spLocks noChangeArrowheads="1"/>
          </p:cNvSpPr>
          <p:nvPr/>
        </p:nvSpPr>
        <p:spPr bwMode="auto">
          <a:xfrm>
            <a:off x="1919288" y="1341438"/>
            <a:ext cx="17287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Times New Roman" panose="02020603050405020304" pitchFamily="18" charset="0"/>
                <a:ea typeface="黑体" panose="02010609060101010101" charset="-122"/>
                <a:cs typeface="Times New Roman" panose="02020603050405020304" pitchFamily="18" charset="0"/>
              </a:rPr>
              <a:t>1.</a:t>
            </a:r>
            <a:r>
              <a:rPr lang="zh-CN" altLang="zh-CN" sz="2800" b="1">
                <a:latin typeface="Times New Roman" panose="02020603050405020304" pitchFamily="18" charset="0"/>
                <a:ea typeface="黑体" panose="02010609060101010101" charset="-122"/>
                <a:cs typeface="Times New Roman" panose="02020603050405020304" pitchFamily="18" charset="0"/>
              </a:rPr>
              <a:t>求函数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对象 6"/>
          <p:cNvGraphicFramePr>
            <a:graphicFrameLocks noChangeAspect="1"/>
          </p:cNvGraphicFramePr>
          <p:nvPr/>
        </p:nvGraphicFramePr>
        <p:xfrm>
          <a:off x="3432175" y="1343025"/>
          <a:ext cx="2205038" cy="552450"/>
        </p:xfrm>
        <a:graphic>
          <a:graphicData uri="http://schemas.openxmlformats.org/presentationml/2006/ole">
            <mc:AlternateContent xmlns:mc="http://schemas.openxmlformats.org/markup-compatibility/2006">
              <mc:Choice xmlns:v="urn:schemas-microsoft-com:vml" Requires="v">
                <p:oleObj spid="_x0000_s30721" name="Equation" r:id="rId1" imgW="52730400" imgH="13106400" progId="Equation.DSMT4">
                  <p:embed/>
                </p:oleObj>
              </mc:Choice>
              <mc:Fallback>
                <p:oleObj name="Equation" r:id="rId1" imgW="52730400" imgH="13106400" progId="Equation.DSMT4">
                  <p:embed/>
                  <p:pic>
                    <p:nvPicPr>
                      <p:cNvPr id="0" name="图片 30720"/>
                      <p:cNvPicPr>
                        <a:picLocks noChangeAspect="1"/>
                      </p:cNvPicPr>
                      <p:nvPr/>
                    </p:nvPicPr>
                    <p:blipFill>
                      <a:blip r:embed="rId2"/>
                      <a:stretch>
                        <a:fillRect/>
                      </a:stretch>
                    </p:blipFill>
                    <p:spPr>
                      <a:xfrm>
                        <a:off x="3432175" y="1343025"/>
                        <a:ext cx="2205038" cy="552450"/>
                      </a:xfrm>
                      <a:prstGeom prst="rect">
                        <a:avLst/>
                      </a:prstGeom>
                      <a:noFill/>
                      <a:ln w="9525">
                        <a:noFill/>
                      </a:ln>
                    </p:spPr>
                  </p:pic>
                </p:oleObj>
              </mc:Fallback>
            </mc:AlternateContent>
          </a:graphicData>
        </a:graphic>
      </p:graphicFrame>
      <p:sp>
        <p:nvSpPr>
          <p:cNvPr id="6" name="TextBox 7"/>
          <p:cNvSpPr txBox="1">
            <a:spLocks noChangeArrowheads="1"/>
          </p:cNvSpPr>
          <p:nvPr/>
        </p:nvSpPr>
        <p:spPr bwMode="auto">
          <a:xfrm>
            <a:off x="5735638" y="1341438"/>
            <a:ext cx="36734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的定义域和值域．</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7" name="TextBox 8"/>
          <p:cNvSpPr txBox="1">
            <a:spLocks noChangeArrowheads="1"/>
          </p:cNvSpPr>
          <p:nvPr/>
        </p:nvSpPr>
        <p:spPr bwMode="auto">
          <a:xfrm>
            <a:off x="1919332" y="3100631"/>
            <a:ext cx="17287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Times New Roman" panose="02020603050405020304" pitchFamily="18" charset="0"/>
                <a:ea typeface="黑体" panose="02010609060101010101" charset="-122"/>
                <a:cs typeface="Times New Roman" panose="02020603050405020304" pitchFamily="18" charset="0"/>
              </a:rPr>
              <a:t>2.</a:t>
            </a:r>
            <a:r>
              <a:rPr lang="zh-CN" altLang="zh-CN" sz="2800" b="1">
                <a:latin typeface="Times New Roman" panose="02020603050405020304" pitchFamily="18" charset="0"/>
                <a:ea typeface="黑体" panose="02010609060101010101" charset="-122"/>
                <a:cs typeface="Times New Roman" panose="02020603050405020304" pitchFamily="18" charset="0"/>
              </a:rPr>
              <a:t>求函数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8" name="对象 10"/>
          <p:cNvGraphicFramePr>
            <a:graphicFrameLocks noChangeAspect="1"/>
          </p:cNvGraphicFramePr>
          <p:nvPr/>
        </p:nvGraphicFramePr>
        <p:xfrm>
          <a:off x="3432855" y="3116188"/>
          <a:ext cx="2420937" cy="495300"/>
        </p:xfrm>
        <a:graphic>
          <a:graphicData uri="http://schemas.openxmlformats.org/presentationml/2006/ole">
            <mc:AlternateContent xmlns:mc="http://schemas.openxmlformats.org/markup-compatibility/2006">
              <mc:Choice xmlns:v="urn:schemas-microsoft-com:vml" Requires="v">
                <p:oleObj spid="_x0000_s31003" name="Equation" r:id="rId3" imgW="57912000" imgH="11887200" progId="Equation.DSMT4">
                  <p:embed/>
                </p:oleObj>
              </mc:Choice>
              <mc:Fallback>
                <p:oleObj name="Equation" r:id="rId3" imgW="57912000" imgH="11887200" progId="Equation.DSMT4">
                  <p:embed/>
                  <p:pic>
                    <p:nvPicPr>
                      <p:cNvPr id="0" name="图片 31002"/>
                      <p:cNvPicPr>
                        <a:picLocks noChangeAspect="1"/>
                      </p:cNvPicPr>
                      <p:nvPr/>
                    </p:nvPicPr>
                    <p:blipFill>
                      <a:blip r:embed="rId4"/>
                      <a:stretch>
                        <a:fillRect/>
                      </a:stretch>
                    </p:blipFill>
                    <p:spPr>
                      <a:xfrm>
                        <a:off x="3432855" y="3116188"/>
                        <a:ext cx="2420937" cy="495300"/>
                      </a:xfrm>
                      <a:prstGeom prst="rect">
                        <a:avLst/>
                      </a:prstGeom>
                      <a:noFill/>
                      <a:ln w="9525">
                        <a:noFill/>
                      </a:ln>
                    </p:spPr>
                  </p:pic>
                </p:oleObj>
              </mc:Fallback>
            </mc:AlternateContent>
          </a:graphicData>
        </a:graphic>
      </p:graphicFrame>
      <p:sp>
        <p:nvSpPr>
          <p:cNvPr id="9" name="TextBox 11"/>
          <p:cNvSpPr txBox="1">
            <a:spLocks noChangeArrowheads="1"/>
          </p:cNvSpPr>
          <p:nvPr/>
        </p:nvSpPr>
        <p:spPr bwMode="auto">
          <a:xfrm>
            <a:off x="5854110" y="3117141"/>
            <a:ext cx="20161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的反函数</a:t>
            </a:r>
            <a:r>
              <a:rPr lang="en-US" altLang="zh-CN" sz="2800" b="1">
                <a:latin typeface="Times New Roman" panose="02020603050405020304" pitchFamily="18" charset="0"/>
                <a:ea typeface="黑体" panose="02010609060101010101" charset="-122"/>
                <a:cs typeface="Times New Roman" panose="02020603050405020304" pitchFamily="18" charset="0"/>
              </a:rPr>
              <a:t>. </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0" name="对象 13"/>
          <p:cNvGraphicFramePr>
            <a:graphicFrameLocks noChangeAspect="1"/>
          </p:cNvGraphicFramePr>
          <p:nvPr/>
        </p:nvGraphicFramePr>
        <p:xfrm>
          <a:off x="2711168" y="4480168"/>
          <a:ext cx="2806700" cy="947738"/>
        </p:xfrm>
        <a:graphic>
          <a:graphicData uri="http://schemas.openxmlformats.org/presentationml/2006/ole">
            <mc:AlternateContent xmlns:mc="http://schemas.openxmlformats.org/markup-compatibility/2006">
              <mc:Choice xmlns:v="urn:schemas-microsoft-com:vml" Requires="v">
                <p:oleObj spid="_x0000_s31004" name="Equation" r:id="rId5" imgW="67360800" imgH="22555200" progId="Equation.DSMT4">
                  <p:embed/>
                </p:oleObj>
              </mc:Choice>
              <mc:Fallback>
                <p:oleObj name="Equation" r:id="rId5" imgW="67360800" imgH="22555200" progId="Equation.DSMT4">
                  <p:embed/>
                  <p:pic>
                    <p:nvPicPr>
                      <p:cNvPr id="0" name="图片 31003"/>
                      <p:cNvPicPr>
                        <a:picLocks noChangeAspect="1"/>
                      </p:cNvPicPr>
                      <p:nvPr/>
                    </p:nvPicPr>
                    <p:blipFill>
                      <a:blip r:embed="rId6"/>
                      <a:stretch>
                        <a:fillRect/>
                      </a:stretch>
                    </p:blipFill>
                    <p:spPr>
                      <a:xfrm>
                        <a:off x="2711168" y="4480168"/>
                        <a:ext cx="2806700" cy="947738"/>
                      </a:xfrm>
                      <a:prstGeom prst="rect">
                        <a:avLst/>
                      </a:prstGeom>
                      <a:noFill/>
                      <a:ln w="9525">
                        <a:noFill/>
                      </a:ln>
                    </p:spPr>
                  </p:pic>
                </p:oleObj>
              </mc:Fallback>
            </mc:AlternateContent>
          </a:graphicData>
        </a:graphic>
      </p:graphicFrame>
      <p:graphicFrame>
        <p:nvGraphicFramePr>
          <p:cNvPr id="11" name="对象 15"/>
          <p:cNvGraphicFramePr>
            <a:graphicFrameLocks noChangeAspect="1"/>
          </p:cNvGraphicFramePr>
          <p:nvPr/>
        </p:nvGraphicFramePr>
        <p:xfrm>
          <a:off x="5637248" y="4730993"/>
          <a:ext cx="1025525" cy="473075"/>
        </p:xfrm>
        <a:graphic>
          <a:graphicData uri="http://schemas.openxmlformats.org/presentationml/2006/ole">
            <mc:AlternateContent xmlns:mc="http://schemas.openxmlformats.org/markup-compatibility/2006">
              <mc:Choice xmlns:v="urn:schemas-microsoft-com:vml" Requires="v">
                <p:oleObj spid="_x0000_s31005" name="Equation" r:id="rId7" imgW="24384000" imgH="11582400" progId="Equation.DSMT4">
                  <p:embed/>
                </p:oleObj>
              </mc:Choice>
              <mc:Fallback>
                <p:oleObj name="Equation" r:id="rId7" imgW="24384000" imgH="11582400" progId="Equation.DSMT4">
                  <p:embed/>
                  <p:pic>
                    <p:nvPicPr>
                      <p:cNvPr id="0" name="图片 31004"/>
                      <p:cNvPicPr>
                        <a:picLocks noChangeAspect="1"/>
                      </p:cNvPicPr>
                      <p:nvPr/>
                    </p:nvPicPr>
                    <p:blipFill>
                      <a:blip r:embed="rId8"/>
                      <a:stretch>
                        <a:fillRect/>
                      </a:stretch>
                    </p:blipFill>
                    <p:spPr>
                      <a:xfrm>
                        <a:off x="5637248" y="4730993"/>
                        <a:ext cx="1025525" cy="473075"/>
                      </a:xfrm>
                      <a:prstGeom prst="rect">
                        <a:avLst/>
                      </a:prstGeom>
                      <a:noFill/>
                      <a:ln w="9525">
                        <a:noFill/>
                      </a:ln>
                    </p:spPr>
                  </p:pic>
                </p:oleObj>
              </mc:Fallback>
            </mc:AlternateContent>
          </a:graphicData>
        </a:graphic>
      </p:graphicFrame>
      <p:sp>
        <p:nvSpPr>
          <p:cNvPr id="12" name="TextBox 16"/>
          <p:cNvSpPr txBox="1">
            <a:spLocks noChangeArrowheads="1"/>
          </p:cNvSpPr>
          <p:nvPr/>
        </p:nvSpPr>
        <p:spPr bwMode="auto">
          <a:xfrm>
            <a:off x="6663090" y="4692893"/>
            <a:ext cx="16573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，求函数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3" name="对象 18"/>
          <p:cNvGraphicFramePr>
            <a:graphicFrameLocks noChangeAspect="1"/>
          </p:cNvGraphicFramePr>
          <p:nvPr/>
        </p:nvGraphicFramePr>
        <p:xfrm>
          <a:off x="8215983" y="4745916"/>
          <a:ext cx="779462" cy="393700"/>
        </p:xfrm>
        <a:graphic>
          <a:graphicData uri="http://schemas.openxmlformats.org/presentationml/2006/ole">
            <mc:AlternateContent xmlns:mc="http://schemas.openxmlformats.org/markup-compatibility/2006">
              <mc:Choice xmlns:v="urn:schemas-microsoft-com:vml" Requires="v">
                <p:oleObj spid="_x0000_s31006" name="Equation" r:id="rId9" imgW="18897600" imgH="9448800" progId="Equation.DSMT4">
                  <p:embed/>
                </p:oleObj>
              </mc:Choice>
              <mc:Fallback>
                <p:oleObj name="Equation" r:id="rId9" imgW="18897600" imgH="9448800" progId="Equation.DSMT4">
                  <p:embed/>
                  <p:pic>
                    <p:nvPicPr>
                      <p:cNvPr id="0" name="图片 31005"/>
                      <p:cNvPicPr>
                        <a:picLocks noChangeAspect="1"/>
                      </p:cNvPicPr>
                      <p:nvPr/>
                    </p:nvPicPr>
                    <p:blipFill>
                      <a:blip r:embed="rId10"/>
                      <a:stretch>
                        <a:fillRect/>
                      </a:stretch>
                    </p:blipFill>
                    <p:spPr>
                      <a:xfrm>
                        <a:off x="8215983" y="4745916"/>
                        <a:ext cx="779462" cy="393700"/>
                      </a:xfrm>
                      <a:prstGeom prst="rect">
                        <a:avLst/>
                      </a:prstGeom>
                      <a:noFill/>
                      <a:ln w="9525">
                        <a:noFill/>
                      </a:ln>
                    </p:spPr>
                  </p:pic>
                </p:oleObj>
              </mc:Fallback>
            </mc:AlternateContent>
          </a:graphicData>
        </a:graphic>
      </p:graphicFrame>
      <p:sp>
        <p:nvSpPr>
          <p:cNvPr id="20" name="TextBox 19"/>
          <p:cNvSpPr txBox="1"/>
          <p:nvPr/>
        </p:nvSpPr>
        <p:spPr bwMode="auto">
          <a:xfrm>
            <a:off x="2488203" y="2069738"/>
            <a:ext cx="232791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a:t>
            </a:r>
            <a:r>
              <a:rPr lang="zh-CN" altLang="en-US" sz="2800" b="1" dirty="0">
                <a:latin typeface="Times New Roman" panose="02020603050405020304" pitchFamily="18" charset="0"/>
                <a:ea typeface="黑体" panose="02010609060101010101" charset="-122"/>
                <a:cs typeface="Times New Roman" panose="02020603050405020304" pitchFamily="18" charset="0"/>
              </a:rPr>
              <a:t>案：定义域</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22" name="Rectangle 213"/>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3" name="对象 22"/>
          <p:cNvGraphicFramePr>
            <a:graphicFrameLocks noChangeAspect="1"/>
          </p:cNvGraphicFramePr>
          <p:nvPr/>
        </p:nvGraphicFramePr>
        <p:xfrm>
          <a:off x="4815840" y="2093848"/>
          <a:ext cx="1016000" cy="488950"/>
        </p:xfrm>
        <a:graphic>
          <a:graphicData uri="http://schemas.openxmlformats.org/presentationml/2006/ole">
            <mc:AlternateContent xmlns:mc="http://schemas.openxmlformats.org/markup-compatibility/2006">
              <mc:Choice xmlns:v="urn:schemas-microsoft-com:vml" Requires="v">
                <p:oleObj spid="_x0000_s31007" name="Equation" r:id="rId11" imgW="24384000" imgH="11582400" progId="Equation.DSMT4">
                  <p:embed/>
                </p:oleObj>
              </mc:Choice>
              <mc:Fallback>
                <p:oleObj name="Equation" r:id="rId11" imgW="24384000" imgH="11582400" progId="Equation.DSMT4">
                  <p:embed/>
                  <p:pic>
                    <p:nvPicPr>
                      <p:cNvPr id="0" name="图片 31006"/>
                      <p:cNvPicPr>
                        <a:picLocks noChangeAspect="1"/>
                      </p:cNvPicPr>
                      <p:nvPr/>
                    </p:nvPicPr>
                    <p:blipFill>
                      <a:blip r:embed="rId12"/>
                      <a:stretch>
                        <a:fillRect/>
                      </a:stretch>
                    </p:blipFill>
                    <p:spPr>
                      <a:xfrm>
                        <a:off x="4815840" y="2093848"/>
                        <a:ext cx="1016000" cy="488950"/>
                      </a:xfrm>
                      <a:prstGeom prst="rect">
                        <a:avLst/>
                      </a:prstGeom>
                      <a:noFill/>
                      <a:ln w="9525">
                        <a:noFill/>
                      </a:ln>
                    </p:spPr>
                  </p:pic>
                </p:oleObj>
              </mc:Fallback>
            </mc:AlternateContent>
          </a:graphicData>
        </a:graphic>
      </p:graphicFrame>
      <p:sp>
        <p:nvSpPr>
          <p:cNvPr id="25" name="TextBox 24"/>
          <p:cNvSpPr txBox="1"/>
          <p:nvPr/>
        </p:nvSpPr>
        <p:spPr bwMode="auto">
          <a:xfrm>
            <a:off x="6078890" y="2077993"/>
            <a:ext cx="89789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zh-CN" altLang="en-US" sz="2800" b="1" dirty="0">
                <a:latin typeface="Times New Roman" panose="02020603050405020304" pitchFamily="18" charset="0"/>
                <a:ea typeface="黑体" panose="02010609060101010101" charset="-122"/>
                <a:cs typeface="Times New Roman" panose="02020603050405020304" pitchFamily="18" charset="0"/>
              </a:rPr>
              <a:t>值域</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26" name="Rectangle 215"/>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7" name="对象 26"/>
          <p:cNvGraphicFramePr>
            <a:graphicFrameLocks noChangeAspect="1"/>
          </p:cNvGraphicFramePr>
          <p:nvPr/>
        </p:nvGraphicFramePr>
        <p:xfrm>
          <a:off x="6976782" y="1871980"/>
          <a:ext cx="990600" cy="933451"/>
        </p:xfrm>
        <a:graphic>
          <a:graphicData uri="http://schemas.openxmlformats.org/presentationml/2006/ole">
            <mc:AlternateContent xmlns:mc="http://schemas.openxmlformats.org/markup-compatibility/2006">
              <mc:Choice xmlns:v="urn:schemas-microsoft-com:vml" Requires="v">
                <p:oleObj spid="_x0000_s31008" name="Equation" r:id="rId13" imgW="23774400" imgH="22555200" progId="Equation.DSMT4">
                  <p:embed/>
                </p:oleObj>
              </mc:Choice>
              <mc:Fallback>
                <p:oleObj name="Equation" r:id="rId13" imgW="23774400" imgH="22555200" progId="Equation.DSMT4">
                  <p:embed/>
                  <p:pic>
                    <p:nvPicPr>
                      <p:cNvPr id="0" name="图片 31007"/>
                      <p:cNvPicPr>
                        <a:picLocks noChangeAspect="1"/>
                      </p:cNvPicPr>
                      <p:nvPr/>
                    </p:nvPicPr>
                    <p:blipFill>
                      <a:blip r:embed="rId14"/>
                      <a:stretch>
                        <a:fillRect/>
                      </a:stretch>
                    </p:blipFill>
                    <p:spPr>
                      <a:xfrm>
                        <a:off x="6976782" y="1871980"/>
                        <a:ext cx="990600" cy="933451"/>
                      </a:xfrm>
                      <a:prstGeom prst="rect">
                        <a:avLst/>
                      </a:prstGeom>
                      <a:noFill/>
                      <a:ln w="9525">
                        <a:noFill/>
                      </a:ln>
                    </p:spPr>
                  </p:pic>
                </p:oleObj>
              </mc:Fallback>
            </mc:AlternateContent>
          </a:graphicData>
        </a:graphic>
      </p:graphicFrame>
      <p:sp>
        <p:nvSpPr>
          <p:cNvPr id="28" name="TextBox 27"/>
          <p:cNvSpPr txBox="1"/>
          <p:nvPr/>
        </p:nvSpPr>
        <p:spPr bwMode="auto">
          <a:xfrm>
            <a:off x="2575198" y="3741668"/>
            <a:ext cx="12553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a:t>
            </a:r>
            <a:r>
              <a:rPr lang="zh-CN" altLang="en-US" sz="2800" b="1" dirty="0">
                <a:latin typeface="Times New Roman" panose="02020603050405020304" pitchFamily="18" charset="0"/>
                <a:ea typeface="黑体" panose="02010609060101010101" charset="-122"/>
                <a:cs typeface="Times New Roman" panose="02020603050405020304" pitchFamily="18" charset="0"/>
              </a:rPr>
              <a:t>案</a:t>
            </a: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29" name="Rectangle 21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0" name="对象 29"/>
          <p:cNvGraphicFramePr>
            <a:graphicFrameLocks noChangeAspect="1"/>
          </p:cNvGraphicFramePr>
          <p:nvPr/>
        </p:nvGraphicFramePr>
        <p:xfrm>
          <a:off x="3647995" y="3736567"/>
          <a:ext cx="2468563" cy="527051"/>
        </p:xfrm>
        <a:graphic>
          <a:graphicData uri="http://schemas.openxmlformats.org/presentationml/2006/ole">
            <mc:AlternateContent xmlns:mc="http://schemas.openxmlformats.org/markup-compatibility/2006">
              <mc:Choice xmlns:v="urn:schemas-microsoft-com:vml" Requires="v">
                <p:oleObj spid="_x0000_s31009" name="Equation" r:id="rId15" imgW="59436000" imgH="12801600" progId="Equation.DSMT4">
                  <p:embed/>
                </p:oleObj>
              </mc:Choice>
              <mc:Fallback>
                <p:oleObj name="Equation" r:id="rId15" imgW="59436000" imgH="12801600" progId="Equation.DSMT4">
                  <p:embed/>
                  <p:pic>
                    <p:nvPicPr>
                      <p:cNvPr id="0" name="图片 31008"/>
                      <p:cNvPicPr>
                        <a:picLocks noChangeAspect="1"/>
                      </p:cNvPicPr>
                      <p:nvPr/>
                    </p:nvPicPr>
                    <p:blipFill>
                      <a:blip r:embed="rId16"/>
                      <a:stretch>
                        <a:fillRect/>
                      </a:stretch>
                    </p:blipFill>
                    <p:spPr>
                      <a:xfrm>
                        <a:off x="3647995" y="3736567"/>
                        <a:ext cx="2468563" cy="527051"/>
                      </a:xfrm>
                      <a:prstGeom prst="rect">
                        <a:avLst/>
                      </a:prstGeom>
                      <a:noFill/>
                      <a:ln w="9525">
                        <a:noFill/>
                      </a:ln>
                    </p:spPr>
                  </p:pic>
                </p:oleObj>
              </mc:Fallback>
            </mc:AlternateContent>
          </a:graphicData>
        </a:graphic>
      </p:graphicFrame>
      <p:sp>
        <p:nvSpPr>
          <p:cNvPr id="31" name="TextBox 30"/>
          <p:cNvSpPr txBox="1"/>
          <p:nvPr/>
        </p:nvSpPr>
        <p:spPr bwMode="auto">
          <a:xfrm>
            <a:off x="2650763" y="5572348"/>
            <a:ext cx="12553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a:t>
            </a:r>
            <a:r>
              <a:rPr lang="zh-CN" altLang="en-US" sz="2800" b="1" dirty="0">
                <a:latin typeface="Times New Roman" panose="02020603050405020304" pitchFamily="18" charset="0"/>
                <a:ea typeface="黑体" panose="02010609060101010101" charset="-122"/>
                <a:cs typeface="Times New Roman" panose="02020603050405020304" pitchFamily="18" charset="0"/>
              </a:rPr>
              <a:t>案</a:t>
            </a: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32" name="Rectangle 22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3" name="对象 32"/>
          <p:cNvGraphicFramePr>
            <a:graphicFrameLocks noChangeAspect="1"/>
          </p:cNvGraphicFramePr>
          <p:nvPr/>
        </p:nvGraphicFramePr>
        <p:xfrm>
          <a:off x="3830365" y="5592668"/>
          <a:ext cx="3365500" cy="501651"/>
        </p:xfrm>
        <a:graphic>
          <a:graphicData uri="http://schemas.openxmlformats.org/presentationml/2006/ole">
            <mc:AlternateContent xmlns:mc="http://schemas.openxmlformats.org/markup-compatibility/2006">
              <mc:Choice xmlns:v="urn:schemas-microsoft-com:vml" Requires="v">
                <p:oleObj spid="_x0000_s31010" name="Equation" r:id="rId17" imgW="80772000" imgH="11887200" progId="Equation.DSMT4">
                  <p:embed/>
                </p:oleObj>
              </mc:Choice>
              <mc:Fallback>
                <p:oleObj name="Equation" r:id="rId17" imgW="80772000" imgH="11887200" progId="Equation.DSMT4">
                  <p:embed/>
                  <p:pic>
                    <p:nvPicPr>
                      <p:cNvPr id="0" name="图片 31009"/>
                      <p:cNvPicPr>
                        <a:picLocks noChangeAspect="1"/>
                      </p:cNvPicPr>
                      <p:nvPr/>
                    </p:nvPicPr>
                    <p:blipFill>
                      <a:blip r:embed="rId18"/>
                      <a:stretch>
                        <a:fillRect/>
                      </a:stretch>
                    </p:blipFill>
                    <p:spPr>
                      <a:xfrm>
                        <a:off x="3830365" y="5592668"/>
                        <a:ext cx="3365500" cy="501651"/>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left)">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par>
                                <p:cTn id="39" presetID="22" presetClass="entr" presetSubtype="8"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left)">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left)">
                                      <p:cBhvr>
                                        <p:cTn id="59" dur="500"/>
                                        <p:tgtEl>
                                          <p:spTgt spid="3"/>
                                        </p:tgtEl>
                                      </p:cBhvr>
                                    </p:animEffect>
                                  </p:childTnLst>
                                </p:cTn>
                              </p:par>
                              <p:par>
                                <p:cTn id="60" presetID="22" presetClass="entr" presetSubtype="8" fill="hold"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par>
                                <p:cTn id="63" presetID="22" presetClass="entr" presetSubtype="8" fill="hold" nodeType="with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wipe(left)">
                                      <p:cBhvr>
                                        <p:cTn id="65" dur="500"/>
                                        <p:tgtEl>
                                          <p:spTgt spid="11"/>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ipe(left)">
                                      <p:cBhvr>
                                        <p:cTn id="68" dur="500"/>
                                        <p:tgtEl>
                                          <p:spTgt spid="12"/>
                                        </p:tgtEl>
                                      </p:cBhvr>
                                    </p:animEffect>
                                  </p:childTnLst>
                                </p:cTn>
                              </p:par>
                              <p:par>
                                <p:cTn id="69" presetID="22" presetClass="entr" presetSubtype="8" fill="hold"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wipe(left)">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left)">
                                      <p:cBhvr>
                                        <p:cTn id="76" dur="500"/>
                                        <p:tgtEl>
                                          <p:spTgt spid="3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wipe(left)">
                                      <p:cBhvr>
                                        <p:cTn id="8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9" grpId="0"/>
      <p:bldP spid="12" grpId="0"/>
      <p:bldP spid="20" grpId="0"/>
      <p:bldP spid="25" grpId="0"/>
      <p:bldP spid="28" grpId="0"/>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p:cNvSpPr txBox="1">
            <a:spLocks noChangeArrowheads="1"/>
          </p:cNvSpPr>
          <p:nvPr/>
        </p:nvSpPr>
        <p:spPr bwMode="auto">
          <a:xfrm>
            <a:off x="1007353" y="567770"/>
            <a:ext cx="23034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ea typeface="黑体" panose="02010609060101010101" charset="-122"/>
                <a:cs typeface="Times New Roman" panose="02020603050405020304" pitchFamily="18" charset="0"/>
              </a:rPr>
              <a:t>4.</a:t>
            </a:r>
            <a:r>
              <a:rPr lang="zh-CN" altLang="zh-CN" sz="2800" b="1" dirty="0">
                <a:latin typeface="Times New Roman" panose="02020603050405020304" pitchFamily="18" charset="0"/>
                <a:ea typeface="黑体" panose="02010609060101010101" charset="-122"/>
                <a:cs typeface="Times New Roman" panose="02020603050405020304" pitchFamily="18" charset="0"/>
              </a:rPr>
              <a:t>画出函数</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3" name="对象 21"/>
          <p:cNvGraphicFramePr>
            <a:graphicFrameLocks noChangeAspect="1"/>
          </p:cNvGraphicFramePr>
          <p:nvPr/>
        </p:nvGraphicFramePr>
        <p:xfrm>
          <a:off x="2779956" y="567770"/>
          <a:ext cx="2044700" cy="482600"/>
        </p:xfrm>
        <a:graphic>
          <a:graphicData uri="http://schemas.openxmlformats.org/presentationml/2006/ole">
            <mc:AlternateContent xmlns:mc="http://schemas.openxmlformats.org/markup-compatibility/2006">
              <mc:Choice xmlns:v="urn:schemas-microsoft-com:vml" Requires="v">
                <p:oleObj spid="_x0000_s31745" name="Equation" r:id="rId1" imgW="49072800" imgH="11582400" progId="Equation.DSMT4">
                  <p:embed/>
                </p:oleObj>
              </mc:Choice>
              <mc:Fallback>
                <p:oleObj name="Equation" r:id="rId1" imgW="49072800" imgH="11582400" progId="Equation.DSMT4">
                  <p:embed/>
                  <p:pic>
                    <p:nvPicPr>
                      <p:cNvPr id="0" name="图片 31744"/>
                      <p:cNvPicPr>
                        <a:picLocks noChangeAspect="1"/>
                      </p:cNvPicPr>
                      <p:nvPr/>
                    </p:nvPicPr>
                    <p:blipFill>
                      <a:blip r:embed="rId2"/>
                      <a:stretch>
                        <a:fillRect/>
                      </a:stretch>
                    </p:blipFill>
                    <p:spPr>
                      <a:xfrm>
                        <a:off x="2779956" y="567770"/>
                        <a:ext cx="2044700" cy="482600"/>
                      </a:xfrm>
                      <a:prstGeom prst="rect">
                        <a:avLst/>
                      </a:prstGeom>
                      <a:noFill/>
                      <a:ln w="9525">
                        <a:noFill/>
                      </a:ln>
                    </p:spPr>
                  </p:pic>
                </p:oleObj>
              </mc:Fallback>
            </mc:AlternateContent>
          </a:graphicData>
        </a:graphic>
      </p:graphicFrame>
      <p:sp>
        <p:nvSpPr>
          <p:cNvPr id="4" name="TextBox 22"/>
          <p:cNvSpPr txBox="1">
            <a:spLocks noChangeArrowheads="1"/>
          </p:cNvSpPr>
          <p:nvPr/>
        </p:nvSpPr>
        <p:spPr bwMode="auto">
          <a:xfrm>
            <a:off x="4824973" y="587455"/>
            <a:ext cx="432117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的图形，并判断这个函数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5" name="TextBox 24"/>
          <p:cNvSpPr txBox="1">
            <a:spLocks noChangeArrowheads="1"/>
          </p:cNvSpPr>
          <p:nvPr/>
        </p:nvSpPr>
        <p:spPr bwMode="auto">
          <a:xfrm>
            <a:off x="1007110" y="4264222"/>
            <a:ext cx="80645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ea typeface="黑体" panose="02010609060101010101" charset="-122"/>
                <a:cs typeface="Times New Roman" panose="02020603050405020304" pitchFamily="18" charset="0"/>
              </a:rPr>
              <a:t>5.</a:t>
            </a:r>
            <a:r>
              <a:rPr lang="zh-CN" altLang="en-US" sz="2800" b="1" dirty="0">
                <a:latin typeface="Times New Roman" panose="02020603050405020304" pitchFamily="18" charset="0"/>
                <a:ea typeface="黑体" panose="02010609060101010101" charset="-122"/>
                <a:cs typeface="Times New Roman" panose="02020603050405020304" pitchFamily="18" charset="0"/>
              </a:rPr>
              <a:t>正数 </a:t>
            </a:r>
            <a:r>
              <a:rPr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lang="zh-CN" altLang="en-US" sz="2800" b="1" dirty="0">
                <a:latin typeface="Times New Roman" panose="02020603050405020304" pitchFamily="18" charset="0"/>
                <a:ea typeface="黑体" panose="02010609060101010101" charset="-122"/>
                <a:cs typeface="Times New Roman" panose="02020603050405020304" pitchFamily="18" charset="0"/>
              </a:rPr>
              <a:t>经“四舍五入”后得整</a:t>
            </a: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数 </a:t>
            </a:r>
            <a:r>
              <a:rPr lang="en-US" altLang="zh-CN" sz="2800" b="1" i="1" dirty="0" smtClean="0">
                <a:latin typeface="Times New Roman" panose="02020603050405020304" pitchFamily="18" charset="0"/>
                <a:ea typeface="黑体" panose="02010609060101010101" charset="-122"/>
                <a:cs typeface="Times New Roman" panose="02020603050405020304" pitchFamily="18" charset="0"/>
              </a:rPr>
              <a:t>y</a:t>
            </a:r>
            <a:r>
              <a:rPr lang="zh-CN" altLang="en-US" sz="2800" b="1" i="1" dirty="0" smtClean="0">
                <a:latin typeface="Times New Roman" panose="02020603050405020304" pitchFamily="18" charset="0"/>
                <a:ea typeface="黑体" panose="02010609060101010101" charset="-122"/>
                <a:cs typeface="Times New Roman" panose="02020603050405020304" pitchFamily="18" charset="0"/>
              </a:rPr>
              <a:t> </a:t>
            </a:r>
            <a:r>
              <a:rPr lang="zh-CN" altLang="en-US" sz="2800" b="1" dirty="0">
                <a:latin typeface="Times New Roman" panose="02020603050405020304" pitchFamily="18" charset="0"/>
                <a:ea typeface="黑体" panose="02010609060101010101" charset="-122"/>
                <a:cs typeface="Times New Roman" panose="02020603050405020304" pitchFamily="18" charset="0"/>
              </a:rPr>
              <a:t>，试利用函数</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 name="对象 31"/>
          <p:cNvGraphicFramePr>
            <a:graphicFrameLocks noChangeAspect="1"/>
          </p:cNvGraphicFramePr>
          <p:nvPr/>
        </p:nvGraphicFramePr>
        <p:xfrm>
          <a:off x="8783698" y="4340159"/>
          <a:ext cx="990600" cy="369888"/>
        </p:xfrm>
        <a:graphic>
          <a:graphicData uri="http://schemas.openxmlformats.org/presentationml/2006/ole">
            <mc:AlternateContent xmlns:mc="http://schemas.openxmlformats.org/markup-compatibility/2006">
              <mc:Choice xmlns:v="urn:schemas-microsoft-com:vml" Requires="v">
                <p:oleObj spid="_x0000_s31746" name="Equation" r:id="rId3" imgW="23774400" imgH="9448800" progId="Equation.DSMT4">
                  <p:embed/>
                </p:oleObj>
              </mc:Choice>
              <mc:Fallback>
                <p:oleObj name="Equation" r:id="rId3" imgW="23774400" imgH="9448800" progId="Equation.DSMT4">
                  <p:embed/>
                  <p:pic>
                    <p:nvPicPr>
                      <p:cNvPr id="0" name="图片 31745"/>
                      <p:cNvPicPr>
                        <a:picLocks noChangeAspect="1"/>
                      </p:cNvPicPr>
                      <p:nvPr/>
                    </p:nvPicPr>
                    <p:blipFill>
                      <a:blip r:embed="rId4"/>
                      <a:stretch>
                        <a:fillRect/>
                      </a:stretch>
                    </p:blipFill>
                    <p:spPr>
                      <a:xfrm>
                        <a:off x="8783698" y="4340159"/>
                        <a:ext cx="990600" cy="369888"/>
                      </a:xfrm>
                      <a:prstGeom prst="rect">
                        <a:avLst/>
                      </a:prstGeom>
                      <a:noFill/>
                      <a:ln w="9525">
                        <a:noFill/>
                      </a:ln>
                    </p:spPr>
                  </p:pic>
                </p:oleObj>
              </mc:Fallback>
            </mc:AlternateContent>
          </a:graphicData>
        </a:graphic>
      </p:graphicFrame>
      <p:sp>
        <p:nvSpPr>
          <p:cNvPr id="7" name="TextBox 32"/>
          <p:cNvSpPr txBox="1">
            <a:spLocks noChangeArrowheads="1"/>
          </p:cNvSpPr>
          <p:nvPr/>
        </p:nvSpPr>
        <p:spPr bwMode="auto">
          <a:xfrm>
            <a:off x="1242438" y="4785929"/>
            <a:ext cx="489743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Times New Roman" panose="02020603050405020304" pitchFamily="18" charset="0"/>
                <a:ea typeface="黑体" panose="02010609060101010101" charset="-122"/>
                <a:cs typeface="Times New Roman" panose="02020603050405020304" pitchFamily="18" charset="0"/>
              </a:rPr>
              <a:t>表示出</a:t>
            </a:r>
            <a:r>
              <a:rPr lang="en-US" altLang="zh-CN" sz="2800" b="1" i="1" dirty="0">
                <a:latin typeface="Times New Roman" panose="02020603050405020304" pitchFamily="18" charset="0"/>
                <a:ea typeface="黑体" panose="02010609060101010101" charset="-122"/>
                <a:cs typeface="Times New Roman" panose="02020603050405020304" pitchFamily="18" charset="0"/>
              </a:rPr>
              <a:t>y</a:t>
            </a:r>
            <a:r>
              <a:rPr lang="zh-CN" altLang="en-US" sz="2800" b="1" dirty="0">
                <a:latin typeface="Times New Roman" panose="02020603050405020304" pitchFamily="18" charset="0"/>
                <a:ea typeface="黑体" panose="02010609060101010101" charset="-122"/>
                <a:cs typeface="Times New Roman" panose="02020603050405020304" pitchFamily="18" charset="0"/>
              </a:rPr>
              <a:t> 与</a:t>
            </a:r>
            <a:r>
              <a:rPr lang="en-US" altLang="zh-CN" sz="2800" b="1" i="1" dirty="0">
                <a:latin typeface="Times New Roman" panose="02020603050405020304" pitchFamily="18" charset="0"/>
                <a:ea typeface="黑体" panose="02010609060101010101" charset="-122"/>
                <a:cs typeface="Times New Roman" panose="02020603050405020304" pitchFamily="18" charset="0"/>
              </a:rPr>
              <a:t>x</a:t>
            </a:r>
            <a:r>
              <a:rPr lang="zh-CN" altLang="en-US" sz="2800" b="1" dirty="0">
                <a:latin typeface="Times New Roman" panose="02020603050405020304" pitchFamily="18" charset="0"/>
                <a:ea typeface="黑体" panose="02010609060101010101" charset="-122"/>
                <a:cs typeface="Times New Roman" panose="02020603050405020304" pitchFamily="18" charset="0"/>
              </a:rPr>
              <a:t> 之间的函数关系</a:t>
            </a:r>
            <a:r>
              <a:rPr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8" name="TextBox 7"/>
          <p:cNvSpPr txBox="1"/>
          <p:nvPr/>
        </p:nvSpPr>
        <p:spPr bwMode="auto">
          <a:xfrm>
            <a:off x="1696010" y="1140652"/>
            <a:ext cx="12553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答案：</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9" name="Rectangle 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1695901" y="1848022"/>
          <a:ext cx="5534025" cy="1619251"/>
        </p:xfrm>
        <a:graphic>
          <a:graphicData uri="http://schemas.openxmlformats.org/presentationml/2006/ole">
            <mc:AlternateContent xmlns:mc="http://schemas.openxmlformats.org/markup-compatibility/2006">
              <mc:Choice xmlns:v="urn:schemas-microsoft-com:vml" Requires="v">
                <p:oleObj spid="_x0000_s31747" name="Equation" r:id="rId5" imgW="132588000" imgH="39014400" progId="Equation.DSMT4">
                  <p:embed/>
                </p:oleObj>
              </mc:Choice>
              <mc:Fallback>
                <p:oleObj name="Equation" r:id="rId5" imgW="132588000" imgH="39014400" progId="Equation.DSMT4">
                  <p:embed/>
                  <p:pic>
                    <p:nvPicPr>
                      <p:cNvPr id="0" name="图片 31746"/>
                      <p:cNvPicPr>
                        <a:picLocks noChangeAspect="1"/>
                      </p:cNvPicPr>
                      <p:nvPr/>
                    </p:nvPicPr>
                    <p:blipFill>
                      <a:blip r:embed="rId6"/>
                      <a:stretch>
                        <a:fillRect/>
                      </a:stretch>
                    </p:blipFill>
                    <p:spPr>
                      <a:xfrm>
                        <a:off x="1695901" y="1848022"/>
                        <a:ext cx="5534025" cy="1619251"/>
                      </a:xfrm>
                      <a:prstGeom prst="rect">
                        <a:avLst/>
                      </a:prstGeom>
                      <a:noFill/>
                      <a:ln w="9525">
                        <a:noFill/>
                      </a:ln>
                    </p:spPr>
                  </p:pic>
                </p:oleObj>
              </mc:Fallback>
            </mc:AlternateContent>
          </a:graphicData>
        </a:graphic>
      </p:graphicFrame>
      <p:pic>
        <p:nvPicPr>
          <p:cNvPr id="52229"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67199" y="1477454"/>
            <a:ext cx="3391015" cy="2052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bwMode="auto">
          <a:xfrm>
            <a:off x="8783762" y="587455"/>
            <a:ext cx="13442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的特性</a:t>
            </a:r>
            <a:r>
              <a:rPr lang="en-US" altLang="zh-CN" sz="2800" b="1" dirty="0" smtClean="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12" name="TextBox 11"/>
          <p:cNvSpPr txBox="1"/>
          <p:nvPr/>
        </p:nvSpPr>
        <p:spPr bwMode="auto">
          <a:xfrm>
            <a:off x="1965568" y="3501008"/>
            <a:ext cx="45783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有界、奇函数，周期</a:t>
            </a: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为</a:t>
            </a: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sym typeface="Symbol" panose="05050102010706020507"/>
              </a:rPr>
              <a:t></a:t>
            </a: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 </a:t>
            </a: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sp>
        <p:nvSpPr>
          <p:cNvPr id="15" name="TextBox 14"/>
          <p:cNvSpPr txBox="1"/>
          <p:nvPr/>
        </p:nvSpPr>
        <p:spPr bwMode="auto">
          <a:xfrm>
            <a:off x="1833805" y="5445353"/>
            <a:ext cx="12553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答案：</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14" name="Rectangle 10"/>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6" name="对象 15"/>
          <p:cNvGraphicFramePr>
            <a:graphicFrameLocks noChangeAspect="1"/>
          </p:cNvGraphicFramePr>
          <p:nvPr/>
        </p:nvGraphicFramePr>
        <p:xfrm>
          <a:off x="3089001" y="5520951"/>
          <a:ext cx="1843088" cy="369888"/>
        </p:xfrm>
        <a:graphic>
          <a:graphicData uri="http://schemas.openxmlformats.org/presentationml/2006/ole">
            <mc:AlternateContent xmlns:mc="http://schemas.openxmlformats.org/markup-compatibility/2006">
              <mc:Choice xmlns:v="urn:schemas-microsoft-com:vml" Requires="v">
                <p:oleObj spid="_x0000_s31748" name="Equation" r:id="rId8" imgW="43891200" imgH="9448800" progId="Equation.DSMT4">
                  <p:embed/>
                </p:oleObj>
              </mc:Choice>
              <mc:Fallback>
                <p:oleObj name="Equation" r:id="rId8" imgW="43891200" imgH="9448800" progId="Equation.DSMT4">
                  <p:embed/>
                  <p:pic>
                    <p:nvPicPr>
                      <p:cNvPr id="0" name="图片 31747"/>
                      <p:cNvPicPr>
                        <a:picLocks noChangeAspect="1"/>
                      </p:cNvPicPr>
                      <p:nvPr/>
                    </p:nvPicPr>
                    <p:blipFill>
                      <a:blip r:embed="rId9"/>
                      <a:stretch>
                        <a:fillRect/>
                      </a:stretch>
                    </p:blipFill>
                    <p:spPr>
                      <a:xfrm>
                        <a:off x="3089001" y="5520951"/>
                        <a:ext cx="1843088" cy="3698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2229"/>
                                        </p:tgtEl>
                                        <p:attrNameLst>
                                          <p:attrName>style.visibility</p:attrName>
                                        </p:attrNameLst>
                                      </p:cBhvr>
                                      <p:to>
                                        <p:strVal val="visible"/>
                                      </p:to>
                                    </p:set>
                                    <p:animEffect transition="in" filter="wipe(left)">
                                      <p:cBhvr>
                                        <p:cTn id="31" dur="500"/>
                                        <p:tgtEl>
                                          <p:spTgt spid="5222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linds(horizont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par>
                                <p:cTn id="42" presetID="22" presetClass="entr" presetSubtype="8"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left)">
                                      <p:cBhvr>
                                        <p:cTn id="44" dur="500"/>
                                        <p:tgtEl>
                                          <p:spTgt spid="6"/>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7" grpId="0"/>
      <p:bldP spid="8" grpId="0"/>
      <p:bldP spid="11" grpId="0"/>
      <p:bldP spid="12"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bwMode="auto">
          <a:xfrm>
            <a:off x="2008554" y="710742"/>
            <a:ext cx="821848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defRPr/>
            </a:pPr>
            <a:r>
              <a:rPr lang="en-US" altLang="zh-CN"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rPr>
              <a:t>1.1.3．初等函数</a:t>
            </a:r>
            <a:br>
              <a:rPr lang="zh-CN" altLang="zh-CN" sz="4400" b="1" dirty="0">
                <a:solidFill>
                  <a:srgbClr val="FF0000"/>
                </a:solidFill>
                <a:latin typeface="黑体" panose="02010609060101010101" charset="-122"/>
                <a:ea typeface="黑体" panose="02010609060101010101" charset="-122"/>
                <a:cs typeface="+mj-cs"/>
              </a:rPr>
            </a:br>
            <a:endParaRPr lang="zh-CN" altLang="en-US" sz="4400" b="1" dirty="0">
              <a:solidFill>
                <a:srgbClr val="FF0000"/>
              </a:solidFill>
              <a:latin typeface="黑体" panose="02010609060101010101" charset="-122"/>
              <a:ea typeface="黑体" panose="02010609060101010101" charset="-122"/>
              <a:cs typeface="+mj-cs"/>
            </a:endParaRPr>
          </a:p>
        </p:txBody>
      </p:sp>
      <p:sp>
        <p:nvSpPr>
          <p:cNvPr id="3" name="Text Box 3">
            <a:hlinkClick r:id="" action="ppaction://noaction"/>
          </p:cNvPr>
          <p:cNvSpPr txBox="1">
            <a:spLocks noChangeArrowheads="1"/>
          </p:cNvSpPr>
          <p:nvPr/>
        </p:nvSpPr>
        <p:spPr bwMode="auto">
          <a:xfrm>
            <a:off x="2423592" y="2276872"/>
            <a:ext cx="381635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一.基本初等函数</a:t>
            </a:r>
            <a:endParaRPr lang="zh-CN" altLang="en-US" sz="3200" b="1" dirty="0">
              <a:solidFill>
                <a:schemeClr val="accent6">
                  <a:lumMod val="50000"/>
                </a:schemeClr>
              </a:solidFill>
              <a:latin typeface="黑体" panose="02010609060101010101" charset="-122"/>
              <a:ea typeface="黑体" panose="02010609060101010101" charset="-122"/>
            </a:endParaRPr>
          </a:p>
        </p:txBody>
      </p:sp>
      <p:sp>
        <p:nvSpPr>
          <p:cNvPr id="5" name="Rectangle 2">
            <a:hlinkClick r:id="" action="ppaction://noaction"/>
          </p:cNvPr>
          <p:cNvSpPr txBox="1">
            <a:spLocks noChangeArrowheads="1"/>
          </p:cNvSpPr>
          <p:nvPr/>
        </p:nvSpPr>
        <p:spPr>
          <a:xfrm>
            <a:off x="2438028" y="3068960"/>
            <a:ext cx="27432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cs typeface="+mn-cs"/>
              </a:rPr>
              <a:t>二.初等函数</a:t>
            </a:r>
            <a:endParaRPr lang="zh-CN" altLang="zh-CN" sz="3200" b="1" dirty="0">
              <a:gradFill>
                <a:gsLst>
                  <a:gs pos="0">
                    <a:srgbClr val="007BD3"/>
                  </a:gs>
                  <a:gs pos="100000">
                    <a:srgbClr val="034373"/>
                  </a:gs>
                </a:gsLst>
                <a:lin scaled="0"/>
              </a:gradFill>
              <a:latin typeface="黑体" panose="02010609060101010101" charset="-122"/>
              <a:ea typeface="黑体" panose="02010609060101010101" charset="-122"/>
              <a:cs typeface="+mn-cs"/>
            </a:endParaRPr>
          </a:p>
        </p:txBody>
      </p:sp>
      <p:sp>
        <p:nvSpPr>
          <p:cNvPr id="6" name="TextBox 5"/>
          <p:cNvSpPr txBox="1"/>
          <p:nvPr/>
        </p:nvSpPr>
        <p:spPr>
          <a:xfrm>
            <a:off x="1524000" y="1413729"/>
            <a:ext cx="3657228" cy="583565"/>
          </a:xfrm>
          <a:prstGeom prst="rect">
            <a:avLst/>
          </a:prstGeom>
          <a:noFill/>
        </p:spPr>
        <p:txBody>
          <a:bodyPr wrap="square" rtlCol="0">
            <a:spAutoFit/>
          </a:bodyPr>
          <a:lstStyle/>
          <a:p>
            <a:r>
              <a:rPr lang="zh-CN" altLang="en-US" sz="3200" b="1" dirty="0" smtClean="0">
                <a:latin typeface="+mn-ea"/>
              </a:rPr>
              <a:t>本小节内容提要：</a:t>
            </a:r>
            <a:endParaRPr lang="zh-CN" altLang="en-US" sz="3200" b="1" dirty="0" smtClean="0">
              <a:latin typeface="+mn-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638300" y="693738"/>
            <a:ext cx="381635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基本初等函数</a:t>
            </a:r>
            <a:endParaRPr lang="zh-CN" altLang="zh-CN" sz="3200" b="1" dirty="0">
              <a:gradFill>
                <a:gsLst>
                  <a:gs pos="0">
                    <a:srgbClr val="007BD3"/>
                  </a:gs>
                  <a:gs pos="100000">
                    <a:srgbClr val="034373"/>
                  </a:gs>
                </a:gsLst>
                <a:lin scaled="0"/>
              </a:gradFill>
              <a:latin typeface="黑体" panose="02010609060101010101" charset="-122"/>
              <a:ea typeface="黑体" panose="02010609060101010101" charset="-122"/>
            </a:endParaRPr>
          </a:p>
        </p:txBody>
      </p:sp>
      <p:sp>
        <p:nvSpPr>
          <p:cNvPr id="4" name="Text Box 4"/>
          <p:cNvSpPr txBox="1">
            <a:spLocks noChangeArrowheads="1"/>
          </p:cNvSpPr>
          <p:nvPr/>
        </p:nvSpPr>
        <p:spPr bwMode="auto">
          <a:xfrm>
            <a:off x="2114549" y="1557338"/>
            <a:ext cx="2469283"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1.常值函数</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5" name="对象 3"/>
          <p:cNvGraphicFramePr>
            <a:graphicFrameLocks noChangeAspect="1"/>
          </p:cNvGraphicFramePr>
          <p:nvPr/>
        </p:nvGraphicFramePr>
        <p:xfrm>
          <a:off x="4333558" y="1656080"/>
          <a:ext cx="844550" cy="387350"/>
        </p:xfrm>
        <a:graphic>
          <a:graphicData uri="http://schemas.openxmlformats.org/presentationml/2006/ole">
            <mc:AlternateContent xmlns:mc="http://schemas.openxmlformats.org/markup-compatibility/2006">
              <mc:Choice xmlns:v="urn:schemas-microsoft-com:vml" Requires="v">
                <p:oleObj spid="_x0000_s32769" name="Equation" r:id="rId1" imgW="20421600" imgH="9448800" progId="Equation.DSMT4">
                  <p:embed/>
                </p:oleObj>
              </mc:Choice>
              <mc:Fallback>
                <p:oleObj name="Equation" r:id="rId1" imgW="20421600" imgH="9448800" progId="Equation.DSMT4">
                  <p:embed/>
                  <p:pic>
                    <p:nvPicPr>
                      <p:cNvPr id="0" name="图片 32768"/>
                      <p:cNvPicPr>
                        <a:picLocks noChangeAspect="1"/>
                      </p:cNvPicPr>
                      <p:nvPr/>
                    </p:nvPicPr>
                    <p:blipFill>
                      <a:blip r:embed="rId2"/>
                      <a:stretch>
                        <a:fillRect/>
                      </a:stretch>
                    </p:blipFill>
                    <p:spPr>
                      <a:xfrm>
                        <a:off x="4333558" y="1656080"/>
                        <a:ext cx="844550" cy="387350"/>
                      </a:xfrm>
                      <a:prstGeom prst="rect">
                        <a:avLst/>
                      </a:prstGeom>
                      <a:noFill/>
                      <a:ln w="9525">
                        <a:noFill/>
                      </a:ln>
                    </p:spPr>
                  </p:pic>
                </p:oleObj>
              </mc:Fallback>
            </mc:AlternateContent>
          </a:graphicData>
        </a:graphic>
      </p:graphicFrame>
      <p:pic>
        <p:nvPicPr>
          <p:cNvPr id="6" name="Picture 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3875" y="2420938"/>
            <a:ext cx="2971800"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897063" y="752158"/>
            <a:ext cx="1981200"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2.幂函数</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3" name="对象 5"/>
          <p:cNvGraphicFramePr>
            <a:graphicFrameLocks noChangeAspect="1"/>
          </p:cNvGraphicFramePr>
          <p:nvPr/>
        </p:nvGraphicFramePr>
        <p:xfrm>
          <a:off x="3878580" y="810260"/>
          <a:ext cx="942500" cy="468000"/>
        </p:xfrm>
        <a:graphic>
          <a:graphicData uri="http://schemas.openxmlformats.org/presentationml/2006/ole">
            <mc:AlternateContent xmlns:mc="http://schemas.openxmlformats.org/markup-compatibility/2006">
              <mc:Choice xmlns:v="urn:schemas-microsoft-com:vml" Requires="v">
                <p:oleObj spid="_x0000_s33793" name="Equation" r:id="rId1" imgW="22250400" imgH="10972800" progId="Equation.DSMT4">
                  <p:embed/>
                </p:oleObj>
              </mc:Choice>
              <mc:Fallback>
                <p:oleObj name="Equation" r:id="rId1" imgW="22250400" imgH="10972800" progId="Equation.DSMT4">
                  <p:embed/>
                  <p:pic>
                    <p:nvPicPr>
                      <p:cNvPr id="0" name="图片 33792"/>
                      <p:cNvPicPr>
                        <a:picLocks noChangeAspect="1"/>
                      </p:cNvPicPr>
                      <p:nvPr/>
                    </p:nvPicPr>
                    <p:blipFill>
                      <a:blip r:embed="rId2"/>
                      <a:stretch>
                        <a:fillRect/>
                      </a:stretch>
                    </p:blipFill>
                    <p:spPr>
                      <a:xfrm>
                        <a:off x="3878580" y="810260"/>
                        <a:ext cx="942500" cy="468000"/>
                      </a:xfrm>
                      <a:prstGeom prst="rect">
                        <a:avLst/>
                      </a:prstGeom>
                      <a:noFill/>
                      <a:ln w="9525">
                        <a:noFill/>
                      </a:ln>
                    </p:spPr>
                  </p:pic>
                </p:oleObj>
              </mc:Fallback>
            </mc:AlternateContent>
          </a:graphicData>
        </a:graphic>
      </p:graphicFrame>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3088" y="1637665"/>
            <a:ext cx="596582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对象 4">
            <a:hlinkClick r:id="" action="ppaction://ole?verb="/>
          </p:cNvPr>
          <p:cNvGraphicFramePr>
            <a:graphicFrameLocks noChangeAspect="1"/>
          </p:cNvGraphicFramePr>
          <p:nvPr/>
        </p:nvGraphicFramePr>
        <p:xfrm>
          <a:off x="4978083" y="882015"/>
          <a:ext cx="1645484" cy="396000"/>
        </p:xfrm>
        <a:graphic>
          <a:graphicData uri="http://schemas.openxmlformats.org/presentationml/2006/ole">
            <mc:AlternateContent xmlns:mc="http://schemas.openxmlformats.org/markup-compatibility/2006">
              <mc:Choice xmlns:v="urn:schemas-microsoft-com:vml" Requires="v">
                <p:oleObj spid="_x0000_s1025" name="" r:id="rId4" imgW="1002665" imgH="241300" progId="Equation.KSEE3">
                  <p:embed/>
                </p:oleObj>
              </mc:Choice>
              <mc:Fallback>
                <p:oleObj name="" r:id="rId4" imgW="1002665" imgH="241300" progId="Equation.KSEE3">
                  <p:embed/>
                  <p:pic>
                    <p:nvPicPr>
                      <p:cNvPr id="0" name="图片 1024"/>
                      <p:cNvPicPr/>
                      <p:nvPr/>
                    </p:nvPicPr>
                    <p:blipFill>
                      <a:blip r:embed="rId5"/>
                      <a:stretch>
                        <a:fillRect/>
                      </a:stretch>
                    </p:blipFill>
                    <p:spPr>
                      <a:xfrm>
                        <a:off x="4978083" y="882015"/>
                        <a:ext cx="1645484" cy="3960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798955" y="784225"/>
            <a:ext cx="2232174"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3.指数函数</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3" name="对象 7"/>
          <p:cNvGraphicFramePr>
            <a:graphicFrameLocks noChangeAspect="1"/>
          </p:cNvGraphicFramePr>
          <p:nvPr/>
        </p:nvGraphicFramePr>
        <p:xfrm>
          <a:off x="4151313" y="846773"/>
          <a:ext cx="923000" cy="468000"/>
        </p:xfrm>
        <a:graphic>
          <a:graphicData uri="http://schemas.openxmlformats.org/presentationml/2006/ole">
            <mc:AlternateContent xmlns:mc="http://schemas.openxmlformats.org/markup-compatibility/2006">
              <mc:Choice xmlns:v="urn:schemas-microsoft-com:vml" Requires="v">
                <p:oleObj spid="_x0000_s34817" name="Equation" r:id="rId1" imgW="21640800" imgH="10972800" progId="Equation.DSMT4">
                  <p:embed/>
                </p:oleObj>
              </mc:Choice>
              <mc:Fallback>
                <p:oleObj name="Equation" r:id="rId1" imgW="21640800" imgH="10972800" progId="Equation.DSMT4">
                  <p:embed/>
                  <p:pic>
                    <p:nvPicPr>
                      <p:cNvPr id="0" name="图片 34816"/>
                      <p:cNvPicPr>
                        <a:picLocks noChangeAspect="1"/>
                      </p:cNvPicPr>
                      <p:nvPr/>
                    </p:nvPicPr>
                    <p:blipFill>
                      <a:blip r:embed="rId2"/>
                      <a:stretch>
                        <a:fillRect/>
                      </a:stretch>
                    </p:blipFill>
                    <p:spPr>
                      <a:xfrm>
                        <a:off x="4151313" y="846773"/>
                        <a:ext cx="923000" cy="468000"/>
                      </a:xfrm>
                      <a:prstGeom prst="rect">
                        <a:avLst/>
                      </a:prstGeom>
                      <a:noFill/>
                      <a:ln w="9525">
                        <a:noFill/>
                      </a:ln>
                    </p:spPr>
                  </p:pic>
                </p:oleObj>
              </mc:Fallback>
            </mc:AlternateContent>
          </a:graphicData>
        </a:graphic>
      </p:graphicFrame>
      <p:sp>
        <p:nvSpPr>
          <p:cNvPr id="4" name="TextBox 1"/>
          <p:cNvSpPr txBox="1">
            <a:spLocks noChangeArrowheads="1"/>
          </p:cNvSpPr>
          <p:nvPr/>
        </p:nvSpPr>
        <p:spPr bwMode="auto">
          <a:xfrm>
            <a:off x="4931410" y="883285"/>
            <a:ext cx="33115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      </a:t>
            </a: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   且          </a:t>
            </a: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5" name="对象 3"/>
          <p:cNvGraphicFramePr>
            <a:graphicFrameLocks noChangeAspect="1"/>
          </p:cNvGraphicFramePr>
          <p:nvPr/>
        </p:nvGraphicFramePr>
        <p:xfrm>
          <a:off x="5402580" y="982345"/>
          <a:ext cx="742950" cy="323850"/>
        </p:xfrm>
        <a:graphic>
          <a:graphicData uri="http://schemas.openxmlformats.org/presentationml/2006/ole">
            <mc:AlternateContent xmlns:mc="http://schemas.openxmlformats.org/markup-compatibility/2006">
              <mc:Choice xmlns:v="urn:schemas-microsoft-com:vml" Requires="v">
                <p:oleObj spid="_x0000_s34818" name="Equation" r:id="rId3" imgW="17983200" imgH="7620000" progId="Equation.DSMT4">
                  <p:embed/>
                </p:oleObj>
              </mc:Choice>
              <mc:Fallback>
                <p:oleObj name="Equation" r:id="rId3" imgW="17983200" imgH="7620000" progId="Equation.DSMT4">
                  <p:embed/>
                  <p:pic>
                    <p:nvPicPr>
                      <p:cNvPr id="0" name="图片 34817"/>
                      <p:cNvPicPr>
                        <a:picLocks noChangeAspect="1"/>
                      </p:cNvPicPr>
                      <p:nvPr/>
                    </p:nvPicPr>
                    <p:blipFill>
                      <a:blip r:embed="rId4"/>
                      <a:stretch>
                        <a:fillRect/>
                      </a:stretch>
                    </p:blipFill>
                    <p:spPr>
                      <a:xfrm>
                        <a:off x="5402580" y="982345"/>
                        <a:ext cx="742950" cy="323850"/>
                      </a:xfrm>
                      <a:prstGeom prst="rect">
                        <a:avLst/>
                      </a:prstGeom>
                      <a:noFill/>
                      <a:ln w="9525">
                        <a:noFill/>
                      </a:ln>
                    </p:spPr>
                  </p:pic>
                </p:oleObj>
              </mc:Fallback>
            </mc:AlternateContent>
          </a:graphicData>
        </a:graphic>
      </p:graphicFrame>
      <p:graphicFrame>
        <p:nvGraphicFramePr>
          <p:cNvPr id="6" name="对象 5"/>
          <p:cNvGraphicFramePr>
            <a:graphicFrameLocks noChangeAspect="1"/>
          </p:cNvGraphicFramePr>
          <p:nvPr/>
        </p:nvGraphicFramePr>
        <p:xfrm>
          <a:off x="6607346" y="982186"/>
          <a:ext cx="704850" cy="323850"/>
        </p:xfrm>
        <a:graphic>
          <a:graphicData uri="http://schemas.openxmlformats.org/presentationml/2006/ole">
            <mc:AlternateContent xmlns:mc="http://schemas.openxmlformats.org/markup-compatibility/2006">
              <mc:Choice xmlns:v="urn:schemas-microsoft-com:vml" Requires="v">
                <p:oleObj spid="_x0000_s34819" name="Equation" r:id="rId5" imgW="16764000" imgH="7620000" progId="Equation.DSMT4">
                  <p:embed/>
                </p:oleObj>
              </mc:Choice>
              <mc:Fallback>
                <p:oleObj name="Equation" r:id="rId5" imgW="16764000" imgH="7620000" progId="Equation.DSMT4">
                  <p:embed/>
                  <p:pic>
                    <p:nvPicPr>
                      <p:cNvPr id="0" name="图片 34818"/>
                      <p:cNvPicPr>
                        <a:picLocks noChangeAspect="1"/>
                      </p:cNvPicPr>
                      <p:nvPr/>
                    </p:nvPicPr>
                    <p:blipFill>
                      <a:blip r:embed="rId6"/>
                      <a:stretch>
                        <a:fillRect/>
                      </a:stretch>
                    </p:blipFill>
                    <p:spPr>
                      <a:xfrm>
                        <a:off x="6607346" y="982186"/>
                        <a:ext cx="704850" cy="323850"/>
                      </a:xfrm>
                      <a:prstGeom prst="rect">
                        <a:avLst/>
                      </a:prstGeom>
                      <a:noFill/>
                      <a:ln w="9525">
                        <a:noFill/>
                      </a:ln>
                    </p:spPr>
                  </p:pic>
                </p:oleObj>
              </mc:Fallback>
            </mc:AlternateContent>
          </a:graphicData>
        </a:graphic>
      </p:graphicFrame>
      <p:pic>
        <p:nvPicPr>
          <p:cNvPr id="7"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51313" y="1628775"/>
            <a:ext cx="3714750"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1464747" y="648970"/>
            <a:ext cx="2304256"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4.</a:t>
            </a:r>
            <a:r>
              <a:rPr lang="zh-CN" altLang="en-US" sz="3200" b="1" dirty="0">
                <a:solidFill>
                  <a:srgbClr val="0000FF"/>
                </a:solidFill>
                <a:latin typeface="楷体" panose="02010609060101010101" charset="-122"/>
                <a:ea typeface="楷体" panose="02010609060101010101" charset="-122"/>
                <a:cs typeface="楷体" panose="02010609060101010101" charset="-122"/>
              </a:rPr>
              <a:t>对数函数</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3" name="对象 9"/>
          <p:cNvGraphicFramePr>
            <a:graphicFrameLocks noChangeAspect="1"/>
          </p:cNvGraphicFramePr>
          <p:nvPr/>
        </p:nvGraphicFramePr>
        <p:xfrm>
          <a:off x="3768725" y="723900"/>
          <a:ext cx="1422400" cy="431800"/>
        </p:xfrm>
        <a:graphic>
          <a:graphicData uri="http://schemas.openxmlformats.org/presentationml/2006/ole">
            <mc:AlternateContent xmlns:mc="http://schemas.openxmlformats.org/markup-compatibility/2006">
              <mc:Choice xmlns:v="urn:schemas-microsoft-com:vml" Requires="v">
                <p:oleObj spid="_x0000_s35841" name="Equation" r:id="rId1" imgW="34137600" imgH="10363200" progId="Equation.DSMT4">
                  <p:embed/>
                </p:oleObj>
              </mc:Choice>
              <mc:Fallback>
                <p:oleObj name="Equation" r:id="rId1" imgW="34137600" imgH="10363200" progId="Equation.DSMT4">
                  <p:embed/>
                  <p:pic>
                    <p:nvPicPr>
                      <p:cNvPr id="0" name="图片 35840"/>
                      <p:cNvPicPr>
                        <a:picLocks noChangeAspect="1"/>
                      </p:cNvPicPr>
                      <p:nvPr/>
                    </p:nvPicPr>
                    <p:blipFill>
                      <a:blip r:embed="rId2"/>
                      <a:stretch>
                        <a:fillRect/>
                      </a:stretch>
                    </p:blipFill>
                    <p:spPr>
                      <a:xfrm>
                        <a:off x="3768725" y="723900"/>
                        <a:ext cx="1422400" cy="431800"/>
                      </a:xfrm>
                      <a:prstGeom prst="rect">
                        <a:avLst/>
                      </a:prstGeom>
                      <a:noFill/>
                      <a:ln w="9525">
                        <a:noFill/>
                      </a:ln>
                    </p:spPr>
                  </p:pic>
                </p:oleObj>
              </mc:Fallback>
            </mc:AlternateContent>
          </a:graphicData>
        </a:graphic>
      </p:graphicFrame>
      <p:graphicFrame>
        <p:nvGraphicFramePr>
          <p:cNvPr id="4" name="对象 11"/>
          <p:cNvGraphicFramePr>
            <a:graphicFrameLocks noChangeAspect="1"/>
          </p:cNvGraphicFramePr>
          <p:nvPr/>
        </p:nvGraphicFramePr>
        <p:xfrm>
          <a:off x="3768750" y="1290955"/>
          <a:ext cx="1085850" cy="387350"/>
        </p:xfrm>
        <a:graphic>
          <a:graphicData uri="http://schemas.openxmlformats.org/presentationml/2006/ole">
            <mc:AlternateContent xmlns:mc="http://schemas.openxmlformats.org/markup-compatibility/2006">
              <mc:Choice xmlns:v="urn:schemas-microsoft-com:vml" Requires="v">
                <p:oleObj spid="_x0000_s35842" name="Equation" r:id="rId3" imgW="26212800" imgH="9448800" progId="Equation.DSMT4">
                  <p:embed/>
                </p:oleObj>
              </mc:Choice>
              <mc:Fallback>
                <p:oleObj name="Equation" r:id="rId3" imgW="26212800" imgH="9448800" progId="Equation.DSMT4">
                  <p:embed/>
                  <p:pic>
                    <p:nvPicPr>
                      <p:cNvPr id="0" name="图片 35841"/>
                      <p:cNvPicPr>
                        <a:picLocks noChangeAspect="1"/>
                      </p:cNvPicPr>
                      <p:nvPr/>
                    </p:nvPicPr>
                    <p:blipFill>
                      <a:blip r:embed="rId4"/>
                      <a:stretch>
                        <a:fillRect/>
                      </a:stretch>
                    </p:blipFill>
                    <p:spPr>
                      <a:xfrm>
                        <a:off x="3768750" y="1290955"/>
                        <a:ext cx="1085850" cy="387350"/>
                      </a:xfrm>
                      <a:prstGeom prst="rect">
                        <a:avLst/>
                      </a:prstGeom>
                      <a:noFill/>
                      <a:ln w="9525">
                        <a:noFill/>
                      </a:ln>
                    </p:spPr>
                  </p:pic>
                </p:oleObj>
              </mc:Fallback>
            </mc:AlternateContent>
          </a:graphicData>
        </a:graphic>
      </p:graphicFrame>
      <p:sp>
        <p:nvSpPr>
          <p:cNvPr id="5" name="TextBox 22"/>
          <p:cNvSpPr txBox="1">
            <a:spLocks noChangeArrowheads="1"/>
          </p:cNvSpPr>
          <p:nvPr/>
        </p:nvSpPr>
        <p:spPr bwMode="auto">
          <a:xfrm>
            <a:off x="4997450" y="697865"/>
            <a:ext cx="331152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 （        </a:t>
            </a: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且          ）．</a:t>
            </a:r>
            <a:endPar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 name="对象 1"/>
          <p:cNvGraphicFramePr>
            <a:graphicFrameLocks noChangeAspect="1"/>
          </p:cNvGraphicFramePr>
          <p:nvPr/>
        </p:nvGraphicFramePr>
        <p:xfrm>
          <a:off x="5544314" y="777865"/>
          <a:ext cx="742950" cy="323850"/>
        </p:xfrm>
        <a:graphic>
          <a:graphicData uri="http://schemas.openxmlformats.org/presentationml/2006/ole">
            <mc:AlternateContent xmlns:mc="http://schemas.openxmlformats.org/markup-compatibility/2006">
              <mc:Choice xmlns:v="urn:schemas-microsoft-com:vml" Requires="v">
                <p:oleObj spid="_x0000_s35843" name="Equation" r:id="rId5" imgW="17983200" imgH="7620000" progId="Equation.DSMT4">
                  <p:embed/>
                </p:oleObj>
              </mc:Choice>
              <mc:Fallback>
                <p:oleObj name="Equation" r:id="rId5" imgW="17983200" imgH="7620000" progId="Equation.DSMT4">
                  <p:embed/>
                  <p:pic>
                    <p:nvPicPr>
                      <p:cNvPr id="0" name="图片 35842"/>
                      <p:cNvPicPr>
                        <a:picLocks noChangeAspect="1"/>
                      </p:cNvPicPr>
                      <p:nvPr/>
                    </p:nvPicPr>
                    <p:blipFill>
                      <a:blip r:embed="rId6"/>
                      <a:stretch>
                        <a:fillRect/>
                      </a:stretch>
                    </p:blipFill>
                    <p:spPr>
                      <a:xfrm>
                        <a:off x="5544314" y="777865"/>
                        <a:ext cx="742950" cy="323850"/>
                      </a:xfrm>
                      <a:prstGeom prst="rect">
                        <a:avLst/>
                      </a:prstGeom>
                      <a:noFill/>
                      <a:ln w="9525">
                        <a:noFill/>
                      </a:ln>
                    </p:spPr>
                  </p:pic>
                </p:oleObj>
              </mc:Fallback>
            </mc:AlternateContent>
          </a:graphicData>
        </a:graphic>
      </p:graphicFrame>
      <p:graphicFrame>
        <p:nvGraphicFramePr>
          <p:cNvPr id="7" name="对象 2"/>
          <p:cNvGraphicFramePr>
            <a:graphicFrameLocks noChangeAspect="1"/>
          </p:cNvGraphicFramePr>
          <p:nvPr/>
        </p:nvGraphicFramePr>
        <p:xfrm>
          <a:off x="6640341" y="777865"/>
          <a:ext cx="704850" cy="323850"/>
        </p:xfrm>
        <a:graphic>
          <a:graphicData uri="http://schemas.openxmlformats.org/presentationml/2006/ole">
            <mc:AlternateContent xmlns:mc="http://schemas.openxmlformats.org/markup-compatibility/2006">
              <mc:Choice xmlns:v="urn:schemas-microsoft-com:vml" Requires="v">
                <p:oleObj spid="_x0000_s35844" name="Equation" r:id="rId7" imgW="16764000" imgH="7620000" progId="Equation.DSMT4">
                  <p:embed/>
                </p:oleObj>
              </mc:Choice>
              <mc:Fallback>
                <p:oleObj name="Equation" r:id="rId7" imgW="16764000" imgH="7620000" progId="Equation.DSMT4">
                  <p:embed/>
                  <p:pic>
                    <p:nvPicPr>
                      <p:cNvPr id="0" name="图片 35843"/>
                      <p:cNvPicPr>
                        <a:picLocks noChangeAspect="1"/>
                      </p:cNvPicPr>
                      <p:nvPr/>
                    </p:nvPicPr>
                    <p:blipFill>
                      <a:blip r:embed="rId8"/>
                      <a:stretch>
                        <a:fillRect/>
                      </a:stretch>
                    </p:blipFill>
                    <p:spPr>
                      <a:xfrm>
                        <a:off x="6640341" y="777865"/>
                        <a:ext cx="704850" cy="323850"/>
                      </a:xfrm>
                      <a:prstGeom prst="rect">
                        <a:avLst/>
                      </a:prstGeom>
                      <a:noFill/>
                      <a:ln w="9525">
                        <a:noFill/>
                      </a:ln>
                    </p:spPr>
                  </p:pic>
                </p:oleObj>
              </mc:Fallback>
            </mc:AlternateContent>
          </a:graphicData>
        </a:graphic>
      </p:graphicFrame>
      <p:pic>
        <p:nvPicPr>
          <p:cNvPr id="8"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03613" y="2027238"/>
            <a:ext cx="42767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1991544" y="404813"/>
            <a:ext cx="2340744"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5.三角函数</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3" name="对象 13"/>
          <p:cNvGraphicFramePr>
            <a:graphicFrameLocks noChangeAspect="1"/>
          </p:cNvGraphicFramePr>
          <p:nvPr/>
        </p:nvGraphicFramePr>
        <p:xfrm>
          <a:off x="4280218" y="474663"/>
          <a:ext cx="4598123" cy="936000"/>
        </p:xfrm>
        <a:graphic>
          <a:graphicData uri="http://schemas.openxmlformats.org/presentationml/2006/ole">
            <mc:AlternateContent xmlns:mc="http://schemas.openxmlformats.org/markup-compatibility/2006">
              <mc:Choice xmlns:v="urn:schemas-microsoft-com:vml" Requires="v">
                <p:oleObj spid="_x0000_s36865" name="Equation" r:id="rId1" imgW="109118400" imgH="22555200" progId="Equation.DSMT4">
                  <p:embed/>
                </p:oleObj>
              </mc:Choice>
              <mc:Fallback>
                <p:oleObj name="Equation" r:id="rId1" imgW="109118400" imgH="22555200" progId="Equation.DSMT4">
                  <p:embed/>
                  <p:pic>
                    <p:nvPicPr>
                      <p:cNvPr id="0" name="图片 36864"/>
                      <p:cNvPicPr>
                        <a:picLocks noChangeAspect="1"/>
                      </p:cNvPicPr>
                      <p:nvPr/>
                    </p:nvPicPr>
                    <p:blipFill>
                      <a:blip r:embed="rId2"/>
                      <a:stretch>
                        <a:fillRect/>
                      </a:stretch>
                    </p:blipFill>
                    <p:spPr>
                      <a:xfrm>
                        <a:off x="4280218" y="474663"/>
                        <a:ext cx="4598123" cy="936000"/>
                      </a:xfrm>
                      <a:prstGeom prst="rect">
                        <a:avLst/>
                      </a:prstGeom>
                      <a:noFill/>
                      <a:ln w="9525">
                        <a:noFill/>
                      </a:ln>
                    </p:spPr>
                  </p:pic>
                </p:oleObj>
              </mc:Fallback>
            </mc:AlternateContent>
          </a:graphicData>
        </a:graphic>
      </p:graphicFrame>
      <p:grpSp>
        <p:nvGrpSpPr>
          <p:cNvPr id="4" name="Group 1"/>
          <p:cNvGrpSpPr/>
          <p:nvPr/>
        </p:nvGrpSpPr>
        <p:grpSpPr bwMode="auto">
          <a:xfrm>
            <a:off x="1665605" y="1716723"/>
            <a:ext cx="2808288" cy="2147887"/>
            <a:chOff x="5715" y="9647"/>
            <a:chExt cx="1705" cy="1174"/>
          </a:xfrm>
        </p:grpSpPr>
        <p:grpSp>
          <p:nvGrpSpPr>
            <p:cNvPr id="5" name="Group 2"/>
            <p:cNvGrpSpPr/>
            <p:nvPr/>
          </p:nvGrpSpPr>
          <p:grpSpPr bwMode="auto">
            <a:xfrm>
              <a:off x="5715" y="9647"/>
              <a:ext cx="1705" cy="1174"/>
              <a:chOff x="2284" y="12033"/>
              <a:chExt cx="2520" cy="1737"/>
            </a:xfrm>
          </p:grpSpPr>
          <p:grpSp>
            <p:nvGrpSpPr>
              <p:cNvPr id="7" name="Group 3"/>
              <p:cNvGrpSpPr/>
              <p:nvPr/>
            </p:nvGrpSpPr>
            <p:grpSpPr bwMode="auto">
              <a:xfrm>
                <a:off x="2284" y="12033"/>
                <a:ext cx="2520" cy="1737"/>
                <a:chOff x="2284" y="12033"/>
                <a:chExt cx="2520" cy="1737"/>
              </a:xfrm>
            </p:grpSpPr>
            <p:sp>
              <p:nvSpPr>
                <p:cNvPr id="11" name="Line 4"/>
                <p:cNvSpPr>
                  <a:spLocks noChangeShapeType="1"/>
                </p:cNvSpPr>
                <p:nvPr/>
              </p:nvSpPr>
              <p:spPr bwMode="auto">
                <a:xfrm>
                  <a:off x="2284" y="12747"/>
                  <a:ext cx="2520" cy="0"/>
                </a:xfrm>
                <a:prstGeom prst="line">
                  <a:avLst/>
                </a:prstGeom>
                <a:noFill/>
                <a:ln w="9525">
                  <a:solidFill>
                    <a:srgbClr val="000000"/>
                  </a:solidFill>
                  <a:round/>
                  <a:tailEnd type="stealth"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sp>
              <p:nvSpPr>
                <p:cNvPr id="12" name="Line 5"/>
                <p:cNvSpPr>
                  <a:spLocks noChangeShapeType="1"/>
                </p:cNvSpPr>
                <p:nvPr/>
              </p:nvSpPr>
              <p:spPr bwMode="auto">
                <a:xfrm flipV="1">
                  <a:off x="3466" y="12033"/>
                  <a:ext cx="0" cy="1377"/>
                </a:xfrm>
                <a:prstGeom prst="line">
                  <a:avLst/>
                </a:prstGeom>
                <a:noFill/>
                <a:ln w="9525">
                  <a:solidFill>
                    <a:srgbClr val="000000"/>
                  </a:solidFill>
                  <a:round/>
                  <a:tailEnd type="stealth"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3" name="对象 10"/>
                <p:cNvGraphicFramePr>
                  <a:graphicFrameLocks noChangeAspect="1"/>
                </p:cNvGraphicFramePr>
                <p:nvPr/>
              </p:nvGraphicFramePr>
              <p:xfrm>
                <a:off x="3472" y="12732"/>
                <a:ext cx="282" cy="312"/>
              </p:xfrm>
              <a:graphic>
                <a:graphicData uri="http://schemas.openxmlformats.org/presentationml/2006/ole">
                  <mc:AlternateContent xmlns:mc="http://schemas.openxmlformats.org/markup-compatibility/2006">
                    <mc:Choice xmlns:v="urn:schemas-microsoft-com:vml" Requires="v">
                      <p:oleObj spid="_x0000_s36866" name="Equation" r:id="rId3" imgW="3048000" imgH="3352800" progId="Equation.DSMT4">
                        <p:embed/>
                      </p:oleObj>
                    </mc:Choice>
                    <mc:Fallback>
                      <p:oleObj name="Equation" r:id="rId3" imgW="3048000" imgH="3352800" progId="Equation.DSMT4">
                        <p:embed/>
                        <p:pic>
                          <p:nvPicPr>
                            <p:cNvPr id="0" name="图片 36865"/>
                            <p:cNvPicPr>
                              <a:picLocks noChangeAspect="1"/>
                            </p:cNvPicPr>
                            <p:nvPr/>
                          </p:nvPicPr>
                          <p:blipFill>
                            <a:blip r:embed="rId4"/>
                            <a:stretch>
                              <a:fillRect/>
                            </a:stretch>
                          </p:blipFill>
                          <p:spPr>
                            <a:xfrm>
                              <a:off x="3472" y="12732"/>
                              <a:ext cx="282" cy="312"/>
                            </a:xfrm>
                            <a:prstGeom prst="rect">
                              <a:avLst/>
                            </a:prstGeom>
                            <a:noFill/>
                            <a:ln w="28575">
                              <a:noFill/>
                            </a:ln>
                          </p:spPr>
                        </p:pic>
                      </p:oleObj>
                    </mc:Fallback>
                  </mc:AlternateContent>
                </a:graphicData>
              </a:graphic>
            </p:graphicFrame>
            <p:graphicFrame>
              <p:nvGraphicFramePr>
                <p:cNvPr id="14" name="对象 11"/>
                <p:cNvGraphicFramePr>
                  <a:graphicFrameLocks noChangeAspect="1"/>
                </p:cNvGraphicFramePr>
                <p:nvPr/>
              </p:nvGraphicFramePr>
              <p:xfrm>
                <a:off x="3500" y="12123"/>
                <a:ext cx="177" cy="188"/>
              </p:xfrm>
              <a:graphic>
                <a:graphicData uri="http://schemas.openxmlformats.org/presentationml/2006/ole">
                  <mc:AlternateContent xmlns:mc="http://schemas.openxmlformats.org/markup-compatibility/2006">
                    <mc:Choice xmlns:v="urn:schemas-microsoft-com:vml" Requires="v">
                      <p:oleObj spid="_x0000_s36867" name="Equation" r:id="rId5" imgW="3352800" imgH="3962400" progId="Equation.DSMT4">
                        <p:embed/>
                      </p:oleObj>
                    </mc:Choice>
                    <mc:Fallback>
                      <p:oleObj name="Equation" r:id="rId5" imgW="3352800" imgH="3962400" progId="Equation.DSMT4">
                        <p:embed/>
                        <p:pic>
                          <p:nvPicPr>
                            <p:cNvPr id="0" name="图片 36866"/>
                            <p:cNvPicPr>
                              <a:picLocks noChangeAspect="1"/>
                            </p:cNvPicPr>
                            <p:nvPr/>
                          </p:nvPicPr>
                          <p:blipFill>
                            <a:blip r:embed="rId6"/>
                            <a:stretch>
                              <a:fillRect/>
                            </a:stretch>
                          </p:blipFill>
                          <p:spPr>
                            <a:xfrm>
                              <a:off x="3500" y="12123"/>
                              <a:ext cx="177" cy="188"/>
                            </a:xfrm>
                            <a:prstGeom prst="rect">
                              <a:avLst/>
                            </a:prstGeom>
                            <a:noFill/>
                            <a:ln w="28575">
                              <a:noFill/>
                            </a:ln>
                          </p:spPr>
                        </p:pic>
                      </p:oleObj>
                    </mc:Fallback>
                  </mc:AlternateContent>
                </a:graphicData>
              </a:graphic>
            </p:graphicFrame>
            <p:graphicFrame>
              <p:nvGraphicFramePr>
                <p:cNvPr id="15" name="对象 12"/>
                <p:cNvGraphicFramePr>
                  <a:graphicFrameLocks noChangeAspect="1"/>
                </p:cNvGraphicFramePr>
                <p:nvPr/>
              </p:nvGraphicFramePr>
              <p:xfrm>
                <a:off x="4548" y="12783"/>
                <a:ext cx="161" cy="159"/>
              </p:xfrm>
              <a:graphic>
                <a:graphicData uri="http://schemas.openxmlformats.org/presentationml/2006/ole">
                  <mc:AlternateContent xmlns:mc="http://schemas.openxmlformats.org/markup-compatibility/2006">
                    <mc:Choice xmlns:v="urn:schemas-microsoft-com:vml" Requires="v">
                      <p:oleObj spid="_x0000_s36868" name="Equation" r:id="rId7" imgW="3048000" imgH="3352800" progId="Equation.DSMT4">
                        <p:embed/>
                      </p:oleObj>
                    </mc:Choice>
                    <mc:Fallback>
                      <p:oleObj name="Equation" r:id="rId7" imgW="3048000" imgH="3352800" progId="Equation.DSMT4">
                        <p:embed/>
                        <p:pic>
                          <p:nvPicPr>
                            <p:cNvPr id="0" name="图片 36867"/>
                            <p:cNvPicPr>
                              <a:picLocks noChangeAspect="1"/>
                            </p:cNvPicPr>
                            <p:nvPr/>
                          </p:nvPicPr>
                          <p:blipFill>
                            <a:blip r:embed="rId4"/>
                            <a:stretch>
                              <a:fillRect/>
                            </a:stretch>
                          </p:blipFill>
                          <p:spPr>
                            <a:xfrm>
                              <a:off x="4548" y="12783"/>
                              <a:ext cx="161" cy="159"/>
                            </a:xfrm>
                            <a:prstGeom prst="rect">
                              <a:avLst/>
                            </a:prstGeom>
                            <a:noFill/>
                            <a:ln w="28575">
                              <a:noFill/>
                            </a:ln>
                          </p:spPr>
                        </p:pic>
                      </p:oleObj>
                    </mc:Fallback>
                  </mc:AlternateContent>
                </a:graphicData>
              </a:graphic>
            </p:graphicFrame>
            <p:sp>
              <p:nvSpPr>
                <p:cNvPr id="16" name="Text Box 9"/>
                <p:cNvSpPr txBox="1">
                  <a:spLocks noChangeArrowheads="1"/>
                </p:cNvSpPr>
                <p:nvPr/>
              </p:nvSpPr>
              <p:spPr bwMode="auto">
                <a:xfrm>
                  <a:off x="3122" y="13425"/>
                  <a:ext cx="1440"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900" b="1">
                      <a:latin typeface="Times New Roman" panose="02020603050405020304" pitchFamily="18" charset="0"/>
                      <a:ea typeface="黑体" panose="02010609060101010101" charset="-122"/>
                      <a:cs typeface="Times New Roman" panose="02020603050405020304" pitchFamily="18" charset="0"/>
                    </a:rPr>
                    <a:t>图</a:t>
                  </a:r>
                  <a:r>
                    <a:rPr lang="en-US" altLang="zh-CN" sz="900" b="1">
                      <a:latin typeface="Times New Roman" panose="02020603050405020304" pitchFamily="18" charset="0"/>
                      <a:ea typeface="黑体" panose="02010609060101010101" charset="-122"/>
                      <a:cs typeface="Times New Roman" panose="02020603050405020304" pitchFamily="18" charset="0"/>
                    </a:rPr>
                    <a:t>1.1.13</a:t>
                  </a:r>
                  <a:endParaRPr lang="en-US" altLang="zh-CN" sz="900" b="1">
                    <a:latin typeface="Times New Roman" panose="02020603050405020304" pitchFamily="18" charset="0"/>
                    <a:ea typeface="黑体" panose="02010609060101010101" charset="-122"/>
                    <a:cs typeface="Times New Roman" panose="02020603050405020304" pitchFamily="18" charset="0"/>
                  </a:endParaRPr>
                </a:p>
                <a:p>
                  <a:pPr eaLnBrk="1" hangingPunct="1"/>
                  <a:endParaRPr lang="zh-CN" altLang="zh-CN" b="1">
                    <a:latin typeface="Times New Roman" panose="02020603050405020304" pitchFamily="18" charset="0"/>
                    <a:ea typeface="黑体" panose="02010609060101010101" charset="-122"/>
                    <a:cs typeface="Times New Roman" panose="02020603050405020304" pitchFamily="18" charset="0"/>
                  </a:endParaRPr>
                </a:p>
              </p:txBody>
            </p:sp>
          </p:grpSp>
          <p:grpSp>
            <p:nvGrpSpPr>
              <p:cNvPr id="8" name="Group 10"/>
              <p:cNvGrpSpPr/>
              <p:nvPr/>
            </p:nvGrpSpPr>
            <p:grpSpPr bwMode="auto">
              <a:xfrm>
                <a:off x="2562" y="12416"/>
                <a:ext cx="1788" cy="649"/>
                <a:chOff x="2562" y="12416"/>
                <a:chExt cx="1788" cy="649"/>
              </a:xfrm>
            </p:grpSpPr>
            <p:sp>
              <p:nvSpPr>
                <p:cNvPr id="9" name="Freeform 11"/>
                <p:cNvSpPr/>
                <p:nvPr/>
              </p:nvSpPr>
              <p:spPr bwMode="auto">
                <a:xfrm>
                  <a:off x="3464" y="12416"/>
                  <a:ext cx="886" cy="498"/>
                </a:xfrm>
                <a:custGeom>
                  <a:avLst/>
                  <a:gdLst>
                    <a:gd name="T0" fmla="*/ 0 w 886"/>
                    <a:gd name="T1" fmla="*/ 318 h 498"/>
                    <a:gd name="T2" fmla="*/ 330 w 886"/>
                    <a:gd name="T3" fmla="*/ 3 h 498"/>
                    <a:gd name="T4" fmla="*/ 676 w 886"/>
                    <a:gd name="T5" fmla="*/ 303 h 498"/>
                    <a:gd name="T6" fmla="*/ 886 w 886"/>
                    <a:gd name="T7" fmla="*/ 498 h 498"/>
                  </a:gdLst>
                  <a:ahLst/>
                  <a:cxnLst>
                    <a:cxn ang="0">
                      <a:pos x="T0" y="T1"/>
                    </a:cxn>
                    <a:cxn ang="0">
                      <a:pos x="T2" y="T3"/>
                    </a:cxn>
                    <a:cxn ang="0">
                      <a:pos x="T4" y="T5"/>
                    </a:cxn>
                    <a:cxn ang="0">
                      <a:pos x="T6" y="T7"/>
                    </a:cxn>
                  </a:cxnLst>
                  <a:rect l="0" t="0" r="r" b="b"/>
                  <a:pathLst>
                    <a:path w="886" h="498">
                      <a:moveTo>
                        <a:pt x="0" y="318"/>
                      </a:moveTo>
                      <a:cubicBezTo>
                        <a:pt x="108" y="162"/>
                        <a:pt x="217" y="6"/>
                        <a:pt x="330" y="3"/>
                      </a:cubicBezTo>
                      <a:cubicBezTo>
                        <a:pt x="443" y="0"/>
                        <a:pt x="583" y="220"/>
                        <a:pt x="676" y="303"/>
                      </a:cubicBezTo>
                      <a:cubicBezTo>
                        <a:pt x="769" y="386"/>
                        <a:pt x="827" y="442"/>
                        <a:pt x="886" y="498"/>
                      </a:cubicBez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n w="19050">
                      <a:solidFill>
                        <a:schemeClr val="tx1"/>
                      </a:solidFill>
                    </a:ln>
                    <a:latin typeface="Times New Roman" panose="02020603050405020304" pitchFamily="18" charset="0"/>
                    <a:ea typeface="黑体" panose="02010609060101010101" charset="-122"/>
                    <a:cs typeface="Times New Roman" panose="02020603050405020304" pitchFamily="18" charset="0"/>
                  </a:endParaRPr>
                </a:p>
              </p:txBody>
            </p:sp>
            <p:sp>
              <p:nvSpPr>
                <p:cNvPr id="10" name="Freeform 12"/>
                <p:cNvSpPr/>
                <p:nvPr/>
              </p:nvSpPr>
              <p:spPr bwMode="auto">
                <a:xfrm flipH="1" flipV="1">
                  <a:off x="2562" y="12567"/>
                  <a:ext cx="886" cy="498"/>
                </a:xfrm>
                <a:custGeom>
                  <a:avLst/>
                  <a:gdLst>
                    <a:gd name="T0" fmla="*/ 0 w 886"/>
                    <a:gd name="T1" fmla="*/ 318 h 498"/>
                    <a:gd name="T2" fmla="*/ 330 w 886"/>
                    <a:gd name="T3" fmla="*/ 3 h 498"/>
                    <a:gd name="T4" fmla="*/ 676 w 886"/>
                    <a:gd name="T5" fmla="*/ 303 h 498"/>
                    <a:gd name="T6" fmla="*/ 886 w 886"/>
                    <a:gd name="T7" fmla="*/ 498 h 4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6" h="498">
                      <a:moveTo>
                        <a:pt x="0" y="318"/>
                      </a:moveTo>
                      <a:cubicBezTo>
                        <a:pt x="108" y="162"/>
                        <a:pt x="217" y="6"/>
                        <a:pt x="330" y="3"/>
                      </a:cubicBezTo>
                      <a:cubicBezTo>
                        <a:pt x="443" y="0"/>
                        <a:pt x="583" y="220"/>
                        <a:pt x="676" y="303"/>
                      </a:cubicBezTo>
                      <a:cubicBezTo>
                        <a:pt x="769" y="386"/>
                        <a:pt x="827" y="442"/>
                        <a:pt x="886" y="498"/>
                      </a:cubicBez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charset="-122"/>
                    <a:cs typeface="Times New Roman" panose="02020603050405020304" pitchFamily="18" charset="0"/>
                  </a:endParaRPr>
                </a:p>
              </p:txBody>
            </p:sp>
          </p:grpSp>
        </p:grpSp>
        <p:graphicFrame>
          <p:nvGraphicFramePr>
            <p:cNvPr id="6" name="对象 3"/>
            <p:cNvGraphicFramePr>
              <a:graphicFrameLocks noChangeAspect="1"/>
            </p:cNvGraphicFramePr>
            <p:nvPr/>
          </p:nvGraphicFramePr>
          <p:xfrm>
            <a:off x="6535" y="10234"/>
            <a:ext cx="859" cy="307"/>
          </p:xfrm>
          <a:graphic>
            <a:graphicData uri="http://schemas.openxmlformats.org/presentationml/2006/ole">
              <mc:AlternateContent xmlns:mc="http://schemas.openxmlformats.org/markup-compatibility/2006">
                <mc:Choice xmlns:v="urn:schemas-microsoft-com:vml" Requires="v">
                  <p:oleObj spid="_x0000_s36869" name="Equation" r:id="rId8" imgW="13716000" imgH="4876800" progId="Equation.DSMT4">
                    <p:embed/>
                  </p:oleObj>
                </mc:Choice>
                <mc:Fallback>
                  <p:oleObj name="Equation" r:id="rId8" imgW="13716000" imgH="4876800" progId="Equation.DSMT4">
                    <p:embed/>
                    <p:pic>
                      <p:nvPicPr>
                        <p:cNvPr id="0" name="图片 36868"/>
                        <p:cNvPicPr>
                          <a:picLocks noChangeAspect="1"/>
                        </p:cNvPicPr>
                        <p:nvPr/>
                      </p:nvPicPr>
                      <p:blipFill>
                        <a:blip r:embed="rId9"/>
                        <a:stretch>
                          <a:fillRect/>
                        </a:stretch>
                      </p:blipFill>
                      <p:spPr>
                        <a:xfrm>
                          <a:off x="6535" y="10234"/>
                          <a:ext cx="859" cy="307"/>
                        </a:xfrm>
                        <a:prstGeom prst="rect">
                          <a:avLst/>
                        </a:prstGeom>
                        <a:noFill/>
                        <a:ln w="28575">
                          <a:noFill/>
                        </a:ln>
                      </p:spPr>
                    </p:pic>
                  </p:oleObj>
                </mc:Fallback>
              </mc:AlternateContent>
            </a:graphicData>
          </a:graphic>
        </p:graphicFrame>
      </p:grpSp>
      <p:pic>
        <p:nvPicPr>
          <p:cNvPr id="17" name="Picture 1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77118" y="1889125"/>
            <a:ext cx="25511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0"/>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831455" y="1923415"/>
            <a:ext cx="240347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665605" y="3751263"/>
            <a:ext cx="3211513" cy="219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2"/>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040313" y="3864610"/>
            <a:ext cx="2962275"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002588" y="4008438"/>
            <a:ext cx="2432050"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6967984" y="1333025"/>
            <a:ext cx="4195140" cy="36653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a:spLocks noChangeArrowheads="1"/>
          </p:cNvSpPr>
          <p:nvPr/>
        </p:nvSpPr>
        <p:spPr bwMode="auto">
          <a:xfrm>
            <a:off x="1311593" y="515620"/>
            <a:ext cx="59055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smtClean="0">
                <a:solidFill>
                  <a:srgbClr val="7030A0"/>
                </a:solidFill>
                <a:latin typeface="Times New Roman" panose="02020603050405020304" pitchFamily="18" charset="0"/>
                <a:ea typeface="黑体" panose="02010609060101010101" charset="-122"/>
                <a:cs typeface="Times New Roman" panose="02020603050405020304" pitchFamily="18" charset="0"/>
              </a:rPr>
              <a:t>六种三角函数的关系：</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sp>
        <p:nvSpPr>
          <p:cNvPr id="4" name="TextBox 3"/>
          <p:cNvSpPr txBox="1"/>
          <p:nvPr/>
        </p:nvSpPr>
        <p:spPr>
          <a:xfrm>
            <a:off x="1438275" y="1204595"/>
            <a:ext cx="5658485" cy="953135"/>
          </a:xfrm>
          <a:prstGeom prst="rect">
            <a:avLst/>
          </a:prstGeom>
          <a:noFill/>
        </p:spPr>
        <p:txBody>
          <a:bodyPr wrap="square" rtlCol="0">
            <a:spAutoFit/>
          </a:bodyPr>
          <a:lstStyle/>
          <a:p>
            <a:r>
              <a:rPr lang="en-US" altLang="zh-CN" sz="2800" b="1" dirty="0" smtClean="0">
                <a:latin typeface="黑体" panose="02010609060101010101" charset="-122"/>
                <a:ea typeface="黑体" panose="02010609060101010101" charset="-122"/>
                <a:cs typeface="黑体" panose="02010609060101010101" charset="-122"/>
              </a:rPr>
              <a:t>1.</a:t>
            </a:r>
            <a:r>
              <a:rPr lang="zh-CN" altLang="en-US" sz="2800" b="1" dirty="0">
                <a:solidFill>
                  <a:schemeClr val="accent5">
                    <a:lumMod val="60000"/>
                    <a:lumOff val="40000"/>
                  </a:schemeClr>
                </a:solidFill>
                <a:latin typeface="黑体" panose="02010609060101010101" charset="-122"/>
                <a:ea typeface="黑体" panose="02010609060101010101" charset="-122"/>
                <a:cs typeface="楷体" panose="02010609060101010101" charset="-122"/>
              </a:rPr>
              <a:t>倒数公式</a:t>
            </a:r>
            <a:r>
              <a:rPr lang="zh-CN" altLang="zh-CN" sz="2800" b="1" dirty="0">
                <a:latin typeface="黑体" panose="02010609060101010101" charset="-122"/>
                <a:ea typeface="黑体" panose="02010609060101010101" charset="-122"/>
                <a:cs typeface="黑体" panose="02010609060101010101" charset="-122"/>
              </a:rPr>
              <a:t>（对角线的两端函数之积等于</a:t>
            </a:r>
            <a:r>
              <a:rPr lang="en-US" altLang="zh-CN" sz="2800" b="1" dirty="0">
                <a:latin typeface="黑体" panose="02010609060101010101" charset="-122"/>
                <a:ea typeface="黑体" panose="02010609060101010101" charset="-122"/>
                <a:cs typeface="黑体" panose="02010609060101010101" charset="-122"/>
              </a:rPr>
              <a:t>1</a:t>
            </a:r>
            <a:r>
              <a:rPr lang="zh-CN" altLang="zh-CN" sz="2800" b="1" dirty="0">
                <a:latin typeface="黑体" panose="02010609060101010101" charset="-122"/>
                <a:ea typeface="黑体" panose="02010609060101010101" charset="-122"/>
                <a:cs typeface="黑体" panose="02010609060101010101" charset="-122"/>
              </a:rPr>
              <a:t>）</a:t>
            </a:r>
            <a:endParaRPr lang="zh-CN" altLang="en-US" sz="2800" b="1" dirty="0">
              <a:latin typeface="黑体" panose="02010609060101010101" charset="-122"/>
              <a:ea typeface="黑体" panose="02010609060101010101" charset="-122"/>
              <a:cs typeface="黑体" panose="02010609060101010101" charset="-122"/>
            </a:endParaRPr>
          </a:p>
        </p:txBody>
      </p:sp>
      <p:sp>
        <p:nvSpPr>
          <p:cNvPr id="5" name="TextBox 4"/>
          <p:cNvSpPr txBox="1"/>
          <p:nvPr/>
        </p:nvSpPr>
        <p:spPr>
          <a:xfrm>
            <a:off x="1438275" y="2496185"/>
            <a:ext cx="5226685" cy="1814830"/>
          </a:xfrm>
          <a:prstGeom prst="rect">
            <a:avLst/>
          </a:prstGeom>
          <a:noFill/>
        </p:spPr>
        <p:txBody>
          <a:bodyPr wrap="square" rtlCol="0">
            <a:spAutoFit/>
          </a:bodyPr>
          <a:lstStyle/>
          <a:p>
            <a:r>
              <a:rPr lang="en-US" altLang="zh-CN" sz="2800" b="1" dirty="0" smtClean="0">
                <a:latin typeface="黑体" panose="02010609060101010101" charset="-122"/>
                <a:ea typeface="黑体" panose="02010609060101010101" charset="-122"/>
                <a:cs typeface="黑体" panose="02010609060101010101" charset="-122"/>
              </a:rPr>
              <a:t>2.</a:t>
            </a:r>
            <a:r>
              <a:rPr lang="zh-CN" altLang="zh-CN" sz="2800" b="1" dirty="0" smtClean="0">
                <a:solidFill>
                  <a:schemeClr val="accent5">
                    <a:lumMod val="60000"/>
                    <a:lumOff val="40000"/>
                  </a:schemeClr>
                </a:solidFill>
                <a:latin typeface="黑体" panose="02010609060101010101" charset="-122"/>
                <a:ea typeface="黑体" panose="02010609060101010101" charset="-122"/>
                <a:cs typeface="黑体" panose="02010609060101010101" charset="-122"/>
              </a:rPr>
              <a:t>平方和</a:t>
            </a:r>
            <a:r>
              <a:rPr lang="zh-CN" altLang="zh-CN" sz="2800" b="1" dirty="0">
                <a:solidFill>
                  <a:schemeClr val="accent5">
                    <a:lumMod val="60000"/>
                    <a:lumOff val="40000"/>
                  </a:schemeClr>
                </a:solidFill>
                <a:latin typeface="黑体" panose="02010609060101010101" charset="-122"/>
                <a:ea typeface="黑体" panose="02010609060101010101" charset="-122"/>
                <a:cs typeface="黑体" panose="02010609060101010101" charset="-122"/>
              </a:rPr>
              <a:t>公式</a:t>
            </a:r>
            <a:r>
              <a:rPr lang="zh-CN" altLang="zh-CN" sz="2800" b="1" dirty="0">
                <a:latin typeface="黑体" panose="02010609060101010101" charset="-122"/>
                <a:ea typeface="黑体" panose="02010609060101010101" charset="-122"/>
                <a:cs typeface="黑体" panose="02010609060101010101" charset="-122"/>
              </a:rPr>
              <a:t>（带阴影的倒三角形的上底边两端函数的平方和等于这个倒三角形底部顶点函数的平方）</a:t>
            </a:r>
            <a:endParaRPr lang="zh-CN" altLang="en-US" sz="2800" b="1" dirty="0">
              <a:latin typeface="黑体" panose="02010609060101010101" charset="-122"/>
              <a:ea typeface="黑体" panose="02010609060101010101" charset="-122"/>
              <a:cs typeface="黑体" panose="02010609060101010101" charset="-122"/>
            </a:endParaRPr>
          </a:p>
        </p:txBody>
      </p:sp>
      <p:sp>
        <p:nvSpPr>
          <p:cNvPr id="6" name="TextBox 5"/>
          <p:cNvSpPr txBox="1"/>
          <p:nvPr/>
        </p:nvSpPr>
        <p:spPr>
          <a:xfrm>
            <a:off x="1438275" y="4649470"/>
            <a:ext cx="6158230" cy="953135"/>
          </a:xfrm>
          <a:prstGeom prst="rect">
            <a:avLst/>
          </a:prstGeom>
          <a:noFill/>
        </p:spPr>
        <p:txBody>
          <a:bodyPr wrap="square" rtlCol="0">
            <a:spAutoFit/>
          </a:bodyPr>
          <a:lstStyle/>
          <a:p>
            <a:r>
              <a:rPr lang="en-US" altLang="zh-CN" sz="2800" b="1" dirty="0" smtClean="0">
                <a:latin typeface="黑体" panose="02010609060101010101" charset="-122"/>
                <a:ea typeface="黑体" panose="02010609060101010101" charset="-122"/>
                <a:cs typeface="黑体" panose="02010609060101010101" charset="-122"/>
              </a:rPr>
              <a:t>3.</a:t>
            </a:r>
            <a:r>
              <a:rPr lang="zh-CN" altLang="zh-CN" sz="2800" b="1" dirty="0" smtClean="0">
                <a:solidFill>
                  <a:schemeClr val="accent5">
                    <a:lumMod val="60000"/>
                    <a:lumOff val="40000"/>
                  </a:schemeClr>
                </a:solidFill>
                <a:latin typeface="黑体" panose="02010609060101010101" charset="-122"/>
                <a:ea typeface="黑体" panose="02010609060101010101" charset="-122"/>
                <a:cs typeface="黑体" panose="02010609060101010101" charset="-122"/>
              </a:rPr>
              <a:t>乘法</a:t>
            </a:r>
            <a:r>
              <a:rPr lang="zh-CN" altLang="zh-CN" sz="2800" b="1" dirty="0">
                <a:solidFill>
                  <a:schemeClr val="accent5">
                    <a:lumMod val="60000"/>
                    <a:lumOff val="40000"/>
                  </a:schemeClr>
                </a:solidFill>
                <a:latin typeface="黑体" panose="02010609060101010101" charset="-122"/>
                <a:ea typeface="黑体" panose="02010609060101010101" charset="-122"/>
                <a:cs typeface="黑体" panose="02010609060101010101" charset="-122"/>
              </a:rPr>
              <a:t>公式</a:t>
            </a:r>
            <a:r>
              <a:rPr lang="zh-CN" altLang="zh-CN" sz="2800" b="1" dirty="0">
                <a:latin typeface="黑体" panose="02010609060101010101" charset="-122"/>
                <a:ea typeface="黑体" panose="02010609060101010101" charset="-122"/>
                <a:cs typeface="黑体" panose="02010609060101010101" charset="-122"/>
              </a:rPr>
              <a:t>（顶点上任何一种函数等于相邻两个函数之积）</a:t>
            </a:r>
            <a:endParaRPr lang="zh-CN" altLang="en-US" sz="2800" b="1" dirty="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p:cNvSpPr txBox="1">
            <a:spLocks noChangeArrowheads="1"/>
          </p:cNvSpPr>
          <p:nvPr/>
        </p:nvSpPr>
        <p:spPr bwMode="auto">
          <a:xfrm>
            <a:off x="1299845" y="502284"/>
            <a:ext cx="3011488"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charset="-122"/>
                <a:ea typeface="楷体" panose="02010609060101010101" charset="-122"/>
                <a:cs typeface="楷体" panose="02010609060101010101" charset="-122"/>
              </a:rPr>
              <a:t>6.反三角函数</a:t>
            </a:r>
            <a:endParaRPr lang="zh-CN" altLang="en-US" sz="3200" b="1" dirty="0">
              <a:solidFill>
                <a:schemeClr val="accent3">
                  <a:lumMod val="50000"/>
                </a:schemeClr>
              </a:solidFill>
              <a:latin typeface="楷体" panose="02010609060101010101" charset="-122"/>
              <a:ea typeface="楷体" panose="02010609060101010101" charset="-122"/>
            </a:endParaRPr>
          </a:p>
        </p:txBody>
      </p:sp>
      <p:graphicFrame>
        <p:nvGraphicFramePr>
          <p:cNvPr id="3" name="对象 14"/>
          <p:cNvGraphicFramePr>
            <a:graphicFrameLocks noChangeAspect="1"/>
          </p:cNvGraphicFramePr>
          <p:nvPr/>
        </p:nvGraphicFramePr>
        <p:xfrm>
          <a:off x="2288223" y="1082358"/>
          <a:ext cx="7889311" cy="432000"/>
        </p:xfrm>
        <a:graphic>
          <a:graphicData uri="http://schemas.openxmlformats.org/presentationml/2006/ole">
            <mc:AlternateContent xmlns:mc="http://schemas.openxmlformats.org/markup-compatibility/2006">
              <mc:Choice xmlns:v="urn:schemas-microsoft-com:vml" Requires="v">
                <p:oleObj spid="_x0000_s37889" name="Equation" r:id="rId1" imgW="169773600" imgH="9448800" progId="Equation.DSMT4">
                  <p:embed/>
                </p:oleObj>
              </mc:Choice>
              <mc:Fallback>
                <p:oleObj name="Equation" r:id="rId1" imgW="169773600" imgH="9448800" progId="Equation.DSMT4">
                  <p:embed/>
                  <p:pic>
                    <p:nvPicPr>
                      <p:cNvPr id="0" name="图片 37888"/>
                      <p:cNvPicPr>
                        <a:picLocks noChangeAspect="1"/>
                      </p:cNvPicPr>
                      <p:nvPr/>
                    </p:nvPicPr>
                    <p:blipFill>
                      <a:blip r:embed="rId2"/>
                      <a:stretch>
                        <a:fillRect/>
                      </a:stretch>
                    </p:blipFill>
                    <p:spPr>
                      <a:xfrm>
                        <a:off x="2288223" y="1082358"/>
                        <a:ext cx="7889311" cy="432000"/>
                      </a:xfrm>
                      <a:prstGeom prst="rect">
                        <a:avLst/>
                      </a:prstGeom>
                      <a:noFill/>
                      <a:ln w="9525">
                        <a:noFill/>
                      </a:ln>
                    </p:spPr>
                  </p:pic>
                </p:oleObj>
              </mc:Fallback>
            </mc:AlternateContent>
          </a:graphicData>
        </a:graphic>
      </p:graphicFrame>
      <p:pic>
        <p:nvPicPr>
          <p:cNvPr id="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4913" y="1688783"/>
            <a:ext cx="2738437"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0" y="1689100"/>
            <a:ext cx="265271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31098" y="4283710"/>
            <a:ext cx="28257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19888" y="4073525"/>
            <a:ext cx="2928937"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p:cNvSpPr txBox="1">
            <a:spLocks noChangeArrowheads="1"/>
          </p:cNvSpPr>
          <p:nvPr/>
        </p:nvSpPr>
        <p:spPr>
          <a:xfrm>
            <a:off x="1442085" y="554355"/>
            <a:ext cx="27432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cs typeface="+mn-cs"/>
              </a:rPr>
              <a:t>初等函数</a:t>
            </a:r>
            <a:endParaRPr lang="zh-CN" altLang="en-US" sz="3200" b="1" dirty="0">
              <a:solidFill>
                <a:schemeClr val="accent6">
                  <a:lumMod val="50000"/>
                </a:schemeClr>
              </a:solidFill>
              <a:latin typeface="黑体" panose="02010609060101010101" charset="-122"/>
              <a:ea typeface="黑体" panose="02010609060101010101" charset="-122"/>
              <a:cs typeface="+mn-cs"/>
            </a:endParaRPr>
          </a:p>
        </p:txBody>
      </p:sp>
      <p:sp>
        <p:nvSpPr>
          <p:cNvPr id="18" name="Text Box 10"/>
          <p:cNvSpPr txBox="1">
            <a:spLocks noChangeArrowheads="1"/>
          </p:cNvSpPr>
          <p:nvPr/>
        </p:nvSpPr>
        <p:spPr bwMode="auto">
          <a:xfrm>
            <a:off x="2735262" y="1125538"/>
            <a:ext cx="35956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smtClean="0">
                <a:latin typeface="Times New Roman" panose="02020603050405020304" pitchFamily="18" charset="0"/>
                <a:ea typeface="黑体" panose="02010609060101010101" charset="-122"/>
                <a:cs typeface="Times New Roman" panose="02020603050405020304" pitchFamily="18" charset="0"/>
              </a:rPr>
              <a:t>由基本</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初等函数</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9" name="Text Box 11"/>
          <p:cNvSpPr txBox="1">
            <a:spLocks noChangeArrowheads="1"/>
          </p:cNvSpPr>
          <p:nvPr/>
        </p:nvSpPr>
        <p:spPr bwMode="auto">
          <a:xfrm>
            <a:off x="1701800" y="2292350"/>
            <a:ext cx="38862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否则称为</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非初等函数</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endParaRPr kumimoji="1" lang="en-US" altLang="zh-CN" sz="2800" b="1" dirty="0">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sp>
        <p:nvSpPr>
          <p:cNvPr id="20" name="Text Box 12"/>
          <p:cNvSpPr txBox="1">
            <a:spLocks noChangeArrowheads="1"/>
          </p:cNvSpPr>
          <p:nvPr/>
        </p:nvSpPr>
        <p:spPr bwMode="auto">
          <a:xfrm>
            <a:off x="1809433" y="3132138"/>
            <a:ext cx="12954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例如</a:t>
            </a:r>
            <a:r>
              <a:rPr kumimoji="1" lang="zh-CN" altLang="en-US" sz="2800" b="1">
                <a:solidFill>
                  <a:schemeClr val="tx2"/>
                </a:solidFill>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a:solidFill>
                  <a:schemeClr val="tx1"/>
                </a:solidFill>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1" name="Object 13"/>
          <p:cNvGraphicFramePr>
            <a:graphicFrameLocks noChangeAspect="1"/>
          </p:cNvGraphicFramePr>
          <p:nvPr/>
        </p:nvGraphicFramePr>
        <p:xfrm>
          <a:off x="6940610" y="3071043"/>
          <a:ext cx="1333440" cy="571320"/>
        </p:xfrm>
        <a:graphic>
          <a:graphicData uri="http://schemas.openxmlformats.org/presentationml/2006/ole">
            <mc:AlternateContent xmlns:mc="http://schemas.openxmlformats.org/markup-compatibility/2006">
              <mc:Choice xmlns:v="urn:schemas-microsoft-com:vml" Requires="v">
                <p:oleObj spid="_x0000_s38913" name="Equation" r:id="rId1" imgW="32004000" imgH="13716000" progId="Equation.DSMT4">
                  <p:embed/>
                </p:oleObj>
              </mc:Choice>
              <mc:Fallback>
                <p:oleObj name="Equation" r:id="rId1" imgW="32004000" imgH="13716000" progId="Equation.DSMT4">
                  <p:embed/>
                  <p:pic>
                    <p:nvPicPr>
                      <p:cNvPr id="0" name="图片 38912"/>
                      <p:cNvPicPr>
                        <a:picLocks noChangeAspect="1"/>
                      </p:cNvPicPr>
                      <p:nvPr/>
                    </p:nvPicPr>
                    <p:blipFill>
                      <a:blip r:embed="rId2"/>
                      <a:stretch>
                        <a:fillRect/>
                      </a:stretch>
                    </p:blipFill>
                    <p:spPr>
                      <a:xfrm>
                        <a:off x="6940610" y="3071043"/>
                        <a:ext cx="1333440" cy="571320"/>
                      </a:xfrm>
                      <a:prstGeom prst="rect">
                        <a:avLst/>
                      </a:prstGeom>
                      <a:noFill/>
                      <a:ln w="9525">
                        <a:noFill/>
                      </a:ln>
                    </p:spPr>
                  </p:pic>
                </p:oleObj>
              </mc:Fallback>
            </mc:AlternateContent>
          </a:graphicData>
        </a:graphic>
      </p:graphicFrame>
      <p:graphicFrame>
        <p:nvGraphicFramePr>
          <p:cNvPr id="22" name="Object 14"/>
          <p:cNvGraphicFramePr>
            <a:graphicFrameLocks noChangeAspect="1"/>
          </p:cNvGraphicFramePr>
          <p:nvPr/>
        </p:nvGraphicFramePr>
        <p:xfrm>
          <a:off x="3104833" y="2854981"/>
          <a:ext cx="2851150" cy="1076325"/>
        </p:xfrm>
        <a:graphic>
          <a:graphicData uri="http://schemas.openxmlformats.org/presentationml/2006/ole">
            <mc:AlternateContent xmlns:mc="http://schemas.openxmlformats.org/markup-compatibility/2006">
              <mc:Choice xmlns:v="urn:schemas-microsoft-com:vml" Requires="v">
                <p:oleObj spid="_x0000_s38914" name="Equation" r:id="rId3" imgW="64922400" imgH="24384000" progId="Equation.DSMT4">
                  <p:embed/>
                </p:oleObj>
              </mc:Choice>
              <mc:Fallback>
                <p:oleObj name="Equation" r:id="rId3" imgW="64922400" imgH="24384000" progId="Equation.DSMT4">
                  <p:embed/>
                  <p:pic>
                    <p:nvPicPr>
                      <p:cNvPr id="0" name="图片 38913"/>
                      <p:cNvPicPr>
                        <a:picLocks noChangeAspect="1"/>
                      </p:cNvPicPr>
                      <p:nvPr/>
                    </p:nvPicPr>
                    <p:blipFill>
                      <a:blip r:embed="rId4"/>
                      <a:stretch>
                        <a:fillRect/>
                      </a:stretch>
                    </p:blipFill>
                    <p:spPr>
                      <a:xfrm>
                        <a:off x="3104833" y="2854981"/>
                        <a:ext cx="2851150" cy="1076325"/>
                      </a:xfrm>
                      <a:prstGeom prst="rect">
                        <a:avLst/>
                      </a:prstGeom>
                      <a:noFill/>
                      <a:ln w="9525">
                        <a:noFill/>
                      </a:ln>
                    </p:spPr>
                  </p:pic>
                </p:oleObj>
              </mc:Fallback>
            </mc:AlternateContent>
          </a:graphicData>
        </a:graphic>
      </p:graphicFrame>
      <p:sp>
        <p:nvSpPr>
          <p:cNvPr id="25" name="Text Box 17"/>
          <p:cNvSpPr txBox="1">
            <a:spLocks noChangeArrowheads="1"/>
          </p:cNvSpPr>
          <p:nvPr/>
        </p:nvSpPr>
        <p:spPr bwMode="auto">
          <a:xfrm>
            <a:off x="3473450" y="1685925"/>
            <a:ext cx="48006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并可用</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一个式子</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表示的函数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26" name="Text Box 18"/>
          <p:cNvSpPr txBox="1">
            <a:spLocks noChangeArrowheads="1"/>
          </p:cNvSpPr>
          <p:nvPr/>
        </p:nvSpPr>
        <p:spPr bwMode="auto">
          <a:xfrm>
            <a:off x="5375920" y="1125538"/>
            <a:ext cx="4876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经过</a:t>
            </a:r>
            <a:r>
              <a:rPr kumimoji="1" lang="zh-CN" altLang="en-US" sz="2800" b="1" dirty="0">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有限次</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四则运算和复合步</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27" name="Text Box 19"/>
          <p:cNvSpPr txBox="1">
            <a:spLocks noChangeArrowheads="1"/>
          </p:cNvSpPr>
          <p:nvPr/>
        </p:nvSpPr>
        <p:spPr bwMode="auto">
          <a:xfrm>
            <a:off x="1689100" y="1665288"/>
            <a:ext cx="17907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charset="-122"/>
                <a:cs typeface="Times New Roman" panose="02020603050405020304" pitchFamily="18" charset="0"/>
              </a:rPr>
              <a:t>骤所构成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28" name="Text Box 20"/>
          <p:cNvSpPr txBox="1">
            <a:spLocks noChangeArrowheads="1"/>
          </p:cNvSpPr>
          <p:nvPr/>
        </p:nvSpPr>
        <p:spPr bwMode="auto">
          <a:xfrm>
            <a:off x="8001000" y="1685925"/>
            <a:ext cx="25057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称为</a:t>
            </a:r>
            <a:r>
              <a:rPr kumimoji="1" lang="zh-CN" altLang="en-US" sz="2800" b="1">
                <a:solidFill>
                  <a:schemeClr val="accent5">
                    <a:lumMod val="60000"/>
                    <a:lumOff val="40000"/>
                  </a:schemeClr>
                </a:solidFill>
                <a:latin typeface="Times New Roman" panose="02020603050405020304" pitchFamily="18" charset="0"/>
                <a:ea typeface="黑体" panose="02010609060101010101" charset="-122"/>
                <a:cs typeface="Times New Roman" panose="02020603050405020304" pitchFamily="18" charset="0"/>
              </a:rPr>
              <a:t>初等函数</a:t>
            </a:r>
            <a:r>
              <a:rPr kumimoji="1" lang="zh-CN" altLang="en-US" sz="2800" b="1">
                <a:solidFill>
                  <a:schemeClr val="tx2"/>
                </a:solidFill>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29" name="Text Box 21"/>
          <p:cNvSpPr txBox="1">
            <a:spLocks noChangeArrowheads="1"/>
          </p:cNvSpPr>
          <p:nvPr/>
        </p:nvSpPr>
        <p:spPr bwMode="auto">
          <a:xfrm>
            <a:off x="5684838" y="3132169"/>
            <a:ext cx="1255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可表为</a:t>
            </a:r>
            <a:endParaRPr kumimoji="1"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30" name="Text Box 22"/>
          <p:cNvSpPr txBox="1">
            <a:spLocks noChangeArrowheads="1"/>
          </p:cNvSpPr>
          <p:nvPr/>
        </p:nvSpPr>
        <p:spPr bwMode="auto">
          <a:xfrm>
            <a:off x="8273733" y="3120390"/>
            <a:ext cx="24168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latin typeface="Times New Roman" panose="02020603050405020304" pitchFamily="18" charset="0"/>
                <a:ea typeface="黑体" panose="02010609060101010101" charset="-122"/>
                <a:cs typeface="Times New Roman" panose="02020603050405020304" pitchFamily="18" charset="0"/>
              </a:rPr>
              <a:t>故为初等函数</a:t>
            </a:r>
            <a:r>
              <a:rPr kumimoji="1" lang="en-US" altLang="zh-CN" sz="2800" b="1">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charset="-122"/>
              <a:cs typeface="Times New Roman" panose="02020603050405020304" pitchFamily="18" charset="0"/>
            </a:endParaRPr>
          </a:p>
        </p:txBody>
      </p:sp>
      <p:sp>
        <p:nvSpPr>
          <p:cNvPr id="31" name="Rectangle 23"/>
          <p:cNvSpPr>
            <a:spLocks noChangeArrowheads="1"/>
          </p:cNvSpPr>
          <p:nvPr/>
        </p:nvSpPr>
        <p:spPr bwMode="auto">
          <a:xfrm>
            <a:off x="1809433" y="4137025"/>
            <a:ext cx="730885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r>
              <a:rPr kumimoji="1" lang="zh-CN" altLang="en-US" sz="2800" b="1" dirty="0">
                <a:solidFill>
                  <a:schemeClr val="accent5">
                    <a:lumMod val="40000"/>
                    <a:lumOff val="60000"/>
                  </a:schemeClr>
                </a:solidFill>
                <a:latin typeface="Times New Roman" panose="02020603050405020304" pitchFamily="18" charset="0"/>
                <a:ea typeface="黑体" panose="02010609060101010101" charset="-122"/>
                <a:cs typeface="Times New Roman" panose="02020603050405020304" pitchFamily="18" charset="0"/>
              </a:rPr>
              <a:t>又如</a:t>
            </a:r>
            <a:r>
              <a:rPr kumimoji="1" lang="zh-CN" altLang="en-US" sz="2800" b="1" dirty="0">
                <a:solidFill>
                  <a:schemeClr val="tx2"/>
                </a:solidFill>
                <a:latin typeface="Times New Roman" panose="02020603050405020304" pitchFamily="18" charset="0"/>
                <a:ea typeface="黑体" panose="02010609060101010101" charset="-122"/>
                <a:cs typeface="Times New Roman" panose="02020603050405020304" pitchFamily="18" charset="0"/>
              </a:rPr>
              <a:t> </a:t>
            </a:r>
            <a:r>
              <a:rPr kumimoji="1" lang="en-US" altLang="zh-CN" sz="2800" b="1" dirty="0">
                <a:solidFill>
                  <a:schemeClr val="tx1"/>
                </a:solidFill>
                <a:latin typeface="Times New Roman" panose="02020603050405020304" pitchFamily="18" charset="0"/>
                <a:ea typeface="黑体" panose="02010609060101010101" charset="-122"/>
                <a:cs typeface="Times New Roman" panose="02020603050405020304" pitchFamily="18" charset="0"/>
              </a:rPr>
              <a:t>,</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charset="-122"/>
                <a:cs typeface="Times New Roman" panose="02020603050405020304" pitchFamily="18" charset="0"/>
              </a:rPr>
              <a:t>双曲函数与反双曲函数也是初等函数 </a:t>
            </a:r>
            <a:r>
              <a:rPr kumimoji="1" lang="en-US" altLang="zh-CN" sz="2800" b="1" dirty="0">
                <a:latin typeface="Times New Roman" panose="02020603050405020304" pitchFamily="18" charset="0"/>
                <a:ea typeface="黑体" panose="02010609060101010101"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
                                            <p:txEl>
                                              <p:pRg st="4294967295" end="4294967295"/>
                                            </p:txEl>
                                          </p:spTgt>
                                        </p:tgtEl>
                                        <p:attrNameLst>
                                          <p:attrName>style.visibility</p:attrName>
                                        </p:attrNameLst>
                                      </p:cBhvr>
                                      <p:to>
                                        <p:strVal val="visible"/>
                                      </p:to>
                                    </p:set>
                                    <p:animEffect transition="in" filter="wipe(left)">
                                      <p:cBhvr>
                                        <p:cTn id="16" dur="500"/>
                                        <p:tgtEl>
                                          <p:spTgt spid="27">
                                            <p:txEl>
                                              <p:pRg st="4294967295" end="4294967295"/>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7">
                                            <p:txEl>
                                              <p:pRg st="0" end="0"/>
                                            </p:txEl>
                                          </p:spTgt>
                                        </p:tgtEl>
                                        <p:attrNameLst>
                                          <p:attrName>style.visibility</p:attrName>
                                        </p:attrNameLst>
                                      </p:cBhvr>
                                      <p:to>
                                        <p:strVal val="visible"/>
                                      </p:to>
                                    </p:set>
                                    <p:animEffect transition="in" filter="wipe(left)">
                                      <p:cBhvr>
                                        <p:cTn id="20" dur="500"/>
                                        <p:tgtEl>
                                          <p:spTgt spid="2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30" dur="500"/>
                                        <p:tgtEl>
                                          <p:spTgt spid="28">
                                            <p:txEl>
                                              <p:pRg st="4294967295" end="429496729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8">
                                            <p:txEl>
                                              <p:pRg st="4294967295" end="4294967295"/>
                                            </p:txEl>
                                          </p:spTgt>
                                        </p:tgtEl>
                                        <p:attrNameLst>
                                          <p:attrName>style.visibility</p:attrName>
                                        </p:attrNameLst>
                                      </p:cBhvr>
                                      <p:to>
                                        <p:strVal val="visible"/>
                                      </p:to>
                                    </p:set>
                                    <p:animEffect transition="in" filter="wipe(left)">
                                      <p:cBhvr>
                                        <p:cTn id="35" dur="500"/>
                                        <p:tgtEl>
                                          <p:spTgt spid="28">
                                            <p:txEl>
                                              <p:pRg st="4294967295" end="429496729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8">
                                            <p:txEl>
                                              <p:pRg st="0" end="0"/>
                                            </p:txEl>
                                          </p:spTgt>
                                        </p:tgtEl>
                                        <p:attrNameLst>
                                          <p:attrName>style.visibility</p:attrName>
                                        </p:attrNameLst>
                                      </p:cBhvr>
                                      <p:to>
                                        <p:strVal val="visible"/>
                                      </p:to>
                                    </p:set>
                                    <p:animEffect transition="in" filter="wipe(left)">
                                      <p:cBhvr>
                                        <p:cTn id="40" dur="500"/>
                                        <p:tgtEl>
                                          <p:spTgt spid="28">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60" dur="500"/>
                                        <p:tgtEl>
                                          <p:spTgt spid="29">
                                            <p:txEl>
                                              <p:pRg st="4294967295" end="429496729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65" dur="500"/>
                                        <p:tgtEl>
                                          <p:spTgt spid="29">
                                            <p:txEl>
                                              <p:pRg st="4294967295" end="429496729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9">
                                            <p:txEl>
                                              <p:pRg st="0" end="0"/>
                                            </p:txEl>
                                          </p:spTgt>
                                        </p:tgtEl>
                                        <p:attrNameLst>
                                          <p:attrName>style.visibility</p:attrName>
                                        </p:attrNameLst>
                                      </p:cBhvr>
                                      <p:to>
                                        <p:strVal val="visible"/>
                                      </p:to>
                                    </p:set>
                                    <p:animEffect transition="in" filter="wipe(left)">
                                      <p:cBhvr>
                                        <p:cTn id="70" dur="500"/>
                                        <p:tgtEl>
                                          <p:spTgt spid="29">
                                            <p:txEl>
                                              <p:pRg st="0" end="0"/>
                                            </p:txEl>
                                          </p:spTgt>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4" dur="500"/>
                                        <p:tgtEl>
                                          <p:spTgt spid="2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79" dur="500"/>
                                        <p:tgtEl>
                                          <p:spTgt spid="30">
                                            <p:txEl>
                                              <p:pRg st="4294967295" end="4294967295"/>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0">
                                            <p:txEl>
                                              <p:pRg st="4294967295" end="4294967295"/>
                                            </p:txEl>
                                          </p:spTgt>
                                        </p:tgtEl>
                                        <p:attrNameLst>
                                          <p:attrName>style.visibility</p:attrName>
                                        </p:attrNameLst>
                                      </p:cBhvr>
                                      <p:to>
                                        <p:strVal val="visible"/>
                                      </p:to>
                                    </p:set>
                                    <p:animEffect transition="in" filter="wipe(left)">
                                      <p:cBhvr>
                                        <p:cTn id="84" dur="500"/>
                                        <p:tgtEl>
                                          <p:spTgt spid="30">
                                            <p:txEl>
                                              <p:pRg st="4294967295" end="429496729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30">
                                            <p:txEl>
                                              <p:pRg st="0" end="0"/>
                                            </p:txEl>
                                          </p:spTgt>
                                        </p:tgtEl>
                                        <p:attrNameLst>
                                          <p:attrName>style.visibility</p:attrName>
                                        </p:attrNameLst>
                                      </p:cBhvr>
                                      <p:to>
                                        <p:strVal val="visible"/>
                                      </p:to>
                                    </p:set>
                                    <p:animEffect transition="in" filter="wipe(left)">
                                      <p:cBhvr>
                                        <p:cTn id="89" dur="500"/>
                                        <p:tgtEl>
                                          <p:spTgt spid="30">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31">
                                            <p:txEl>
                                              <p:pRg st="0" end="0"/>
                                            </p:txEl>
                                          </p:spTgt>
                                        </p:tgtEl>
                                        <p:attrNameLst>
                                          <p:attrName>style.visibility</p:attrName>
                                        </p:attrNameLst>
                                      </p:cBhvr>
                                      <p:to>
                                        <p:strVal val="visible"/>
                                      </p:to>
                                    </p:set>
                                    <p:animEffect transition="in" filter="wipe(left)">
                                      <p:cBhvr>
                                        <p:cTn id="94"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19" grpId="0" autoUpdateAnimBg="0"/>
      <p:bldP spid="20" grpId="0" autoUpdateAnimBg="0"/>
      <p:bldP spid="25" grpId="0" autoUpdateAnimBg="0"/>
      <p:bldP spid="26" grpId="0" autoUpdateAnimBg="0"/>
      <p:bldP spid="27" grpId="0" advAuto="0" autoUpdateAnimBg="0" build="p"/>
      <p:bldP spid="28" grpId="0" autoUpdateAnimBg="0" uiExpand="1" build="p"/>
      <p:bldP spid="29" grpId="0" autoUpdateAnimBg="0" uiExpand="1" build="p"/>
      <p:bldP spid="30" grpId="0" autoUpdateAnimBg="0" uiExpand="1" build="p"/>
      <p:bldP spid="31" grpId="0" autoUpdateAnimBg="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333500" y="658813"/>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rPr>
              <a:t>练习1.1.3</a:t>
            </a:r>
            <a:br>
              <a:rPr lang="zh-CN"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rPr>
            </a:br>
            <a:endParaRPr lang="zh-CN" altLang="en-US"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3" name="TextBox 2"/>
          <p:cNvSpPr txBox="1">
            <a:spLocks noChangeArrowheads="1"/>
          </p:cNvSpPr>
          <p:nvPr/>
        </p:nvSpPr>
        <p:spPr bwMode="auto">
          <a:xfrm>
            <a:off x="1766570" y="1559243"/>
            <a:ext cx="1655763"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Times New Roman" panose="02020603050405020304" pitchFamily="18" charset="0"/>
                <a:ea typeface="黑体" panose="02010609060101010101" charset="-122"/>
                <a:cs typeface="Times New Roman" panose="02020603050405020304" pitchFamily="18" charset="0"/>
              </a:rPr>
              <a:t>1.</a:t>
            </a:r>
            <a:r>
              <a:rPr lang="zh-CN" altLang="zh-CN" sz="2800" b="1">
                <a:latin typeface="Times New Roman" panose="02020603050405020304" pitchFamily="18" charset="0"/>
                <a:ea typeface="黑体" panose="02010609060101010101" charset="-122"/>
                <a:cs typeface="Times New Roman" panose="02020603050405020304" pitchFamily="18" charset="0"/>
              </a:rPr>
              <a:t>求函数</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4" name="对象 4"/>
          <p:cNvGraphicFramePr>
            <a:graphicFrameLocks noChangeAspect="1"/>
          </p:cNvGraphicFramePr>
          <p:nvPr/>
        </p:nvGraphicFramePr>
        <p:xfrm>
          <a:off x="3286125" y="1300163"/>
          <a:ext cx="2205038" cy="1023937"/>
        </p:xfrm>
        <a:graphic>
          <a:graphicData uri="http://schemas.openxmlformats.org/presentationml/2006/ole">
            <mc:AlternateContent xmlns:mc="http://schemas.openxmlformats.org/markup-compatibility/2006">
              <mc:Choice xmlns:v="urn:schemas-microsoft-com:vml" Requires="v">
                <p:oleObj spid="_x0000_s39937" name="Equation" r:id="rId1" imgW="52730400" imgH="24384000" progId="Equation.DSMT4">
                  <p:embed/>
                </p:oleObj>
              </mc:Choice>
              <mc:Fallback>
                <p:oleObj name="Equation" r:id="rId1" imgW="52730400" imgH="24384000" progId="Equation.DSMT4">
                  <p:embed/>
                  <p:pic>
                    <p:nvPicPr>
                      <p:cNvPr id="0" name="图片 39936"/>
                      <p:cNvPicPr>
                        <a:picLocks noChangeAspect="1"/>
                      </p:cNvPicPr>
                      <p:nvPr/>
                    </p:nvPicPr>
                    <p:blipFill>
                      <a:blip r:embed="rId2"/>
                      <a:stretch>
                        <a:fillRect/>
                      </a:stretch>
                    </p:blipFill>
                    <p:spPr>
                      <a:xfrm>
                        <a:off x="3286125" y="1300163"/>
                        <a:ext cx="2205038" cy="1023937"/>
                      </a:xfrm>
                      <a:prstGeom prst="rect">
                        <a:avLst/>
                      </a:prstGeom>
                      <a:noFill/>
                      <a:ln w="9525">
                        <a:noFill/>
                      </a:ln>
                    </p:spPr>
                  </p:pic>
                </p:oleObj>
              </mc:Fallback>
            </mc:AlternateContent>
          </a:graphicData>
        </a:graphic>
      </p:graphicFrame>
      <p:sp>
        <p:nvSpPr>
          <p:cNvPr id="5" name="TextBox 5"/>
          <p:cNvSpPr txBox="1">
            <a:spLocks noChangeArrowheads="1"/>
          </p:cNvSpPr>
          <p:nvPr/>
        </p:nvSpPr>
        <p:spPr bwMode="auto">
          <a:xfrm>
            <a:off x="5493703" y="1559243"/>
            <a:ext cx="431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在</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6" name="对象 7"/>
          <p:cNvGraphicFramePr>
            <a:graphicFrameLocks noChangeAspect="1"/>
          </p:cNvGraphicFramePr>
          <p:nvPr/>
        </p:nvGraphicFramePr>
        <p:xfrm>
          <a:off x="6003608" y="1656398"/>
          <a:ext cx="757237" cy="311150"/>
        </p:xfrm>
        <a:graphic>
          <a:graphicData uri="http://schemas.openxmlformats.org/presentationml/2006/ole">
            <mc:AlternateContent xmlns:mc="http://schemas.openxmlformats.org/markup-compatibility/2006">
              <mc:Choice xmlns:v="urn:schemas-microsoft-com:vml" Requires="v">
                <p:oleObj spid="_x0000_s39938" name="Equation" r:id="rId3" imgW="17983200" imgH="7620000" progId="Equation.DSMT4">
                  <p:embed/>
                </p:oleObj>
              </mc:Choice>
              <mc:Fallback>
                <p:oleObj name="Equation" r:id="rId3" imgW="17983200" imgH="7620000" progId="Equation.DSMT4">
                  <p:embed/>
                  <p:pic>
                    <p:nvPicPr>
                      <p:cNvPr id="0" name="图片 39937"/>
                      <p:cNvPicPr>
                        <a:picLocks noChangeAspect="1"/>
                      </p:cNvPicPr>
                      <p:nvPr/>
                    </p:nvPicPr>
                    <p:blipFill>
                      <a:blip r:embed="rId4"/>
                      <a:stretch>
                        <a:fillRect/>
                      </a:stretch>
                    </p:blipFill>
                    <p:spPr>
                      <a:xfrm>
                        <a:off x="6003608" y="1656398"/>
                        <a:ext cx="757237" cy="311150"/>
                      </a:xfrm>
                      <a:prstGeom prst="rect">
                        <a:avLst/>
                      </a:prstGeom>
                      <a:noFill/>
                      <a:ln w="9525">
                        <a:noFill/>
                      </a:ln>
                    </p:spPr>
                  </p:pic>
                </p:oleObj>
              </mc:Fallback>
            </mc:AlternateContent>
          </a:graphicData>
        </a:graphic>
      </p:graphicFrame>
      <p:sp>
        <p:nvSpPr>
          <p:cNvPr id="7" name="TextBox 8"/>
          <p:cNvSpPr txBox="1">
            <a:spLocks noChangeArrowheads="1"/>
          </p:cNvSpPr>
          <p:nvPr/>
        </p:nvSpPr>
        <p:spPr bwMode="auto">
          <a:xfrm>
            <a:off x="6674605" y="1559243"/>
            <a:ext cx="3887986"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时的取值，并判断这个</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8" name="TextBox 9"/>
          <p:cNvSpPr txBox="1">
            <a:spLocks noChangeArrowheads="1"/>
          </p:cNvSpPr>
          <p:nvPr/>
        </p:nvSpPr>
        <p:spPr bwMode="auto">
          <a:xfrm>
            <a:off x="2037715" y="2172970"/>
            <a:ext cx="3455988"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函数的单调性．</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9" name="TextBox 10"/>
          <p:cNvSpPr txBox="1">
            <a:spLocks noChangeArrowheads="1"/>
          </p:cNvSpPr>
          <p:nvPr/>
        </p:nvSpPr>
        <p:spPr bwMode="auto">
          <a:xfrm>
            <a:off x="1826260" y="3564255"/>
            <a:ext cx="76327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ea typeface="黑体" panose="02010609060101010101" charset="-122"/>
                <a:cs typeface="Times New Roman" panose="02020603050405020304" pitchFamily="18" charset="0"/>
              </a:rPr>
              <a:t>2.</a:t>
            </a:r>
            <a:r>
              <a:rPr lang="zh-CN" altLang="zh-CN" sz="2800" b="1" dirty="0">
                <a:latin typeface="Times New Roman" panose="02020603050405020304" pitchFamily="18" charset="0"/>
                <a:ea typeface="黑体" panose="02010609060101010101" charset="-122"/>
                <a:cs typeface="Times New Roman" panose="02020603050405020304" pitchFamily="18" charset="0"/>
              </a:rPr>
              <a:t>下列</a:t>
            </a:r>
            <a:r>
              <a:rPr lang="zh-CN" altLang="en-US" sz="2800" b="1" dirty="0">
                <a:latin typeface="Times New Roman" panose="02020603050405020304" pitchFamily="18" charset="0"/>
                <a:ea typeface="黑体" panose="02010609060101010101" charset="-122"/>
                <a:cs typeface="Times New Roman" panose="02020603050405020304" pitchFamily="18" charset="0"/>
              </a:rPr>
              <a:t>初等</a:t>
            </a:r>
            <a:r>
              <a:rPr lang="zh-CN" altLang="zh-CN" sz="2800" b="1" dirty="0">
                <a:latin typeface="Times New Roman" panose="02020603050405020304" pitchFamily="18" charset="0"/>
                <a:ea typeface="黑体" panose="02010609060101010101" charset="-122"/>
                <a:cs typeface="Times New Roman" panose="02020603050405020304" pitchFamily="18" charset="0"/>
              </a:rPr>
              <a:t>函数是可以由哪些函数复合而成：</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10" name="TextBox 11"/>
          <p:cNvSpPr txBox="1">
            <a:spLocks noChangeArrowheads="1"/>
          </p:cNvSpPr>
          <p:nvPr/>
        </p:nvSpPr>
        <p:spPr bwMode="auto">
          <a:xfrm>
            <a:off x="2000568" y="4278630"/>
            <a:ext cx="10810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charset="-122"/>
                <a:cs typeface="Times New Roman" panose="02020603050405020304" pitchFamily="18" charset="0"/>
              </a:rPr>
              <a:t>（</a:t>
            </a:r>
            <a:r>
              <a:rPr lang="en-US" altLang="zh-CN" sz="2800" b="1">
                <a:latin typeface="Times New Roman" panose="02020603050405020304" pitchFamily="18" charset="0"/>
                <a:ea typeface="黑体" panose="02010609060101010101" charset="-122"/>
                <a:cs typeface="Times New Roman" panose="02020603050405020304" pitchFamily="18" charset="0"/>
              </a:rPr>
              <a:t>1</a:t>
            </a:r>
            <a:r>
              <a:rPr lang="zh-CN" altLang="zh-CN" sz="2800" b="1">
                <a:latin typeface="Times New Roman" panose="02020603050405020304" pitchFamily="18" charset="0"/>
                <a:ea typeface="黑体" panose="02010609060101010101" charset="-122"/>
                <a:cs typeface="Times New Roman" panose="02020603050405020304" pitchFamily="18" charset="0"/>
              </a:rPr>
              <a:t>）</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1" name="对象 13"/>
          <p:cNvGraphicFramePr>
            <a:graphicFrameLocks noChangeAspect="1"/>
          </p:cNvGraphicFramePr>
          <p:nvPr/>
        </p:nvGraphicFramePr>
        <p:xfrm>
          <a:off x="3020695" y="4241483"/>
          <a:ext cx="1709738" cy="565150"/>
        </p:xfrm>
        <a:graphic>
          <a:graphicData uri="http://schemas.openxmlformats.org/presentationml/2006/ole">
            <mc:AlternateContent xmlns:mc="http://schemas.openxmlformats.org/markup-compatibility/2006">
              <mc:Choice xmlns:v="urn:schemas-microsoft-com:vml" Requires="v">
                <p:oleObj spid="_x0000_s39939" name="Equation" r:id="rId5" imgW="40843200" imgH="13411200" progId="Equation.DSMT4">
                  <p:embed/>
                </p:oleObj>
              </mc:Choice>
              <mc:Fallback>
                <p:oleObj name="Equation" r:id="rId5" imgW="40843200" imgH="13411200" progId="Equation.DSMT4">
                  <p:embed/>
                  <p:pic>
                    <p:nvPicPr>
                      <p:cNvPr id="0" name="图片 39938"/>
                      <p:cNvPicPr>
                        <a:picLocks noChangeAspect="1"/>
                      </p:cNvPicPr>
                      <p:nvPr/>
                    </p:nvPicPr>
                    <p:blipFill>
                      <a:blip r:embed="rId6"/>
                      <a:stretch>
                        <a:fillRect/>
                      </a:stretch>
                    </p:blipFill>
                    <p:spPr>
                      <a:xfrm>
                        <a:off x="3020695" y="4241483"/>
                        <a:ext cx="1709738" cy="565150"/>
                      </a:xfrm>
                      <a:prstGeom prst="rect">
                        <a:avLst/>
                      </a:prstGeom>
                      <a:noFill/>
                      <a:ln w="9525">
                        <a:noFill/>
                      </a:ln>
                    </p:spPr>
                  </p:pic>
                </p:oleObj>
              </mc:Fallback>
            </mc:AlternateContent>
          </a:graphicData>
        </a:graphic>
      </p:graphicFrame>
      <p:sp>
        <p:nvSpPr>
          <p:cNvPr id="12" name="TextBox 15"/>
          <p:cNvSpPr txBox="1">
            <a:spLocks noChangeArrowheads="1"/>
          </p:cNvSpPr>
          <p:nvPr/>
        </p:nvSpPr>
        <p:spPr bwMode="auto">
          <a:xfrm>
            <a:off x="6004173" y="4263073"/>
            <a:ext cx="1081087"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charset="-122"/>
                <a:cs typeface="Times New Roman" panose="02020603050405020304" pitchFamily="18" charset="0"/>
              </a:rPr>
              <a:t>（</a:t>
            </a:r>
            <a:r>
              <a:rPr lang="en-US" altLang="zh-CN" sz="2800" b="1" dirty="0">
                <a:latin typeface="Times New Roman" panose="02020603050405020304" pitchFamily="18" charset="0"/>
                <a:ea typeface="黑体" panose="02010609060101010101" charset="-122"/>
                <a:cs typeface="Times New Roman" panose="02020603050405020304" pitchFamily="18" charset="0"/>
              </a:rPr>
              <a:t>2</a:t>
            </a:r>
            <a:r>
              <a:rPr lang="zh-CN" altLang="zh-CN" sz="2800" b="1" dirty="0">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13" name="对象 17"/>
          <p:cNvGraphicFramePr>
            <a:graphicFrameLocks noChangeAspect="1"/>
          </p:cNvGraphicFramePr>
          <p:nvPr/>
        </p:nvGraphicFramePr>
        <p:xfrm>
          <a:off x="7033369" y="4152583"/>
          <a:ext cx="2222500" cy="654050"/>
        </p:xfrm>
        <a:graphic>
          <a:graphicData uri="http://schemas.openxmlformats.org/presentationml/2006/ole">
            <mc:AlternateContent xmlns:mc="http://schemas.openxmlformats.org/markup-compatibility/2006">
              <mc:Choice xmlns:v="urn:schemas-microsoft-com:vml" Requires="v">
                <p:oleObj spid="_x0000_s39940" name="Equation" r:id="rId7" imgW="53340000" imgH="15544800" progId="Equation.DSMT4">
                  <p:embed/>
                </p:oleObj>
              </mc:Choice>
              <mc:Fallback>
                <p:oleObj name="Equation" r:id="rId7" imgW="53340000" imgH="15544800" progId="Equation.DSMT4">
                  <p:embed/>
                  <p:pic>
                    <p:nvPicPr>
                      <p:cNvPr id="0" name="图片 39939"/>
                      <p:cNvPicPr>
                        <a:picLocks noChangeAspect="1"/>
                      </p:cNvPicPr>
                      <p:nvPr/>
                    </p:nvPicPr>
                    <p:blipFill>
                      <a:blip r:embed="rId8"/>
                      <a:stretch>
                        <a:fillRect/>
                      </a:stretch>
                    </p:blipFill>
                    <p:spPr>
                      <a:xfrm>
                        <a:off x="7033369" y="4152583"/>
                        <a:ext cx="2222500" cy="654050"/>
                      </a:xfrm>
                      <a:prstGeom prst="rect">
                        <a:avLst/>
                      </a:prstGeom>
                      <a:noFill/>
                      <a:ln w="9525">
                        <a:noFill/>
                      </a:ln>
                    </p:spPr>
                  </p:pic>
                </p:oleObj>
              </mc:Fallback>
            </mc:AlternateContent>
          </a:graphicData>
        </a:graphic>
      </p:graphicFrame>
      <p:sp>
        <p:nvSpPr>
          <p:cNvPr id="14" name="TextBox 13"/>
          <p:cNvSpPr txBox="1"/>
          <p:nvPr/>
        </p:nvSpPr>
        <p:spPr bwMode="auto">
          <a:xfrm>
            <a:off x="1834103" y="2823107"/>
            <a:ext cx="12553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答案：</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15" name="Rectangle 10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6" name="对象 15"/>
          <p:cNvGraphicFramePr>
            <a:graphicFrameLocks noChangeAspect="1"/>
          </p:cNvGraphicFramePr>
          <p:nvPr/>
        </p:nvGraphicFramePr>
        <p:xfrm>
          <a:off x="2943317" y="2656727"/>
          <a:ext cx="1320800" cy="831851"/>
        </p:xfrm>
        <a:graphic>
          <a:graphicData uri="http://schemas.openxmlformats.org/presentationml/2006/ole">
            <mc:AlternateContent xmlns:mc="http://schemas.openxmlformats.org/markup-compatibility/2006">
              <mc:Choice xmlns:v="urn:schemas-microsoft-com:vml" Requires="v">
                <p:oleObj spid="_x0000_s39941" name="Equation" r:id="rId9" imgW="31699200" imgH="20116800" progId="Equation.DSMT4">
                  <p:embed/>
                </p:oleObj>
              </mc:Choice>
              <mc:Fallback>
                <p:oleObj name="Equation" r:id="rId9" imgW="31699200" imgH="20116800" progId="Equation.DSMT4">
                  <p:embed/>
                  <p:pic>
                    <p:nvPicPr>
                      <p:cNvPr id="0" name="图片 39940"/>
                      <p:cNvPicPr>
                        <a:picLocks noChangeAspect="1"/>
                      </p:cNvPicPr>
                      <p:nvPr/>
                    </p:nvPicPr>
                    <p:blipFill>
                      <a:blip r:embed="rId10"/>
                      <a:stretch>
                        <a:fillRect/>
                      </a:stretch>
                    </p:blipFill>
                    <p:spPr>
                      <a:xfrm>
                        <a:off x="2943317" y="2656727"/>
                        <a:ext cx="1320800" cy="831851"/>
                      </a:xfrm>
                      <a:prstGeom prst="rect">
                        <a:avLst/>
                      </a:prstGeom>
                      <a:noFill/>
                      <a:ln w="9525">
                        <a:noFill/>
                      </a:ln>
                    </p:spPr>
                  </p:pic>
                </p:oleObj>
              </mc:Fallback>
            </mc:AlternateContent>
          </a:graphicData>
        </a:graphic>
      </p:graphicFrame>
      <p:sp>
        <p:nvSpPr>
          <p:cNvPr id="17" name="TextBox 16"/>
          <p:cNvSpPr txBox="1"/>
          <p:nvPr/>
        </p:nvSpPr>
        <p:spPr bwMode="auto">
          <a:xfrm>
            <a:off x="4349933" y="2822472"/>
            <a:ext cx="286321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en-US" altLang="zh-CN"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 </a:t>
            </a: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函数</a:t>
            </a: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在定义区间</a:t>
            </a:r>
            <a:endPar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sp>
        <p:nvSpPr>
          <p:cNvPr id="18" name="Rectangle 109"/>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9" name="对象 18"/>
          <p:cNvGraphicFramePr>
            <a:graphicFrameLocks noChangeAspect="1"/>
          </p:cNvGraphicFramePr>
          <p:nvPr/>
        </p:nvGraphicFramePr>
        <p:xfrm>
          <a:off x="7213091" y="2838972"/>
          <a:ext cx="1352551" cy="488951"/>
        </p:xfrm>
        <a:graphic>
          <a:graphicData uri="http://schemas.openxmlformats.org/presentationml/2006/ole">
            <mc:AlternateContent xmlns:mc="http://schemas.openxmlformats.org/markup-compatibility/2006">
              <mc:Choice xmlns:v="urn:schemas-microsoft-com:vml" Requires="v">
                <p:oleObj spid="_x0000_s39942" name="Equation" r:id="rId11" imgW="32613600" imgH="11582400" progId="Equation.DSMT4">
                  <p:embed/>
                </p:oleObj>
              </mc:Choice>
              <mc:Fallback>
                <p:oleObj name="Equation" r:id="rId11" imgW="32613600" imgH="11582400" progId="Equation.DSMT4">
                  <p:embed/>
                  <p:pic>
                    <p:nvPicPr>
                      <p:cNvPr id="0" name="图片 39941"/>
                      <p:cNvPicPr>
                        <a:picLocks noChangeAspect="1"/>
                      </p:cNvPicPr>
                      <p:nvPr/>
                    </p:nvPicPr>
                    <p:blipFill>
                      <a:blip r:embed="rId12"/>
                      <a:stretch>
                        <a:fillRect/>
                      </a:stretch>
                    </p:blipFill>
                    <p:spPr>
                      <a:xfrm>
                        <a:off x="7213091" y="2838972"/>
                        <a:ext cx="1352551" cy="488951"/>
                      </a:xfrm>
                      <a:prstGeom prst="rect">
                        <a:avLst/>
                      </a:prstGeom>
                      <a:noFill/>
                      <a:ln w="9525">
                        <a:noFill/>
                      </a:ln>
                    </p:spPr>
                  </p:pic>
                </p:oleObj>
              </mc:Fallback>
            </mc:AlternateContent>
          </a:graphicData>
        </a:graphic>
      </p:graphicFrame>
      <p:sp>
        <p:nvSpPr>
          <p:cNvPr id="20" name="TextBox 19"/>
          <p:cNvSpPr txBox="1"/>
          <p:nvPr/>
        </p:nvSpPr>
        <p:spPr bwMode="auto">
          <a:xfrm>
            <a:off x="8473658" y="2822472"/>
            <a:ext cx="1701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a:spcBef>
                <a:spcPct val="50000"/>
              </a:spcBef>
            </a:pPr>
            <a:r>
              <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rPr>
              <a:t>单调</a:t>
            </a:r>
            <a:r>
              <a:rPr lang="zh-CN" altLang="en-US"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递增</a:t>
            </a:r>
            <a:r>
              <a:rPr lang="en-US" altLang="zh-CN" sz="28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endParaRPr lang="zh-CN" altLang="en-US" sz="2800" b="1" dirty="0" smtClean="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sp>
        <p:nvSpPr>
          <p:cNvPr id="21" name="TextBox 20"/>
          <p:cNvSpPr txBox="1"/>
          <p:nvPr/>
        </p:nvSpPr>
        <p:spPr bwMode="auto">
          <a:xfrm>
            <a:off x="1914113" y="5092981"/>
            <a:ext cx="125539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smtClean="0">
                <a:latin typeface="Times New Roman" panose="02020603050405020304" pitchFamily="18" charset="0"/>
                <a:ea typeface="黑体" panose="02010609060101010101" charset="-122"/>
                <a:cs typeface="Times New Roman" panose="02020603050405020304" pitchFamily="18" charset="0"/>
              </a:rPr>
              <a:t>答案：</a:t>
            </a:r>
            <a:endParaRPr lang="zh-CN" altLang="en-US" sz="2800" b="1" dirty="0" smtClean="0">
              <a:latin typeface="Times New Roman" panose="02020603050405020304" pitchFamily="18" charset="0"/>
              <a:ea typeface="黑体" panose="02010609060101010101" charset="-122"/>
              <a:cs typeface="Times New Roman" panose="02020603050405020304" pitchFamily="18" charset="0"/>
            </a:endParaRPr>
          </a:p>
        </p:txBody>
      </p:sp>
      <p:sp>
        <p:nvSpPr>
          <p:cNvPr id="22" name="Rectangle 11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3" name="对象 22"/>
          <p:cNvGraphicFramePr>
            <a:graphicFrameLocks noChangeAspect="1"/>
          </p:cNvGraphicFramePr>
          <p:nvPr/>
        </p:nvGraphicFramePr>
        <p:xfrm>
          <a:off x="3286028" y="5092389"/>
          <a:ext cx="3213100" cy="495300"/>
        </p:xfrm>
        <a:graphic>
          <a:graphicData uri="http://schemas.openxmlformats.org/presentationml/2006/ole">
            <mc:AlternateContent xmlns:mc="http://schemas.openxmlformats.org/markup-compatibility/2006">
              <mc:Choice xmlns:v="urn:schemas-microsoft-com:vml" Requires="v">
                <p:oleObj spid="_x0000_s39943" name="Equation" r:id="rId13" imgW="77114400" imgH="11887200" progId="Equation.DSMT4">
                  <p:embed/>
                </p:oleObj>
              </mc:Choice>
              <mc:Fallback>
                <p:oleObj name="Equation" r:id="rId13" imgW="77114400" imgH="11887200" progId="Equation.DSMT4">
                  <p:embed/>
                  <p:pic>
                    <p:nvPicPr>
                      <p:cNvPr id="0" name="图片 39942"/>
                      <p:cNvPicPr>
                        <a:picLocks noChangeAspect="1"/>
                      </p:cNvPicPr>
                      <p:nvPr/>
                    </p:nvPicPr>
                    <p:blipFill>
                      <a:blip r:embed="rId14"/>
                      <a:stretch>
                        <a:fillRect/>
                      </a:stretch>
                    </p:blipFill>
                    <p:spPr>
                      <a:xfrm>
                        <a:off x="3286028" y="5092389"/>
                        <a:ext cx="3213100" cy="495300"/>
                      </a:xfrm>
                      <a:prstGeom prst="rect">
                        <a:avLst/>
                      </a:prstGeom>
                      <a:noFill/>
                      <a:ln w="9525">
                        <a:noFill/>
                      </a:ln>
                    </p:spPr>
                  </p:pic>
                </p:oleObj>
              </mc:Fallback>
            </mc:AlternateContent>
          </a:graphicData>
        </a:graphic>
      </p:graphicFrame>
      <p:sp>
        <p:nvSpPr>
          <p:cNvPr id="24" name="Rectangle 119"/>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5" name="对象 24"/>
          <p:cNvGraphicFramePr>
            <a:graphicFrameLocks noChangeAspect="1"/>
          </p:cNvGraphicFramePr>
          <p:nvPr/>
        </p:nvGraphicFramePr>
        <p:xfrm>
          <a:off x="3267613" y="5704434"/>
          <a:ext cx="4749800" cy="495300"/>
        </p:xfrm>
        <a:graphic>
          <a:graphicData uri="http://schemas.openxmlformats.org/presentationml/2006/ole">
            <mc:AlternateContent xmlns:mc="http://schemas.openxmlformats.org/markup-compatibility/2006">
              <mc:Choice xmlns:v="urn:schemas-microsoft-com:vml" Requires="v">
                <p:oleObj spid="_x0000_s39944" name="Equation" r:id="rId15" imgW="113995200" imgH="11887200" progId="Equation.DSMT4">
                  <p:embed/>
                </p:oleObj>
              </mc:Choice>
              <mc:Fallback>
                <p:oleObj name="Equation" r:id="rId15" imgW="113995200" imgH="11887200" progId="Equation.DSMT4">
                  <p:embed/>
                  <p:pic>
                    <p:nvPicPr>
                      <p:cNvPr id="0" name="图片 39943"/>
                      <p:cNvPicPr>
                        <a:picLocks noChangeAspect="1"/>
                      </p:cNvPicPr>
                      <p:nvPr/>
                    </p:nvPicPr>
                    <p:blipFill>
                      <a:blip r:embed="rId16"/>
                      <a:stretch>
                        <a:fillRect/>
                      </a:stretch>
                    </p:blipFill>
                    <p:spPr>
                      <a:xfrm>
                        <a:off x="3267613" y="5704434"/>
                        <a:ext cx="4749800" cy="4953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par>
                                <p:cTn id="56" presetID="22" presetClass="entr" presetSubtype="8" fill="hold"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left)">
                                      <p:cBhvr>
                                        <p:cTn id="58" dur="500"/>
                                        <p:tgtEl>
                                          <p:spTgt spid="1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par>
                                <p:cTn id="62" presetID="22" presetClass="entr" presetSubtype="8" fill="hold"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left)">
                                      <p:cBhvr>
                                        <p:cTn id="64" dur="500"/>
                                        <p:tgtEl>
                                          <p:spTgt spid="1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left)">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5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left)">
                                      <p:cBhvr>
                                        <p:cTn id="7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p:bldP spid="9" grpId="0"/>
      <p:bldP spid="10" grpId="0"/>
      <p:bldP spid="12" grpId="0"/>
      <p:bldP spid="14" grpId="0"/>
      <p:bldP spid="17" grpId="0"/>
      <p:bldP spid="20" grpId="0"/>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309880" y="744220"/>
            <a:ext cx="10928985"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sz="3200" b="1" baseline="30000" dirty="0" smtClean="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rPr>
              <a:t>1.1.4 初等函数论若干知识的回顾和补充</a:t>
            </a:r>
            <a:endParaRPr lang="zh-CN" altLang="en-US" sz="32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endParaRPr>
          </a:p>
        </p:txBody>
      </p:sp>
      <p:sp>
        <p:nvSpPr>
          <p:cNvPr id="4" name="TextBox 3">
            <a:hlinkClick r:id="rId1" action="ppaction://hlinksldjump"/>
          </p:cNvPr>
          <p:cNvSpPr txBox="1">
            <a:spLocks noChangeArrowheads="1"/>
          </p:cNvSpPr>
          <p:nvPr/>
        </p:nvSpPr>
        <p:spPr bwMode="auto">
          <a:xfrm>
            <a:off x="1921330" y="2557924"/>
            <a:ext cx="770572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一.曲线与方程、参数方程和极坐标方程</a:t>
            </a:r>
            <a:endParaRPr lang="zh-CN" altLang="zh-CN" sz="3200" b="1" dirty="0">
              <a:gradFill>
                <a:gsLst>
                  <a:gs pos="0">
                    <a:srgbClr val="007BD3"/>
                  </a:gs>
                  <a:gs pos="100000">
                    <a:srgbClr val="034373"/>
                  </a:gs>
                </a:gsLst>
                <a:lin scaled="0"/>
              </a:gradFill>
              <a:latin typeface="黑体" panose="02010609060101010101" charset="-122"/>
              <a:ea typeface="黑体" panose="02010609060101010101" charset="-122"/>
            </a:endParaRPr>
          </a:p>
        </p:txBody>
      </p:sp>
      <p:sp>
        <p:nvSpPr>
          <p:cNvPr id="5" name="TextBox 3">
            <a:hlinkClick r:id="" action="ppaction://noaction"/>
          </p:cNvPr>
          <p:cNvSpPr txBox="1">
            <a:spLocks noChangeArrowheads="1"/>
          </p:cNvSpPr>
          <p:nvPr/>
        </p:nvSpPr>
        <p:spPr bwMode="auto">
          <a:xfrm>
            <a:off x="1921302" y="3504064"/>
            <a:ext cx="6481762"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3200" b="1" dirty="0">
                <a:gradFill>
                  <a:gsLst>
                    <a:gs pos="0">
                      <a:srgbClr val="007BD3"/>
                    </a:gs>
                    <a:gs pos="100000">
                      <a:srgbClr val="034373"/>
                    </a:gs>
                  </a:gsLst>
                  <a:lin scaled="0"/>
                </a:gradFill>
                <a:latin typeface="黑体" panose="02010609060101010101" charset="-122"/>
                <a:ea typeface="黑体" panose="02010609060101010101" charset="-122"/>
              </a:rPr>
              <a:t>二.三角恒等式与三角不等式</a:t>
            </a:r>
            <a:endParaRPr lang="zh-CN" altLang="zh-CN" sz="3200" b="1" dirty="0">
              <a:solidFill>
                <a:schemeClr val="accent6">
                  <a:lumMod val="50000"/>
                </a:schemeClr>
              </a:solidFill>
              <a:latin typeface="黑体" panose="02010609060101010101" charset="-122"/>
              <a:ea typeface="黑体" panose="02010609060101010101" charset="-122"/>
            </a:endParaRPr>
          </a:p>
        </p:txBody>
      </p:sp>
      <p:sp>
        <p:nvSpPr>
          <p:cNvPr id="11" name="TextBox 10"/>
          <p:cNvSpPr txBox="1"/>
          <p:nvPr/>
        </p:nvSpPr>
        <p:spPr>
          <a:xfrm>
            <a:off x="1574165" y="1611873"/>
            <a:ext cx="3657228" cy="583565"/>
          </a:xfrm>
          <a:prstGeom prst="rect">
            <a:avLst/>
          </a:prstGeom>
          <a:noFill/>
        </p:spPr>
        <p:txBody>
          <a:bodyPr wrap="square" rtlCol="0">
            <a:spAutoFit/>
          </a:bodyPr>
          <a:lstStyle/>
          <a:p>
            <a:r>
              <a:rPr lang="zh-CN" altLang="en-US" sz="3200" b="1" dirty="0" smtClean="0">
                <a:latin typeface="+mn-ea"/>
              </a:rPr>
              <a:t>本小节内容提要：</a:t>
            </a:r>
            <a:endParaRPr lang="zh-CN" altLang="en-US" sz="3200" b="1" dirty="0" smtClean="0">
              <a:latin typeface="+mn-ea"/>
            </a:endParaRPr>
          </a:p>
        </p:txBody>
      </p:sp>
      <p:sp>
        <p:nvSpPr>
          <p:cNvPr id="6" name="TextBox 5"/>
          <p:cNvSpPr txBox="1">
            <a:spLocks noChangeArrowheads="1"/>
          </p:cNvSpPr>
          <p:nvPr/>
        </p:nvSpPr>
        <p:spPr bwMode="auto">
          <a:xfrm>
            <a:off x="1921510" y="4450080"/>
            <a:ext cx="4812665"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Times New Roman" panose="02020603050405020304" pitchFamily="18" charset="0"/>
                <a:ea typeface="黑体" panose="02010609060101010101" charset="-122"/>
                <a:cs typeface="Times New Roman" panose="02020603050405020304" pitchFamily="18" charset="0"/>
              </a:rPr>
              <a:t>请自行参看书本</a:t>
            </a:r>
            <a:r>
              <a:rPr lang="en-US" altLang="zh-CN" sz="2800" b="1" dirty="0">
                <a:latin typeface="Times New Roman" panose="02020603050405020304" pitchFamily="18" charset="0"/>
                <a:ea typeface="黑体" panose="02010609060101010101" charset="-122"/>
                <a:cs typeface="Times New Roman" panose="02020603050405020304" pitchFamily="18" charset="0"/>
              </a:rPr>
              <a:t> P15-21.</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8" name="文本框 200707"/>
          <p:cNvSpPr txBox="1"/>
          <p:nvPr/>
        </p:nvSpPr>
        <p:spPr>
          <a:xfrm>
            <a:off x="1451610" y="1178560"/>
            <a:ext cx="6459855" cy="2553335"/>
          </a:xfrm>
          <a:prstGeom prst="rect">
            <a:avLst/>
          </a:prstGeom>
          <a:noFill/>
          <a:ln w="9525">
            <a:noFill/>
          </a:ln>
        </p:spPr>
        <p:txBody>
          <a:bodyPr wrap="square">
            <a:spAutoFit/>
          </a:bodyPr>
          <a:p>
            <a:r>
              <a:rPr lang="zh-CN" altLang="en-US" sz="3200" b="1" dirty="0">
                <a:solidFill>
                  <a:srgbClr val="0000FF"/>
                </a:solidFill>
                <a:effectLst>
                  <a:outerShdw blurRad="38100" dist="38100" dir="2700000">
                    <a:srgbClr val="000000"/>
                  </a:outerShdw>
                </a:effectLst>
                <a:latin typeface="宋体" panose="02010600030101010101" pitchFamily="2" charset="-122"/>
                <a:ea typeface="宋体" panose="02010600030101010101" pitchFamily="2" charset="-122"/>
              </a:rPr>
              <a:t>作业</a:t>
            </a:r>
            <a:r>
              <a:rPr lang="en-US" altLang="zh-CN" sz="3200" b="1" dirty="0">
                <a:solidFill>
                  <a:srgbClr val="0000FF"/>
                </a:solidFill>
                <a:effectLst>
                  <a:outerShdw blurRad="38100" dist="38100" dir="2700000">
                    <a:srgbClr val="000000"/>
                  </a:outerShdw>
                </a:effectLst>
                <a:latin typeface="宋体" panose="02010600030101010101" pitchFamily="2" charset="-122"/>
                <a:ea typeface="宋体" panose="02010600030101010101" pitchFamily="2" charset="-122"/>
              </a:rPr>
              <a:t>1</a:t>
            </a:r>
            <a:r>
              <a:rPr lang="zh-CN" altLang="en-US" sz="3200" b="1" dirty="0">
                <a:solidFill>
                  <a:srgbClr val="0000FF"/>
                </a:solidFill>
                <a:effectLst>
                  <a:outerShdw blurRad="38100" dist="38100" dir="2700000">
                    <a:srgbClr val="000000"/>
                  </a:outerShdw>
                </a:effectLst>
                <a:latin typeface="宋体" panose="02010600030101010101" pitchFamily="2" charset="-122"/>
                <a:ea typeface="宋体" panose="02010600030101010101" pitchFamily="2" charset="-122"/>
              </a:rPr>
              <a:t>:</a:t>
            </a:r>
            <a:r>
              <a:rPr lang="en-US" altLang="zh-CN" sz="3200">
                <a:latin typeface="Times New Roman" panose="02020603050405020304" pitchFamily="18" charset="0"/>
              </a:rPr>
              <a:t> </a:t>
            </a:r>
            <a:r>
              <a:rPr lang="en-US" altLang="zh-CN" sz="3200">
                <a:latin typeface="Times New Roman" panose="02020603050405020304" pitchFamily="18" charset="0"/>
              </a:rPr>
              <a:t>P21-22  </a:t>
            </a:r>
            <a:endParaRPr lang="en-US" altLang="zh-CN" sz="3200">
              <a:latin typeface="Times New Roman" panose="02020603050405020304" pitchFamily="18" charset="0"/>
            </a:endParaRPr>
          </a:p>
          <a:p>
            <a:endParaRPr lang="en-US" altLang="zh-CN" sz="3200">
              <a:latin typeface="Times New Roman" panose="02020603050405020304" pitchFamily="18" charset="0"/>
            </a:endParaRPr>
          </a:p>
          <a:p>
            <a:r>
              <a:rPr lang="zh-CN" altLang="en-US" sz="3200">
                <a:latin typeface="Times New Roman" panose="02020603050405020304" pitchFamily="18" charset="0"/>
              </a:rPr>
              <a:t>直接做书上：</a:t>
            </a:r>
            <a:r>
              <a:rPr lang="en-US" altLang="zh-CN" sz="3200">
                <a:latin typeface="Times New Roman" panose="02020603050405020304" pitchFamily="18" charset="0"/>
              </a:rPr>
              <a:t> 5</a:t>
            </a:r>
            <a:r>
              <a:rPr lang="zh-CN" altLang="en-US" sz="3200">
                <a:latin typeface="Times New Roman" panose="02020603050405020304" pitchFamily="18" charset="0"/>
              </a:rPr>
              <a:t>，</a:t>
            </a:r>
            <a:r>
              <a:rPr lang="en-US" altLang="zh-CN" sz="3200">
                <a:latin typeface="Times New Roman" panose="02020603050405020304" pitchFamily="18" charset="0"/>
              </a:rPr>
              <a:t>6</a:t>
            </a:r>
            <a:endParaRPr lang="en-US" altLang="zh-CN" sz="3200">
              <a:latin typeface="Times New Roman" panose="02020603050405020304" pitchFamily="18" charset="0"/>
            </a:endParaRPr>
          </a:p>
          <a:p>
            <a:r>
              <a:rPr lang="zh-CN" altLang="en-US" sz="3200">
                <a:latin typeface="Times New Roman" panose="02020603050405020304" pitchFamily="18" charset="0"/>
              </a:rPr>
              <a:t>作业本上：</a:t>
            </a:r>
            <a:r>
              <a:rPr lang="en-US" altLang="zh-CN" sz="3200">
                <a:latin typeface="Times New Roman" panose="02020603050405020304" pitchFamily="18" charset="0"/>
              </a:rPr>
              <a:t> 11 </a:t>
            </a:r>
            <a:endParaRPr lang="en-US" altLang="zh-CN" sz="3200">
              <a:latin typeface="Times New Roman" panose="02020603050405020304" pitchFamily="18" charset="0"/>
            </a:endParaRPr>
          </a:p>
          <a:p>
            <a:r>
              <a:rPr lang="en-US" altLang="zh-CN" sz="3200">
                <a:latin typeface="Times New Roman" panose="02020603050405020304" pitchFamily="18" charset="0"/>
              </a:rPr>
              <a:t>             </a:t>
            </a:r>
            <a:endParaRPr lang="en-US" altLang="zh-CN" sz="320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2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COMMONDATA" val="eyJoZGlkIjoiYTE3YTg1MGUwYzcxMDRmMDA0MjllMmFkNzVlNjE4YTE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
      <a:dk1>
        <a:srgbClr val="000000"/>
      </a:dk1>
      <a:lt1>
        <a:srgbClr val="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3115</Words>
  <Application>WPS 演示</Application>
  <PresentationFormat>宽屏</PresentationFormat>
  <Paragraphs>767</Paragraphs>
  <Slides>47</Slides>
  <Notes>4</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381</vt:i4>
      </vt:variant>
      <vt:variant>
        <vt:lpstr>幻灯片标题</vt:lpstr>
      </vt:variant>
      <vt:variant>
        <vt:i4>47</vt:i4>
      </vt:variant>
    </vt:vector>
  </HeadingPairs>
  <TitlesOfParts>
    <vt:vector size="445" baseType="lpstr">
      <vt:lpstr>Arial</vt:lpstr>
      <vt:lpstr>宋体</vt:lpstr>
      <vt:lpstr>Wingdings</vt:lpstr>
      <vt:lpstr>Wingdings</vt:lpstr>
      <vt:lpstr>微软雅黑</vt:lpstr>
      <vt:lpstr>黑体</vt:lpstr>
      <vt:lpstr>楷体</vt:lpstr>
      <vt:lpstr>Times New Roman</vt:lpstr>
      <vt:lpstr>Symbol</vt:lpstr>
      <vt:lpstr>隶书</vt:lpstr>
      <vt:lpstr>Arial Unicode MS</vt:lpstr>
      <vt:lpstr>Calibri</vt:lpstr>
      <vt:lpstr>楷体_GB2312</vt:lpstr>
      <vt:lpstr>Symbol</vt:lpstr>
      <vt:lpstr>新宋体</vt:lpstr>
      <vt:lpstr>Office 主题​​</vt:lpstr>
      <vt:lpstr>3_Office 主题​​</vt:lpstr>
      <vt:lpstr>Equation.DSMT4</vt:lpstr>
      <vt:lpstr>Equation.DSMT4</vt:lpstr>
      <vt:lpstr>Equation.DSMT4</vt:lpstr>
      <vt:lpstr>Equation.DSMT4</vt:lpstr>
      <vt:lpstr>Equation.3</vt:lpstr>
      <vt:lpstr>Equation.3</vt:lpstr>
      <vt:lpstr>Equation.3</vt:lpstr>
      <vt:lpstr>Equation.3</vt:lpstr>
      <vt:lpstr>Equation.3</vt:lpstr>
      <vt:lpstr>Equation.DSMT4</vt:lpstr>
      <vt:lpstr>Equation.3</vt:lpstr>
      <vt:lpstr>Equation.3</vt:lpstr>
      <vt:lpstr>Equation.DSMT4</vt:lpstr>
      <vt:lpstr>Equation.DSMT4</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1-1 实数集与函数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山人有鱼</cp:lastModifiedBy>
  <cp:revision>210</cp:revision>
  <dcterms:created xsi:type="dcterms:W3CDTF">2019-06-19T02:08:00Z</dcterms:created>
  <dcterms:modified xsi:type="dcterms:W3CDTF">2022-10-10T09:13:03Z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760F433FF01847EB87279794EA3F4FEC</vt:lpwstr>
  </property>
</Properties>
</file>