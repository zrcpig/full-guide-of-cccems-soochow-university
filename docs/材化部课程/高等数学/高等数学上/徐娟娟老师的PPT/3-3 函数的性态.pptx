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sldIdLst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08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17" r:id="rId53"/>
  </p:sldIdLst>
  <p:sldSz cx="12192000" cy="6858000"/>
  <p:notesSz cx="6858000" cy="9144000"/>
  <p:custDataLst>
    <p:tags r:id="rId5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yan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0000FF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47"/>
        <p:guide pos="389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8" Type="http://schemas.openxmlformats.org/officeDocument/2006/relationships/tags" Target="tags/tag125.xml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22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2" Type="http://schemas.openxmlformats.org/officeDocument/2006/relationships/image" Target="../media/image47.wmf"/><Relationship Id="rId31" Type="http://schemas.openxmlformats.org/officeDocument/2006/relationships/image" Target="../media/image46.wmf"/><Relationship Id="rId30" Type="http://schemas.openxmlformats.org/officeDocument/2006/relationships/image" Target="../media/image45.wmf"/><Relationship Id="rId3" Type="http://schemas.openxmlformats.org/officeDocument/2006/relationships/image" Target="../media/image18.wmf"/><Relationship Id="rId29" Type="http://schemas.openxmlformats.org/officeDocument/2006/relationships/image" Target="../media/image44.wmf"/><Relationship Id="rId28" Type="http://schemas.openxmlformats.org/officeDocument/2006/relationships/image" Target="../media/image43.wmf"/><Relationship Id="rId27" Type="http://schemas.openxmlformats.org/officeDocument/2006/relationships/image" Target="../media/image42.wmf"/><Relationship Id="rId26" Type="http://schemas.openxmlformats.org/officeDocument/2006/relationships/image" Target="../media/image41.wmf"/><Relationship Id="rId25" Type="http://schemas.openxmlformats.org/officeDocument/2006/relationships/image" Target="../media/image40.wmf"/><Relationship Id="rId24" Type="http://schemas.openxmlformats.org/officeDocument/2006/relationships/image" Target="../media/image39.wmf"/><Relationship Id="rId23" Type="http://schemas.openxmlformats.org/officeDocument/2006/relationships/image" Target="../media/image38.wmf"/><Relationship Id="rId22" Type="http://schemas.openxmlformats.org/officeDocument/2006/relationships/image" Target="../media/image37.wmf"/><Relationship Id="rId21" Type="http://schemas.openxmlformats.org/officeDocument/2006/relationships/image" Target="../media/image36.wmf"/><Relationship Id="rId20" Type="http://schemas.openxmlformats.org/officeDocument/2006/relationships/image" Target="../media/image35.wmf"/><Relationship Id="rId2" Type="http://schemas.openxmlformats.org/officeDocument/2006/relationships/image" Target="../media/image17.wmf"/><Relationship Id="rId19" Type="http://schemas.openxmlformats.org/officeDocument/2006/relationships/image" Target="../media/image34.wmf"/><Relationship Id="rId18" Type="http://schemas.openxmlformats.org/officeDocument/2006/relationships/image" Target="../media/image33.wmf"/><Relationship Id="rId17" Type="http://schemas.openxmlformats.org/officeDocument/2006/relationships/image" Target="../media/image32.wmf"/><Relationship Id="rId16" Type="http://schemas.openxmlformats.org/officeDocument/2006/relationships/image" Target="../media/image31.wmf"/><Relationship Id="rId15" Type="http://schemas.openxmlformats.org/officeDocument/2006/relationships/image" Target="../media/image30.wmf"/><Relationship Id="rId14" Type="http://schemas.openxmlformats.org/officeDocument/2006/relationships/image" Target="../media/image29.wmf"/><Relationship Id="rId13" Type="http://schemas.openxmlformats.org/officeDocument/2006/relationships/image" Target="../media/image28.wmf"/><Relationship Id="rId12" Type="http://schemas.openxmlformats.org/officeDocument/2006/relationships/image" Target="../media/image27.wmf"/><Relationship Id="rId11" Type="http://schemas.openxmlformats.org/officeDocument/2006/relationships/image" Target="../media/image26.wmf"/><Relationship Id="rId10" Type="http://schemas.openxmlformats.org/officeDocument/2006/relationships/image" Target="../media/image25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57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69.wmf"/><Relationship Id="rId8" Type="http://schemas.openxmlformats.org/officeDocument/2006/relationships/image" Target="../media/image68.wmf"/><Relationship Id="rId7" Type="http://schemas.openxmlformats.org/officeDocument/2006/relationships/image" Target="../media/image66.wmf"/><Relationship Id="rId6" Type="http://schemas.openxmlformats.org/officeDocument/2006/relationships/image" Target="../media/image65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7" Type="http://schemas.openxmlformats.org/officeDocument/2006/relationships/image" Target="../media/image76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86.wmf"/><Relationship Id="rId8" Type="http://schemas.openxmlformats.org/officeDocument/2006/relationships/image" Target="../media/image85.wmf"/><Relationship Id="rId7" Type="http://schemas.openxmlformats.org/officeDocument/2006/relationships/image" Target="../media/image84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2" Type="http://schemas.openxmlformats.org/officeDocument/2006/relationships/image" Target="../media/image89.wmf"/><Relationship Id="rId11" Type="http://schemas.openxmlformats.org/officeDocument/2006/relationships/image" Target="../media/image88.wmf"/><Relationship Id="rId10" Type="http://schemas.openxmlformats.org/officeDocument/2006/relationships/image" Target="../media/image87.wmf"/><Relationship Id="rId1" Type="http://schemas.openxmlformats.org/officeDocument/2006/relationships/image" Target="../media/image78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98.wmf"/><Relationship Id="rId8" Type="http://schemas.openxmlformats.org/officeDocument/2006/relationships/image" Target="../media/image97.wmf"/><Relationship Id="rId7" Type="http://schemas.openxmlformats.org/officeDocument/2006/relationships/image" Target="../media/image96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2" Type="http://schemas.openxmlformats.org/officeDocument/2006/relationships/image" Target="../media/image101.wmf"/><Relationship Id="rId11" Type="http://schemas.openxmlformats.org/officeDocument/2006/relationships/image" Target="../media/image100.wmf"/><Relationship Id="rId10" Type="http://schemas.openxmlformats.org/officeDocument/2006/relationships/image" Target="../media/image99.wmf"/><Relationship Id="rId1" Type="http://schemas.openxmlformats.org/officeDocument/2006/relationships/image" Target="../media/image90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0.wmf"/><Relationship Id="rId8" Type="http://schemas.openxmlformats.org/officeDocument/2006/relationships/image" Target="../media/image109.emf"/><Relationship Id="rId7" Type="http://schemas.openxmlformats.org/officeDocument/2006/relationships/image" Target="../media/image108.emf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7" Type="http://schemas.openxmlformats.org/officeDocument/2006/relationships/image" Target="../media/image118.wmf"/><Relationship Id="rId16" Type="http://schemas.openxmlformats.org/officeDocument/2006/relationships/image" Target="../media/image117.wmf"/><Relationship Id="rId15" Type="http://schemas.openxmlformats.org/officeDocument/2006/relationships/image" Target="../media/image116.wmf"/><Relationship Id="rId14" Type="http://schemas.openxmlformats.org/officeDocument/2006/relationships/image" Target="../media/image115.wmf"/><Relationship Id="rId13" Type="http://schemas.openxmlformats.org/officeDocument/2006/relationships/image" Target="../media/image114.wmf"/><Relationship Id="rId12" Type="http://schemas.openxmlformats.org/officeDocument/2006/relationships/image" Target="../media/image113.wmf"/><Relationship Id="rId11" Type="http://schemas.openxmlformats.org/officeDocument/2006/relationships/image" Target="../media/image112.wmf"/><Relationship Id="rId10" Type="http://schemas.openxmlformats.org/officeDocument/2006/relationships/image" Target="../media/image111.wmf"/><Relationship Id="rId1" Type="http://schemas.openxmlformats.org/officeDocument/2006/relationships/image" Target="../media/image102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2.wmf"/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wmf"/><Relationship Id="rId8" Type="http://schemas.openxmlformats.org/officeDocument/2006/relationships/image" Target="../media/image130.wmf"/><Relationship Id="rId7" Type="http://schemas.openxmlformats.org/officeDocument/2006/relationships/image" Target="../media/image129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Relationship Id="rId3" Type="http://schemas.openxmlformats.org/officeDocument/2006/relationships/image" Target="../media/image125.wmf"/><Relationship Id="rId20" Type="http://schemas.openxmlformats.org/officeDocument/2006/relationships/image" Target="../media/image142.wmf"/><Relationship Id="rId2" Type="http://schemas.openxmlformats.org/officeDocument/2006/relationships/image" Target="../media/image124.wmf"/><Relationship Id="rId19" Type="http://schemas.openxmlformats.org/officeDocument/2006/relationships/image" Target="../media/image141.wmf"/><Relationship Id="rId18" Type="http://schemas.openxmlformats.org/officeDocument/2006/relationships/image" Target="../media/image140.wmf"/><Relationship Id="rId17" Type="http://schemas.openxmlformats.org/officeDocument/2006/relationships/image" Target="../media/image139.wmf"/><Relationship Id="rId16" Type="http://schemas.openxmlformats.org/officeDocument/2006/relationships/image" Target="../media/image138.wmf"/><Relationship Id="rId15" Type="http://schemas.openxmlformats.org/officeDocument/2006/relationships/image" Target="../media/image137.wmf"/><Relationship Id="rId14" Type="http://schemas.openxmlformats.org/officeDocument/2006/relationships/image" Target="../media/image136.wmf"/><Relationship Id="rId13" Type="http://schemas.openxmlformats.org/officeDocument/2006/relationships/image" Target="../media/image135.wmf"/><Relationship Id="rId12" Type="http://schemas.openxmlformats.org/officeDocument/2006/relationships/image" Target="../media/image134.wmf"/><Relationship Id="rId11" Type="http://schemas.openxmlformats.org/officeDocument/2006/relationships/image" Target="../media/image133.wmf"/><Relationship Id="rId10" Type="http://schemas.openxmlformats.org/officeDocument/2006/relationships/image" Target="../media/image132.wmf"/><Relationship Id="rId1" Type="http://schemas.openxmlformats.org/officeDocument/2006/relationships/image" Target="../media/image123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1.wmf"/><Relationship Id="rId8" Type="http://schemas.openxmlformats.org/officeDocument/2006/relationships/image" Target="../media/image150.wmf"/><Relationship Id="rId7" Type="http://schemas.openxmlformats.org/officeDocument/2006/relationships/image" Target="../media/image149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Relationship Id="rId3" Type="http://schemas.openxmlformats.org/officeDocument/2006/relationships/image" Target="../media/image145.wmf"/><Relationship Id="rId27" Type="http://schemas.openxmlformats.org/officeDocument/2006/relationships/image" Target="../media/image169.wmf"/><Relationship Id="rId26" Type="http://schemas.openxmlformats.org/officeDocument/2006/relationships/image" Target="../media/image168.wmf"/><Relationship Id="rId25" Type="http://schemas.openxmlformats.org/officeDocument/2006/relationships/image" Target="../media/image167.wmf"/><Relationship Id="rId24" Type="http://schemas.openxmlformats.org/officeDocument/2006/relationships/image" Target="../media/image166.wmf"/><Relationship Id="rId23" Type="http://schemas.openxmlformats.org/officeDocument/2006/relationships/image" Target="../media/image165.wmf"/><Relationship Id="rId22" Type="http://schemas.openxmlformats.org/officeDocument/2006/relationships/image" Target="../media/image164.wmf"/><Relationship Id="rId21" Type="http://schemas.openxmlformats.org/officeDocument/2006/relationships/image" Target="../media/image163.wmf"/><Relationship Id="rId20" Type="http://schemas.openxmlformats.org/officeDocument/2006/relationships/image" Target="../media/image162.wmf"/><Relationship Id="rId2" Type="http://schemas.openxmlformats.org/officeDocument/2006/relationships/image" Target="../media/image144.wmf"/><Relationship Id="rId19" Type="http://schemas.openxmlformats.org/officeDocument/2006/relationships/image" Target="../media/image161.wmf"/><Relationship Id="rId18" Type="http://schemas.openxmlformats.org/officeDocument/2006/relationships/image" Target="../media/image160.wmf"/><Relationship Id="rId17" Type="http://schemas.openxmlformats.org/officeDocument/2006/relationships/image" Target="../media/image159.wmf"/><Relationship Id="rId16" Type="http://schemas.openxmlformats.org/officeDocument/2006/relationships/image" Target="../media/image158.wmf"/><Relationship Id="rId15" Type="http://schemas.openxmlformats.org/officeDocument/2006/relationships/image" Target="../media/image157.wmf"/><Relationship Id="rId14" Type="http://schemas.openxmlformats.org/officeDocument/2006/relationships/image" Target="../media/image156.wmf"/><Relationship Id="rId13" Type="http://schemas.openxmlformats.org/officeDocument/2006/relationships/image" Target="../media/image155.wmf"/><Relationship Id="rId12" Type="http://schemas.openxmlformats.org/officeDocument/2006/relationships/image" Target="../media/image154.wmf"/><Relationship Id="rId11" Type="http://schemas.openxmlformats.org/officeDocument/2006/relationships/image" Target="../media/image153.wmf"/><Relationship Id="rId10" Type="http://schemas.openxmlformats.org/officeDocument/2006/relationships/image" Target="../media/image152.wmf"/><Relationship Id="rId1" Type="http://schemas.openxmlformats.org/officeDocument/2006/relationships/image" Target="../media/image143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8.wmf"/><Relationship Id="rId8" Type="http://schemas.openxmlformats.org/officeDocument/2006/relationships/image" Target="../media/image177.wmf"/><Relationship Id="rId7" Type="http://schemas.openxmlformats.org/officeDocument/2006/relationships/image" Target="../media/image176.wmf"/><Relationship Id="rId6" Type="http://schemas.openxmlformats.org/officeDocument/2006/relationships/image" Target="../media/image175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3" Type="http://schemas.openxmlformats.org/officeDocument/2006/relationships/image" Target="../media/image182.wmf"/><Relationship Id="rId12" Type="http://schemas.openxmlformats.org/officeDocument/2006/relationships/image" Target="../media/image181.wmf"/><Relationship Id="rId11" Type="http://schemas.openxmlformats.org/officeDocument/2006/relationships/image" Target="../media/image180.wmf"/><Relationship Id="rId10" Type="http://schemas.openxmlformats.org/officeDocument/2006/relationships/image" Target="../media/image179.wmf"/><Relationship Id="rId1" Type="http://schemas.openxmlformats.org/officeDocument/2006/relationships/image" Target="../media/image170.wmf"/></Relationships>
</file>

<file path=ppt/drawings/_rels/vmlDrawing1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87.wmf"/><Relationship Id="rId6" Type="http://schemas.openxmlformats.org/officeDocument/2006/relationships/image" Target="../media/image186.wmf"/><Relationship Id="rId5" Type="http://schemas.openxmlformats.org/officeDocument/2006/relationships/image" Target="../media/image185.wmf"/><Relationship Id="rId4" Type="http://schemas.openxmlformats.org/officeDocument/2006/relationships/image" Target="../media/image174.wmf"/><Relationship Id="rId3" Type="http://schemas.openxmlformats.org/officeDocument/2006/relationships/image" Target="../media/image173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6.wmf"/><Relationship Id="rId8" Type="http://schemas.openxmlformats.org/officeDocument/2006/relationships/image" Target="../media/image195.wmf"/><Relationship Id="rId7" Type="http://schemas.openxmlformats.org/officeDocument/2006/relationships/image" Target="../media/image194.wmf"/><Relationship Id="rId6" Type="http://schemas.openxmlformats.org/officeDocument/2006/relationships/image" Target="../media/image193.wmf"/><Relationship Id="rId5" Type="http://schemas.openxmlformats.org/officeDocument/2006/relationships/image" Target="../media/image192.wmf"/><Relationship Id="rId4" Type="http://schemas.openxmlformats.org/officeDocument/2006/relationships/image" Target="../media/image191.wmf"/><Relationship Id="rId3" Type="http://schemas.openxmlformats.org/officeDocument/2006/relationships/image" Target="../media/image190.wmf"/><Relationship Id="rId2" Type="http://schemas.openxmlformats.org/officeDocument/2006/relationships/image" Target="../media/image189.wmf"/><Relationship Id="rId14" Type="http://schemas.openxmlformats.org/officeDocument/2006/relationships/image" Target="../media/image201.wmf"/><Relationship Id="rId13" Type="http://schemas.openxmlformats.org/officeDocument/2006/relationships/image" Target="../media/image200.wmf"/><Relationship Id="rId12" Type="http://schemas.openxmlformats.org/officeDocument/2006/relationships/image" Target="../media/image199.wmf"/><Relationship Id="rId11" Type="http://schemas.openxmlformats.org/officeDocument/2006/relationships/image" Target="../media/image198.wmf"/><Relationship Id="rId10" Type="http://schemas.openxmlformats.org/officeDocument/2006/relationships/image" Target="../media/image197.wmf"/><Relationship Id="rId1" Type="http://schemas.openxmlformats.org/officeDocument/2006/relationships/image" Target="../media/image188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0.wmf"/><Relationship Id="rId8" Type="http://schemas.openxmlformats.org/officeDocument/2006/relationships/image" Target="../media/image209.wmf"/><Relationship Id="rId7" Type="http://schemas.openxmlformats.org/officeDocument/2006/relationships/image" Target="../media/image208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4" Type="http://schemas.openxmlformats.org/officeDocument/2006/relationships/image" Target="../media/image205.wmf"/><Relationship Id="rId3" Type="http://schemas.openxmlformats.org/officeDocument/2006/relationships/image" Target="../media/image204.wmf"/><Relationship Id="rId2" Type="http://schemas.openxmlformats.org/officeDocument/2006/relationships/image" Target="../media/image203.wmf"/><Relationship Id="rId16" Type="http://schemas.openxmlformats.org/officeDocument/2006/relationships/image" Target="../media/image217.wmf"/><Relationship Id="rId15" Type="http://schemas.openxmlformats.org/officeDocument/2006/relationships/image" Target="../media/image216.wmf"/><Relationship Id="rId14" Type="http://schemas.openxmlformats.org/officeDocument/2006/relationships/image" Target="../media/image215.wmf"/><Relationship Id="rId13" Type="http://schemas.openxmlformats.org/officeDocument/2006/relationships/image" Target="../media/image214.wmf"/><Relationship Id="rId12" Type="http://schemas.openxmlformats.org/officeDocument/2006/relationships/image" Target="../media/image213.wmf"/><Relationship Id="rId11" Type="http://schemas.openxmlformats.org/officeDocument/2006/relationships/image" Target="../media/image212.wmf"/><Relationship Id="rId10" Type="http://schemas.openxmlformats.org/officeDocument/2006/relationships/image" Target="../media/image211.wmf"/><Relationship Id="rId1" Type="http://schemas.openxmlformats.org/officeDocument/2006/relationships/image" Target="../media/image202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2.wmf"/><Relationship Id="rId3" Type="http://schemas.openxmlformats.org/officeDocument/2006/relationships/image" Target="../media/image221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1.wmf"/><Relationship Id="rId8" Type="http://schemas.openxmlformats.org/officeDocument/2006/relationships/image" Target="../media/image230.wmf"/><Relationship Id="rId7" Type="http://schemas.openxmlformats.org/officeDocument/2006/relationships/image" Target="../media/image229.wmf"/><Relationship Id="rId6" Type="http://schemas.openxmlformats.org/officeDocument/2006/relationships/image" Target="../media/image228.wmf"/><Relationship Id="rId5" Type="http://schemas.openxmlformats.org/officeDocument/2006/relationships/image" Target="../media/image227.wmf"/><Relationship Id="rId4" Type="http://schemas.openxmlformats.org/officeDocument/2006/relationships/image" Target="../media/image226.wmf"/><Relationship Id="rId3" Type="http://schemas.openxmlformats.org/officeDocument/2006/relationships/image" Target="../media/image225.wmf"/><Relationship Id="rId26" Type="http://schemas.openxmlformats.org/officeDocument/2006/relationships/image" Target="../media/image248.wmf"/><Relationship Id="rId25" Type="http://schemas.openxmlformats.org/officeDocument/2006/relationships/image" Target="../media/image247.wmf"/><Relationship Id="rId24" Type="http://schemas.openxmlformats.org/officeDocument/2006/relationships/image" Target="../media/image246.wmf"/><Relationship Id="rId23" Type="http://schemas.openxmlformats.org/officeDocument/2006/relationships/image" Target="../media/image245.wmf"/><Relationship Id="rId22" Type="http://schemas.openxmlformats.org/officeDocument/2006/relationships/image" Target="../media/image244.wmf"/><Relationship Id="rId21" Type="http://schemas.openxmlformats.org/officeDocument/2006/relationships/image" Target="../media/image243.wmf"/><Relationship Id="rId20" Type="http://schemas.openxmlformats.org/officeDocument/2006/relationships/image" Target="../media/image242.wmf"/><Relationship Id="rId2" Type="http://schemas.openxmlformats.org/officeDocument/2006/relationships/image" Target="../media/image224.wmf"/><Relationship Id="rId19" Type="http://schemas.openxmlformats.org/officeDocument/2006/relationships/image" Target="../media/image241.wmf"/><Relationship Id="rId18" Type="http://schemas.openxmlformats.org/officeDocument/2006/relationships/image" Target="../media/image240.wmf"/><Relationship Id="rId17" Type="http://schemas.openxmlformats.org/officeDocument/2006/relationships/image" Target="../media/image239.wmf"/><Relationship Id="rId16" Type="http://schemas.openxmlformats.org/officeDocument/2006/relationships/image" Target="../media/image238.wmf"/><Relationship Id="rId15" Type="http://schemas.openxmlformats.org/officeDocument/2006/relationships/image" Target="../media/image237.wmf"/><Relationship Id="rId14" Type="http://schemas.openxmlformats.org/officeDocument/2006/relationships/image" Target="../media/image236.wmf"/><Relationship Id="rId13" Type="http://schemas.openxmlformats.org/officeDocument/2006/relationships/image" Target="../media/image235.wmf"/><Relationship Id="rId12" Type="http://schemas.openxmlformats.org/officeDocument/2006/relationships/image" Target="../media/image234.wmf"/><Relationship Id="rId11" Type="http://schemas.openxmlformats.org/officeDocument/2006/relationships/image" Target="../media/image233.wmf"/><Relationship Id="rId10" Type="http://schemas.openxmlformats.org/officeDocument/2006/relationships/image" Target="../media/image232.wmf"/><Relationship Id="rId1" Type="http://schemas.openxmlformats.org/officeDocument/2006/relationships/image" Target="../media/image223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7.wmf"/><Relationship Id="rId8" Type="http://schemas.openxmlformats.org/officeDocument/2006/relationships/image" Target="../media/image256.wmf"/><Relationship Id="rId7" Type="http://schemas.openxmlformats.org/officeDocument/2006/relationships/image" Target="../media/image255.wmf"/><Relationship Id="rId6" Type="http://schemas.openxmlformats.org/officeDocument/2006/relationships/image" Target="../media/image254.emf"/><Relationship Id="rId5" Type="http://schemas.openxmlformats.org/officeDocument/2006/relationships/image" Target="../media/image253.wmf"/><Relationship Id="rId4" Type="http://schemas.openxmlformats.org/officeDocument/2006/relationships/image" Target="../media/image252.emf"/><Relationship Id="rId3" Type="http://schemas.openxmlformats.org/officeDocument/2006/relationships/image" Target="../media/image251.emf"/><Relationship Id="rId2" Type="http://schemas.openxmlformats.org/officeDocument/2006/relationships/image" Target="../media/image250.emf"/><Relationship Id="rId14" Type="http://schemas.openxmlformats.org/officeDocument/2006/relationships/image" Target="../media/image262.emf"/><Relationship Id="rId13" Type="http://schemas.openxmlformats.org/officeDocument/2006/relationships/image" Target="../media/image261.wmf"/><Relationship Id="rId12" Type="http://schemas.openxmlformats.org/officeDocument/2006/relationships/image" Target="../media/image260.wmf"/><Relationship Id="rId11" Type="http://schemas.openxmlformats.org/officeDocument/2006/relationships/image" Target="../media/image259.wmf"/><Relationship Id="rId10" Type="http://schemas.openxmlformats.org/officeDocument/2006/relationships/image" Target="../media/image258.wmf"/><Relationship Id="rId1" Type="http://schemas.openxmlformats.org/officeDocument/2006/relationships/image" Target="../media/image249.e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1.wmf"/><Relationship Id="rId8" Type="http://schemas.openxmlformats.org/officeDocument/2006/relationships/image" Target="../media/image270.wmf"/><Relationship Id="rId7" Type="http://schemas.openxmlformats.org/officeDocument/2006/relationships/image" Target="../media/image269.wmf"/><Relationship Id="rId6" Type="http://schemas.openxmlformats.org/officeDocument/2006/relationships/image" Target="../media/image268.wmf"/><Relationship Id="rId5" Type="http://schemas.openxmlformats.org/officeDocument/2006/relationships/image" Target="../media/image267.wmf"/><Relationship Id="rId4" Type="http://schemas.openxmlformats.org/officeDocument/2006/relationships/image" Target="../media/image266.wmf"/><Relationship Id="rId3" Type="http://schemas.openxmlformats.org/officeDocument/2006/relationships/image" Target="../media/image265.wmf"/><Relationship Id="rId2" Type="http://schemas.openxmlformats.org/officeDocument/2006/relationships/image" Target="../media/image264.wmf"/><Relationship Id="rId13" Type="http://schemas.openxmlformats.org/officeDocument/2006/relationships/image" Target="../media/image275.wmf"/><Relationship Id="rId12" Type="http://schemas.openxmlformats.org/officeDocument/2006/relationships/image" Target="../media/image274.wmf"/><Relationship Id="rId11" Type="http://schemas.openxmlformats.org/officeDocument/2006/relationships/image" Target="../media/image273.wmf"/><Relationship Id="rId10" Type="http://schemas.openxmlformats.org/officeDocument/2006/relationships/image" Target="../media/image272.wmf"/><Relationship Id="rId1" Type="http://schemas.openxmlformats.org/officeDocument/2006/relationships/image" Target="../media/image263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4.wmf"/><Relationship Id="rId8" Type="http://schemas.openxmlformats.org/officeDocument/2006/relationships/image" Target="../media/image283.wmf"/><Relationship Id="rId7" Type="http://schemas.openxmlformats.org/officeDocument/2006/relationships/image" Target="../media/image282.wmf"/><Relationship Id="rId6" Type="http://schemas.openxmlformats.org/officeDocument/2006/relationships/image" Target="../media/image281.wmf"/><Relationship Id="rId5" Type="http://schemas.openxmlformats.org/officeDocument/2006/relationships/image" Target="../media/image280.wmf"/><Relationship Id="rId4" Type="http://schemas.openxmlformats.org/officeDocument/2006/relationships/image" Target="../media/image279.wmf"/><Relationship Id="rId3" Type="http://schemas.openxmlformats.org/officeDocument/2006/relationships/image" Target="../media/image278.wmf"/><Relationship Id="rId2" Type="http://schemas.openxmlformats.org/officeDocument/2006/relationships/image" Target="../media/image277.wmf"/><Relationship Id="rId10" Type="http://schemas.openxmlformats.org/officeDocument/2006/relationships/image" Target="../media/image285.wmf"/><Relationship Id="rId1" Type="http://schemas.openxmlformats.org/officeDocument/2006/relationships/image" Target="../media/image276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5.wmf"/><Relationship Id="rId8" Type="http://schemas.openxmlformats.org/officeDocument/2006/relationships/image" Target="../media/image294.wmf"/><Relationship Id="rId7" Type="http://schemas.openxmlformats.org/officeDocument/2006/relationships/image" Target="../media/image293.wmf"/><Relationship Id="rId6" Type="http://schemas.openxmlformats.org/officeDocument/2006/relationships/image" Target="../media/image292.wmf"/><Relationship Id="rId5" Type="http://schemas.openxmlformats.org/officeDocument/2006/relationships/image" Target="../media/image291.wmf"/><Relationship Id="rId4" Type="http://schemas.openxmlformats.org/officeDocument/2006/relationships/image" Target="../media/image290.wmf"/><Relationship Id="rId3" Type="http://schemas.openxmlformats.org/officeDocument/2006/relationships/image" Target="../media/image289.wmf"/><Relationship Id="rId2" Type="http://schemas.openxmlformats.org/officeDocument/2006/relationships/image" Target="../media/image288.wmf"/><Relationship Id="rId10" Type="http://schemas.openxmlformats.org/officeDocument/2006/relationships/image" Target="../media/image296.wmf"/><Relationship Id="rId1" Type="http://schemas.openxmlformats.org/officeDocument/2006/relationships/image" Target="../media/image287.w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01.wmf"/><Relationship Id="rId4" Type="http://schemas.openxmlformats.org/officeDocument/2006/relationships/image" Target="../media/image300.wmf"/><Relationship Id="rId3" Type="http://schemas.openxmlformats.org/officeDocument/2006/relationships/image" Target="../media/image299.wmf"/><Relationship Id="rId2" Type="http://schemas.openxmlformats.org/officeDocument/2006/relationships/image" Target="../media/image298.wmf"/><Relationship Id="rId1" Type="http://schemas.openxmlformats.org/officeDocument/2006/relationships/image" Target="../media/image297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0.wmf"/><Relationship Id="rId8" Type="http://schemas.openxmlformats.org/officeDocument/2006/relationships/image" Target="../media/image309.wmf"/><Relationship Id="rId7" Type="http://schemas.openxmlformats.org/officeDocument/2006/relationships/image" Target="../media/image308.wmf"/><Relationship Id="rId6" Type="http://schemas.openxmlformats.org/officeDocument/2006/relationships/image" Target="../media/image307.wmf"/><Relationship Id="rId5" Type="http://schemas.openxmlformats.org/officeDocument/2006/relationships/image" Target="../media/image306.wmf"/><Relationship Id="rId4" Type="http://schemas.openxmlformats.org/officeDocument/2006/relationships/image" Target="../media/image305.wmf"/><Relationship Id="rId3" Type="http://schemas.openxmlformats.org/officeDocument/2006/relationships/image" Target="../media/image304.wmf"/><Relationship Id="rId2" Type="http://schemas.openxmlformats.org/officeDocument/2006/relationships/image" Target="../media/image303.wmf"/><Relationship Id="rId14" Type="http://schemas.openxmlformats.org/officeDocument/2006/relationships/image" Target="../media/image315.wmf"/><Relationship Id="rId13" Type="http://schemas.openxmlformats.org/officeDocument/2006/relationships/image" Target="../media/image314.wmf"/><Relationship Id="rId12" Type="http://schemas.openxmlformats.org/officeDocument/2006/relationships/image" Target="../media/image313.wmf"/><Relationship Id="rId11" Type="http://schemas.openxmlformats.org/officeDocument/2006/relationships/image" Target="../media/image312.wmf"/><Relationship Id="rId10" Type="http://schemas.openxmlformats.org/officeDocument/2006/relationships/image" Target="../media/image311.wmf"/><Relationship Id="rId1" Type="http://schemas.openxmlformats.org/officeDocument/2006/relationships/image" Target="../media/image302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4.emf"/><Relationship Id="rId8" Type="http://schemas.openxmlformats.org/officeDocument/2006/relationships/image" Target="../media/image323.emf"/><Relationship Id="rId7" Type="http://schemas.openxmlformats.org/officeDocument/2006/relationships/image" Target="../media/image322.emf"/><Relationship Id="rId6" Type="http://schemas.openxmlformats.org/officeDocument/2006/relationships/image" Target="../media/image321.wmf"/><Relationship Id="rId5" Type="http://schemas.openxmlformats.org/officeDocument/2006/relationships/image" Target="../media/image320.wmf"/><Relationship Id="rId4" Type="http://schemas.openxmlformats.org/officeDocument/2006/relationships/image" Target="../media/image319.wmf"/><Relationship Id="rId3" Type="http://schemas.openxmlformats.org/officeDocument/2006/relationships/image" Target="../media/image318.wmf"/><Relationship Id="rId21" Type="http://schemas.openxmlformats.org/officeDocument/2006/relationships/image" Target="../media/image336.emf"/><Relationship Id="rId20" Type="http://schemas.openxmlformats.org/officeDocument/2006/relationships/image" Target="../media/image335.emf"/><Relationship Id="rId2" Type="http://schemas.openxmlformats.org/officeDocument/2006/relationships/image" Target="../media/image317.wmf"/><Relationship Id="rId19" Type="http://schemas.openxmlformats.org/officeDocument/2006/relationships/image" Target="../media/image334.emf"/><Relationship Id="rId18" Type="http://schemas.openxmlformats.org/officeDocument/2006/relationships/image" Target="../media/image333.emf"/><Relationship Id="rId17" Type="http://schemas.openxmlformats.org/officeDocument/2006/relationships/image" Target="../media/image332.emf"/><Relationship Id="rId16" Type="http://schemas.openxmlformats.org/officeDocument/2006/relationships/image" Target="../media/image331.emf"/><Relationship Id="rId15" Type="http://schemas.openxmlformats.org/officeDocument/2006/relationships/image" Target="../media/image330.emf"/><Relationship Id="rId14" Type="http://schemas.openxmlformats.org/officeDocument/2006/relationships/image" Target="../media/image329.emf"/><Relationship Id="rId13" Type="http://schemas.openxmlformats.org/officeDocument/2006/relationships/image" Target="../media/image328.emf"/><Relationship Id="rId12" Type="http://schemas.openxmlformats.org/officeDocument/2006/relationships/image" Target="../media/image327.emf"/><Relationship Id="rId11" Type="http://schemas.openxmlformats.org/officeDocument/2006/relationships/image" Target="../media/image326.emf"/><Relationship Id="rId10" Type="http://schemas.openxmlformats.org/officeDocument/2006/relationships/image" Target="../media/image325.emf"/><Relationship Id="rId1" Type="http://schemas.openxmlformats.org/officeDocument/2006/relationships/image" Target="../media/image316.wmf"/></Relationships>
</file>

<file path=ppt/drawings/_rels/vmlDrawing27.vml.rels><?xml version="1.0" encoding="UTF-8" standalone="yes"?>
<Relationships xmlns="http://schemas.openxmlformats.org/package/2006/relationships"><Relationship Id="rId7" Type="http://schemas.openxmlformats.org/officeDocument/2006/relationships/image" Target="../media/image343.wmf"/><Relationship Id="rId6" Type="http://schemas.openxmlformats.org/officeDocument/2006/relationships/image" Target="../media/image342.wmf"/><Relationship Id="rId5" Type="http://schemas.openxmlformats.org/officeDocument/2006/relationships/image" Target="../media/image341.wmf"/><Relationship Id="rId4" Type="http://schemas.openxmlformats.org/officeDocument/2006/relationships/image" Target="../media/image340.wmf"/><Relationship Id="rId3" Type="http://schemas.openxmlformats.org/officeDocument/2006/relationships/image" Target="../media/image339.wmf"/><Relationship Id="rId2" Type="http://schemas.openxmlformats.org/officeDocument/2006/relationships/image" Target="../media/image338.wmf"/><Relationship Id="rId1" Type="http://schemas.openxmlformats.org/officeDocument/2006/relationships/image" Target="../media/image337.wmf"/></Relationships>
</file>

<file path=ppt/drawings/_rels/vmlDrawing28.vml.rels><?xml version="1.0" encoding="UTF-8" standalone="yes"?>
<Relationships xmlns="http://schemas.openxmlformats.org/package/2006/relationships"><Relationship Id="rId6" Type="http://schemas.openxmlformats.org/officeDocument/2006/relationships/image" Target="../media/image349.wmf"/><Relationship Id="rId5" Type="http://schemas.openxmlformats.org/officeDocument/2006/relationships/image" Target="../media/image348.wmf"/><Relationship Id="rId4" Type="http://schemas.openxmlformats.org/officeDocument/2006/relationships/image" Target="../media/image347.wmf"/><Relationship Id="rId3" Type="http://schemas.openxmlformats.org/officeDocument/2006/relationships/image" Target="../media/image346.wmf"/><Relationship Id="rId2" Type="http://schemas.openxmlformats.org/officeDocument/2006/relationships/image" Target="../media/image345.wmf"/><Relationship Id="rId1" Type="http://schemas.openxmlformats.org/officeDocument/2006/relationships/image" Target="../media/image344.wmf"/></Relationships>
</file>

<file path=ppt/drawings/_rels/vmlDrawing29.vml.rels><?xml version="1.0" encoding="UTF-8" standalone="yes"?>
<Relationships xmlns="http://schemas.openxmlformats.org/package/2006/relationships"><Relationship Id="rId7" Type="http://schemas.openxmlformats.org/officeDocument/2006/relationships/image" Target="../media/image356.wmf"/><Relationship Id="rId6" Type="http://schemas.openxmlformats.org/officeDocument/2006/relationships/image" Target="../media/image355.wmf"/><Relationship Id="rId5" Type="http://schemas.openxmlformats.org/officeDocument/2006/relationships/image" Target="../media/image354.wmf"/><Relationship Id="rId4" Type="http://schemas.openxmlformats.org/officeDocument/2006/relationships/image" Target="../media/image353.wmf"/><Relationship Id="rId3" Type="http://schemas.openxmlformats.org/officeDocument/2006/relationships/image" Target="../media/image352.wmf"/><Relationship Id="rId2" Type="http://schemas.openxmlformats.org/officeDocument/2006/relationships/image" Target="../media/image351.wmf"/><Relationship Id="rId1" Type="http://schemas.openxmlformats.org/officeDocument/2006/relationships/image" Target="../media/image350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5.wmf"/><Relationship Id="rId8" Type="http://schemas.openxmlformats.org/officeDocument/2006/relationships/image" Target="../media/image364.wmf"/><Relationship Id="rId7" Type="http://schemas.openxmlformats.org/officeDocument/2006/relationships/image" Target="../media/image363.wmf"/><Relationship Id="rId6" Type="http://schemas.openxmlformats.org/officeDocument/2006/relationships/image" Target="../media/image362.wmf"/><Relationship Id="rId5" Type="http://schemas.openxmlformats.org/officeDocument/2006/relationships/image" Target="../media/image361.wmf"/><Relationship Id="rId4" Type="http://schemas.openxmlformats.org/officeDocument/2006/relationships/image" Target="../media/image360.wmf"/><Relationship Id="rId3" Type="http://schemas.openxmlformats.org/officeDocument/2006/relationships/image" Target="../media/image359.wmf"/><Relationship Id="rId26" Type="http://schemas.openxmlformats.org/officeDocument/2006/relationships/image" Target="../media/image382.wmf"/><Relationship Id="rId25" Type="http://schemas.openxmlformats.org/officeDocument/2006/relationships/image" Target="../media/image381.wmf"/><Relationship Id="rId24" Type="http://schemas.openxmlformats.org/officeDocument/2006/relationships/image" Target="../media/image380.wmf"/><Relationship Id="rId23" Type="http://schemas.openxmlformats.org/officeDocument/2006/relationships/image" Target="../media/image379.wmf"/><Relationship Id="rId22" Type="http://schemas.openxmlformats.org/officeDocument/2006/relationships/image" Target="../media/image378.wmf"/><Relationship Id="rId21" Type="http://schemas.openxmlformats.org/officeDocument/2006/relationships/image" Target="../media/image377.wmf"/><Relationship Id="rId20" Type="http://schemas.openxmlformats.org/officeDocument/2006/relationships/image" Target="../media/image376.wmf"/><Relationship Id="rId2" Type="http://schemas.openxmlformats.org/officeDocument/2006/relationships/image" Target="../media/image358.wmf"/><Relationship Id="rId19" Type="http://schemas.openxmlformats.org/officeDocument/2006/relationships/image" Target="../media/image375.wmf"/><Relationship Id="rId18" Type="http://schemas.openxmlformats.org/officeDocument/2006/relationships/image" Target="../media/image374.wmf"/><Relationship Id="rId17" Type="http://schemas.openxmlformats.org/officeDocument/2006/relationships/image" Target="../media/image373.wmf"/><Relationship Id="rId16" Type="http://schemas.openxmlformats.org/officeDocument/2006/relationships/image" Target="../media/image372.wmf"/><Relationship Id="rId15" Type="http://schemas.openxmlformats.org/officeDocument/2006/relationships/image" Target="../media/image371.wmf"/><Relationship Id="rId14" Type="http://schemas.openxmlformats.org/officeDocument/2006/relationships/image" Target="../media/image370.wmf"/><Relationship Id="rId13" Type="http://schemas.openxmlformats.org/officeDocument/2006/relationships/image" Target="../media/image369.wmf"/><Relationship Id="rId12" Type="http://schemas.openxmlformats.org/officeDocument/2006/relationships/image" Target="../media/image368.wmf"/><Relationship Id="rId11" Type="http://schemas.openxmlformats.org/officeDocument/2006/relationships/image" Target="../media/image367.wmf"/><Relationship Id="rId10" Type="http://schemas.openxmlformats.org/officeDocument/2006/relationships/image" Target="../media/image366.wmf"/><Relationship Id="rId1" Type="http://schemas.openxmlformats.org/officeDocument/2006/relationships/image" Target="../media/image357.wmf"/></Relationships>
</file>

<file path=ppt/drawings/_rels/vmlDrawing3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86.wmf"/><Relationship Id="rId3" Type="http://schemas.openxmlformats.org/officeDocument/2006/relationships/image" Target="../media/image385.wmf"/><Relationship Id="rId2" Type="http://schemas.openxmlformats.org/officeDocument/2006/relationships/image" Target="../media/image384.wmf"/><Relationship Id="rId1" Type="http://schemas.openxmlformats.org/officeDocument/2006/relationships/image" Target="../media/image383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5.wmf"/><Relationship Id="rId8" Type="http://schemas.openxmlformats.org/officeDocument/2006/relationships/image" Target="../media/image394.wmf"/><Relationship Id="rId7" Type="http://schemas.openxmlformats.org/officeDocument/2006/relationships/image" Target="../media/image393.wmf"/><Relationship Id="rId6" Type="http://schemas.openxmlformats.org/officeDocument/2006/relationships/image" Target="../media/image392.wmf"/><Relationship Id="rId5" Type="http://schemas.openxmlformats.org/officeDocument/2006/relationships/image" Target="../media/image391.wmf"/><Relationship Id="rId44" Type="http://schemas.openxmlformats.org/officeDocument/2006/relationships/image" Target="../media/image430.emf"/><Relationship Id="rId43" Type="http://schemas.openxmlformats.org/officeDocument/2006/relationships/image" Target="../media/image429.emf"/><Relationship Id="rId42" Type="http://schemas.openxmlformats.org/officeDocument/2006/relationships/image" Target="../media/image428.emf"/><Relationship Id="rId41" Type="http://schemas.openxmlformats.org/officeDocument/2006/relationships/image" Target="../media/image427.emf"/><Relationship Id="rId40" Type="http://schemas.openxmlformats.org/officeDocument/2006/relationships/image" Target="../media/image426.png"/><Relationship Id="rId4" Type="http://schemas.openxmlformats.org/officeDocument/2006/relationships/image" Target="../media/image390.wmf"/><Relationship Id="rId39" Type="http://schemas.openxmlformats.org/officeDocument/2006/relationships/image" Target="../media/image425.wmf"/><Relationship Id="rId38" Type="http://schemas.openxmlformats.org/officeDocument/2006/relationships/image" Target="../media/image424.wmf"/><Relationship Id="rId37" Type="http://schemas.openxmlformats.org/officeDocument/2006/relationships/image" Target="../media/image423.wmf"/><Relationship Id="rId36" Type="http://schemas.openxmlformats.org/officeDocument/2006/relationships/image" Target="../media/image422.wmf"/><Relationship Id="rId35" Type="http://schemas.openxmlformats.org/officeDocument/2006/relationships/image" Target="../media/image421.wmf"/><Relationship Id="rId34" Type="http://schemas.openxmlformats.org/officeDocument/2006/relationships/image" Target="../media/image420.wmf"/><Relationship Id="rId33" Type="http://schemas.openxmlformats.org/officeDocument/2006/relationships/image" Target="../media/image419.wmf"/><Relationship Id="rId32" Type="http://schemas.openxmlformats.org/officeDocument/2006/relationships/image" Target="../media/image418.wmf"/><Relationship Id="rId31" Type="http://schemas.openxmlformats.org/officeDocument/2006/relationships/image" Target="../media/image417.wmf"/><Relationship Id="rId30" Type="http://schemas.openxmlformats.org/officeDocument/2006/relationships/image" Target="../media/image416.wmf"/><Relationship Id="rId3" Type="http://schemas.openxmlformats.org/officeDocument/2006/relationships/image" Target="../media/image389.wmf"/><Relationship Id="rId29" Type="http://schemas.openxmlformats.org/officeDocument/2006/relationships/image" Target="../media/image415.wmf"/><Relationship Id="rId28" Type="http://schemas.openxmlformats.org/officeDocument/2006/relationships/image" Target="../media/image414.wmf"/><Relationship Id="rId27" Type="http://schemas.openxmlformats.org/officeDocument/2006/relationships/image" Target="../media/image413.wmf"/><Relationship Id="rId26" Type="http://schemas.openxmlformats.org/officeDocument/2006/relationships/image" Target="../media/image412.wmf"/><Relationship Id="rId25" Type="http://schemas.openxmlformats.org/officeDocument/2006/relationships/image" Target="../media/image411.wmf"/><Relationship Id="rId24" Type="http://schemas.openxmlformats.org/officeDocument/2006/relationships/image" Target="../media/image410.wmf"/><Relationship Id="rId23" Type="http://schemas.openxmlformats.org/officeDocument/2006/relationships/image" Target="../media/image409.wmf"/><Relationship Id="rId22" Type="http://schemas.openxmlformats.org/officeDocument/2006/relationships/image" Target="../media/image408.wmf"/><Relationship Id="rId21" Type="http://schemas.openxmlformats.org/officeDocument/2006/relationships/image" Target="../media/image407.wmf"/><Relationship Id="rId20" Type="http://schemas.openxmlformats.org/officeDocument/2006/relationships/image" Target="../media/image406.wmf"/><Relationship Id="rId2" Type="http://schemas.openxmlformats.org/officeDocument/2006/relationships/image" Target="../media/image388.wmf"/><Relationship Id="rId19" Type="http://schemas.openxmlformats.org/officeDocument/2006/relationships/image" Target="../media/image405.wmf"/><Relationship Id="rId18" Type="http://schemas.openxmlformats.org/officeDocument/2006/relationships/image" Target="../media/image404.wmf"/><Relationship Id="rId17" Type="http://schemas.openxmlformats.org/officeDocument/2006/relationships/image" Target="../media/image403.wmf"/><Relationship Id="rId16" Type="http://schemas.openxmlformats.org/officeDocument/2006/relationships/image" Target="../media/image402.wmf"/><Relationship Id="rId15" Type="http://schemas.openxmlformats.org/officeDocument/2006/relationships/image" Target="../media/image401.wmf"/><Relationship Id="rId14" Type="http://schemas.openxmlformats.org/officeDocument/2006/relationships/image" Target="../media/image400.wmf"/><Relationship Id="rId13" Type="http://schemas.openxmlformats.org/officeDocument/2006/relationships/image" Target="../media/image399.wmf"/><Relationship Id="rId12" Type="http://schemas.openxmlformats.org/officeDocument/2006/relationships/image" Target="../media/image398.wmf"/><Relationship Id="rId11" Type="http://schemas.openxmlformats.org/officeDocument/2006/relationships/image" Target="../media/image397.wmf"/><Relationship Id="rId10" Type="http://schemas.openxmlformats.org/officeDocument/2006/relationships/image" Target="../media/image396.wmf"/><Relationship Id="rId1" Type="http://schemas.openxmlformats.org/officeDocument/2006/relationships/image" Target="../media/image387.w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39.wmf"/><Relationship Id="rId8" Type="http://schemas.openxmlformats.org/officeDocument/2006/relationships/image" Target="../media/image438.wmf"/><Relationship Id="rId7" Type="http://schemas.openxmlformats.org/officeDocument/2006/relationships/image" Target="../media/image437.wmf"/><Relationship Id="rId6" Type="http://schemas.openxmlformats.org/officeDocument/2006/relationships/image" Target="../media/image436.wmf"/><Relationship Id="rId5" Type="http://schemas.openxmlformats.org/officeDocument/2006/relationships/image" Target="../media/image435.wmf"/><Relationship Id="rId4" Type="http://schemas.openxmlformats.org/officeDocument/2006/relationships/image" Target="../media/image434.wmf"/><Relationship Id="rId31" Type="http://schemas.openxmlformats.org/officeDocument/2006/relationships/image" Target="../media/image461.wmf"/><Relationship Id="rId30" Type="http://schemas.openxmlformats.org/officeDocument/2006/relationships/image" Target="../media/image460.wmf"/><Relationship Id="rId3" Type="http://schemas.openxmlformats.org/officeDocument/2006/relationships/image" Target="../media/image433.wmf"/><Relationship Id="rId29" Type="http://schemas.openxmlformats.org/officeDocument/2006/relationships/image" Target="../media/image459.wmf"/><Relationship Id="rId28" Type="http://schemas.openxmlformats.org/officeDocument/2006/relationships/image" Target="../media/image458.wmf"/><Relationship Id="rId27" Type="http://schemas.openxmlformats.org/officeDocument/2006/relationships/image" Target="../media/image457.wmf"/><Relationship Id="rId26" Type="http://schemas.openxmlformats.org/officeDocument/2006/relationships/image" Target="../media/image456.wmf"/><Relationship Id="rId25" Type="http://schemas.openxmlformats.org/officeDocument/2006/relationships/image" Target="../media/image455.wmf"/><Relationship Id="rId24" Type="http://schemas.openxmlformats.org/officeDocument/2006/relationships/image" Target="../media/image454.wmf"/><Relationship Id="rId23" Type="http://schemas.openxmlformats.org/officeDocument/2006/relationships/image" Target="../media/image453.wmf"/><Relationship Id="rId22" Type="http://schemas.openxmlformats.org/officeDocument/2006/relationships/image" Target="../media/image452.wmf"/><Relationship Id="rId21" Type="http://schemas.openxmlformats.org/officeDocument/2006/relationships/image" Target="../media/image451.wmf"/><Relationship Id="rId20" Type="http://schemas.openxmlformats.org/officeDocument/2006/relationships/image" Target="../media/image450.wmf"/><Relationship Id="rId2" Type="http://schemas.openxmlformats.org/officeDocument/2006/relationships/image" Target="../media/image432.wmf"/><Relationship Id="rId19" Type="http://schemas.openxmlformats.org/officeDocument/2006/relationships/image" Target="../media/image449.wmf"/><Relationship Id="rId18" Type="http://schemas.openxmlformats.org/officeDocument/2006/relationships/image" Target="../media/image448.wmf"/><Relationship Id="rId17" Type="http://schemas.openxmlformats.org/officeDocument/2006/relationships/image" Target="../media/image447.wmf"/><Relationship Id="rId16" Type="http://schemas.openxmlformats.org/officeDocument/2006/relationships/image" Target="../media/image446.wmf"/><Relationship Id="rId15" Type="http://schemas.openxmlformats.org/officeDocument/2006/relationships/image" Target="../media/image445.wmf"/><Relationship Id="rId14" Type="http://schemas.openxmlformats.org/officeDocument/2006/relationships/image" Target="../media/image444.wmf"/><Relationship Id="rId13" Type="http://schemas.openxmlformats.org/officeDocument/2006/relationships/image" Target="../media/image443.wmf"/><Relationship Id="rId12" Type="http://schemas.openxmlformats.org/officeDocument/2006/relationships/image" Target="../media/image442.wmf"/><Relationship Id="rId11" Type="http://schemas.openxmlformats.org/officeDocument/2006/relationships/image" Target="../media/image441.wmf"/><Relationship Id="rId10" Type="http://schemas.openxmlformats.org/officeDocument/2006/relationships/image" Target="../media/image440.wmf"/><Relationship Id="rId1" Type="http://schemas.openxmlformats.org/officeDocument/2006/relationships/image" Target="../media/image431.wmf"/></Relationships>
</file>

<file path=ppt/drawings/_rels/vmlDrawing3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70.emf"/><Relationship Id="rId8" Type="http://schemas.openxmlformats.org/officeDocument/2006/relationships/image" Target="../media/image469.emf"/><Relationship Id="rId7" Type="http://schemas.openxmlformats.org/officeDocument/2006/relationships/image" Target="../media/image468.emf"/><Relationship Id="rId6" Type="http://schemas.openxmlformats.org/officeDocument/2006/relationships/image" Target="../media/image467.emf"/><Relationship Id="rId5" Type="http://schemas.openxmlformats.org/officeDocument/2006/relationships/image" Target="../media/image466.emf"/><Relationship Id="rId4" Type="http://schemas.openxmlformats.org/officeDocument/2006/relationships/image" Target="../media/image465.emf"/><Relationship Id="rId3" Type="http://schemas.openxmlformats.org/officeDocument/2006/relationships/image" Target="../media/image464.emf"/><Relationship Id="rId2" Type="http://schemas.openxmlformats.org/officeDocument/2006/relationships/image" Target="../media/image463.wmf"/><Relationship Id="rId1" Type="http://schemas.openxmlformats.org/officeDocument/2006/relationships/image" Target="../media/image462.wmf"/></Relationships>
</file>

<file path=ppt/drawings/_rels/vmlDrawing35.vml.rels><?xml version="1.0" encoding="UTF-8" standalone="yes"?>
<Relationships xmlns="http://schemas.openxmlformats.org/package/2006/relationships"><Relationship Id="rId4" Type="http://schemas.openxmlformats.org/officeDocument/2006/relationships/image" Target="../media/image474.wmf"/><Relationship Id="rId3" Type="http://schemas.openxmlformats.org/officeDocument/2006/relationships/image" Target="../media/image473.wmf"/><Relationship Id="rId2" Type="http://schemas.openxmlformats.org/officeDocument/2006/relationships/image" Target="../media/image472.wmf"/><Relationship Id="rId1" Type="http://schemas.openxmlformats.org/officeDocument/2006/relationships/image" Target="../media/image471.wmf"/></Relationships>
</file>

<file path=ppt/drawings/_rels/vmlDrawing3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78.wmf"/><Relationship Id="rId3" Type="http://schemas.openxmlformats.org/officeDocument/2006/relationships/image" Target="../media/image477.wmf"/><Relationship Id="rId2" Type="http://schemas.openxmlformats.org/officeDocument/2006/relationships/image" Target="../media/image476.wmf"/><Relationship Id="rId1" Type="http://schemas.openxmlformats.org/officeDocument/2006/relationships/image" Target="../media/image475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87.wmf"/><Relationship Id="rId8" Type="http://schemas.openxmlformats.org/officeDocument/2006/relationships/image" Target="../media/image486.wmf"/><Relationship Id="rId7" Type="http://schemas.openxmlformats.org/officeDocument/2006/relationships/image" Target="../media/image485.wmf"/><Relationship Id="rId6" Type="http://schemas.openxmlformats.org/officeDocument/2006/relationships/image" Target="../media/image484.wmf"/><Relationship Id="rId5" Type="http://schemas.openxmlformats.org/officeDocument/2006/relationships/image" Target="../media/image483.wmf"/><Relationship Id="rId4" Type="http://schemas.openxmlformats.org/officeDocument/2006/relationships/image" Target="../media/image482.wmf"/><Relationship Id="rId3" Type="http://schemas.openxmlformats.org/officeDocument/2006/relationships/image" Target="../media/image481.wmf"/><Relationship Id="rId26" Type="http://schemas.openxmlformats.org/officeDocument/2006/relationships/image" Target="../media/image504.wmf"/><Relationship Id="rId25" Type="http://schemas.openxmlformats.org/officeDocument/2006/relationships/image" Target="../media/image503.emf"/><Relationship Id="rId24" Type="http://schemas.openxmlformats.org/officeDocument/2006/relationships/image" Target="../media/image502.wmf"/><Relationship Id="rId23" Type="http://schemas.openxmlformats.org/officeDocument/2006/relationships/image" Target="../media/image501.wmf"/><Relationship Id="rId22" Type="http://schemas.openxmlformats.org/officeDocument/2006/relationships/image" Target="../media/image500.wmf"/><Relationship Id="rId21" Type="http://schemas.openxmlformats.org/officeDocument/2006/relationships/image" Target="../media/image499.wmf"/><Relationship Id="rId20" Type="http://schemas.openxmlformats.org/officeDocument/2006/relationships/image" Target="../media/image498.wmf"/><Relationship Id="rId2" Type="http://schemas.openxmlformats.org/officeDocument/2006/relationships/image" Target="../media/image480.wmf"/><Relationship Id="rId19" Type="http://schemas.openxmlformats.org/officeDocument/2006/relationships/image" Target="../media/image497.wmf"/><Relationship Id="rId18" Type="http://schemas.openxmlformats.org/officeDocument/2006/relationships/image" Target="../media/image496.wmf"/><Relationship Id="rId17" Type="http://schemas.openxmlformats.org/officeDocument/2006/relationships/image" Target="../media/image495.wmf"/><Relationship Id="rId16" Type="http://schemas.openxmlformats.org/officeDocument/2006/relationships/image" Target="../media/image494.wmf"/><Relationship Id="rId15" Type="http://schemas.openxmlformats.org/officeDocument/2006/relationships/image" Target="../media/image493.wmf"/><Relationship Id="rId14" Type="http://schemas.openxmlformats.org/officeDocument/2006/relationships/image" Target="../media/image492.wmf"/><Relationship Id="rId13" Type="http://schemas.openxmlformats.org/officeDocument/2006/relationships/image" Target="../media/image491.wmf"/><Relationship Id="rId12" Type="http://schemas.openxmlformats.org/officeDocument/2006/relationships/image" Target="../media/image490.emf"/><Relationship Id="rId11" Type="http://schemas.openxmlformats.org/officeDocument/2006/relationships/image" Target="../media/image489.wmf"/><Relationship Id="rId10" Type="http://schemas.openxmlformats.org/officeDocument/2006/relationships/image" Target="../media/image488.wmf"/><Relationship Id="rId1" Type="http://schemas.openxmlformats.org/officeDocument/2006/relationships/image" Target="../media/image479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13.wmf"/><Relationship Id="rId8" Type="http://schemas.openxmlformats.org/officeDocument/2006/relationships/image" Target="../media/image512.wmf"/><Relationship Id="rId7" Type="http://schemas.openxmlformats.org/officeDocument/2006/relationships/image" Target="../media/image511.wmf"/><Relationship Id="rId6" Type="http://schemas.openxmlformats.org/officeDocument/2006/relationships/image" Target="../media/image510.wmf"/><Relationship Id="rId5" Type="http://schemas.openxmlformats.org/officeDocument/2006/relationships/image" Target="../media/image509.wmf"/><Relationship Id="rId4" Type="http://schemas.openxmlformats.org/officeDocument/2006/relationships/image" Target="../media/image508.wmf"/><Relationship Id="rId3" Type="http://schemas.openxmlformats.org/officeDocument/2006/relationships/image" Target="../media/image507.wmf"/><Relationship Id="rId20" Type="http://schemas.openxmlformats.org/officeDocument/2006/relationships/image" Target="../media/image524.wmf"/><Relationship Id="rId2" Type="http://schemas.openxmlformats.org/officeDocument/2006/relationships/image" Target="../media/image506.wmf"/><Relationship Id="rId19" Type="http://schemas.openxmlformats.org/officeDocument/2006/relationships/image" Target="../media/image523.wmf"/><Relationship Id="rId18" Type="http://schemas.openxmlformats.org/officeDocument/2006/relationships/image" Target="../media/image522.wmf"/><Relationship Id="rId17" Type="http://schemas.openxmlformats.org/officeDocument/2006/relationships/image" Target="../media/image521.wmf"/><Relationship Id="rId16" Type="http://schemas.openxmlformats.org/officeDocument/2006/relationships/image" Target="../media/image520.wmf"/><Relationship Id="rId15" Type="http://schemas.openxmlformats.org/officeDocument/2006/relationships/image" Target="../media/image519.wmf"/><Relationship Id="rId14" Type="http://schemas.openxmlformats.org/officeDocument/2006/relationships/image" Target="../media/image518.wmf"/><Relationship Id="rId13" Type="http://schemas.openxmlformats.org/officeDocument/2006/relationships/image" Target="../media/image517.wmf"/><Relationship Id="rId12" Type="http://schemas.openxmlformats.org/officeDocument/2006/relationships/image" Target="../media/image516.wmf"/><Relationship Id="rId11" Type="http://schemas.openxmlformats.org/officeDocument/2006/relationships/image" Target="../media/image515.wmf"/><Relationship Id="rId10" Type="http://schemas.openxmlformats.org/officeDocument/2006/relationships/image" Target="../media/image514.wmf"/><Relationship Id="rId1" Type="http://schemas.openxmlformats.org/officeDocument/2006/relationships/image" Target="../media/image505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2.wmf"/><Relationship Id="rId7" Type="http://schemas.openxmlformats.org/officeDocument/2006/relationships/image" Target="../media/image531.wmf"/><Relationship Id="rId6" Type="http://schemas.openxmlformats.org/officeDocument/2006/relationships/image" Target="../media/image530.wmf"/><Relationship Id="rId5" Type="http://schemas.openxmlformats.org/officeDocument/2006/relationships/image" Target="../media/image529.wmf"/><Relationship Id="rId4" Type="http://schemas.openxmlformats.org/officeDocument/2006/relationships/image" Target="../media/image528.wmf"/><Relationship Id="rId3" Type="http://schemas.openxmlformats.org/officeDocument/2006/relationships/image" Target="../media/image527.wmf"/><Relationship Id="rId2" Type="http://schemas.openxmlformats.org/officeDocument/2006/relationships/image" Target="../media/image526.wmf"/><Relationship Id="rId1" Type="http://schemas.openxmlformats.org/officeDocument/2006/relationships/image" Target="../media/image525.wmf"/></Relationships>
</file>

<file path=ppt/drawings/_rels/vmlDrawing40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1.wmf"/><Relationship Id="rId8" Type="http://schemas.openxmlformats.org/officeDocument/2006/relationships/image" Target="../media/image540.wmf"/><Relationship Id="rId7" Type="http://schemas.openxmlformats.org/officeDocument/2006/relationships/image" Target="../media/image539.wmf"/><Relationship Id="rId6" Type="http://schemas.openxmlformats.org/officeDocument/2006/relationships/image" Target="../media/image538.wmf"/><Relationship Id="rId5" Type="http://schemas.openxmlformats.org/officeDocument/2006/relationships/image" Target="../media/image537.wmf"/><Relationship Id="rId4" Type="http://schemas.openxmlformats.org/officeDocument/2006/relationships/image" Target="../media/image536.wmf"/><Relationship Id="rId3" Type="http://schemas.openxmlformats.org/officeDocument/2006/relationships/image" Target="../media/image535.wmf"/><Relationship Id="rId2" Type="http://schemas.openxmlformats.org/officeDocument/2006/relationships/image" Target="../media/image534.wmf"/><Relationship Id="rId10" Type="http://schemas.openxmlformats.org/officeDocument/2006/relationships/image" Target="../media/image542.wmf"/><Relationship Id="rId1" Type="http://schemas.openxmlformats.org/officeDocument/2006/relationships/image" Target="../media/image533.wmf"/></Relationships>
</file>

<file path=ppt/drawings/_rels/vmlDrawing41.vml.rels><?xml version="1.0" encoding="UTF-8" standalone="yes"?>
<Relationships xmlns="http://schemas.openxmlformats.org/package/2006/relationships"><Relationship Id="rId9" Type="http://schemas.openxmlformats.org/officeDocument/2006/relationships/image" Target="../media/image551.wmf"/><Relationship Id="rId8" Type="http://schemas.openxmlformats.org/officeDocument/2006/relationships/image" Target="../media/image550.wmf"/><Relationship Id="rId7" Type="http://schemas.openxmlformats.org/officeDocument/2006/relationships/image" Target="../media/image549.wmf"/><Relationship Id="rId6" Type="http://schemas.openxmlformats.org/officeDocument/2006/relationships/image" Target="../media/image548.wmf"/><Relationship Id="rId5" Type="http://schemas.openxmlformats.org/officeDocument/2006/relationships/image" Target="../media/image547.wmf"/><Relationship Id="rId4" Type="http://schemas.openxmlformats.org/officeDocument/2006/relationships/image" Target="../media/image546.wmf"/><Relationship Id="rId3" Type="http://schemas.openxmlformats.org/officeDocument/2006/relationships/image" Target="../media/image545.wmf"/><Relationship Id="rId2" Type="http://schemas.openxmlformats.org/officeDocument/2006/relationships/image" Target="../media/image544.wmf"/><Relationship Id="rId1" Type="http://schemas.openxmlformats.org/officeDocument/2006/relationships/image" Target="../media/image543.wmf"/></Relationships>
</file>

<file path=ppt/drawings/_rels/vmlDrawing42.vml.rels><?xml version="1.0" encoding="UTF-8" standalone="yes"?>
<Relationships xmlns="http://schemas.openxmlformats.org/package/2006/relationships"><Relationship Id="rId7" Type="http://schemas.openxmlformats.org/officeDocument/2006/relationships/image" Target="../media/image558.wmf"/><Relationship Id="rId6" Type="http://schemas.openxmlformats.org/officeDocument/2006/relationships/image" Target="../media/image557.wmf"/><Relationship Id="rId5" Type="http://schemas.openxmlformats.org/officeDocument/2006/relationships/image" Target="../media/image556.wmf"/><Relationship Id="rId4" Type="http://schemas.openxmlformats.org/officeDocument/2006/relationships/image" Target="../media/image555.wmf"/><Relationship Id="rId3" Type="http://schemas.openxmlformats.org/officeDocument/2006/relationships/image" Target="../media/image554.wmf"/><Relationship Id="rId2" Type="http://schemas.openxmlformats.org/officeDocument/2006/relationships/image" Target="../media/image553.wmf"/><Relationship Id="rId1" Type="http://schemas.openxmlformats.org/officeDocument/2006/relationships/image" Target="../media/image552.wmf"/></Relationships>
</file>

<file path=ppt/drawings/_rels/vmlDrawing43.vml.rels><?xml version="1.0" encoding="UTF-8" standalone="yes"?>
<Relationships xmlns="http://schemas.openxmlformats.org/package/2006/relationships"><Relationship Id="rId9" Type="http://schemas.openxmlformats.org/officeDocument/2006/relationships/image" Target="../media/image567.wmf"/><Relationship Id="rId8" Type="http://schemas.openxmlformats.org/officeDocument/2006/relationships/image" Target="../media/image566.wmf"/><Relationship Id="rId7" Type="http://schemas.openxmlformats.org/officeDocument/2006/relationships/image" Target="../media/image565.wmf"/><Relationship Id="rId6" Type="http://schemas.openxmlformats.org/officeDocument/2006/relationships/image" Target="../media/image564.wmf"/><Relationship Id="rId5" Type="http://schemas.openxmlformats.org/officeDocument/2006/relationships/image" Target="../media/image563.wmf"/><Relationship Id="rId4" Type="http://schemas.openxmlformats.org/officeDocument/2006/relationships/image" Target="../media/image562.wmf"/><Relationship Id="rId3" Type="http://schemas.openxmlformats.org/officeDocument/2006/relationships/image" Target="../media/image561.wmf"/><Relationship Id="rId2" Type="http://schemas.openxmlformats.org/officeDocument/2006/relationships/image" Target="../media/image560.wmf"/><Relationship Id="rId19" Type="http://schemas.openxmlformats.org/officeDocument/2006/relationships/image" Target="../media/image577.wmf"/><Relationship Id="rId18" Type="http://schemas.openxmlformats.org/officeDocument/2006/relationships/image" Target="../media/image576.wmf"/><Relationship Id="rId17" Type="http://schemas.openxmlformats.org/officeDocument/2006/relationships/image" Target="../media/image575.wmf"/><Relationship Id="rId16" Type="http://schemas.openxmlformats.org/officeDocument/2006/relationships/image" Target="../media/image574.wmf"/><Relationship Id="rId15" Type="http://schemas.openxmlformats.org/officeDocument/2006/relationships/image" Target="../media/image573.wmf"/><Relationship Id="rId14" Type="http://schemas.openxmlformats.org/officeDocument/2006/relationships/image" Target="../media/image572.wmf"/><Relationship Id="rId13" Type="http://schemas.openxmlformats.org/officeDocument/2006/relationships/image" Target="../media/image571.wmf"/><Relationship Id="rId12" Type="http://schemas.openxmlformats.org/officeDocument/2006/relationships/image" Target="../media/image570.wmf"/><Relationship Id="rId11" Type="http://schemas.openxmlformats.org/officeDocument/2006/relationships/image" Target="../media/image569.wmf"/><Relationship Id="rId10" Type="http://schemas.openxmlformats.org/officeDocument/2006/relationships/image" Target="../media/image568.wmf"/><Relationship Id="rId1" Type="http://schemas.openxmlformats.org/officeDocument/2006/relationships/image" Target="../media/image55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" Target="slide10.xml"/><Relationship Id="rId1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2" Type="http://schemas.openxmlformats.org/officeDocument/2006/relationships/vmlDrawing" Target="../drawings/vmlDrawing1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0.w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1.wmf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9.bin"/><Relationship Id="rId66" Type="http://schemas.openxmlformats.org/officeDocument/2006/relationships/vmlDrawing" Target="../drawings/vmlDrawing3.vml"/><Relationship Id="rId65" Type="http://schemas.openxmlformats.org/officeDocument/2006/relationships/slideLayout" Target="../slideLayouts/slideLayout18.xml"/><Relationship Id="rId64" Type="http://schemas.openxmlformats.org/officeDocument/2006/relationships/image" Target="../media/image47.wmf"/><Relationship Id="rId63" Type="http://schemas.openxmlformats.org/officeDocument/2006/relationships/oleObject" Target="../embeddings/oleObject47.bin"/><Relationship Id="rId62" Type="http://schemas.openxmlformats.org/officeDocument/2006/relationships/image" Target="../media/image46.wmf"/><Relationship Id="rId61" Type="http://schemas.openxmlformats.org/officeDocument/2006/relationships/oleObject" Target="../embeddings/oleObject46.bin"/><Relationship Id="rId60" Type="http://schemas.openxmlformats.org/officeDocument/2006/relationships/image" Target="../media/image45.wmf"/><Relationship Id="rId6" Type="http://schemas.openxmlformats.org/officeDocument/2006/relationships/image" Target="../media/image18.wmf"/><Relationship Id="rId59" Type="http://schemas.openxmlformats.org/officeDocument/2006/relationships/oleObject" Target="../embeddings/oleObject45.bin"/><Relationship Id="rId58" Type="http://schemas.openxmlformats.org/officeDocument/2006/relationships/image" Target="../media/image44.wmf"/><Relationship Id="rId57" Type="http://schemas.openxmlformats.org/officeDocument/2006/relationships/oleObject" Target="../embeddings/oleObject44.bin"/><Relationship Id="rId56" Type="http://schemas.openxmlformats.org/officeDocument/2006/relationships/image" Target="../media/image43.wmf"/><Relationship Id="rId55" Type="http://schemas.openxmlformats.org/officeDocument/2006/relationships/oleObject" Target="../embeddings/oleObject43.bin"/><Relationship Id="rId54" Type="http://schemas.openxmlformats.org/officeDocument/2006/relationships/image" Target="../media/image42.wmf"/><Relationship Id="rId53" Type="http://schemas.openxmlformats.org/officeDocument/2006/relationships/oleObject" Target="../embeddings/oleObject42.bin"/><Relationship Id="rId52" Type="http://schemas.openxmlformats.org/officeDocument/2006/relationships/image" Target="../media/image41.wmf"/><Relationship Id="rId51" Type="http://schemas.openxmlformats.org/officeDocument/2006/relationships/oleObject" Target="../embeddings/oleObject41.bin"/><Relationship Id="rId50" Type="http://schemas.openxmlformats.org/officeDocument/2006/relationships/image" Target="../media/image40.wmf"/><Relationship Id="rId5" Type="http://schemas.openxmlformats.org/officeDocument/2006/relationships/oleObject" Target="../embeddings/oleObject18.bin"/><Relationship Id="rId49" Type="http://schemas.openxmlformats.org/officeDocument/2006/relationships/oleObject" Target="../embeddings/oleObject40.bin"/><Relationship Id="rId48" Type="http://schemas.openxmlformats.org/officeDocument/2006/relationships/image" Target="../media/image39.wmf"/><Relationship Id="rId47" Type="http://schemas.openxmlformats.org/officeDocument/2006/relationships/oleObject" Target="../embeddings/oleObject39.bin"/><Relationship Id="rId46" Type="http://schemas.openxmlformats.org/officeDocument/2006/relationships/image" Target="../media/image38.wmf"/><Relationship Id="rId45" Type="http://schemas.openxmlformats.org/officeDocument/2006/relationships/oleObject" Target="../embeddings/oleObject38.bin"/><Relationship Id="rId44" Type="http://schemas.openxmlformats.org/officeDocument/2006/relationships/image" Target="../media/image37.wmf"/><Relationship Id="rId43" Type="http://schemas.openxmlformats.org/officeDocument/2006/relationships/oleObject" Target="../embeddings/oleObject37.bin"/><Relationship Id="rId42" Type="http://schemas.openxmlformats.org/officeDocument/2006/relationships/image" Target="../media/image36.wmf"/><Relationship Id="rId41" Type="http://schemas.openxmlformats.org/officeDocument/2006/relationships/oleObject" Target="../embeddings/oleObject36.bin"/><Relationship Id="rId40" Type="http://schemas.openxmlformats.org/officeDocument/2006/relationships/image" Target="../media/image35.wmf"/><Relationship Id="rId4" Type="http://schemas.openxmlformats.org/officeDocument/2006/relationships/image" Target="../media/image17.wmf"/><Relationship Id="rId39" Type="http://schemas.openxmlformats.org/officeDocument/2006/relationships/oleObject" Target="../embeddings/oleObject35.bin"/><Relationship Id="rId38" Type="http://schemas.openxmlformats.org/officeDocument/2006/relationships/image" Target="../media/image34.wmf"/><Relationship Id="rId37" Type="http://schemas.openxmlformats.org/officeDocument/2006/relationships/oleObject" Target="../embeddings/oleObject34.bin"/><Relationship Id="rId36" Type="http://schemas.openxmlformats.org/officeDocument/2006/relationships/image" Target="../media/image33.wmf"/><Relationship Id="rId35" Type="http://schemas.openxmlformats.org/officeDocument/2006/relationships/oleObject" Target="../embeddings/oleObject33.bin"/><Relationship Id="rId34" Type="http://schemas.openxmlformats.org/officeDocument/2006/relationships/image" Target="../media/image32.wmf"/><Relationship Id="rId33" Type="http://schemas.openxmlformats.org/officeDocument/2006/relationships/oleObject" Target="../embeddings/oleObject32.bin"/><Relationship Id="rId32" Type="http://schemas.openxmlformats.org/officeDocument/2006/relationships/image" Target="../media/image31.wmf"/><Relationship Id="rId31" Type="http://schemas.openxmlformats.org/officeDocument/2006/relationships/oleObject" Target="../embeddings/oleObject31.bin"/><Relationship Id="rId30" Type="http://schemas.openxmlformats.org/officeDocument/2006/relationships/image" Target="../media/image30.wmf"/><Relationship Id="rId3" Type="http://schemas.openxmlformats.org/officeDocument/2006/relationships/oleObject" Target="../embeddings/oleObject17.bin"/><Relationship Id="rId29" Type="http://schemas.openxmlformats.org/officeDocument/2006/relationships/oleObject" Target="../embeddings/oleObject30.bin"/><Relationship Id="rId28" Type="http://schemas.openxmlformats.org/officeDocument/2006/relationships/image" Target="../media/image29.wmf"/><Relationship Id="rId27" Type="http://schemas.openxmlformats.org/officeDocument/2006/relationships/oleObject" Target="../embeddings/oleObject29.bin"/><Relationship Id="rId26" Type="http://schemas.openxmlformats.org/officeDocument/2006/relationships/image" Target="../media/image28.wmf"/><Relationship Id="rId25" Type="http://schemas.openxmlformats.org/officeDocument/2006/relationships/oleObject" Target="../embeddings/oleObject28.bin"/><Relationship Id="rId24" Type="http://schemas.openxmlformats.org/officeDocument/2006/relationships/image" Target="../media/image27.wmf"/><Relationship Id="rId23" Type="http://schemas.openxmlformats.org/officeDocument/2006/relationships/oleObject" Target="../embeddings/oleObject27.bin"/><Relationship Id="rId22" Type="http://schemas.openxmlformats.org/officeDocument/2006/relationships/image" Target="../media/image26.wmf"/><Relationship Id="rId21" Type="http://schemas.openxmlformats.org/officeDocument/2006/relationships/oleObject" Target="../embeddings/oleObject26.bin"/><Relationship Id="rId20" Type="http://schemas.openxmlformats.org/officeDocument/2006/relationships/image" Target="../media/image25.wmf"/><Relationship Id="rId2" Type="http://schemas.openxmlformats.org/officeDocument/2006/relationships/image" Target="../media/image16.wmf"/><Relationship Id="rId19" Type="http://schemas.openxmlformats.org/officeDocument/2006/relationships/oleObject" Target="../embeddings/oleObject25.bin"/><Relationship Id="rId18" Type="http://schemas.openxmlformats.org/officeDocument/2006/relationships/image" Target="../media/image24.wmf"/><Relationship Id="rId17" Type="http://schemas.openxmlformats.org/officeDocument/2006/relationships/oleObject" Target="../embeddings/oleObject24.bin"/><Relationship Id="rId16" Type="http://schemas.openxmlformats.org/officeDocument/2006/relationships/image" Target="../media/image23.wmf"/><Relationship Id="rId15" Type="http://schemas.openxmlformats.org/officeDocument/2006/relationships/oleObject" Target="../embeddings/oleObject23.bin"/><Relationship Id="rId14" Type="http://schemas.openxmlformats.org/officeDocument/2006/relationships/image" Target="../media/image22.wmf"/><Relationship Id="rId13" Type="http://schemas.openxmlformats.org/officeDocument/2006/relationships/oleObject" Target="../embeddings/oleObject22.bin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21.bin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48.wmf"/><Relationship Id="rId1" Type="http://schemas.openxmlformats.org/officeDocument/2006/relationships/oleObject" Target="../embeddings/oleObject48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54.w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2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51.wmf"/><Relationship Id="rId16" Type="http://schemas.openxmlformats.org/officeDocument/2006/relationships/vmlDrawing" Target="../drawings/vmlDrawing5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57.wmf"/><Relationship Id="rId13" Type="http://schemas.openxmlformats.org/officeDocument/2006/relationships/oleObject" Target="../embeddings/oleObject57.bin"/><Relationship Id="rId12" Type="http://schemas.openxmlformats.org/officeDocument/2006/relationships/image" Target="../media/image56.wmf"/><Relationship Id="rId11" Type="http://schemas.openxmlformats.org/officeDocument/2006/relationships/oleObject" Target="../embeddings/oleObject56.bin"/><Relationship Id="rId10" Type="http://schemas.openxmlformats.org/officeDocument/2006/relationships/image" Target="../media/image55.wmf"/><Relationship Id="rId1" Type="http://schemas.openxmlformats.org/officeDocument/2006/relationships/oleObject" Target="../embeddings/oleObject5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oleObject" Target="../embeddings/oleObject61.bin"/><Relationship Id="rId7" Type="http://schemas.openxmlformats.org/officeDocument/2006/relationships/image" Target="../media/image61.wmf"/><Relationship Id="rId6" Type="http://schemas.openxmlformats.org/officeDocument/2006/relationships/oleObject" Target="../embeddings/oleObject60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59.bin"/><Relationship Id="rId3" Type="http://schemas.openxmlformats.org/officeDocument/2006/relationships/image" Target="../media/image59.png"/><Relationship Id="rId23" Type="http://schemas.openxmlformats.org/officeDocument/2006/relationships/vmlDrawing" Target="../drawings/vmlDrawing6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69.wmf"/><Relationship Id="rId20" Type="http://schemas.openxmlformats.org/officeDocument/2006/relationships/oleObject" Target="../embeddings/oleObject66.bin"/><Relationship Id="rId2" Type="http://schemas.openxmlformats.org/officeDocument/2006/relationships/image" Target="../media/image58.wmf"/><Relationship Id="rId19" Type="http://schemas.openxmlformats.org/officeDocument/2006/relationships/image" Target="../media/image68.wmf"/><Relationship Id="rId18" Type="http://schemas.openxmlformats.org/officeDocument/2006/relationships/oleObject" Target="../embeddings/oleObject65.bin"/><Relationship Id="rId17" Type="http://schemas.openxmlformats.org/officeDocument/2006/relationships/image" Target="../media/image67.png"/><Relationship Id="rId16" Type="http://schemas.openxmlformats.org/officeDocument/2006/relationships/image" Target="../media/image66.wmf"/><Relationship Id="rId15" Type="http://schemas.openxmlformats.org/officeDocument/2006/relationships/oleObject" Target="../embeddings/oleObject64.bin"/><Relationship Id="rId14" Type="http://schemas.openxmlformats.org/officeDocument/2006/relationships/image" Target="../media/image65.wmf"/><Relationship Id="rId13" Type="http://schemas.openxmlformats.org/officeDocument/2006/relationships/oleObject" Target="../embeddings/oleObject63.bin"/><Relationship Id="rId12" Type="http://schemas.openxmlformats.org/officeDocument/2006/relationships/image" Target="../media/image64.png"/><Relationship Id="rId11" Type="http://schemas.openxmlformats.org/officeDocument/2006/relationships/image" Target="../media/image63.wmf"/><Relationship Id="rId10" Type="http://schemas.openxmlformats.org/officeDocument/2006/relationships/oleObject" Target="../embeddings/oleObject62.bin"/><Relationship Id="rId1" Type="http://schemas.openxmlformats.org/officeDocument/2006/relationships/oleObject" Target="../embeddings/oleObject58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73.w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71.wmf"/><Relationship Id="rId3" Type="http://schemas.openxmlformats.org/officeDocument/2006/relationships/oleObject" Target="../embeddings/oleObject68.bin"/><Relationship Id="rId2" Type="http://schemas.openxmlformats.org/officeDocument/2006/relationships/image" Target="../media/image70.wmf"/><Relationship Id="rId18" Type="http://schemas.openxmlformats.org/officeDocument/2006/relationships/vmlDrawing" Target="../drawings/vmlDrawing7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77.wmf"/><Relationship Id="rId15" Type="http://schemas.openxmlformats.org/officeDocument/2006/relationships/oleObject" Target="../embeddings/oleObject74.bin"/><Relationship Id="rId14" Type="http://schemas.openxmlformats.org/officeDocument/2006/relationships/image" Target="../media/image76.wmf"/><Relationship Id="rId13" Type="http://schemas.openxmlformats.org/officeDocument/2006/relationships/oleObject" Target="../embeddings/oleObject73.bin"/><Relationship Id="rId12" Type="http://schemas.openxmlformats.org/officeDocument/2006/relationships/image" Target="../media/image75.wmf"/><Relationship Id="rId11" Type="http://schemas.openxmlformats.org/officeDocument/2006/relationships/oleObject" Target="../embeddings/oleObject72.bin"/><Relationship Id="rId10" Type="http://schemas.openxmlformats.org/officeDocument/2006/relationships/image" Target="../media/image74.wmf"/><Relationship Id="rId1" Type="http://schemas.openxmlformats.org/officeDocument/2006/relationships/oleObject" Target="../embeddings/oleObject6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9.bin"/><Relationship Id="rId8" Type="http://schemas.openxmlformats.org/officeDocument/2006/relationships/image" Target="../media/image81.wmf"/><Relationship Id="rId7" Type="http://schemas.openxmlformats.org/officeDocument/2006/relationships/oleObject" Target="../embeddings/oleObject78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76.bin"/><Relationship Id="rId26" Type="http://schemas.openxmlformats.org/officeDocument/2006/relationships/vmlDrawing" Target="../drawings/vmlDrawing8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89.wmf"/><Relationship Id="rId23" Type="http://schemas.openxmlformats.org/officeDocument/2006/relationships/oleObject" Target="../embeddings/oleObject86.bin"/><Relationship Id="rId22" Type="http://schemas.openxmlformats.org/officeDocument/2006/relationships/image" Target="../media/image88.wmf"/><Relationship Id="rId21" Type="http://schemas.openxmlformats.org/officeDocument/2006/relationships/oleObject" Target="../embeddings/oleObject85.bin"/><Relationship Id="rId20" Type="http://schemas.openxmlformats.org/officeDocument/2006/relationships/image" Target="../media/image87.wmf"/><Relationship Id="rId2" Type="http://schemas.openxmlformats.org/officeDocument/2006/relationships/image" Target="../media/image78.wmf"/><Relationship Id="rId19" Type="http://schemas.openxmlformats.org/officeDocument/2006/relationships/oleObject" Target="../embeddings/oleObject84.bin"/><Relationship Id="rId18" Type="http://schemas.openxmlformats.org/officeDocument/2006/relationships/image" Target="../media/image86.wmf"/><Relationship Id="rId17" Type="http://schemas.openxmlformats.org/officeDocument/2006/relationships/oleObject" Target="../embeddings/oleObject83.bin"/><Relationship Id="rId16" Type="http://schemas.openxmlformats.org/officeDocument/2006/relationships/image" Target="../media/image85.wmf"/><Relationship Id="rId15" Type="http://schemas.openxmlformats.org/officeDocument/2006/relationships/oleObject" Target="../embeddings/oleObject82.bin"/><Relationship Id="rId14" Type="http://schemas.openxmlformats.org/officeDocument/2006/relationships/image" Target="../media/image84.wmf"/><Relationship Id="rId13" Type="http://schemas.openxmlformats.org/officeDocument/2006/relationships/oleObject" Target="../embeddings/oleObject81.bin"/><Relationship Id="rId12" Type="http://schemas.openxmlformats.org/officeDocument/2006/relationships/image" Target="../media/image83.wmf"/><Relationship Id="rId11" Type="http://schemas.openxmlformats.org/officeDocument/2006/relationships/oleObject" Target="../embeddings/oleObject80.bin"/><Relationship Id="rId10" Type="http://schemas.openxmlformats.org/officeDocument/2006/relationships/image" Target="../media/image82.wmf"/><Relationship Id="rId1" Type="http://schemas.openxmlformats.org/officeDocument/2006/relationships/oleObject" Target="../embeddings/oleObject7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1.bin"/><Relationship Id="rId8" Type="http://schemas.openxmlformats.org/officeDocument/2006/relationships/image" Target="../media/image93.w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92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88.bin"/><Relationship Id="rId26" Type="http://schemas.openxmlformats.org/officeDocument/2006/relationships/vmlDrawing" Target="../drawings/vmlDrawing9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01.wmf"/><Relationship Id="rId23" Type="http://schemas.openxmlformats.org/officeDocument/2006/relationships/oleObject" Target="../embeddings/oleObject98.bin"/><Relationship Id="rId22" Type="http://schemas.openxmlformats.org/officeDocument/2006/relationships/image" Target="../media/image100.wmf"/><Relationship Id="rId21" Type="http://schemas.openxmlformats.org/officeDocument/2006/relationships/oleObject" Target="../embeddings/oleObject97.bin"/><Relationship Id="rId20" Type="http://schemas.openxmlformats.org/officeDocument/2006/relationships/image" Target="../media/image99.wmf"/><Relationship Id="rId2" Type="http://schemas.openxmlformats.org/officeDocument/2006/relationships/image" Target="../media/image90.wmf"/><Relationship Id="rId19" Type="http://schemas.openxmlformats.org/officeDocument/2006/relationships/oleObject" Target="../embeddings/oleObject96.bin"/><Relationship Id="rId18" Type="http://schemas.openxmlformats.org/officeDocument/2006/relationships/image" Target="../media/image98.wmf"/><Relationship Id="rId17" Type="http://schemas.openxmlformats.org/officeDocument/2006/relationships/oleObject" Target="../embeddings/oleObject95.bin"/><Relationship Id="rId16" Type="http://schemas.openxmlformats.org/officeDocument/2006/relationships/image" Target="../media/image97.wmf"/><Relationship Id="rId15" Type="http://schemas.openxmlformats.org/officeDocument/2006/relationships/oleObject" Target="../embeddings/oleObject94.bin"/><Relationship Id="rId14" Type="http://schemas.openxmlformats.org/officeDocument/2006/relationships/image" Target="../media/image96.wmf"/><Relationship Id="rId13" Type="http://schemas.openxmlformats.org/officeDocument/2006/relationships/oleObject" Target="../embeddings/oleObject93.bin"/><Relationship Id="rId12" Type="http://schemas.openxmlformats.org/officeDocument/2006/relationships/image" Target="../media/image95.wmf"/><Relationship Id="rId11" Type="http://schemas.openxmlformats.org/officeDocument/2006/relationships/oleObject" Target="../embeddings/oleObject92.bin"/><Relationship Id="rId10" Type="http://schemas.openxmlformats.org/officeDocument/2006/relationships/image" Target="../media/image94.wmf"/><Relationship Id="rId1" Type="http://schemas.openxmlformats.org/officeDocument/2006/relationships/oleObject" Target="../embeddings/oleObject87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3.bin"/><Relationship Id="rId8" Type="http://schemas.openxmlformats.org/officeDocument/2006/relationships/image" Target="../media/image105.wmf"/><Relationship Id="rId7" Type="http://schemas.openxmlformats.org/officeDocument/2006/relationships/oleObject" Target="../embeddings/oleObject102.bin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03.wmf"/><Relationship Id="rId36" Type="http://schemas.openxmlformats.org/officeDocument/2006/relationships/vmlDrawing" Target="../drawings/vmlDrawing10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118.wmf"/><Relationship Id="rId33" Type="http://schemas.openxmlformats.org/officeDocument/2006/relationships/oleObject" Target="../embeddings/oleObject115.bin"/><Relationship Id="rId32" Type="http://schemas.openxmlformats.org/officeDocument/2006/relationships/image" Target="../media/image117.wmf"/><Relationship Id="rId31" Type="http://schemas.openxmlformats.org/officeDocument/2006/relationships/oleObject" Target="../embeddings/oleObject114.bin"/><Relationship Id="rId30" Type="http://schemas.openxmlformats.org/officeDocument/2006/relationships/image" Target="../media/image116.wmf"/><Relationship Id="rId3" Type="http://schemas.openxmlformats.org/officeDocument/2006/relationships/oleObject" Target="../embeddings/oleObject100.bin"/><Relationship Id="rId29" Type="http://schemas.openxmlformats.org/officeDocument/2006/relationships/oleObject" Target="../embeddings/oleObject113.bin"/><Relationship Id="rId28" Type="http://schemas.openxmlformats.org/officeDocument/2006/relationships/image" Target="../media/image115.wmf"/><Relationship Id="rId27" Type="http://schemas.openxmlformats.org/officeDocument/2006/relationships/oleObject" Target="../embeddings/oleObject112.bin"/><Relationship Id="rId26" Type="http://schemas.openxmlformats.org/officeDocument/2006/relationships/image" Target="../media/image114.wmf"/><Relationship Id="rId25" Type="http://schemas.openxmlformats.org/officeDocument/2006/relationships/oleObject" Target="../embeddings/oleObject111.bin"/><Relationship Id="rId24" Type="http://schemas.openxmlformats.org/officeDocument/2006/relationships/image" Target="../media/image113.wmf"/><Relationship Id="rId23" Type="http://schemas.openxmlformats.org/officeDocument/2006/relationships/oleObject" Target="../embeddings/oleObject110.bin"/><Relationship Id="rId22" Type="http://schemas.openxmlformats.org/officeDocument/2006/relationships/image" Target="../media/image112.wmf"/><Relationship Id="rId21" Type="http://schemas.openxmlformats.org/officeDocument/2006/relationships/oleObject" Target="../embeddings/oleObject109.bin"/><Relationship Id="rId20" Type="http://schemas.openxmlformats.org/officeDocument/2006/relationships/image" Target="../media/image111.wmf"/><Relationship Id="rId2" Type="http://schemas.openxmlformats.org/officeDocument/2006/relationships/image" Target="../media/image102.wmf"/><Relationship Id="rId19" Type="http://schemas.openxmlformats.org/officeDocument/2006/relationships/oleObject" Target="../embeddings/oleObject108.bin"/><Relationship Id="rId18" Type="http://schemas.openxmlformats.org/officeDocument/2006/relationships/image" Target="../media/image110.wmf"/><Relationship Id="rId17" Type="http://schemas.openxmlformats.org/officeDocument/2006/relationships/oleObject" Target="../embeddings/oleObject107.bin"/><Relationship Id="rId16" Type="http://schemas.openxmlformats.org/officeDocument/2006/relationships/image" Target="../media/image109.emf"/><Relationship Id="rId15" Type="http://schemas.openxmlformats.org/officeDocument/2006/relationships/oleObject" Target="../embeddings/oleObject106.bin"/><Relationship Id="rId14" Type="http://schemas.openxmlformats.org/officeDocument/2006/relationships/image" Target="../media/image108.emf"/><Relationship Id="rId13" Type="http://schemas.openxmlformats.org/officeDocument/2006/relationships/oleObject" Target="../embeddings/oleObject105.bin"/><Relationship Id="rId12" Type="http://schemas.openxmlformats.org/officeDocument/2006/relationships/image" Target="../media/image107.wmf"/><Relationship Id="rId11" Type="http://schemas.openxmlformats.org/officeDocument/2006/relationships/oleObject" Target="../embeddings/oleObject104.bin"/><Relationship Id="rId10" Type="http://schemas.openxmlformats.org/officeDocument/2006/relationships/image" Target="../media/image106.wmf"/><Relationship Id="rId1" Type="http://schemas.openxmlformats.org/officeDocument/2006/relationships/oleObject" Target="../embeddings/oleObject9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22.wmf"/><Relationship Id="rId7" Type="http://schemas.openxmlformats.org/officeDocument/2006/relationships/oleObject" Target="../embeddings/oleObject119.bin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20.wmf"/><Relationship Id="rId3" Type="http://schemas.openxmlformats.org/officeDocument/2006/relationships/oleObject" Target="../embeddings/oleObject117.bin"/><Relationship Id="rId2" Type="http://schemas.openxmlformats.org/officeDocument/2006/relationships/image" Target="../media/image119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116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4.bin"/><Relationship Id="rId8" Type="http://schemas.openxmlformats.org/officeDocument/2006/relationships/image" Target="../media/image126.wmf"/><Relationship Id="rId7" Type="http://schemas.openxmlformats.org/officeDocument/2006/relationships/oleObject" Target="../embeddings/oleObject123.bin"/><Relationship Id="rId62" Type="http://schemas.openxmlformats.org/officeDocument/2006/relationships/vmlDrawing" Target="../drawings/vmlDrawing12.vml"/><Relationship Id="rId61" Type="http://schemas.openxmlformats.org/officeDocument/2006/relationships/slideLayout" Target="../slideLayouts/slideLayout18.xml"/><Relationship Id="rId60" Type="http://schemas.openxmlformats.org/officeDocument/2006/relationships/oleObject" Target="../embeddings/oleObject159.bin"/><Relationship Id="rId6" Type="http://schemas.openxmlformats.org/officeDocument/2006/relationships/image" Target="../media/image125.wmf"/><Relationship Id="rId59" Type="http://schemas.openxmlformats.org/officeDocument/2006/relationships/image" Target="../media/image142.wmf"/><Relationship Id="rId58" Type="http://schemas.openxmlformats.org/officeDocument/2006/relationships/oleObject" Target="../embeddings/oleObject158.bin"/><Relationship Id="rId57" Type="http://schemas.openxmlformats.org/officeDocument/2006/relationships/oleObject" Target="../embeddings/oleObject157.bin"/><Relationship Id="rId56" Type="http://schemas.openxmlformats.org/officeDocument/2006/relationships/oleObject" Target="../embeddings/oleObject156.bin"/><Relationship Id="rId55" Type="http://schemas.openxmlformats.org/officeDocument/2006/relationships/oleObject" Target="../embeddings/oleObject155.bin"/><Relationship Id="rId54" Type="http://schemas.openxmlformats.org/officeDocument/2006/relationships/oleObject" Target="../embeddings/oleObject154.bin"/><Relationship Id="rId53" Type="http://schemas.openxmlformats.org/officeDocument/2006/relationships/oleObject" Target="../embeddings/oleObject153.bin"/><Relationship Id="rId52" Type="http://schemas.openxmlformats.org/officeDocument/2006/relationships/oleObject" Target="../embeddings/oleObject152.bin"/><Relationship Id="rId51" Type="http://schemas.openxmlformats.org/officeDocument/2006/relationships/oleObject" Target="../embeddings/oleObject151.bin"/><Relationship Id="rId50" Type="http://schemas.openxmlformats.org/officeDocument/2006/relationships/image" Target="../media/image141.wmf"/><Relationship Id="rId5" Type="http://schemas.openxmlformats.org/officeDocument/2006/relationships/oleObject" Target="../embeddings/oleObject122.bin"/><Relationship Id="rId49" Type="http://schemas.openxmlformats.org/officeDocument/2006/relationships/oleObject" Target="../embeddings/oleObject150.bin"/><Relationship Id="rId48" Type="http://schemas.openxmlformats.org/officeDocument/2006/relationships/oleObject" Target="../embeddings/oleObject149.bin"/><Relationship Id="rId47" Type="http://schemas.openxmlformats.org/officeDocument/2006/relationships/oleObject" Target="../embeddings/oleObject148.bin"/><Relationship Id="rId46" Type="http://schemas.openxmlformats.org/officeDocument/2006/relationships/oleObject" Target="../embeddings/oleObject147.bin"/><Relationship Id="rId45" Type="http://schemas.openxmlformats.org/officeDocument/2006/relationships/oleObject" Target="../embeddings/oleObject146.bin"/><Relationship Id="rId44" Type="http://schemas.openxmlformats.org/officeDocument/2006/relationships/oleObject" Target="../embeddings/oleObject145.bin"/><Relationship Id="rId43" Type="http://schemas.openxmlformats.org/officeDocument/2006/relationships/oleObject" Target="../embeddings/oleObject144.bin"/><Relationship Id="rId42" Type="http://schemas.openxmlformats.org/officeDocument/2006/relationships/image" Target="../media/image140.wmf"/><Relationship Id="rId41" Type="http://schemas.openxmlformats.org/officeDocument/2006/relationships/oleObject" Target="../embeddings/oleObject143.bin"/><Relationship Id="rId40" Type="http://schemas.openxmlformats.org/officeDocument/2006/relationships/oleObject" Target="../embeddings/oleObject142.bin"/><Relationship Id="rId4" Type="http://schemas.openxmlformats.org/officeDocument/2006/relationships/image" Target="../media/image124.wmf"/><Relationship Id="rId39" Type="http://schemas.openxmlformats.org/officeDocument/2006/relationships/oleObject" Target="../embeddings/oleObject141.bin"/><Relationship Id="rId38" Type="http://schemas.openxmlformats.org/officeDocument/2006/relationships/oleObject" Target="../embeddings/oleObject140.bin"/><Relationship Id="rId37" Type="http://schemas.openxmlformats.org/officeDocument/2006/relationships/oleObject" Target="../embeddings/oleObject139.bin"/><Relationship Id="rId36" Type="http://schemas.openxmlformats.org/officeDocument/2006/relationships/oleObject" Target="../embeddings/oleObject138.bin"/><Relationship Id="rId35" Type="http://schemas.openxmlformats.org/officeDocument/2006/relationships/oleObject" Target="../embeddings/oleObject137.bin"/><Relationship Id="rId34" Type="http://schemas.openxmlformats.org/officeDocument/2006/relationships/image" Target="../media/image139.wmf"/><Relationship Id="rId33" Type="http://schemas.openxmlformats.org/officeDocument/2006/relationships/oleObject" Target="../embeddings/oleObject136.bin"/><Relationship Id="rId32" Type="http://schemas.openxmlformats.org/officeDocument/2006/relationships/image" Target="../media/image138.wmf"/><Relationship Id="rId31" Type="http://schemas.openxmlformats.org/officeDocument/2006/relationships/oleObject" Target="../embeddings/oleObject135.bin"/><Relationship Id="rId30" Type="http://schemas.openxmlformats.org/officeDocument/2006/relationships/image" Target="../media/image137.wmf"/><Relationship Id="rId3" Type="http://schemas.openxmlformats.org/officeDocument/2006/relationships/oleObject" Target="../embeddings/oleObject121.bin"/><Relationship Id="rId29" Type="http://schemas.openxmlformats.org/officeDocument/2006/relationships/oleObject" Target="../embeddings/oleObject134.bin"/><Relationship Id="rId28" Type="http://schemas.openxmlformats.org/officeDocument/2006/relationships/image" Target="../media/image136.wmf"/><Relationship Id="rId27" Type="http://schemas.openxmlformats.org/officeDocument/2006/relationships/oleObject" Target="../embeddings/oleObject133.bin"/><Relationship Id="rId26" Type="http://schemas.openxmlformats.org/officeDocument/2006/relationships/image" Target="../media/image135.wmf"/><Relationship Id="rId25" Type="http://schemas.openxmlformats.org/officeDocument/2006/relationships/oleObject" Target="../embeddings/oleObject132.bin"/><Relationship Id="rId24" Type="http://schemas.openxmlformats.org/officeDocument/2006/relationships/image" Target="../media/image134.wmf"/><Relationship Id="rId23" Type="http://schemas.openxmlformats.org/officeDocument/2006/relationships/oleObject" Target="../embeddings/oleObject131.bin"/><Relationship Id="rId22" Type="http://schemas.openxmlformats.org/officeDocument/2006/relationships/image" Target="../media/image133.wmf"/><Relationship Id="rId21" Type="http://schemas.openxmlformats.org/officeDocument/2006/relationships/oleObject" Target="../embeddings/oleObject130.bin"/><Relationship Id="rId20" Type="http://schemas.openxmlformats.org/officeDocument/2006/relationships/image" Target="../media/image132.wmf"/><Relationship Id="rId2" Type="http://schemas.openxmlformats.org/officeDocument/2006/relationships/image" Target="../media/image123.wmf"/><Relationship Id="rId19" Type="http://schemas.openxmlformats.org/officeDocument/2006/relationships/oleObject" Target="../embeddings/oleObject129.bin"/><Relationship Id="rId18" Type="http://schemas.openxmlformats.org/officeDocument/2006/relationships/image" Target="../media/image131.wmf"/><Relationship Id="rId17" Type="http://schemas.openxmlformats.org/officeDocument/2006/relationships/oleObject" Target="../embeddings/oleObject128.bin"/><Relationship Id="rId16" Type="http://schemas.openxmlformats.org/officeDocument/2006/relationships/image" Target="../media/image130.wmf"/><Relationship Id="rId15" Type="http://schemas.openxmlformats.org/officeDocument/2006/relationships/oleObject" Target="../embeddings/oleObject127.bin"/><Relationship Id="rId14" Type="http://schemas.openxmlformats.org/officeDocument/2006/relationships/image" Target="../media/image129.wmf"/><Relationship Id="rId13" Type="http://schemas.openxmlformats.org/officeDocument/2006/relationships/oleObject" Target="../embeddings/oleObject126.bin"/><Relationship Id="rId12" Type="http://schemas.openxmlformats.org/officeDocument/2006/relationships/image" Target="../media/image128.wmf"/><Relationship Id="rId11" Type="http://schemas.openxmlformats.org/officeDocument/2006/relationships/oleObject" Target="../embeddings/oleObject125.bin"/><Relationship Id="rId10" Type="http://schemas.openxmlformats.org/officeDocument/2006/relationships/image" Target="../media/image127.wmf"/><Relationship Id="rId1" Type="http://schemas.openxmlformats.org/officeDocument/2006/relationships/oleObject" Target="../embeddings/oleObject120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4.bin"/><Relationship Id="rId8" Type="http://schemas.openxmlformats.org/officeDocument/2006/relationships/image" Target="../media/image146.wmf"/><Relationship Id="rId7" Type="http://schemas.openxmlformats.org/officeDocument/2006/relationships/oleObject" Target="../embeddings/oleObject163.bin"/><Relationship Id="rId6" Type="http://schemas.openxmlformats.org/officeDocument/2006/relationships/image" Target="../media/image145.wmf"/><Relationship Id="rId56" Type="http://schemas.openxmlformats.org/officeDocument/2006/relationships/vmlDrawing" Target="../drawings/vmlDrawing13.vml"/><Relationship Id="rId55" Type="http://schemas.openxmlformats.org/officeDocument/2006/relationships/slideLayout" Target="../slideLayouts/slideLayout18.xml"/><Relationship Id="rId54" Type="http://schemas.openxmlformats.org/officeDocument/2006/relationships/image" Target="../media/image169.wmf"/><Relationship Id="rId53" Type="http://schemas.openxmlformats.org/officeDocument/2006/relationships/oleObject" Target="../embeddings/oleObject186.bin"/><Relationship Id="rId52" Type="http://schemas.openxmlformats.org/officeDocument/2006/relationships/image" Target="../media/image168.wmf"/><Relationship Id="rId51" Type="http://schemas.openxmlformats.org/officeDocument/2006/relationships/oleObject" Target="../embeddings/oleObject185.bin"/><Relationship Id="rId50" Type="http://schemas.openxmlformats.org/officeDocument/2006/relationships/image" Target="../media/image167.wmf"/><Relationship Id="rId5" Type="http://schemas.openxmlformats.org/officeDocument/2006/relationships/oleObject" Target="../embeddings/oleObject162.bin"/><Relationship Id="rId49" Type="http://schemas.openxmlformats.org/officeDocument/2006/relationships/oleObject" Target="../embeddings/oleObject184.bin"/><Relationship Id="rId48" Type="http://schemas.openxmlformats.org/officeDocument/2006/relationships/image" Target="../media/image166.wmf"/><Relationship Id="rId47" Type="http://schemas.openxmlformats.org/officeDocument/2006/relationships/oleObject" Target="../embeddings/oleObject183.bin"/><Relationship Id="rId46" Type="http://schemas.openxmlformats.org/officeDocument/2006/relationships/image" Target="../media/image165.wmf"/><Relationship Id="rId45" Type="http://schemas.openxmlformats.org/officeDocument/2006/relationships/oleObject" Target="../embeddings/oleObject182.bin"/><Relationship Id="rId44" Type="http://schemas.openxmlformats.org/officeDocument/2006/relationships/image" Target="../media/image164.wmf"/><Relationship Id="rId43" Type="http://schemas.openxmlformats.org/officeDocument/2006/relationships/oleObject" Target="../embeddings/oleObject181.bin"/><Relationship Id="rId42" Type="http://schemas.openxmlformats.org/officeDocument/2006/relationships/image" Target="../media/image163.wmf"/><Relationship Id="rId41" Type="http://schemas.openxmlformats.org/officeDocument/2006/relationships/oleObject" Target="../embeddings/oleObject180.bin"/><Relationship Id="rId40" Type="http://schemas.openxmlformats.org/officeDocument/2006/relationships/image" Target="../media/image162.wmf"/><Relationship Id="rId4" Type="http://schemas.openxmlformats.org/officeDocument/2006/relationships/image" Target="../media/image144.wmf"/><Relationship Id="rId39" Type="http://schemas.openxmlformats.org/officeDocument/2006/relationships/oleObject" Target="../embeddings/oleObject179.bin"/><Relationship Id="rId38" Type="http://schemas.openxmlformats.org/officeDocument/2006/relationships/image" Target="../media/image161.wmf"/><Relationship Id="rId37" Type="http://schemas.openxmlformats.org/officeDocument/2006/relationships/oleObject" Target="../embeddings/oleObject178.bin"/><Relationship Id="rId36" Type="http://schemas.openxmlformats.org/officeDocument/2006/relationships/image" Target="../media/image160.wmf"/><Relationship Id="rId35" Type="http://schemas.openxmlformats.org/officeDocument/2006/relationships/oleObject" Target="../embeddings/oleObject177.bin"/><Relationship Id="rId34" Type="http://schemas.openxmlformats.org/officeDocument/2006/relationships/image" Target="../media/image159.wmf"/><Relationship Id="rId33" Type="http://schemas.openxmlformats.org/officeDocument/2006/relationships/oleObject" Target="../embeddings/oleObject176.bin"/><Relationship Id="rId32" Type="http://schemas.openxmlformats.org/officeDocument/2006/relationships/image" Target="../media/image158.wmf"/><Relationship Id="rId31" Type="http://schemas.openxmlformats.org/officeDocument/2006/relationships/oleObject" Target="../embeddings/oleObject175.bin"/><Relationship Id="rId30" Type="http://schemas.openxmlformats.org/officeDocument/2006/relationships/image" Target="../media/image157.wmf"/><Relationship Id="rId3" Type="http://schemas.openxmlformats.org/officeDocument/2006/relationships/oleObject" Target="../embeddings/oleObject161.bin"/><Relationship Id="rId29" Type="http://schemas.openxmlformats.org/officeDocument/2006/relationships/oleObject" Target="../embeddings/oleObject174.bin"/><Relationship Id="rId28" Type="http://schemas.openxmlformats.org/officeDocument/2006/relationships/image" Target="../media/image156.wmf"/><Relationship Id="rId27" Type="http://schemas.openxmlformats.org/officeDocument/2006/relationships/oleObject" Target="../embeddings/oleObject173.bin"/><Relationship Id="rId26" Type="http://schemas.openxmlformats.org/officeDocument/2006/relationships/image" Target="../media/image155.wmf"/><Relationship Id="rId25" Type="http://schemas.openxmlformats.org/officeDocument/2006/relationships/oleObject" Target="../embeddings/oleObject172.bin"/><Relationship Id="rId24" Type="http://schemas.openxmlformats.org/officeDocument/2006/relationships/image" Target="../media/image154.wmf"/><Relationship Id="rId23" Type="http://schemas.openxmlformats.org/officeDocument/2006/relationships/oleObject" Target="../embeddings/oleObject171.bin"/><Relationship Id="rId22" Type="http://schemas.openxmlformats.org/officeDocument/2006/relationships/image" Target="../media/image153.wmf"/><Relationship Id="rId21" Type="http://schemas.openxmlformats.org/officeDocument/2006/relationships/oleObject" Target="../embeddings/oleObject170.bin"/><Relationship Id="rId20" Type="http://schemas.openxmlformats.org/officeDocument/2006/relationships/image" Target="../media/image152.wmf"/><Relationship Id="rId2" Type="http://schemas.openxmlformats.org/officeDocument/2006/relationships/image" Target="../media/image143.wmf"/><Relationship Id="rId19" Type="http://schemas.openxmlformats.org/officeDocument/2006/relationships/oleObject" Target="../embeddings/oleObject169.bin"/><Relationship Id="rId18" Type="http://schemas.openxmlformats.org/officeDocument/2006/relationships/image" Target="../media/image151.wmf"/><Relationship Id="rId17" Type="http://schemas.openxmlformats.org/officeDocument/2006/relationships/oleObject" Target="../embeddings/oleObject168.bin"/><Relationship Id="rId16" Type="http://schemas.openxmlformats.org/officeDocument/2006/relationships/image" Target="../media/image150.wmf"/><Relationship Id="rId15" Type="http://schemas.openxmlformats.org/officeDocument/2006/relationships/oleObject" Target="../embeddings/oleObject167.bin"/><Relationship Id="rId14" Type="http://schemas.openxmlformats.org/officeDocument/2006/relationships/image" Target="../media/image149.wmf"/><Relationship Id="rId13" Type="http://schemas.openxmlformats.org/officeDocument/2006/relationships/oleObject" Target="../embeddings/oleObject166.bin"/><Relationship Id="rId12" Type="http://schemas.openxmlformats.org/officeDocument/2006/relationships/image" Target="../media/image148.wmf"/><Relationship Id="rId11" Type="http://schemas.openxmlformats.org/officeDocument/2006/relationships/oleObject" Target="../embeddings/oleObject165.bin"/><Relationship Id="rId10" Type="http://schemas.openxmlformats.org/officeDocument/2006/relationships/image" Target="../media/image147.wmf"/><Relationship Id="rId1" Type="http://schemas.openxmlformats.org/officeDocument/2006/relationships/oleObject" Target="../embeddings/oleObject160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1.bin"/><Relationship Id="rId8" Type="http://schemas.openxmlformats.org/officeDocument/2006/relationships/image" Target="../media/image173.wmf"/><Relationship Id="rId7" Type="http://schemas.openxmlformats.org/officeDocument/2006/relationships/oleObject" Target="../embeddings/oleObject190.bin"/><Relationship Id="rId6" Type="http://schemas.openxmlformats.org/officeDocument/2006/relationships/image" Target="../media/image172.wmf"/><Relationship Id="rId5" Type="http://schemas.openxmlformats.org/officeDocument/2006/relationships/oleObject" Target="../embeddings/oleObject189.bin"/><Relationship Id="rId4" Type="http://schemas.openxmlformats.org/officeDocument/2006/relationships/image" Target="../media/image171.wmf"/><Relationship Id="rId30" Type="http://schemas.openxmlformats.org/officeDocument/2006/relationships/vmlDrawing" Target="../drawings/vmlDrawing14.vml"/><Relationship Id="rId3" Type="http://schemas.openxmlformats.org/officeDocument/2006/relationships/oleObject" Target="../embeddings/oleObject188.bin"/><Relationship Id="rId29" Type="http://schemas.openxmlformats.org/officeDocument/2006/relationships/slideLayout" Target="../slideLayouts/slideLayout18.xml"/><Relationship Id="rId28" Type="http://schemas.openxmlformats.org/officeDocument/2006/relationships/oleObject" Target="../embeddings/oleObject201.bin"/><Relationship Id="rId27" Type="http://schemas.openxmlformats.org/officeDocument/2006/relationships/oleObject" Target="../embeddings/oleObject200.bin"/><Relationship Id="rId26" Type="http://schemas.openxmlformats.org/officeDocument/2006/relationships/image" Target="../media/image182.wmf"/><Relationship Id="rId25" Type="http://schemas.openxmlformats.org/officeDocument/2006/relationships/oleObject" Target="../embeddings/oleObject199.bin"/><Relationship Id="rId24" Type="http://schemas.openxmlformats.org/officeDocument/2006/relationships/image" Target="../media/image181.wmf"/><Relationship Id="rId23" Type="http://schemas.openxmlformats.org/officeDocument/2006/relationships/oleObject" Target="../embeddings/oleObject198.bin"/><Relationship Id="rId22" Type="http://schemas.openxmlformats.org/officeDocument/2006/relationships/image" Target="../media/image180.wmf"/><Relationship Id="rId21" Type="http://schemas.openxmlformats.org/officeDocument/2006/relationships/oleObject" Target="../embeddings/oleObject197.bin"/><Relationship Id="rId20" Type="http://schemas.openxmlformats.org/officeDocument/2006/relationships/image" Target="../media/image179.wmf"/><Relationship Id="rId2" Type="http://schemas.openxmlformats.org/officeDocument/2006/relationships/image" Target="../media/image170.wmf"/><Relationship Id="rId19" Type="http://schemas.openxmlformats.org/officeDocument/2006/relationships/oleObject" Target="../embeddings/oleObject196.bin"/><Relationship Id="rId18" Type="http://schemas.openxmlformats.org/officeDocument/2006/relationships/image" Target="../media/image178.wmf"/><Relationship Id="rId17" Type="http://schemas.openxmlformats.org/officeDocument/2006/relationships/oleObject" Target="../embeddings/oleObject195.bin"/><Relationship Id="rId16" Type="http://schemas.openxmlformats.org/officeDocument/2006/relationships/image" Target="../media/image177.wmf"/><Relationship Id="rId15" Type="http://schemas.openxmlformats.org/officeDocument/2006/relationships/oleObject" Target="../embeddings/oleObject194.bin"/><Relationship Id="rId14" Type="http://schemas.openxmlformats.org/officeDocument/2006/relationships/image" Target="../media/image176.wmf"/><Relationship Id="rId13" Type="http://schemas.openxmlformats.org/officeDocument/2006/relationships/oleObject" Target="../embeddings/oleObject193.bin"/><Relationship Id="rId12" Type="http://schemas.openxmlformats.org/officeDocument/2006/relationships/image" Target="../media/image175.wmf"/><Relationship Id="rId11" Type="http://schemas.openxmlformats.org/officeDocument/2006/relationships/oleObject" Target="../embeddings/oleObject192.bin"/><Relationship Id="rId10" Type="http://schemas.openxmlformats.org/officeDocument/2006/relationships/image" Target="../media/image174.wmf"/><Relationship Id="rId1" Type="http://schemas.openxmlformats.org/officeDocument/2006/relationships/oleObject" Target="../embeddings/oleObject187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6.bin"/><Relationship Id="rId8" Type="http://schemas.openxmlformats.org/officeDocument/2006/relationships/image" Target="../media/image174.wmf"/><Relationship Id="rId7" Type="http://schemas.openxmlformats.org/officeDocument/2006/relationships/oleObject" Target="../embeddings/oleObject205.bin"/><Relationship Id="rId6" Type="http://schemas.openxmlformats.org/officeDocument/2006/relationships/image" Target="../media/image173.wmf"/><Relationship Id="rId5" Type="http://schemas.openxmlformats.org/officeDocument/2006/relationships/oleObject" Target="../embeddings/oleObject204.bin"/><Relationship Id="rId4" Type="http://schemas.openxmlformats.org/officeDocument/2006/relationships/image" Target="../media/image184.wmf"/><Relationship Id="rId3" Type="http://schemas.openxmlformats.org/officeDocument/2006/relationships/oleObject" Target="../embeddings/oleObject203.bin"/><Relationship Id="rId2" Type="http://schemas.openxmlformats.org/officeDocument/2006/relationships/image" Target="../media/image183.wmf"/><Relationship Id="rId16" Type="http://schemas.openxmlformats.org/officeDocument/2006/relationships/vmlDrawing" Target="../drawings/vmlDrawing15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87.wmf"/><Relationship Id="rId13" Type="http://schemas.openxmlformats.org/officeDocument/2006/relationships/oleObject" Target="../embeddings/oleObject208.bin"/><Relationship Id="rId12" Type="http://schemas.openxmlformats.org/officeDocument/2006/relationships/image" Target="../media/image186.wmf"/><Relationship Id="rId11" Type="http://schemas.openxmlformats.org/officeDocument/2006/relationships/oleObject" Target="../embeddings/oleObject207.bin"/><Relationship Id="rId10" Type="http://schemas.openxmlformats.org/officeDocument/2006/relationships/image" Target="../media/image185.wmf"/><Relationship Id="rId1" Type="http://schemas.openxmlformats.org/officeDocument/2006/relationships/oleObject" Target="../embeddings/oleObject202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3.bin"/><Relationship Id="rId8" Type="http://schemas.openxmlformats.org/officeDocument/2006/relationships/image" Target="../media/image191.wmf"/><Relationship Id="rId7" Type="http://schemas.openxmlformats.org/officeDocument/2006/relationships/oleObject" Target="../embeddings/oleObject212.bin"/><Relationship Id="rId6" Type="http://schemas.openxmlformats.org/officeDocument/2006/relationships/image" Target="../media/image190.wmf"/><Relationship Id="rId5" Type="http://schemas.openxmlformats.org/officeDocument/2006/relationships/oleObject" Target="../embeddings/oleObject211.bin"/><Relationship Id="rId4" Type="http://schemas.openxmlformats.org/officeDocument/2006/relationships/image" Target="../media/image189.wmf"/><Relationship Id="rId30" Type="http://schemas.openxmlformats.org/officeDocument/2006/relationships/vmlDrawing" Target="../drawings/vmlDrawing16.vml"/><Relationship Id="rId3" Type="http://schemas.openxmlformats.org/officeDocument/2006/relationships/oleObject" Target="../embeddings/oleObject210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201.wmf"/><Relationship Id="rId27" Type="http://schemas.openxmlformats.org/officeDocument/2006/relationships/oleObject" Target="../embeddings/oleObject222.bin"/><Relationship Id="rId26" Type="http://schemas.openxmlformats.org/officeDocument/2006/relationships/image" Target="../media/image200.wmf"/><Relationship Id="rId25" Type="http://schemas.openxmlformats.org/officeDocument/2006/relationships/oleObject" Target="../embeddings/oleObject221.bin"/><Relationship Id="rId24" Type="http://schemas.openxmlformats.org/officeDocument/2006/relationships/image" Target="../media/image199.wmf"/><Relationship Id="rId23" Type="http://schemas.openxmlformats.org/officeDocument/2006/relationships/oleObject" Target="../embeddings/oleObject220.bin"/><Relationship Id="rId22" Type="http://schemas.openxmlformats.org/officeDocument/2006/relationships/image" Target="../media/image198.wmf"/><Relationship Id="rId21" Type="http://schemas.openxmlformats.org/officeDocument/2006/relationships/oleObject" Target="../embeddings/oleObject219.bin"/><Relationship Id="rId20" Type="http://schemas.openxmlformats.org/officeDocument/2006/relationships/image" Target="../media/image197.wmf"/><Relationship Id="rId2" Type="http://schemas.openxmlformats.org/officeDocument/2006/relationships/image" Target="../media/image188.wmf"/><Relationship Id="rId19" Type="http://schemas.openxmlformats.org/officeDocument/2006/relationships/oleObject" Target="../embeddings/oleObject218.bin"/><Relationship Id="rId18" Type="http://schemas.openxmlformats.org/officeDocument/2006/relationships/image" Target="../media/image196.wmf"/><Relationship Id="rId17" Type="http://schemas.openxmlformats.org/officeDocument/2006/relationships/oleObject" Target="../embeddings/oleObject217.bin"/><Relationship Id="rId16" Type="http://schemas.openxmlformats.org/officeDocument/2006/relationships/image" Target="../media/image195.wmf"/><Relationship Id="rId15" Type="http://schemas.openxmlformats.org/officeDocument/2006/relationships/oleObject" Target="../embeddings/oleObject216.bin"/><Relationship Id="rId14" Type="http://schemas.openxmlformats.org/officeDocument/2006/relationships/image" Target="../media/image194.wmf"/><Relationship Id="rId13" Type="http://schemas.openxmlformats.org/officeDocument/2006/relationships/oleObject" Target="../embeddings/oleObject215.bin"/><Relationship Id="rId12" Type="http://schemas.openxmlformats.org/officeDocument/2006/relationships/image" Target="../media/image193.wmf"/><Relationship Id="rId11" Type="http://schemas.openxmlformats.org/officeDocument/2006/relationships/oleObject" Target="../embeddings/oleObject214.bin"/><Relationship Id="rId10" Type="http://schemas.openxmlformats.org/officeDocument/2006/relationships/image" Target="../media/image192.wmf"/><Relationship Id="rId1" Type="http://schemas.openxmlformats.org/officeDocument/2006/relationships/oleObject" Target="../embeddings/oleObject209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7.bin"/><Relationship Id="rId8" Type="http://schemas.openxmlformats.org/officeDocument/2006/relationships/image" Target="../media/image205.wmf"/><Relationship Id="rId7" Type="http://schemas.openxmlformats.org/officeDocument/2006/relationships/oleObject" Target="../embeddings/oleObject226.bin"/><Relationship Id="rId6" Type="http://schemas.openxmlformats.org/officeDocument/2006/relationships/image" Target="../media/image204.wmf"/><Relationship Id="rId5" Type="http://schemas.openxmlformats.org/officeDocument/2006/relationships/oleObject" Target="../embeddings/oleObject225.bin"/><Relationship Id="rId4" Type="http://schemas.openxmlformats.org/officeDocument/2006/relationships/image" Target="../media/image203.wmf"/><Relationship Id="rId35" Type="http://schemas.openxmlformats.org/officeDocument/2006/relationships/vmlDrawing" Target="../drawings/vmlDrawing17.vml"/><Relationship Id="rId34" Type="http://schemas.openxmlformats.org/officeDocument/2006/relationships/slideLayout" Target="../slideLayouts/slideLayout18.xml"/><Relationship Id="rId33" Type="http://schemas.openxmlformats.org/officeDocument/2006/relationships/image" Target="../media/image218.png"/><Relationship Id="rId32" Type="http://schemas.openxmlformats.org/officeDocument/2006/relationships/image" Target="../media/image217.wmf"/><Relationship Id="rId31" Type="http://schemas.openxmlformats.org/officeDocument/2006/relationships/oleObject" Target="../embeddings/oleObject238.bin"/><Relationship Id="rId30" Type="http://schemas.openxmlformats.org/officeDocument/2006/relationships/image" Target="../media/image216.wmf"/><Relationship Id="rId3" Type="http://schemas.openxmlformats.org/officeDocument/2006/relationships/oleObject" Target="../embeddings/oleObject224.bin"/><Relationship Id="rId29" Type="http://schemas.openxmlformats.org/officeDocument/2006/relationships/oleObject" Target="../embeddings/oleObject237.bin"/><Relationship Id="rId28" Type="http://schemas.openxmlformats.org/officeDocument/2006/relationships/image" Target="../media/image215.wmf"/><Relationship Id="rId27" Type="http://schemas.openxmlformats.org/officeDocument/2006/relationships/oleObject" Target="../embeddings/oleObject236.bin"/><Relationship Id="rId26" Type="http://schemas.openxmlformats.org/officeDocument/2006/relationships/image" Target="../media/image214.wmf"/><Relationship Id="rId25" Type="http://schemas.openxmlformats.org/officeDocument/2006/relationships/oleObject" Target="../embeddings/oleObject235.bin"/><Relationship Id="rId24" Type="http://schemas.openxmlformats.org/officeDocument/2006/relationships/image" Target="../media/image213.wmf"/><Relationship Id="rId23" Type="http://schemas.openxmlformats.org/officeDocument/2006/relationships/oleObject" Target="../embeddings/oleObject234.bin"/><Relationship Id="rId22" Type="http://schemas.openxmlformats.org/officeDocument/2006/relationships/image" Target="../media/image212.wmf"/><Relationship Id="rId21" Type="http://schemas.openxmlformats.org/officeDocument/2006/relationships/oleObject" Target="../embeddings/oleObject233.bin"/><Relationship Id="rId20" Type="http://schemas.openxmlformats.org/officeDocument/2006/relationships/image" Target="../media/image211.wmf"/><Relationship Id="rId2" Type="http://schemas.openxmlformats.org/officeDocument/2006/relationships/image" Target="../media/image202.wmf"/><Relationship Id="rId19" Type="http://schemas.openxmlformats.org/officeDocument/2006/relationships/oleObject" Target="../embeddings/oleObject232.bin"/><Relationship Id="rId18" Type="http://schemas.openxmlformats.org/officeDocument/2006/relationships/image" Target="../media/image210.wmf"/><Relationship Id="rId17" Type="http://schemas.openxmlformats.org/officeDocument/2006/relationships/oleObject" Target="../embeddings/oleObject231.bin"/><Relationship Id="rId16" Type="http://schemas.openxmlformats.org/officeDocument/2006/relationships/image" Target="../media/image209.wmf"/><Relationship Id="rId15" Type="http://schemas.openxmlformats.org/officeDocument/2006/relationships/oleObject" Target="../embeddings/oleObject230.bin"/><Relationship Id="rId14" Type="http://schemas.openxmlformats.org/officeDocument/2006/relationships/image" Target="../media/image208.wmf"/><Relationship Id="rId13" Type="http://schemas.openxmlformats.org/officeDocument/2006/relationships/oleObject" Target="../embeddings/oleObject229.bin"/><Relationship Id="rId12" Type="http://schemas.openxmlformats.org/officeDocument/2006/relationships/image" Target="../media/image207.wmf"/><Relationship Id="rId11" Type="http://schemas.openxmlformats.org/officeDocument/2006/relationships/oleObject" Target="../embeddings/oleObject228.bin"/><Relationship Id="rId10" Type="http://schemas.openxmlformats.org/officeDocument/2006/relationships/image" Target="../media/image206.wmf"/><Relationship Id="rId1" Type="http://schemas.openxmlformats.org/officeDocument/2006/relationships/oleObject" Target="../embeddings/oleObject223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22.wmf"/><Relationship Id="rId7" Type="http://schemas.openxmlformats.org/officeDocument/2006/relationships/oleObject" Target="../embeddings/oleObject242.bin"/><Relationship Id="rId6" Type="http://schemas.openxmlformats.org/officeDocument/2006/relationships/image" Target="../media/image221.wmf"/><Relationship Id="rId5" Type="http://schemas.openxmlformats.org/officeDocument/2006/relationships/oleObject" Target="../embeddings/oleObject241.bin"/><Relationship Id="rId4" Type="http://schemas.openxmlformats.org/officeDocument/2006/relationships/image" Target="../media/image220.wmf"/><Relationship Id="rId3" Type="http://schemas.openxmlformats.org/officeDocument/2006/relationships/oleObject" Target="../embeddings/oleObject240.bin"/><Relationship Id="rId2" Type="http://schemas.openxmlformats.org/officeDocument/2006/relationships/image" Target="../media/image219.w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239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7.bin"/><Relationship Id="rId8" Type="http://schemas.openxmlformats.org/officeDocument/2006/relationships/image" Target="../media/image226.wmf"/><Relationship Id="rId7" Type="http://schemas.openxmlformats.org/officeDocument/2006/relationships/oleObject" Target="../embeddings/oleObject246.bin"/><Relationship Id="rId6" Type="http://schemas.openxmlformats.org/officeDocument/2006/relationships/image" Target="../media/image225.wmf"/><Relationship Id="rId54" Type="http://schemas.openxmlformats.org/officeDocument/2006/relationships/vmlDrawing" Target="../drawings/vmlDrawing19.vml"/><Relationship Id="rId53" Type="http://schemas.openxmlformats.org/officeDocument/2006/relationships/slideLayout" Target="../slideLayouts/slideLayout18.xml"/><Relationship Id="rId52" Type="http://schemas.openxmlformats.org/officeDocument/2006/relationships/image" Target="../media/image248.wmf"/><Relationship Id="rId51" Type="http://schemas.openxmlformats.org/officeDocument/2006/relationships/oleObject" Target="../embeddings/oleObject268.bin"/><Relationship Id="rId50" Type="http://schemas.openxmlformats.org/officeDocument/2006/relationships/image" Target="../media/image247.wmf"/><Relationship Id="rId5" Type="http://schemas.openxmlformats.org/officeDocument/2006/relationships/oleObject" Target="../embeddings/oleObject245.bin"/><Relationship Id="rId49" Type="http://schemas.openxmlformats.org/officeDocument/2006/relationships/oleObject" Target="../embeddings/oleObject267.bin"/><Relationship Id="rId48" Type="http://schemas.openxmlformats.org/officeDocument/2006/relationships/image" Target="../media/image246.wmf"/><Relationship Id="rId47" Type="http://schemas.openxmlformats.org/officeDocument/2006/relationships/oleObject" Target="../embeddings/oleObject266.bin"/><Relationship Id="rId46" Type="http://schemas.openxmlformats.org/officeDocument/2006/relationships/image" Target="../media/image245.wmf"/><Relationship Id="rId45" Type="http://schemas.openxmlformats.org/officeDocument/2006/relationships/oleObject" Target="../embeddings/oleObject265.bin"/><Relationship Id="rId44" Type="http://schemas.openxmlformats.org/officeDocument/2006/relationships/image" Target="../media/image244.wmf"/><Relationship Id="rId43" Type="http://schemas.openxmlformats.org/officeDocument/2006/relationships/oleObject" Target="../embeddings/oleObject264.bin"/><Relationship Id="rId42" Type="http://schemas.openxmlformats.org/officeDocument/2006/relationships/image" Target="../media/image243.wmf"/><Relationship Id="rId41" Type="http://schemas.openxmlformats.org/officeDocument/2006/relationships/oleObject" Target="../embeddings/oleObject263.bin"/><Relationship Id="rId40" Type="http://schemas.openxmlformats.org/officeDocument/2006/relationships/image" Target="../media/image242.wmf"/><Relationship Id="rId4" Type="http://schemas.openxmlformats.org/officeDocument/2006/relationships/image" Target="../media/image224.wmf"/><Relationship Id="rId39" Type="http://schemas.openxmlformats.org/officeDocument/2006/relationships/oleObject" Target="../embeddings/oleObject262.bin"/><Relationship Id="rId38" Type="http://schemas.openxmlformats.org/officeDocument/2006/relationships/image" Target="../media/image241.wmf"/><Relationship Id="rId37" Type="http://schemas.openxmlformats.org/officeDocument/2006/relationships/oleObject" Target="../embeddings/oleObject261.bin"/><Relationship Id="rId36" Type="http://schemas.openxmlformats.org/officeDocument/2006/relationships/image" Target="../media/image240.wmf"/><Relationship Id="rId35" Type="http://schemas.openxmlformats.org/officeDocument/2006/relationships/oleObject" Target="../embeddings/oleObject260.bin"/><Relationship Id="rId34" Type="http://schemas.openxmlformats.org/officeDocument/2006/relationships/image" Target="../media/image239.wmf"/><Relationship Id="rId33" Type="http://schemas.openxmlformats.org/officeDocument/2006/relationships/oleObject" Target="../embeddings/oleObject259.bin"/><Relationship Id="rId32" Type="http://schemas.openxmlformats.org/officeDocument/2006/relationships/image" Target="../media/image238.wmf"/><Relationship Id="rId31" Type="http://schemas.openxmlformats.org/officeDocument/2006/relationships/oleObject" Target="../embeddings/oleObject258.bin"/><Relationship Id="rId30" Type="http://schemas.openxmlformats.org/officeDocument/2006/relationships/image" Target="../media/image237.wmf"/><Relationship Id="rId3" Type="http://schemas.openxmlformats.org/officeDocument/2006/relationships/oleObject" Target="../embeddings/oleObject244.bin"/><Relationship Id="rId29" Type="http://schemas.openxmlformats.org/officeDocument/2006/relationships/oleObject" Target="../embeddings/oleObject257.bin"/><Relationship Id="rId28" Type="http://schemas.openxmlformats.org/officeDocument/2006/relationships/image" Target="../media/image236.wmf"/><Relationship Id="rId27" Type="http://schemas.openxmlformats.org/officeDocument/2006/relationships/oleObject" Target="../embeddings/oleObject256.bin"/><Relationship Id="rId26" Type="http://schemas.openxmlformats.org/officeDocument/2006/relationships/image" Target="../media/image235.wmf"/><Relationship Id="rId25" Type="http://schemas.openxmlformats.org/officeDocument/2006/relationships/oleObject" Target="../embeddings/oleObject255.bin"/><Relationship Id="rId24" Type="http://schemas.openxmlformats.org/officeDocument/2006/relationships/image" Target="../media/image234.wmf"/><Relationship Id="rId23" Type="http://schemas.openxmlformats.org/officeDocument/2006/relationships/oleObject" Target="../embeddings/oleObject254.bin"/><Relationship Id="rId22" Type="http://schemas.openxmlformats.org/officeDocument/2006/relationships/image" Target="../media/image233.wmf"/><Relationship Id="rId21" Type="http://schemas.openxmlformats.org/officeDocument/2006/relationships/oleObject" Target="../embeddings/oleObject253.bin"/><Relationship Id="rId20" Type="http://schemas.openxmlformats.org/officeDocument/2006/relationships/image" Target="../media/image232.wmf"/><Relationship Id="rId2" Type="http://schemas.openxmlformats.org/officeDocument/2006/relationships/image" Target="../media/image223.wmf"/><Relationship Id="rId19" Type="http://schemas.openxmlformats.org/officeDocument/2006/relationships/oleObject" Target="../embeddings/oleObject252.bin"/><Relationship Id="rId18" Type="http://schemas.openxmlformats.org/officeDocument/2006/relationships/image" Target="../media/image231.wmf"/><Relationship Id="rId17" Type="http://schemas.openxmlformats.org/officeDocument/2006/relationships/oleObject" Target="../embeddings/oleObject251.bin"/><Relationship Id="rId16" Type="http://schemas.openxmlformats.org/officeDocument/2006/relationships/image" Target="../media/image230.wmf"/><Relationship Id="rId15" Type="http://schemas.openxmlformats.org/officeDocument/2006/relationships/oleObject" Target="../embeddings/oleObject250.bin"/><Relationship Id="rId14" Type="http://schemas.openxmlformats.org/officeDocument/2006/relationships/image" Target="../media/image229.wmf"/><Relationship Id="rId13" Type="http://schemas.openxmlformats.org/officeDocument/2006/relationships/oleObject" Target="../embeddings/oleObject249.bin"/><Relationship Id="rId12" Type="http://schemas.openxmlformats.org/officeDocument/2006/relationships/image" Target="../media/image228.wmf"/><Relationship Id="rId11" Type="http://schemas.openxmlformats.org/officeDocument/2006/relationships/oleObject" Target="../embeddings/oleObject248.bin"/><Relationship Id="rId10" Type="http://schemas.openxmlformats.org/officeDocument/2006/relationships/image" Target="../media/image227.wmf"/><Relationship Id="rId1" Type="http://schemas.openxmlformats.org/officeDocument/2006/relationships/oleObject" Target="../embeddings/oleObject243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3.bin"/><Relationship Id="rId8" Type="http://schemas.openxmlformats.org/officeDocument/2006/relationships/image" Target="../media/image252.emf"/><Relationship Id="rId7" Type="http://schemas.openxmlformats.org/officeDocument/2006/relationships/oleObject" Target="../embeddings/oleObject272.bin"/><Relationship Id="rId6" Type="http://schemas.openxmlformats.org/officeDocument/2006/relationships/image" Target="../media/image251.emf"/><Relationship Id="rId5" Type="http://schemas.openxmlformats.org/officeDocument/2006/relationships/oleObject" Target="../embeddings/oleObject271.bin"/><Relationship Id="rId4" Type="http://schemas.openxmlformats.org/officeDocument/2006/relationships/image" Target="../media/image250.emf"/><Relationship Id="rId30" Type="http://schemas.openxmlformats.org/officeDocument/2006/relationships/vmlDrawing" Target="../drawings/vmlDrawing20.vml"/><Relationship Id="rId3" Type="http://schemas.openxmlformats.org/officeDocument/2006/relationships/oleObject" Target="../embeddings/oleObject270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262.emf"/><Relationship Id="rId27" Type="http://schemas.openxmlformats.org/officeDocument/2006/relationships/oleObject" Target="../embeddings/oleObject282.bin"/><Relationship Id="rId26" Type="http://schemas.openxmlformats.org/officeDocument/2006/relationships/image" Target="../media/image261.wmf"/><Relationship Id="rId25" Type="http://schemas.openxmlformats.org/officeDocument/2006/relationships/oleObject" Target="../embeddings/oleObject281.bin"/><Relationship Id="rId24" Type="http://schemas.openxmlformats.org/officeDocument/2006/relationships/image" Target="../media/image260.wmf"/><Relationship Id="rId23" Type="http://schemas.openxmlformats.org/officeDocument/2006/relationships/oleObject" Target="../embeddings/oleObject280.bin"/><Relationship Id="rId22" Type="http://schemas.openxmlformats.org/officeDocument/2006/relationships/image" Target="../media/image259.wmf"/><Relationship Id="rId21" Type="http://schemas.openxmlformats.org/officeDocument/2006/relationships/oleObject" Target="../embeddings/oleObject279.bin"/><Relationship Id="rId20" Type="http://schemas.openxmlformats.org/officeDocument/2006/relationships/image" Target="../media/image258.wmf"/><Relationship Id="rId2" Type="http://schemas.openxmlformats.org/officeDocument/2006/relationships/image" Target="../media/image249.emf"/><Relationship Id="rId19" Type="http://schemas.openxmlformats.org/officeDocument/2006/relationships/oleObject" Target="../embeddings/oleObject278.bin"/><Relationship Id="rId18" Type="http://schemas.openxmlformats.org/officeDocument/2006/relationships/image" Target="../media/image257.wmf"/><Relationship Id="rId17" Type="http://schemas.openxmlformats.org/officeDocument/2006/relationships/oleObject" Target="../embeddings/oleObject277.bin"/><Relationship Id="rId16" Type="http://schemas.openxmlformats.org/officeDocument/2006/relationships/image" Target="../media/image256.wmf"/><Relationship Id="rId15" Type="http://schemas.openxmlformats.org/officeDocument/2006/relationships/oleObject" Target="../embeddings/oleObject276.bin"/><Relationship Id="rId14" Type="http://schemas.openxmlformats.org/officeDocument/2006/relationships/image" Target="../media/image255.wmf"/><Relationship Id="rId13" Type="http://schemas.openxmlformats.org/officeDocument/2006/relationships/oleObject" Target="../embeddings/oleObject275.bin"/><Relationship Id="rId12" Type="http://schemas.openxmlformats.org/officeDocument/2006/relationships/image" Target="../media/image254.emf"/><Relationship Id="rId11" Type="http://schemas.openxmlformats.org/officeDocument/2006/relationships/oleObject" Target="../embeddings/oleObject274.bin"/><Relationship Id="rId10" Type="http://schemas.openxmlformats.org/officeDocument/2006/relationships/image" Target="../media/image253.wmf"/><Relationship Id="rId1" Type="http://schemas.openxmlformats.org/officeDocument/2006/relationships/oleObject" Target="../embeddings/oleObject269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7.bin"/><Relationship Id="rId8" Type="http://schemas.openxmlformats.org/officeDocument/2006/relationships/image" Target="../media/image266.wmf"/><Relationship Id="rId7" Type="http://schemas.openxmlformats.org/officeDocument/2006/relationships/oleObject" Target="../embeddings/oleObject286.bin"/><Relationship Id="rId6" Type="http://schemas.openxmlformats.org/officeDocument/2006/relationships/image" Target="../media/image265.wmf"/><Relationship Id="rId5" Type="http://schemas.openxmlformats.org/officeDocument/2006/relationships/oleObject" Target="../embeddings/oleObject285.bin"/><Relationship Id="rId4" Type="http://schemas.openxmlformats.org/officeDocument/2006/relationships/image" Target="../media/image264.wmf"/><Relationship Id="rId3" Type="http://schemas.openxmlformats.org/officeDocument/2006/relationships/oleObject" Target="../embeddings/oleObject284.bin"/><Relationship Id="rId28" Type="http://schemas.openxmlformats.org/officeDocument/2006/relationships/vmlDrawing" Target="../drawings/vmlDrawing21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275.wmf"/><Relationship Id="rId25" Type="http://schemas.openxmlformats.org/officeDocument/2006/relationships/oleObject" Target="../embeddings/oleObject295.bin"/><Relationship Id="rId24" Type="http://schemas.openxmlformats.org/officeDocument/2006/relationships/image" Target="../media/image274.wmf"/><Relationship Id="rId23" Type="http://schemas.openxmlformats.org/officeDocument/2006/relationships/oleObject" Target="../embeddings/oleObject294.bin"/><Relationship Id="rId22" Type="http://schemas.openxmlformats.org/officeDocument/2006/relationships/image" Target="../media/image273.wmf"/><Relationship Id="rId21" Type="http://schemas.openxmlformats.org/officeDocument/2006/relationships/oleObject" Target="../embeddings/oleObject293.bin"/><Relationship Id="rId20" Type="http://schemas.openxmlformats.org/officeDocument/2006/relationships/image" Target="../media/image272.wmf"/><Relationship Id="rId2" Type="http://schemas.openxmlformats.org/officeDocument/2006/relationships/image" Target="../media/image263.wmf"/><Relationship Id="rId19" Type="http://schemas.openxmlformats.org/officeDocument/2006/relationships/oleObject" Target="../embeddings/oleObject292.bin"/><Relationship Id="rId18" Type="http://schemas.openxmlformats.org/officeDocument/2006/relationships/image" Target="../media/image271.wmf"/><Relationship Id="rId17" Type="http://schemas.openxmlformats.org/officeDocument/2006/relationships/oleObject" Target="../embeddings/oleObject291.bin"/><Relationship Id="rId16" Type="http://schemas.openxmlformats.org/officeDocument/2006/relationships/image" Target="../media/image270.wmf"/><Relationship Id="rId15" Type="http://schemas.openxmlformats.org/officeDocument/2006/relationships/oleObject" Target="../embeddings/oleObject290.bin"/><Relationship Id="rId14" Type="http://schemas.openxmlformats.org/officeDocument/2006/relationships/image" Target="../media/image269.wmf"/><Relationship Id="rId13" Type="http://schemas.openxmlformats.org/officeDocument/2006/relationships/oleObject" Target="../embeddings/oleObject289.bin"/><Relationship Id="rId12" Type="http://schemas.openxmlformats.org/officeDocument/2006/relationships/image" Target="../media/image268.wmf"/><Relationship Id="rId11" Type="http://schemas.openxmlformats.org/officeDocument/2006/relationships/oleObject" Target="../embeddings/oleObject288.bin"/><Relationship Id="rId10" Type="http://schemas.openxmlformats.org/officeDocument/2006/relationships/image" Target="../media/image267.wmf"/><Relationship Id="rId1" Type="http://schemas.openxmlformats.org/officeDocument/2006/relationships/oleObject" Target="../embeddings/oleObject283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0.bin"/><Relationship Id="rId8" Type="http://schemas.openxmlformats.org/officeDocument/2006/relationships/image" Target="../media/image279.wmf"/><Relationship Id="rId7" Type="http://schemas.openxmlformats.org/officeDocument/2006/relationships/oleObject" Target="../embeddings/oleObject299.bin"/><Relationship Id="rId6" Type="http://schemas.openxmlformats.org/officeDocument/2006/relationships/image" Target="../media/image278.wmf"/><Relationship Id="rId5" Type="http://schemas.openxmlformats.org/officeDocument/2006/relationships/oleObject" Target="../embeddings/oleObject298.bin"/><Relationship Id="rId4" Type="http://schemas.openxmlformats.org/officeDocument/2006/relationships/image" Target="../media/image277.wmf"/><Relationship Id="rId3" Type="http://schemas.openxmlformats.org/officeDocument/2006/relationships/oleObject" Target="../embeddings/oleObject297.bin"/><Relationship Id="rId22" Type="http://schemas.openxmlformats.org/officeDocument/2006/relationships/vmlDrawing" Target="../drawings/vmlDrawing22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285.wmf"/><Relationship Id="rId2" Type="http://schemas.openxmlformats.org/officeDocument/2006/relationships/image" Target="../media/image276.wmf"/><Relationship Id="rId19" Type="http://schemas.openxmlformats.org/officeDocument/2006/relationships/oleObject" Target="../embeddings/oleObject305.bin"/><Relationship Id="rId18" Type="http://schemas.openxmlformats.org/officeDocument/2006/relationships/image" Target="../media/image284.wmf"/><Relationship Id="rId17" Type="http://schemas.openxmlformats.org/officeDocument/2006/relationships/oleObject" Target="../embeddings/oleObject304.bin"/><Relationship Id="rId16" Type="http://schemas.openxmlformats.org/officeDocument/2006/relationships/image" Target="../media/image283.wmf"/><Relationship Id="rId15" Type="http://schemas.openxmlformats.org/officeDocument/2006/relationships/oleObject" Target="../embeddings/oleObject303.bin"/><Relationship Id="rId14" Type="http://schemas.openxmlformats.org/officeDocument/2006/relationships/image" Target="../media/image282.wmf"/><Relationship Id="rId13" Type="http://schemas.openxmlformats.org/officeDocument/2006/relationships/oleObject" Target="../embeddings/oleObject302.bin"/><Relationship Id="rId12" Type="http://schemas.openxmlformats.org/officeDocument/2006/relationships/image" Target="../media/image281.wmf"/><Relationship Id="rId11" Type="http://schemas.openxmlformats.org/officeDocument/2006/relationships/oleObject" Target="../embeddings/oleObject301.bin"/><Relationship Id="rId10" Type="http://schemas.openxmlformats.org/officeDocument/2006/relationships/image" Target="../media/image280.wmf"/><Relationship Id="rId1" Type="http://schemas.openxmlformats.org/officeDocument/2006/relationships/oleObject" Target="../embeddings/oleObject296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0.wmf"/><Relationship Id="rId8" Type="http://schemas.openxmlformats.org/officeDocument/2006/relationships/oleObject" Target="../embeddings/oleObject309.bin"/><Relationship Id="rId7" Type="http://schemas.openxmlformats.org/officeDocument/2006/relationships/image" Target="../media/image289.wmf"/><Relationship Id="rId6" Type="http://schemas.openxmlformats.org/officeDocument/2006/relationships/oleObject" Target="../embeddings/oleObject308.bin"/><Relationship Id="rId5" Type="http://schemas.openxmlformats.org/officeDocument/2006/relationships/image" Target="../media/image288.wmf"/><Relationship Id="rId4" Type="http://schemas.openxmlformats.org/officeDocument/2006/relationships/oleObject" Target="../embeddings/oleObject307.bin"/><Relationship Id="rId3" Type="http://schemas.openxmlformats.org/officeDocument/2006/relationships/image" Target="../media/image287.wmf"/><Relationship Id="rId23" Type="http://schemas.openxmlformats.org/officeDocument/2006/relationships/vmlDrawing" Target="../drawings/vmlDrawing23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296.wmf"/><Relationship Id="rId20" Type="http://schemas.openxmlformats.org/officeDocument/2006/relationships/oleObject" Target="../embeddings/oleObject315.bin"/><Relationship Id="rId2" Type="http://schemas.openxmlformats.org/officeDocument/2006/relationships/oleObject" Target="../embeddings/oleObject306.bin"/><Relationship Id="rId19" Type="http://schemas.openxmlformats.org/officeDocument/2006/relationships/image" Target="../media/image295.wmf"/><Relationship Id="rId18" Type="http://schemas.openxmlformats.org/officeDocument/2006/relationships/oleObject" Target="../embeddings/oleObject314.bin"/><Relationship Id="rId17" Type="http://schemas.openxmlformats.org/officeDocument/2006/relationships/image" Target="../media/image294.wmf"/><Relationship Id="rId16" Type="http://schemas.openxmlformats.org/officeDocument/2006/relationships/oleObject" Target="../embeddings/oleObject313.bin"/><Relationship Id="rId15" Type="http://schemas.openxmlformats.org/officeDocument/2006/relationships/image" Target="../media/image293.wmf"/><Relationship Id="rId14" Type="http://schemas.openxmlformats.org/officeDocument/2006/relationships/oleObject" Target="../embeddings/oleObject312.bin"/><Relationship Id="rId13" Type="http://schemas.openxmlformats.org/officeDocument/2006/relationships/image" Target="../media/image292.wmf"/><Relationship Id="rId12" Type="http://schemas.openxmlformats.org/officeDocument/2006/relationships/oleObject" Target="../embeddings/oleObject311.bin"/><Relationship Id="rId11" Type="http://schemas.openxmlformats.org/officeDocument/2006/relationships/image" Target="../media/image291.wmf"/><Relationship Id="rId10" Type="http://schemas.openxmlformats.org/officeDocument/2006/relationships/oleObject" Target="../embeddings/oleObject310.bin"/><Relationship Id="rId1" Type="http://schemas.openxmlformats.org/officeDocument/2006/relationships/image" Target="../media/image286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0.bin"/><Relationship Id="rId8" Type="http://schemas.openxmlformats.org/officeDocument/2006/relationships/image" Target="../media/image300.wmf"/><Relationship Id="rId7" Type="http://schemas.openxmlformats.org/officeDocument/2006/relationships/oleObject" Target="../embeddings/oleObject319.bin"/><Relationship Id="rId6" Type="http://schemas.openxmlformats.org/officeDocument/2006/relationships/image" Target="../media/image299.wmf"/><Relationship Id="rId5" Type="http://schemas.openxmlformats.org/officeDocument/2006/relationships/oleObject" Target="../embeddings/oleObject318.bin"/><Relationship Id="rId4" Type="http://schemas.openxmlformats.org/officeDocument/2006/relationships/image" Target="../media/image298.wmf"/><Relationship Id="rId3" Type="http://schemas.openxmlformats.org/officeDocument/2006/relationships/oleObject" Target="../embeddings/oleObject317.bin"/><Relationship Id="rId2" Type="http://schemas.openxmlformats.org/officeDocument/2006/relationships/image" Target="../media/image297.wmf"/><Relationship Id="rId13" Type="http://schemas.openxmlformats.org/officeDocument/2006/relationships/vmlDrawing" Target="../drawings/vmlDrawing24.vml"/><Relationship Id="rId12" Type="http://schemas.openxmlformats.org/officeDocument/2006/relationships/slideLayout" Target="../slideLayouts/slideLayout18.xml"/><Relationship Id="rId11" Type="http://schemas.openxmlformats.org/officeDocument/2006/relationships/oleObject" Target="../embeddings/oleObject321.bin"/><Relationship Id="rId10" Type="http://schemas.openxmlformats.org/officeDocument/2006/relationships/image" Target="../media/image301.wmf"/><Relationship Id="rId1" Type="http://schemas.openxmlformats.org/officeDocument/2006/relationships/oleObject" Target="../embeddings/oleObject316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6.bin"/><Relationship Id="rId8" Type="http://schemas.openxmlformats.org/officeDocument/2006/relationships/image" Target="../media/image305.wmf"/><Relationship Id="rId7" Type="http://schemas.openxmlformats.org/officeDocument/2006/relationships/oleObject" Target="../embeddings/oleObject325.bin"/><Relationship Id="rId6" Type="http://schemas.openxmlformats.org/officeDocument/2006/relationships/image" Target="../media/image304.wmf"/><Relationship Id="rId5" Type="http://schemas.openxmlformats.org/officeDocument/2006/relationships/oleObject" Target="../embeddings/oleObject324.bin"/><Relationship Id="rId4" Type="http://schemas.openxmlformats.org/officeDocument/2006/relationships/image" Target="../media/image303.wmf"/><Relationship Id="rId30" Type="http://schemas.openxmlformats.org/officeDocument/2006/relationships/vmlDrawing" Target="../drawings/vmlDrawing25.vml"/><Relationship Id="rId3" Type="http://schemas.openxmlformats.org/officeDocument/2006/relationships/oleObject" Target="../embeddings/oleObject323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315.wmf"/><Relationship Id="rId27" Type="http://schemas.openxmlformats.org/officeDocument/2006/relationships/oleObject" Target="../embeddings/oleObject335.bin"/><Relationship Id="rId26" Type="http://schemas.openxmlformats.org/officeDocument/2006/relationships/image" Target="../media/image314.wmf"/><Relationship Id="rId25" Type="http://schemas.openxmlformats.org/officeDocument/2006/relationships/oleObject" Target="../embeddings/oleObject334.bin"/><Relationship Id="rId24" Type="http://schemas.openxmlformats.org/officeDocument/2006/relationships/image" Target="../media/image313.wmf"/><Relationship Id="rId23" Type="http://schemas.openxmlformats.org/officeDocument/2006/relationships/oleObject" Target="../embeddings/oleObject333.bin"/><Relationship Id="rId22" Type="http://schemas.openxmlformats.org/officeDocument/2006/relationships/image" Target="../media/image312.wmf"/><Relationship Id="rId21" Type="http://schemas.openxmlformats.org/officeDocument/2006/relationships/oleObject" Target="../embeddings/oleObject332.bin"/><Relationship Id="rId20" Type="http://schemas.openxmlformats.org/officeDocument/2006/relationships/image" Target="../media/image311.wmf"/><Relationship Id="rId2" Type="http://schemas.openxmlformats.org/officeDocument/2006/relationships/image" Target="../media/image302.wmf"/><Relationship Id="rId19" Type="http://schemas.openxmlformats.org/officeDocument/2006/relationships/oleObject" Target="../embeddings/oleObject331.bin"/><Relationship Id="rId18" Type="http://schemas.openxmlformats.org/officeDocument/2006/relationships/image" Target="../media/image310.wmf"/><Relationship Id="rId17" Type="http://schemas.openxmlformats.org/officeDocument/2006/relationships/oleObject" Target="../embeddings/oleObject330.bin"/><Relationship Id="rId16" Type="http://schemas.openxmlformats.org/officeDocument/2006/relationships/image" Target="../media/image309.wmf"/><Relationship Id="rId15" Type="http://schemas.openxmlformats.org/officeDocument/2006/relationships/oleObject" Target="../embeddings/oleObject329.bin"/><Relationship Id="rId14" Type="http://schemas.openxmlformats.org/officeDocument/2006/relationships/image" Target="../media/image308.wmf"/><Relationship Id="rId13" Type="http://schemas.openxmlformats.org/officeDocument/2006/relationships/oleObject" Target="../embeddings/oleObject328.bin"/><Relationship Id="rId12" Type="http://schemas.openxmlformats.org/officeDocument/2006/relationships/image" Target="../media/image307.wmf"/><Relationship Id="rId11" Type="http://schemas.openxmlformats.org/officeDocument/2006/relationships/oleObject" Target="../embeddings/oleObject327.bin"/><Relationship Id="rId10" Type="http://schemas.openxmlformats.org/officeDocument/2006/relationships/image" Target="../media/image306.wmf"/><Relationship Id="rId1" Type="http://schemas.openxmlformats.org/officeDocument/2006/relationships/oleObject" Target="../embeddings/oleObject32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" Target="slide30.xml"/><Relationship Id="rId1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0.bin"/><Relationship Id="rId8" Type="http://schemas.openxmlformats.org/officeDocument/2006/relationships/image" Target="../media/image319.wmf"/><Relationship Id="rId7" Type="http://schemas.openxmlformats.org/officeDocument/2006/relationships/oleObject" Target="../embeddings/oleObject339.bin"/><Relationship Id="rId6" Type="http://schemas.openxmlformats.org/officeDocument/2006/relationships/image" Target="../media/image318.wmf"/><Relationship Id="rId5" Type="http://schemas.openxmlformats.org/officeDocument/2006/relationships/oleObject" Target="../embeddings/oleObject338.bin"/><Relationship Id="rId44" Type="http://schemas.openxmlformats.org/officeDocument/2006/relationships/vmlDrawing" Target="../drawings/vmlDrawing26.vml"/><Relationship Id="rId43" Type="http://schemas.openxmlformats.org/officeDocument/2006/relationships/slideLayout" Target="../slideLayouts/slideLayout18.xml"/><Relationship Id="rId42" Type="http://schemas.openxmlformats.org/officeDocument/2006/relationships/image" Target="../media/image336.emf"/><Relationship Id="rId41" Type="http://schemas.openxmlformats.org/officeDocument/2006/relationships/oleObject" Target="../embeddings/oleObject356.bin"/><Relationship Id="rId40" Type="http://schemas.openxmlformats.org/officeDocument/2006/relationships/image" Target="../media/image335.emf"/><Relationship Id="rId4" Type="http://schemas.openxmlformats.org/officeDocument/2006/relationships/image" Target="../media/image317.wmf"/><Relationship Id="rId39" Type="http://schemas.openxmlformats.org/officeDocument/2006/relationships/oleObject" Target="../embeddings/oleObject355.bin"/><Relationship Id="rId38" Type="http://schemas.openxmlformats.org/officeDocument/2006/relationships/image" Target="../media/image334.emf"/><Relationship Id="rId37" Type="http://schemas.openxmlformats.org/officeDocument/2006/relationships/oleObject" Target="../embeddings/oleObject354.bin"/><Relationship Id="rId36" Type="http://schemas.openxmlformats.org/officeDocument/2006/relationships/image" Target="../media/image333.emf"/><Relationship Id="rId35" Type="http://schemas.openxmlformats.org/officeDocument/2006/relationships/oleObject" Target="../embeddings/oleObject353.bin"/><Relationship Id="rId34" Type="http://schemas.openxmlformats.org/officeDocument/2006/relationships/image" Target="../media/image332.emf"/><Relationship Id="rId33" Type="http://schemas.openxmlformats.org/officeDocument/2006/relationships/oleObject" Target="../embeddings/oleObject352.bin"/><Relationship Id="rId32" Type="http://schemas.openxmlformats.org/officeDocument/2006/relationships/image" Target="../media/image331.emf"/><Relationship Id="rId31" Type="http://schemas.openxmlformats.org/officeDocument/2006/relationships/oleObject" Target="../embeddings/oleObject351.bin"/><Relationship Id="rId30" Type="http://schemas.openxmlformats.org/officeDocument/2006/relationships/image" Target="../media/image330.emf"/><Relationship Id="rId3" Type="http://schemas.openxmlformats.org/officeDocument/2006/relationships/oleObject" Target="../embeddings/oleObject337.bin"/><Relationship Id="rId29" Type="http://schemas.openxmlformats.org/officeDocument/2006/relationships/oleObject" Target="../embeddings/oleObject350.bin"/><Relationship Id="rId28" Type="http://schemas.openxmlformats.org/officeDocument/2006/relationships/image" Target="../media/image329.emf"/><Relationship Id="rId27" Type="http://schemas.openxmlformats.org/officeDocument/2006/relationships/oleObject" Target="../embeddings/oleObject349.bin"/><Relationship Id="rId26" Type="http://schemas.openxmlformats.org/officeDocument/2006/relationships/image" Target="../media/image328.emf"/><Relationship Id="rId25" Type="http://schemas.openxmlformats.org/officeDocument/2006/relationships/oleObject" Target="../embeddings/oleObject348.bin"/><Relationship Id="rId24" Type="http://schemas.openxmlformats.org/officeDocument/2006/relationships/image" Target="../media/image327.emf"/><Relationship Id="rId23" Type="http://schemas.openxmlformats.org/officeDocument/2006/relationships/oleObject" Target="../embeddings/oleObject347.bin"/><Relationship Id="rId22" Type="http://schemas.openxmlformats.org/officeDocument/2006/relationships/image" Target="../media/image326.emf"/><Relationship Id="rId21" Type="http://schemas.openxmlformats.org/officeDocument/2006/relationships/oleObject" Target="../embeddings/oleObject346.bin"/><Relationship Id="rId20" Type="http://schemas.openxmlformats.org/officeDocument/2006/relationships/image" Target="../media/image325.emf"/><Relationship Id="rId2" Type="http://schemas.openxmlformats.org/officeDocument/2006/relationships/image" Target="../media/image316.wmf"/><Relationship Id="rId19" Type="http://schemas.openxmlformats.org/officeDocument/2006/relationships/oleObject" Target="../embeddings/oleObject345.bin"/><Relationship Id="rId18" Type="http://schemas.openxmlformats.org/officeDocument/2006/relationships/image" Target="../media/image324.emf"/><Relationship Id="rId17" Type="http://schemas.openxmlformats.org/officeDocument/2006/relationships/oleObject" Target="../embeddings/oleObject344.bin"/><Relationship Id="rId16" Type="http://schemas.openxmlformats.org/officeDocument/2006/relationships/image" Target="../media/image323.emf"/><Relationship Id="rId15" Type="http://schemas.openxmlformats.org/officeDocument/2006/relationships/oleObject" Target="../embeddings/oleObject343.bin"/><Relationship Id="rId14" Type="http://schemas.openxmlformats.org/officeDocument/2006/relationships/image" Target="../media/image322.emf"/><Relationship Id="rId13" Type="http://schemas.openxmlformats.org/officeDocument/2006/relationships/oleObject" Target="../embeddings/oleObject342.bin"/><Relationship Id="rId12" Type="http://schemas.openxmlformats.org/officeDocument/2006/relationships/image" Target="../media/image321.wmf"/><Relationship Id="rId11" Type="http://schemas.openxmlformats.org/officeDocument/2006/relationships/oleObject" Target="../embeddings/oleObject341.bin"/><Relationship Id="rId10" Type="http://schemas.openxmlformats.org/officeDocument/2006/relationships/image" Target="../media/image320.wmf"/><Relationship Id="rId1" Type="http://schemas.openxmlformats.org/officeDocument/2006/relationships/oleObject" Target="../embeddings/oleObject336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1.bin"/><Relationship Id="rId8" Type="http://schemas.openxmlformats.org/officeDocument/2006/relationships/image" Target="../media/image340.wmf"/><Relationship Id="rId7" Type="http://schemas.openxmlformats.org/officeDocument/2006/relationships/oleObject" Target="../embeddings/oleObject360.bin"/><Relationship Id="rId6" Type="http://schemas.openxmlformats.org/officeDocument/2006/relationships/image" Target="../media/image339.wmf"/><Relationship Id="rId5" Type="http://schemas.openxmlformats.org/officeDocument/2006/relationships/oleObject" Target="../embeddings/oleObject359.bin"/><Relationship Id="rId4" Type="http://schemas.openxmlformats.org/officeDocument/2006/relationships/image" Target="../media/image338.wmf"/><Relationship Id="rId3" Type="http://schemas.openxmlformats.org/officeDocument/2006/relationships/oleObject" Target="../embeddings/oleObject358.bin"/><Relationship Id="rId2" Type="http://schemas.openxmlformats.org/officeDocument/2006/relationships/image" Target="../media/image337.wmf"/><Relationship Id="rId16" Type="http://schemas.openxmlformats.org/officeDocument/2006/relationships/vmlDrawing" Target="../drawings/vmlDrawing27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343.wmf"/><Relationship Id="rId13" Type="http://schemas.openxmlformats.org/officeDocument/2006/relationships/oleObject" Target="../embeddings/oleObject363.bin"/><Relationship Id="rId12" Type="http://schemas.openxmlformats.org/officeDocument/2006/relationships/image" Target="../media/image342.wmf"/><Relationship Id="rId11" Type="http://schemas.openxmlformats.org/officeDocument/2006/relationships/oleObject" Target="../embeddings/oleObject362.bin"/><Relationship Id="rId10" Type="http://schemas.openxmlformats.org/officeDocument/2006/relationships/image" Target="../media/image341.wmf"/><Relationship Id="rId1" Type="http://schemas.openxmlformats.org/officeDocument/2006/relationships/oleObject" Target="../embeddings/oleObject357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8.bin"/><Relationship Id="rId8" Type="http://schemas.openxmlformats.org/officeDocument/2006/relationships/image" Target="../media/image347.wmf"/><Relationship Id="rId7" Type="http://schemas.openxmlformats.org/officeDocument/2006/relationships/oleObject" Target="../embeddings/oleObject367.bin"/><Relationship Id="rId6" Type="http://schemas.openxmlformats.org/officeDocument/2006/relationships/image" Target="../media/image346.wmf"/><Relationship Id="rId5" Type="http://schemas.openxmlformats.org/officeDocument/2006/relationships/oleObject" Target="../embeddings/oleObject366.bin"/><Relationship Id="rId4" Type="http://schemas.openxmlformats.org/officeDocument/2006/relationships/image" Target="../media/image345.wmf"/><Relationship Id="rId3" Type="http://schemas.openxmlformats.org/officeDocument/2006/relationships/oleObject" Target="../embeddings/oleObject365.bin"/><Relationship Id="rId2" Type="http://schemas.openxmlformats.org/officeDocument/2006/relationships/image" Target="../media/image344.wmf"/><Relationship Id="rId14" Type="http://schemas.openxmlformats.org/officeDocument/2006/relationships/vmlDrawing" Target="../drawings/vmlDrawing28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349.wmf"/><Relationship Id="rId11" Type="http://schemas.openxmlformats.org/officeDocument/2006/relationships/oleObject" Target="../embeddings/oleObject369.bin"/><Relationship Id="rId10" Type="http://schemas.openxmlformats.org/officeDocument/2006/relationships/image" Target="../media/image348.wmf"/><Relationship Id="rId1" Type="http://schemas.openxmlformats.org/officeDocument/2006/relationships/oleObject" Target="../embeddings/oleObject364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4.bin"/><Relationship Id="rId8" Type="http://schemas.openxmlformats.org/officeDocument/2006/relationships/image" Target="../media/image353.wmf"/><Relationship Id="rId7" Type="http://schemas.openxmlformats.org/officeDocument/2006/relationships/oleObject" Target="../embeddings/oleObject373.bin"/><Relationship Id="rId6" Type="http://schemas.openxmlformats.org/officeDocument/2006/relationships/image" Target="../media/image352.wmf"/><Relationship Id="rId5" Type="http://schemas.openxmlformats.org/officeDocument/2006/relationships/oleObject" Target="../embeddings/oleObject372.bin"/><Relationship Id="rId4" Type="http://schemas.openxmlformats.org/officeDocument/2006/relationships/image" Target="../media/image351.wmf"/><Relationship Id="rId3" Type="http://schemas.openxmlformats.org/officeDocument/2006/relationships/oleObject" Target="../embeddings/oleObject371.bin"/><Relationship Id="rId2" Type="http://schemas.openxmlformats.org/officeDocument/2006/relationships/image" Target="../media/image350.wmf"/><Relationship Id="rId16" Type="http://schemas.openxmlformats.org/officeDocument/2006/relationships/vmlDrawing" Target="../drawings/vmlDrawing29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356.wmf"/><Relationship Id="rId13" Type="http://schemas.openxmlformats.org/officeDocument/2006/relationships/oleObject" Target="../embeddings/oleObject376.bin"/><Relationship Id="rId12" Type="http://schemas.openxmlformats.org/officeDocument/2006/relationships/image" Target="../media/image355.wmf"/><Relationship Id="rId11" Type="http://schemas.openxmlformats.org/officeDocument/2006/relationships/oleObject" Target="../embeddings/oleObject375.bin"/><Relationship Id="rId10" Type="http://schemas.openxmlformats.org/officeDocument/2006/relationships/image" Target="../media/image354.wmf"/><Relationship Id="rId1" Type="http://schemas.openxmlformats.org/officeDocument/2006/relationships/oleObject" Target="../embeddings/oleObject370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1.bin"/><Relationship Id="rId8" Type="http://schemas.openxmlformats.org/officeDocument/2006/relationships/image" Target="../media/image360.wmf"/><Relationship Id="rId7" Type="http://schemas.openxmlformats.org/officeDocument/2006/relationships/oleObject" Target="../embeddings/oleObject380.bin"/><Relationship Id="rId6" Type="http://schemas.openxmlformats.org/officeDocument/2006/relationships/image" Target="../media/image359.wmf"/><Relationship Id="rId54" Type="http://schemas.openxmlformats.org/officeDocument/2006/relationships/vmlDrawing" Target="../drawings/vmlDrawing30.vml"/><Relationship Id="rId53" Type="http://schemas.openxmlformats.org/officeDocument/2006/relationships/slideLayout" Target="../slideLayouts/slideLayout18.xml"/><Relationship Id="rId52" Type="http://schemas.openxmlformats.org/officeDocument/2006/relationships/image" Target="../media/image382.wmf"/><Relationship Id="rId51" Type="http://schemas.openxmlformats.org/officeDocument/2006/relationships/oleObject" Target="../embeddings/oleObject402.bin"/><Relationship Id="rId50" Type="http://schemas.openxmlformats.org/officeDocument/2006/relationships/image" Target="../media/image381.wmf"/><Relationship Id="rId5" Type="http://schemas.openxmlformats.org/officeDocument/2006/relationships/oleObject" Target="../embeddings/oleObject379.bin"/><Relationship Id="rId49" Type="http://schemas.openxmlformats.org/officeDocument/2006/relationships/oleObject" Target="../embeddings/oleObject401.bin"/><Relationship Id="rId48" Type="http://schemas.openxmlformats.org/officeDocument/2006/relationships/image" Target="../media/image380.wmf"/><Relationship Id="rId47" Type="http://schemas.openxmlformats.org/officeDocument/2006/relationships/oleObject" Target="../embeddings/oleObject400.bin"/><Relationship Id="rId46" Type="http://schemas.openxmlformats.org/officeDocument/2006/relationships/image" Target="../media/image379.wmf"/><Relationship Id="rId45" Type="http://schemas.openxmlformats.org/officeDocument/2006/relationships/oleObject" Target="../embeddings/oleObject399.bin"/><Relationship Id="rId44" Type="http://schemas.openxmlformats.org/officeDocument/2006/relationships/image" Target="../media/image378.wmf"/><Relationship Id="rId43" Type="http://schemas.openxmlformats.org/officeDocument/2006/relationships/oleObject" Target="../embeddings/oleObject398.bin"/><Relationship Id="rId42" Type="http://schemas.openxmlformats.org/officeDocument/2006/relationships/image" Target="../media/image377.wmf"/><Relationship Id="rId41" Type="http://schemas.openxmlformats.org/officeDocument/2006/relationships/oleObject" Target="../embeddings/oleObject397.bin"/><Relationship Id="rId40" Type="http://schemas.openxmlformats.org/officeDocument/2006/relationships/image" Target="../media/image376.wmf"/><Relationship Id="rId4" Type="http://schemas.openxmlformats.org/officeDocument/2006/relationships/image" Target="../media/image358.wmf"/><Relationship Id="rId39" Type="http://schemas.openxmlformats.org/officeDocument/2006/relationships/oleObject" Target="../embeddings/oleObject396.bin"/><Relationship Id="rId38" Type="http://schemas.openxmlformats.org/officeDocument/2006/relationships/image" Target="../media/image375.wmf"/><Relationship Id="rId37" Type="http://schemas.openxmlformats.org/officeDocument/2006/relationships/oleObject" Target="../embeddings/oleObject395.bin"/><Relationship Id="rId36" Type="http://schemas.openxmlformats.org/officeDocument/2006/relationships/image" Target="../media/image374.wmf"/><Relationship Id="rId35" Type="http://schemas.openxmlformats.org/officeDocument/2006/relationships/oleObject" Target="../embeddings/oleObject394.bin"/><Relationship Id="rId34" Type="http://schemas.openxmlformats.org/officeDocument/2006/relationships/image" Target="../media/image373.wmf"/><Relationship Id="rId33" Type="http://schemas.openxmlformats.org/officeDocument/2006/relationships/oleObject" Target="../embeddings/oleObject393.bin"/><Relationship Id="rId32" Type="http://schemas.openxmlformats.org/officeDocument/2006/relationships/image" Target="../media/image372.wmf"/><Relationship Id="rId31" Type="http://schemas.openxmlformats.org/officeDocument/2006/relationships/oleObject" Target="../embeddings/oleObject392.bin"/><Relationship Id="rId30" Type="http://schemas.openxmlformats.org/officeDocument/2006/relationships/image" Target="../media/image371.wmf"/><Relationship Id="rId3" Type="http://schemas.openxmlformats.org/officeDocument/2006/relationships/oleObject" Target="../embeddings/oleObject378.bin"/><Relationship Id="rId29" Type="http://schemas.openxmlformats.org/officeDocument/2006/relationships/oleObject" Target="../embeddings/oleObject391.bin"/><Relationship Id="rId28" Type="http://schemas.openxmlformats.org/officeDocument/2006/relationships/image" Target="../media/image370.wmf"/><Relationship Id="rId27" Type="http://schemas.openxmlformats.org/officeDocument/2006/relationships/oleObject" Target="../embeddings/oleObject390.bin"/><Relationship Id="rId26" Type="http://schemas.openxmlformats.org/officeDocument/2006/relationships/image" Target="../media/image369.wmf"/><Relationship Id="rId25" Type="http://schemas.openxmlformats.org/officeDocument/2006/relationships/oleObject" Target="../embeddings/oleObject389.bin"/><Relationship Id="rId24" Type="http://schemas.openxmlformats.org/officeDocument/2006/relationships/image" Target="../media/image368.wmf"/><Relationship Id="rId23" Type="http://schemas.openxmlformats.org/officeDocument/2006/relationships/oleObject" Target="../embeddings/oleObject388.bin"/><Relationship Id="rId22" Type="http://schemas.openxmlformats.org/officeDocument/2006/relationships/image" Target="../media/image367.wmf"/><Relationship Id="rId21" Type="http://schemas.openxmlformats.org/officeDocument/2006/relationships/oleObject" Target="../embeddings/oleObject387.bin"/><Relationship Id="rId20" Type="http://schemas.openxmlformats.org/officeDocument/2006/relationships/image" Target="../media/image366.wmf"/><Relationship Id="rId2" Type="http://schemas.openxmlformats.org/officeDocument/2006/relationships/image" Target="../media/image357.wmf"/><Relationship Id="rId19" Type="http://schemas.openxmlformats.org/officeDocument/2006/relationships/oleObject" Target="../embeddings/oleObject386.bin"/><Relationship Id="rId18" Type="http://schemas.openxmlformats.org/officeDocument/2006/relationships/image" Target="../media/image365.wmf"/><Relationship Id="rId17" Type="http://schemas.openxmlformats.org/officeDocument/2006/relationships/oleObject" Target="../embeddings/oleObject385.bin"/><Relationship Id="rId16" Type="http://schemas.openxmlformats.org/officeDocument/2006/relationships/image" Target="../media/image364.wmf"/><Relationship Id="rId15" Type="http://schemas.openxmlformats.org/officeDocument/2006/relationships/oleObject" Target="../embeddings/oleObject384.bin"/><Relationship Id="rId14" Type="http://schemas.openxmlformats.org/officeDocument/2006/relationships/image" Target="../media/image363.wmf"/><Relationship Id="rId13" Type="http://schemas.openxmlformats.org/officeDocument/2006/relationships/oleObject" Target="../embeddings/oleObject383.bin"/><Relationship Id="rId12" Type="http://schemas.openxmlformats.org/officeDocument/2006/relationships/image" Target="../media/image362.wmf"/><Relationship Id="rId11" Type="http://schemas.openxmlformats.org/officeDocument/2006/relationships/oleObject" Target="../embeddings/oleObject382.bin"/><Relationship Id="rId10" Type="http://schemas.openxmlformats.org/officeDocument/2006/relationships/image" Target="../media/image361.wmf"/><Relationship Id="rId1" Type="http://schemas.openxmlformats.org/officeDocument/2006/relationships/oleObject" Target="../embeddings/oleObject377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386.wmf"/><Relationship Id="rId7" Type="http://schemas.openxmlformats.org/officeDocument/2006/relationships/oleObject" Target="../embeddings/oleObject406.bin"/><Relationship Id="rId6" Type="http://schemas.openxmlformats.org/officeDocument/2006/relationships/image" Target="../media/image385.wmf"/><Relationship Id="rId5" Type="http://schemas.openxmlformats.org/officeDocument/2006/relationships/oleObject" Target="../embeddings/oleObject405.bin"/><Relationship Id="rId4" Type="http://schemas.openxmlformats.org/officeDocument/2006/relationships/image" Target="../media/image384.wmf"/><Relationship Id="rId3" Type="http://schemas.openxmlformats.org/officeDocument/2006/relationships/oleObject" Target="../embeddings/oleObject404.bin"/><Relationship Id="rId2" Type="http://schemas.openxmlformats.org/officeDocument/2006/relationships/image" Target="../media/image383.wmf"/><Relationship Id="rId10" Type="http://schemas.openxmlformats.org/officeDocument/2006/relationships/vmlDrawing" Target="../drawings/vmlDrawing31.vml"/><Relationship Id="rId1" Type="http://schemas.openxmlformats.org/officeDocument/2006/relationships/oleObject" Target="../embeddings/oleObject403.bin"/></Relationships>
</file>

<file path=ppt/slides/_rels/slide37.xml.rels><?xml version="1.0" encoding="UTF-8" standalone="yes"?>
<Relationships xmlns="http://schemas.openxmlformats.org/package/2006/relationships"><Relationship Id="rId90" Type="http://schemas.openxmlformats.org/officeDocument/2006/relationships/vmlDrawing" Target="../drawings/vmlDrawing32.vml"/><Relationship Id="rId9" Type="http://schemas.openxmlformats.org/officeDocument/2006/relationships/oleObject" Target="../embeddings/oleObject411.bin"/><Relationship Id="rId89" Type="http://schemas.openxmlformats.org/officeDocument/2006/relationships/slideLayout" Target="../slideLayouts/slideLayout18.xml"/><Relationship Id="rId88" Type="http://schemas.openxmlformats.org/officeDocument/2006/relationships/image" Target="../media/image430.emf"/><Relationship Id="rId87" Type="http://schemas.openxmlformats.org/officeDocument/2006/relationships/oleObject" Target="../embeddings/oleObject450.bin"/><Relationship Id="rId86" Type="http://schemas.openxmlformats.org/officeDocument/2006/relationships/image" Target="../media/image429.emf"/><Relationship Id="rId85" Type="http://schemas.openxmlformats.org/officeDocument/2006/relationships/oleObject" Target="../embeddings/oleObject449.bin"/><Relationship Id="rId84" Type="http://schemas.openxmlformats.org/officeDocument/2006/relationships/image" Target="../media/image428.emf"/><Relationship Id="rId83" Type="http://schemas.openxmlformats.org/officeDocument/2006/relationships/oleObject" Target="../embeddings/oleObject448.bin"/><Relationship Id="rId82" Type="http://schemas.openxmlformats.org/officeDocument/2006/relationships/image" Target="../media/image427.emf"/><Relationship Id="rId81" Type="http://schemas.openxmlformats.org/officeDocument/2006/relationships/oleObject" Target="../embeddings/oleObject447.bin"/><Relationship Id="rId80" Type="http://schemas.openxmlformats.org/officeDocument/2006/relationships/image" Target="../media/image426.png"/><Relationship Id="rId8" Type="http://schemas.openxmlformats.org/officeDocument/2006/relationships/image" Target="../media/image390.wmf"/><Relationship Id="rId79" Type="http://schemas.openxmlformats.org/officeDocument/2006/relationships/oleObject" Target="../embeddings/oleObject446.bin"/><Relationship Id="rId78" Type="http://schemas.openxmlformats.org/officeDocument/2006/relationships/image" Target="../media/image425.wmf"/><Relationship Id="rId77" Type="http://schemas.openxmlformats.org/officeDocument/2006/relationships/oleObject" Target="../embeddings/oleObject445.bin"/><Relationship Id="rId76" Type="http://schemas.openxmlformats.org/officeDocument/2006/relationships/image" Target="../media/image424.wmf"/><Relationship Id="rId75" Type="http://schemas.openxmlformats.org/officeDocument/2006/relationships/oleObject" Target="../embeddings/oleObject444.bin"/><Relationship Id="rId74" Type="http://schemas.openxmlformats.org/officeDocument/2006/relationships/image" Target="../media/image423.wmf"/><Relationship Id="rId73" Type="http://schemas.openxmlformats.org/officeDocument/2006/relationships/oleObject" Target="../embeddings/oleObject443.bin"/><Relationship Id="rId72" Type="http://schemas.openxmlformats.org/officeDocument/2006/relationships/image" Target="../media/image422.wmf"/><Relationship Id="rId71" Type="http://schemas.openxmlformats.org/officeDocument/2006/relationships/oleObject" Target="../embeddings/oleObject442.bin"/><Relationship Id="rId70" Type="http://schemas.openxmlformats.org/officeDocument/2006/relationships/image" Target="../media/image421.wmf"/><Relationship Id="rId7" Type="http://schemas.openxmlformats.org/officeDocument/2006/relationships/oleObject" Target="../embeddings/oleObject410.bin"/><Relationship Id="rId69" Type="http://schemas.openxmlformats.org/officeDocument/2006/relationships/oleObject" Target="../embeddings/oleObject441.bin"/><Relationship Id="rId68" Type="http://schemas.openxmlformats.org/officeDocument/2006/relationships/image" Target="../media/image420.wmf"/><Relationship Id="rId67" Type="http://schemas.openxmlformats.org/officeDocument/2006/relationships/oleObject" Target="../embeddings/oleObject440.bin"/><Relationship Id="rId66" Type="http://schemas.openxmlformats.org/officeDocument/2006/relationships/image" Target="../media/image419.wmf"/><Relationship Id="rId65" Type="http://schemas.openxmlformats.org/officeDocument/2006/relationships/oleObject" Target="../embeddings/oleObject439.bin"/><Relationship Id="rId64" Type="http://schemas.openxmlformats.org/officeDocument/2006/relationships/image" Target="../media/image418.wmf"/><Relationship Id="rId63" Type="http://schemas.openxmlformats.org/officeDocument/2006/relationships/oleObject" Target="../embeddings/oleObject438.bin"/><Relationship Id="rId62" Type="http://schemas.openxmlformats.org/officeDocument/2006/relationships/image" Target="../media/image417.wmf"/><Relationship Id="rId61" Type="http://schemas.openxmlformats.org/officeDocument/2006/relationships/oleObject" Target="../embeddings/oleObject437.bin"/><Relationship Id="rId60" Type="http://schemas.openxmlformats.org/officeDocument/2006/relationships/image" Target="../media/image416.wmf"/><Relationship Id="rId6" Type="http://schemas.openxmlformats.org/officeDocument/2006/relationships/image" Target="../media/image389.wmf"/><Relationship Id="rId59" Type="http://schemas.openxmlformats.org/officeDocument/2006/relationships/oleObject" Target="../embeddings/oleObject436.bin"/><Relationship Id="rId58" Type="http://schemas.openxmlformats.org/officeDocument/2006/relationships/image" Target="../media/image415.wmf"/><Relationship Id="rId57" Type="http://schemas.openxmlformats.org/officeDocument/2006/relationships/oleObject" Target="../embeddings/oleObject435.bin"/><Relationship Id="rId56" Type="http://schemas.openxmlformats.org/officeDocument/2006/relationships/image" Target="../media/image414.wmf"/><Relationship Id="rId55" Type="http://schemas.openxmlformats.org/officeDocument/2006/relationships/oleObject" Target="../embeddings/oleObject434.bin"/><Relationship Id="rId54" Type="http://schemas.openxmlformats.org/officeDocument/2006/relationships/image" Target="../media/image413.wmf"/><Relationship Id="rId53" Type="http://schemas.openxmlformats.org/officeDocument/2006/relationships/oleObject" Target="../embeddings/oleObject433.bin"/><Relationship Id="rId52" Type="http://schemas.openxmlformats.org/officeDocument/2006/relationships/image" Target="../media/image412.wmf"/><Relationship Id="rId51" Type="http://schemas.openxmlformats.org/officeDocument/2006/relationships/oleObject" Target="../embeddings/oleObject432.bin"/><Relationship Id="rId50" Type="http://schemas.openxmlformats.org/officeDocument/2006/relationships/image" Target="../media/image411.wmf"/><Relationship Id="rId5" Type="http://schemas.openxmlformats.org/officeDocument/2006/relationships/oleObject" Target="../embeddings/oleObject409.bin"/><Relationship Id="rId49" Type="http://schemas.openxmlformats.org/officeDocument/2006/relationships/oleObject" Target="../embeddings/oleObject431.bin"/><Relationship Id="rId48" Type="http://schemas.openxmlformats.org/officeDocument/2006/relationships/image" Target="../media/image410.wmf"/><Relationship Id="rId47" Type="http://schemas.openxmlformats.org/officeDocument/2006/relationships/oleObject" Target="../embeddings/oleObject430.bin"/><Relationship Id="rId46" Type="http://schemas.openxmlformats.org/officeDocument/2006/relationships/image" Target="../media/image409.wmf"/><Relationship Id="rId45" Type="http://schemas.openxmlformats.org/officeDocument/2006/relationships/oleObject" Target="../embeddings/oleObject429.bin"/><Relationship Id="rId44" Type="http://schemas.openxmlformats.org/officeDocument/2006/relationships/image" Target="../media/image408.wmf"/><Relationship Id="rId43" Type="http://schemas.openxmlformats.org/officeDocument/2006/relationships/oleObject" Target="../embeddings/oleObject428.bin"/><Relationship Id="rId42" Type="http://schemas.openxmlformats.org/officeDocument/2006/relationships/image" Target="../media/image407.wmf"/><Relationship Id="rId41" Type="http://schemas.openxmlformats.org/officeDocument/2006/relationships/oleObject" Target="../embeddings/oleObject427.bin"/><Relationship Id="rId40" Type="http://schemas.openxmlformats.org/officeDocument/2006/relationships/image" Target="../media/image406.wmf"/><Relationship Id="rId4" Type="http://schemas.openxmlformats.org/officeDocument/2006/relationships/image" Target="../media/image388.wmf"/><Relationship Id="rId39" Type="http://schemas.openxmlformats.org/officeDocument/2006/relationships/oleObject" Target="../embeddings/oleObject426.bin"/><Relationship Id="rId38" Type="http://schemas.openxmlformats.org/officeDocument/2006/relationships/image" Target="../media/image405.wmf"/><Relationship Id="rId37" Type="http://schemas.openxmlformats.org/officeDocument/2006/relationships/oleObject" Target="../embeddings/oleObject425.bin"/><Relationship Id="rId36" Type="http://schemas.openxmlformats.org/officeDocument/2006/relationships/image" Target="../media/image404.wmf"/><Relationship Id="rId35" Type="http://schemas.openxmlformats.org/officeDocument/2006/relationships/oleObject" Target="../embeddings/oleObject424.bin"/><Relationship Id="rId34" Type="http://schemas.openxmlformats.org/officeDocument/2006/relationships/image" Target="../media/image403.wmf"/><Relationship Id="rId33" Type="http://schemas.openxmlformats.org/officeDocument/2006/relationships/oleObject" Target="../embeddings/oleObject423.bin"/><Relationship Id="rId32" Type="http://schemas.openxmlformats.org/officeDocument/2006/relationships/image" Target="../media/image402.wmf"/><Relationship Id="rId31" Type="http://schemas.openxmlformats.org/officeDocument/2006/relationships/oleObject" Target="../embeddings/oleObject422.bin"/><Relationship Id="rId30" Type="http://schemas.openxmlformats.org/officeDocument/2006/relationships/image" Target="../media/image401.wmf"/><Relationship Id="rId3" Type="http://schemas.openxmlformats.org/officeDocument/2006/relationships/oleObject" Target="../embeddings/oleObject408.bin"/><Relationship Id="rId29" Type="http://schemas.openxmlformats.org/officeDocument/2006/relationships/oleObject" Target="../embeddings/oleObject421.bin"/><Relationship Id="rId28" Type="http://schemas.openxmlformats.org/officeDocument/2006/relationships/image" Target="../media/image400.wmf"/><Relationship Id="rId27" Type="http://schemas.openxmlformats.org/officeDocument/2006/relationships/oleObject" Target="../embeddings/oleObject420.bin"/><Relationship Id="rId26" Type="http://schemas.openxmlformats.org/officeDocument/2006/relationships/image" Target="../media/image399.wmf"/><Relationship Id="rId25" Type="http://schemas.openxmlformats.org/officeDocument/2006/relationships/oleObject" Target="../embeddings/oleObject419.bin"/><Relationship Id="rId24" Type="http://schemas.openxmlformats.org/officeDocument/2006/relationships/image" Target="../media/image398.wmf"/><Relationship Id="rId23" Type="http://schemas.openxmlformats.org/officeDocument/2006/relationships/oleObject" Target="../embeddings/oleObject418.bin"/><Relationship Id="rId22" Type="http://schemas.openxmlformats.org/officeDocument/2006/relationships/image" Target="../media/image397.wmf"/><Relationship Id="rId21" Type="http://schemas.openxmlformats.org/officeDocument/2006/relationships/oleObject" Target="../embeddings/oleObject417.bin"/><Relationship Id="rId20" Type="http://schemas.openxmlformats.org/officeDocument/2006/relationships/image" Target="../media/image396.wmf"/><Relationship Id="rId2" Type="http://schemas.openxmlformats.org/officeDocument/2006/relationships/image" Target="../media/image387.wmf"/><Relationship Id="rId19" Type="http://schemas.openxmlformats.org/officeDocument/2006/relationships/oleObject" Target="../embeddings/oleObject416.bin"/><Relationship Id="rId18" Type="http://schemas.openxmlformats.org/officeDocument/2006/relationships/image" Target="../media/image395.wmf"/><Relationship Id="rId17" Type="http://schemas.openxmlformats.org/officeDocument/2006/relationships/oleObject" Target="../embeddings/oleObject415.bin"/><Relationship Id="rId16" Type="http://schemas.openxmlformats.org/officeDocument/2006/relationships/image" Target="../media/image394.wmf"/><Relationship Id="rId15" Type="http://schemas.openxmlformats.org/officeDocument/2006/relationships/oleObject" Target="../embeddings/oleObject414.bin"/><Relationship Id="rId14" Type="http://schemas.openxmlformats.org/officeDocument/2006/relationships/image" Target="../media/image393.wmf"/><Relationship Id="rId13" Type="http://schemas.openxmlformats.org/officeDocument/2006/relationships/oleObject" Target="../embeddings/oleObject413.bin"/><Relationship Id="rId12" Type="http://schemas.openxmlformats.org/officeDocument/2006/relationships/image" Target="../media/image392.wmf"/><Relationship Id="rId11" Type="http://schemas.openxmlformats.org/officeDocument/2006/relationships/oleObject" Target="../embeddings/oleObject412.bin"/><Relationship Id="rId10" Type="http://schemas.openxmlformats.org/officeDocument/2006/relationships/image" Target="../media/image391.wmf"/><Relationship Id="rId1" Type="http://schemas.openxmlformats.org/officeDocument/2006/relationships/oleObject" Target="../embeddings/oleObject407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5.bin"/><Relationship Id="rId8" Type="http://schemas.openxmlformats.org/officeDocument/2006/relationships/image" Target="../media/image434.wmf"/><Relationship Id="rId7" Type="http://schemas.openxmlformats.org/officeDocument/2006/relationships/oleObject" Target="../embeddings/oleObject454.bin"/><Relationship Id="rId64" Type="http://schemas.openxmlformats.org/officeDocument/2006/relationships/vmlDrawing" Target="../drawings/vmlDrawing33.vml"/><Relationship Id="rId63" Type="http://schemas.openxmlformats.org/officeDocument/2006/relationships/slideLayout" Target="../slideLayouts/slideLayout18.xml"/><Relationship Id="rId62" Type="http://schemas.openxmlformats.org/officeDocument/2006/relationships/image" Target="../media/image461.wmf"/><Relationship Id="rId61" Type="http://schemas.openxmlformats.org/officeDocument/2006/relationships/oleObject" Target="../embeddings/oleObject481.bin"/><Relationship Id="rId60" Type="http://schemas.openxmlformats.org/officeDocument/2006/relationships/image" Target="../media/image460.wmf"/><Relationship Id="rId6" Type="http://schemas.openxmlformats.org/officeDocument/2006/relationships/image" Target="../media/image433.wmf"/><Relationship Id="rId59" Type="http://schemas.openxmlformats.org/officeDocument/2006/relationships/oleObject" Target="../embeddings/oleObject480.bin"/><Relationship Id="rId58" Type="http://schemas.openxmlformats.org/officeDocument/2006/relationships/image" Target="../media/image459.wmf"/><Relationship Id="rId57" Type="http://schemas.openxmlformats.org/officeDocument/2006/relationships/oleObject" Target="../embeddings/oleObject479.bin"/><Relationship Id="rId56" Type="http://schemas.openxmlformats.org/officeDocument/2006/relationships/image" Target="../media/image458.wmf"/><Relationship Id="rId55" Type="http://schemas.openxmlformats.org/officeDocument/2006/relationships/oleObject" Target="../embeddings/oleObject478.bin"/><Relationship Id="rId54" Type="http://schemas.openxmlformats.org/officeDocument/2006/relationships/image" Target="../media/image457.wmf"/><Relationship Id="rId53" Type="http://schemas.openxmlformats.org/officeDocument/2006/relationships/oleObject" Target="../embeddings/oleObject477.bin"/><Relationship Id="rId52" Type="http://schemas.openxmlformats.org/officeDocument/2006/relationships/image" Target="../media/image456.wmf"/><Relationship Id="rId51" Type="http://schemas.openxmlformats.org/officeDocument/2006/relationships/oleObject" Target="../embeddings/oleObject476.bin"/><Relationship Id="rId50" Type="http://schemas.openxmlformats.org/officeDocument/2006/relationships/image" Target="../media/image455.wmf"/><Relationship Id="rId5" Type="http://schemas.openxmlformats.org/officeDocument/2006/relationships/oleObject" Target="../embeddings/oleObject453.bin"/><Relationship Id="rId49" Type="http://schemas.openxmlformats.org/officeDocument/2006/relationships/oleObject" Target="../embeddings/oleObject475.bin"/><Relationship Id="rId48" Type="http://schemas.openxmlformats.org/officeDocument/2006/relationships/image" Target="../media/image454.wmf"/><Relationship Id="rId47" Type="http://schemas.openxmlformats.org/officeDocument/2006/relationships/oleObject" Target="../embeddings/oleObject474.bin"/><Relationship Id="rId46" Type="http://schemas.openxmlformats.org/officeDocument/2006/relationships/image" Target="../media/image453.wmf"/><Relationship Id="rId45" Type="http://schemas.openxmlformats.org/officeDocument/2006/relationships/oleObject" Target="../embeddings/oleObject473.bin"/><Relationship Id="rId44" Type="http://schemas.openxmlformats.org/officeDocument/2006/relationships/image" Target="../media/image452.wmf"/><Relationship Id="rId43" Type="http://schemas.openxmlformats.org/officeDocument/2006/relationships/oleObject" Target="../embeddings/oleObject472.bin"/><Relationship Id="rId42" Type="http://schemas.openxmlformats.org/officeDocument/2006/relationships/image" Target="../media/image451.wmf"/><Relationship Id="rId41" Type="http://schemas.openxmlformats.org/officeDocument/2006/relationships/oleObject" Target="../embeddings/oleObject471.bin"/><Relationship Id="rId40" Type="http://schemas.openxmlformats.org/officeDocument/2006/relationships/image" Target="../media/image450.wmf"/><Relationship Id="rId4" Type="http://schemas.openxmlformats.org/officeDocument/2006/relationships/image" Target="../media/image432.wmf"/><Relationship Id="rId39" Type="http://schemas.openxmlformats.org/officeDocument/2006/relationships/oleObject" Target="../embeddings/oleObject470.bin"/><Relationship Id="rId38" Type="http://schemas.openxmlformats.org/officeDocument/2006/relationships/image" Target="../media/image449.wmf"/><Relationship Id="rId37" Type="http://schemas.openxmlformats.org/officeDocument/2006/relationships/oleObject" Target="../embeddings/oleObject469.bin"/><Relationship Id="rId36" Type="http://schemas.openxmlformats.org/officeDocument/2006/relationships/image" Target="../media/image448.wmf"/><Relationship Id="rId35" Type="http://schemas.openxmlformats.org/officeDocument/2006/relationships/oleObject" Target="../embeddings/oleObject468.bin"/><Relationship Id="rId34" Type="http://schemas.openxmlformats.org/officeDocument/2006/relationships/image" Target="../media/image447.wmf"/><Relationship Id="rId33" Type="http://schemas.openxmlformats.org/officeDocument/2006/relationships/oleObject" Target="../embeddings/oleObject467.bin"/><Relationship Id="rId32" Type="http://schemas.openxmlformats.org/officeDocument/2006/relationships/image" Target="../media/image446.wmf"/><Relationship Id="rId31" Type="http://schemas.openxmlformats.org/officeDocument/2006/relationships/oleObject" Target="../embeddings/oleObject466.bin"/><Relationship Id="rId30" Type="http://schemas.openxmlformats.org/officeDocument/2006/relationships/image" Target="../media/image445.wmf"/><Relationship Id="rId3" Type="http://schemas.openxmlformats.org/officeDocument/2006/relationships/oleObject" Target="../embeddings/oleObject452.bin"/><Relationship Id="rId29" Type="http://schemas.openxmlformats.org/officeDocument/2006/relationships/oleObject" Target="../embeddings/oleObject465.bin"/><Relationship Id="rId28" Type="http://schemas.openxmlformats.org/officeDocument/2006/relationships/image" Target="../media/image444.wmf"/><Relationship Id="rId27" Type="http://schemas.openxmlformats.org/officeDocument/2006/relationships/oleObject" Target="../embeddings/oleObject464.bin"/><Relationship Id="rId26" Type="http://schemas.openxmlformats.org/officeDocument/2006/relationships/image" Target="../media/image443.wmf"/><Relationship Id="rId25" Type="http://schemas.openxmlformats.org/officeDocument/2006/relationships/oleObject" Target="../embeddings/oleObject463.bin"/><Relationship Id="rId24" Type="http://schemas.openxmlformats.org/officeDocument/2006/relationships/image" Target="../media/image442.wmf"/><Relationship Id="rId23" Type="http://schemas.openxmlformats.org/officeDocument/2006/relationships/oleObject" Target="../embeddings/oleObject462.bin"/><Relationship Id="rId22" Type="http://schemas.openxmlformats.org/officeDocument/2006/relationships/image" Target="../media/image441.wmf"/><Relationship Id="rId21" Type="http://schemas.openxmlformats.org/officeDocument/2006/relationships/oleObject" Target="../embeddings/oleObject461.bin"/><Relationship Id="rId20" Type="http://schemas.openxmlformats.org/officeDocument/2006/relationships/image" Target="../media/image440.wmf"/><Relationship Id="rId2" Type="http://schemas.openxmlformats.org/officeDocument/2006/relationships/image" Target="../media/image431.wmf"/><Relationship Id="rId19" Type="http://schemas.openxmlformats.org/officeDocument/2006/relationships/oleObject" Target="../embeddings/oleObject460.bin"/><Relationship Id="rId18" Type="http://schemas.openxmlformats.org/officeDocument/2006/relationships/image" Target="../media/image439.wmf"/><Relationship Id="rId17" Type="http://schemas.openxmlformats.org/officeDocument/2006/relationships/oleObject" Target="../embeddings/oleObject459.bin"/><Relationship Id="rId16" Type="http://schemas.openxmlformats.org/officeDocument/2006/relationships/image" Target="../media/image438.wmf"/><Relationship Id="rId15" Type="http://schemas.openxmlformats.org/officeDocument/2006/relationships/oleObject" Target="../embeddings/oleObject458.bin"/><Relationship Id="rId14" Type="http://schemas.openxmlformats.org/officeDocument/2006/relationships/image" Target="../media/image437.wmf"/><Relationship Id="rId13" Type="http://schemas.openxmlformats.org/officeDocument/2006/relationships/oleObject" Target="../embeddings/oleObject457.bin"/><Relationship Id="rId12" Type="http://schemas.openxmlformats.org/officeDocument/2006/relationships/image" Target="../media/image436.wmf"/><Relationship Id="rId11" Type="http://schemas.openxmlformats.org/officeDocument/2006/relationships/oleObject" Target="../embeddings/oleObject456.bin"/><Relationship Id="rId10" Type="http://schemas.openxmlformats.org/officeDocument/2006/relationships/image" Target="../media/image435.wmf"/><Relationship Id="rId1" Type="http://schemas.openxmlformats.org/officeDocument/2006/relationships/oleObject" Target="../embeddings/oleObject451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6.bin"/><Relationship Id="rId8" Type="http://schemas.openxmlformats.org/officeDocument/2006/relationships/image" Target="../media/image465.emf"/><Relationship Id="rId7" Type="http://schemas.openxmlformats.org/officeDocument/2006/relationships/oleObject" Target="../embeddings/oleObject485.bin"/><Relationship Id="rId6" Type="http://schemas.openxmlformats.org/officeDocument/2006/relationships/image" Target="../media/image464.emf"/><Relationship Id="rId5" Type="http://schemas.openxmlformats.org/officeDocument/2006/relationships/oleObject" Target="../embeddings/oleObject484.bin"/><Relationship Id="rId4" Type="http://schemas.openxmlformats.org/officeDocument/2006/relationships/image" Target="../media/image463.wmf"/><Relationship Id="rId3" Type="http://schemas.openxmlformats.org/officeDocument/2006/relationships/oleObject" Target="../embeddings/oleObject483.bin"/><Relationship Id="rId20" Type="http://schemas.openxmlformats.org/officeDocument/2006/relationships/vmlDrawing" Target="../drawings/vmlDrawing34.vml"/><Relationship Id="rId2" Type="http://schemas.openxmlformats.org/officeDocument/2006/relationships/image" Target="../media/image462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470.emf"/><Relationship Id="rId17" Type="http://schemas.openxmlformats.org/officeDocument/2006/relationships/oleObject" Target="../embeddings/oleObject490.bin"/><Relationship Id="rId16" Type="http://schemas.openxmlformats.org/officeDocument/2006/relationships/image" Target="../media/image469.emf"/><Relationship Id="rId15" Type="http://schemas.openxmlformats.org/officeDocument/2006/relationships/oleObject" Target="../embeddings/oleObject489.bin"/><Relationship Id="rId14" Type="http://schemas.openxmlformats.org/officeDocument/2006/relationships/image" Target="../media/image468.emf"/><Relationship Id="rId13" Type="http://schemas.openxmlformats.org/officeDocument/2006/relationships/oleObject" Target="../embeddings/oleObject488.bin"/><Relationship Id="rId12" Type="http://schemas.openxmlformats.org/officeDocument/2006/relationships/image" Target="../media/image467.emf"/><Relationship Id="rId11" Type="http://schemas.openxmlformats.org/officeDocument/2006/relationships/oleObject" Target="../embeddings/oleObject487.bin"/><Relationship Id="rId10" Type="http://schemas.openxmlformats.org/officeDocument/2006/relationships/image" Target="../media/image466.emf"/><Relationship Id="rId1" Type="http://schemas.openxmlformats.org/officeDocument/2006/relationships/oleObject" Target="../embeddings/oleObject482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474.wmf"/><Relationship Id="rId7" Type="http://schemas.openxmlformats.org/officeDocument/2006/relationships/oleObject" Target="../embeddings/oleObject494.bin"/><Relationship Id="rId6" Type="http://schemas.openxmlformats.org/officeDocument/2006/relationships/image" Target="../media/image473.wmf"/><Relationship Id="rId5" Type="http://schemas.openxmlformats.org/officeDocument/2006/relationships/oleObject" Target="../embeddings/oleObject493.bin"/><Relationship Id="rId4" Type="http://schemas.openxmlformats.org/officeDocument/2006/relationships/image" Target="../media/image472.wmf"/><Relationship Id="rId3" Type="http://schemas.openxmlformats.org/officeDocument/2006/relationships/oleObject" Target="../embeddings/oleObject492.bin"/><Relationship Id="rId2" Type="http://schemas.openxmlformats.org/officeDocument/2006/relationships/image" Target="../media/image471.wmf"/><Relationship Id="rId10" Type="http://schemas.openxmlformats.org/officeDocument/2006/relationships/vmlDrawing" Target="../drawings/vmlDrawing35.vml"/><Relationship Id="rId1" Type="http://schemas.openxmlformats.org/officeDocument/2006/relationships/oleObject" Target="../embeddings/oleObject491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" Target="slide5.xml"/><Relationship Id="rId8" Type="http://schemas.openxmlformats.org/officeDocument/2006/relationships/image" Target="../media/image478.wmf"/><Relationship Id="rId7" Type="http://schemas.openxmlformats.org/officeDocument/2006/relationships/oleObject" Target="../embeddings/oleObject498.bin"/><Relationship Id="rId6" Type="http://schemas.openxmlformats.org/officeDocument/2006/relationships/image" Target="../media/image477.wmf"/><Relationship Id="rId5" Type="http://schemas.openxmlformats.org/officeDocument/2006/relationships/oleObject" Target="../embeddings/oleObject497.bin"/><Relationship Id="rId4" Type="http://schemas.openxmlformats.org/officeDocument/2006/relationships/image" Target="../media/image476.wmf"/><Relationship Id="rId3" Type="http://schemas.openxmlformats.org/officeDocument/2006/relationships/oleObject" Target="../embeddings/oleObject496.bin"/><Relationship Id="rId2" Type="http://schemas.openxmlformats.org/officeDocument/2006/relationships/image" Target="../media/image475.wmf"/><Relationship Id="rId12" Type="http://schemas.openxmlformats.org/officeDocument/2006/relationships/vmlDrawing" Target="../drawings/vmlDrawing36.vml"/><Relationship Id="rId11" Type="http://schemas.openxmlformats.org/officeDocument/2006/relationships/slideLayout" Target="../slideLayouts/slideLayout18.xml"/><Relationship Id="rId10" Type="http://schemas.openxmlformats.org/officeDocument/2006/relationships/slide" Target="slide18.xml"/><Relationship Id="rId1" Type="http://schemas.openxmlformats.org/officeDocument/2006/relationships/oleObject" Target="../embeddings/oleObject495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3.bin"/><Relationship Id="rId8" Type="http://schemas.openxmlformats.org/officeDocument/2006/relationships/image" Target="../media/image482.wmf"/><Relationship Id="rId7" Type="http://schemas.openxmlformats.org/officeDocument/2006/relationships/oleObject" Target="../embeddings/oleObject502.bin"/><Relationship Id="rId6" Type="http://schemas.openxmlformats.org/officeDocument/2006/relationships/image" Target="../media/image481.wmf"/><Relationship Id="rId54" Type="http://schemas.openxmlformats.org/officeDocument/2006/relationships/vmlDrawing" Target="../drawings/vmlDrawing37.vml"/><Relationship Id="rId53" Type="http://schemas.openxmlformats.org/officeDocument/2006/relationships/slideLayout" Target="../slideLayouts/slideLayout18.xml"/><Relationship Id="rId52" Type="http://schemas.openxmlformats.org/officeDocument/2006/relationships/image" Target="../media/image504.wmf"/><Relationship Id="rId51" Type="http://schemas.openxmlformats.org/officeDocument/2006/relationships/oleObject" Target="../embeddings/oleObject524.bin"/><Relationship Id="rId50" Type="http://schemas.openxmlformats.org/officeDocument/2006/relationships/image" Target="../media/image503.emf"/><Relationship Id="rId5" Type="http://schemas.openxmlformats.org/officeDocument/2006/relationships/oleObject" Target="../embeddings/oleObject501.bin"/><Relationship Id="rId49" Type="http://schemas.openxmlformats.org/officeDocument/2006/relationships/oleObject" Target="../embeddings/oleObject523.bin"/><Relationship Id="rId48" Type="http://schemas.openxmlformats.org/officeDocument/2006/relationships/image" Target="../media/image502.wmf"/><Relationship Id="rId47" Type="http://schemas.openxmlformats.org/officeDocument/2006/relationships/oleObject" Target="../embeddings/oleObject522.bin"/><Relationship Id="rId46" Type="http://schemas.openxmlformats.org/officeDocument/2006/relationships/image" Target="../media/image501.wmf"/><Relationship Id="rId45" Type="http://schemas.openxmlformats.org/officeDocument/2006/relationships/oleObject" Target="../embeddings/oleObject521.bin"/><Relationship Id="rId44" Type="http://schemas.openxmlformats.org/officeDocument/2006/relationships/image" Target="../media/image500.wmf"/><Relationship Id="rId43" Type="http://schemas.openxmlformats.org/officeDocument/2006/relationships/oleObject" Target="../embeddings/oleObject520.bin"/><Relationship Id="rId42" Type="http://schemas.openxmlformats.org/officeDocument/2006/relationships/image" Target="../media/image499.wmf"/><Relationship Id="rId41" Type="http://schemas.openxmlformats.org/officeDocument/2006/relationships/oleObject" Target="../embeddings/oleObject519.bin"/><Relationship Id="rId40" Type="http://schemas.openxmlformats.org/officeDocument/2006/relationships/image" Target="../media/image498.wmf"/><Relationship Id="rId4" Type="http://schemas.openxmlformats.org/officeDocument/2006/relationships/image" Target="../media/image480.wmf"/><Relationship Id="rId39" Type="http://schemas.openxmlformats.org/officeDocument/2006/relationships/oleObject" Target="../embeddings/oleObject518.bin"/><Relationship Id="rId38" Type="http://schemas.openxmlformats.org/officeDocument/2006/relationships/image" Target="../media/image497.wmf"/><Relationship Id="rId37" Type="http://schemas.openxmlformats.org/officeDocument/2006/relationships/oleObject" Target="../embeddings/oleObject517.bin"/><Relationship Id="rId36" Type="http://schemas.openxmlformats.org/officeDocument/2006/relationships/image" Target="../media/image496.wmf"/><Relationship Id="rId35" Type="http://schemas.openxmlformats.org/officeDocument/2006/relationships/oleObject" Target="../embeddings/oleObject516.bin"/><Relationship Id="rId34" Type="http://schemas.openxmlformats.org/officeDocument/2006/relationships/image" Target="../media/image495.wmf"/><Relationship Id="rId33" Type="http://schemas.openxmlformats.org/officeDocument/2006/relationships/oleObject" Target="../embeddings/oleObject515.bin"/><Relationship Id="rId32" Type="http://schemas.openxmlformats.org/officeDocument/2006/relationships/image" Target="../media/image494.wmf"/><Relationship Id="rId31" Type="http://schemas.openxmlformats.org/officeDocument/2006/relationships/oleObject" Target="../embeddings/oleObject514.bin"/><Relationship Id="rId30" Type="http://schemas.openxmlformats.org/officeDocument/2006/relationships/image" Target="../media/image493.wmf"/><Relationship Id="rId3" Type="http://schemas.openxmlformats.org/officeDocument/2006/relationships/oleObject" Target="../embeddings/oleObject500.bin"/><Relationship Id="rId29" Type="http://schemas.openxmlformats.org/officeDocument/2006/relationships/oleObject" Target="../embeddings/oleObject513.bin"/><Relationship Id="rId28" Type="http://schemas.openxmlformats.org/officeDocument/2006/relationships/image" Target="../media/image492.wmf"/><Relationship Id="rId27" Type="http://schemas.openxmlformats.org/officeDocument/2006/relationships/oleObject" Target="../embeddings/oleObject512.bin"/><Relationship Id="rId26" Type="http://schemas.openxmlformats.org/officeDocument/2006/relationships/image" Target="../media/image491.wmf"/><Relationship Id="rId25" Type="http://schemas.openxmlformats.org/officeDocument/2006/relationships/oleObject" Target="../embeddings/oleObject511.bin"/><Relationship Id="rId24" Type="http://schemas.openxmlformats.org/officeDocument/2006/relationships/image" Target="../media/image490.emf"/><Relationship Id="rId23" Type="http://schemas.openxmlformats.org/officeDocument/2006/relationships/oleObject" Target="../embeddings/oleObject510.bin"/><Relationship Id="rId22" Type="http://schemas.openxmlformats.org/officeDocument/2006/relationships/image" Target="../media/image489.wmf"/><Relationship Id="rId21" Type="http://schemas.openxmlformats.org/officeDocument/2006/relationships/oleObject" Target="../embeddings/oleObject509.bin"/><Relationship Id="rId20" Type="http://schemas.openxmlformats.org/officeDocument/2006/relationships/image" Target="../media/image488.wmf"/><Relationship Id="rId2" Type="http://schemas.openxmlformats.org/officeDocument/2006/relationships/image" Target="../media/image479.wmf"/><Relationship Id="rId19" Type="http://schemas.openxmlformats.org/officeDocument/2006/relationships/oleObject" Target="../embeddings/oleObject508.bin"/><Relationship Id="rId18" Type="http://schemas.openxmlformats.org/officeDocument/2006/relationships/image" Target="../media/image487.wmf"/><Relationship Id="rId17" Type="http://schemas.openxmlformats.org/officeDocument/2006/relationships/oleObject" Target="../embeddings/oleObject507.bin"/><Relationship Id="rId16" Type="http://schemas.openxmlformats.org/officeDocument/2006/relationships/image" Target="../media/image486.wmf"/><Relationship Id="rId15" Type="http://schemas.openxmlformats.org/officeDocument/2006/relationships/oleObject" Target="../embeddings/oleObject506.bin"/><Relationship Id="rId14" Type="http://schemas.openxmlformats.org/officeDocument/2006/relationships/image" Target="../media/image485.wmf"/><Relationship Id="rId13" Type="http://schemas.openxmlformats.org/officeDocument/2006/relationships/oleObject" Target="../embeddings/oleObject505.bin"/><Relationship Id="rId12" Type="http://schemas.openxmlformats.org/officeDocument/2006/relationships/image" Target="../media/image484.wmf"/><Relationship Id="rId11" Type="http://schemas.openxmlformats.org/officeDocument/2006/relationships/oleObject" Target="../embeddings/oleObject504.bin"/><Relationship Id="rId10" Type="http://schemas.openxmlformats.org/officeDocument/2006/relationships/image" Target="../media/image483.wmf"/><Relationship Id="rId1" Type="http://schemas.openxmlformats.org/officeDocument/2006/relationships/oleObject" Target="../embeddings/oleObject499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9.bin"/><Relationship Id="rId8" Type="http://schemas.openxmlformats.org/officeDocument/2006/relationships/image" Target="../media/image508.wmf"/><Relationship Id="rId7" Type="http://schemas.openxmlformats.org/officeDocument/2006/relationships/oleObject" Target="../embeddings/oleObject528.bin"/><Relationship Id="rId6" Type="http://schemas.openxmlformats.org/officeDocument/2006/relationships/image" Target="../media/image507.wmf"/><Relationship Id="rId5" Type="http://schemas.openxmlformats.org/officeDocument/2006/relationships/oleObject" Target="../embeddings/oleObject527.bin"/><Relationship Id="rId42" Type="http://schemas.openxmlformats.org/officeDocument/2006/relationships/vmlDrawing" Target="../drawings/vmlDrawing38.vml"/><Relationship Id="rId41" Type="http://schemas.openxmlformats.org/officeDocument/2006/relationships/slideLayout" Target="../slideLayouts/slideLayout18.xml"/><Relationship Id="rId40" Type="http://schemas.openxmlformats.org/officeDocument/2006/relationships/image" Target="../media/image524.wmf"/><Relationship Id="rId4" Type="http://schemas.openxmlformats.org/officeDocument/2006/relationships/image" Target="../media/image506.wmf"/><Relationship Id="rId39" Type="http://schemas.openxmlformats.org/officeDocument/2006/relationships/oleObject" Target="../embeddings/oleObject544.bin"/><Relationship Id="rId38" Type="http://schemas.openxmlformats.org/officeDocument/2006/relationships/image" Target="../media/image523.wmf"/><Relationship Id="rId37" Type="http://schemas.openxmlformats.org/officeDocument/2006/relationships/oleObject" Target="../embeddings/oleObject543.bin"/><Relationship Id="rId36" Type="http://schemas.openxmlformats.org/officeDocument/2006/relationships/image" Target="../media/image522.wmf"/><Relationship Id="rId35" Type="http://schemas.openxmlformats.org/officeDocument/2006/relationships/oleObject" Target="../embeddings/oleObject542.bin"/><Relationship Id="rId34" Type="http://schemas.openxmlformats.org/officeDocument/2006/relationships/image" Target="../media/image521.wmf"/><Relationship Id="rId33" Type="http://schemas.openxmlformats.org/officeDocument/2006/relationships/oleObject" Target="../embeddings/oleObject541.bin"/><Relationship Id="rId32" Type="http://schemas.openxmlformats.org/officeDocument/2006/relationships/image" Target="../media/image520.wmf"/><Relationship Id="rId31" Type="http://schemas.openxmlformats.org/officeDocument/2006/relationships/oleObject" Target="../embeddings/oleObject540.bin"/><Relationship Id="rId30" Type="http://schemas.openxmlformats.org/officeDocument/2006/relationships/image" Target="../media/image519.wmf"/><Relationship Id="rId3" Type="http://schemas.openxmlformats.org/officeDocument/2006/relationships/oleObject" Target="../embeddings/oleObject526.bin"/><Relationship Id="rId29" Type="http://schemas.openxmlformats.org/officeDocument/2006/relationships/oleObject" Target="../embeddings/oleObject539.bin"/><Relationship Id="rId28" Type="http://schemas.openxmlformats.org/officeDocument/2006/relationships/image" Target="../media/image518.wmf"/><Relationship Id="rId27" Type="http://schemas.openxmlformats.org/officeDocument/2006/relationships/oleObject" Target="../embeddings/oleObject538.bin"/><Relationship Id="rId26" Type="http://schemas.openxmlformats.org/officeDocument/2006/relationships/image" Target="../media/image517.wmf"/><Relationship Id="rId25" Type="http://schemas.openxmlformats.org/officeDocument/2006/relationships/oleObject" Target="../embeddings/oleObject537.bin"/><Relationship Id="rId24" Type="http://schemas.openxmlformats.org/officeDocument/2006/relationships/image" Target="../media/image516.wmf"/><Relationship Id="rId23" Type="http://schemas.openxmlformats.org/officeDocument/2006/relationships/oleObject" Target="../embeddings/oleObject536.bin"/><Relationship Id="rId22" Type="http://schemas.openxmlformats.org/officeDocument/2006/relationships/image" Target="../media/image515.wmf"/><Relationship Id="rId21" Type="http://schemas.openxmlformats.org/officeDocument/2006/relationships/oleObject" Target="../embeddings/oleObject535.bin"/><Relationship Id="rId20" Type="http://schemas.openxmlformats.org/officeDocument/2006/relationships/image" Target="../media/image514.wmf"/><Relationship Id="rId2" Type="http://schemas.openxmlformats.org/officeDocument/2006/relationships/image" Target="../media/image505.wmf"/><Relationship Id="rId19" Type="http://schemas.openxmlformats.org/officeDocument/2006/relationships/oleObject" Target="../embeddings/oleObject534.bin"/><Relationship Id="rId18" Type="http://schemas.openxmlformats.org/officeDocument/2006/relationships/image" Target="../media/image513.wmf"/><Relationship Id="rId17" Type="http://schemas.openxmlformats.org/officeDocument/2006/relationships/oleObject" Target="../embeddings/oleObject533.bin"/><Relationship Id="rId16" Type="http://schemas.openxmlformats.org/officeDocument/2006/relationships/image" Target="../media/image512.wmf"/><Relationship Id="rId15" Type="http://schemas.openxmlformats.org/officeDocument/2006/relationships/oleObject" Target="../embeddings/oleObject532.bin"/><Relationship Id="rId14" Type="http://schemas.openxmlformats.org/officeDocument/2006/relationships/image" Target="../media/image511.wmf"/><Relationship Id="rId13" Type="http://schemas.openxmlformats.org/officeDocument/2006/relationships/oleObject" Target="../embeddings/oleObject531.bin"/><Relationship Id="rId12" Type="http://schemas.openxmlformats.org/officeDocument/2006/relationships/image" Target="../media/image510.wmf"/><Relationship Id="rId11" Type="http://schemas.openxmlformats.org/officeDocument/2006/relationships/oleObject" Target="../embeddings/oleObject530.bin"/><Relationship Id="rId10" Type="http://schemas.openxmlformats.org/officeDocument/2006/relationships/image" Target="../media/image509.wmf"/><Relationship Id="rId1" Type="http://schemas.openxmlformats.org/officeDocument/2006/relationships/oleObject" Target="../embeddings/oleObject525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9.bin"/><Relationship Id="rId8" Type="http://schemas.openxmlformats.org/officeDocument/2006/relationships/image" Target="../media/image528.wmf"/><Relationship Id="rId7" Type="http://schemas.openxmlformats.org/officeDocument/2006/relationships/oleObject" Target="../embeddings/oleObject548.bin"/><Relationship Id="rId6" Type="http://schemas.openxmlformats.org/officeDocument/2006/relationships/image" Target="../media/image527.wmf"/><Relationship Id="rId5" Type="http://schemas.openxmlformats.org/officeDocument/2006/relationships/oleObject" Target="../embeddings/oleObject547.bin"/><Relationship Id="rId4" Type="http://schemas.openxmlformats.org/officeDocument/2006/relationships/image" Target="../media/image526.wmf"/><Relationship Id="rId3" Type="http://schemas.openxmlformats.org/officeDocument/2006/relationships/oleObject" Target="../embeddings/oleObject546.bin"/><Relationship Id="rId2" Type="http://schemas.openxmlformats.org/officeDocument/2006/relationships/image" Target="../media/image525.wmf"/><Relationship Id="rId18" Type="http://schemas.openxmlformats.org/officeDocument/2006/relationships/vmlDrawing" Target="../drawings/vmlDrawing39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532.wmf"/><Relationship Id="rId15" Type="http://schemas.openxmlformats.org/officeDocument/2006/relationships/oleObject" Target="../embeddings/oleObject552.bin"/><Relationship Id="rId14" Type="http://schemas.openxmlformats.org/officeDocument/2006/relationships/image" Target="../media/image531.wmf"/><Relationship Id="rId13" Type="http://schemas.openxmlformats.org/officeDocument/2006/relationships/oleObject" Target="../embeddings/oleObject551.bin"/><Relationship Id="rId12" Type="http://schemas.openxmlformats.org/officeDocument/2006/relationships/image" Target="../media/image530.wmf"/><Relationship Id="rId11" Type="http://schemas.openxmlformats.org/officeDocument/2006/relationships/oleObject" Target="../embeddings/oleObject550.bin"/><Relationship Id="rId10" Type="http://schemas.openxmlformats.org/officeDocument/2006/relationships/image" Target="../media/image529.wmf"/><Relationship Id="rId1" Type="http://schemas.openxmlformats.org/officeDocument/2006/relationships/oleObject" Target="../embeddings/oleObject545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7.bin"/><Relationship Id="rId8" Type="http://schemas.openxmlformats.org/officeDocument/2006/relationships/image" Target="../media/image536.wmf"/><Relationship Id="rId7" Type="http://schemas.openxmlformats.org/officeDocument/2006/relationships/oleObject" Target="../embeddings/oleObject556.bin"/><Relationship Id="rId6" Type="http://schemas.openxmlformats.org/officeDocument/2006/relationships/image" Target="../media/image535.wmf"/><Relationship Id="rId5" Type="http://schemas.openxmlformats.org/officeDocument/2006/relationships/oleObject" Target="../embeddings/oleObject555.bin"/><Relationship Id="rId4" Type="http://schemas.openxmlformats.org/officeDocument/2006/relationships/image" Target="../media/image534.wmf"/><Relationship Id="rId3" Type="http://schemas.openxmlformats.org/officeDocument/2006/relationships/oleObject" Target="../embeddings/oleObject554.bin"/><Relationship Id="rId22" Type="http://schemas.openxmlformats.org/officeDocument/2006/relationships/vmlDrawing" Target="../drawings/vmlDrawing40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542.wmf"/><Relationship Id="rId2" Type="http://schemas.openxmlformats.org/officeDocument/2006/relationships/image" Target="../media/image533.wmf"/><Relationship Id="rId19" Type="http://schemas.openxmlformats.org/officeDocument/2006/relationships/oleObject" Target="../embeddings/oleObject562.bin"/><Relationship Id="rId18" Type="http://schemas.openxmlformats.org/officeDocument/2006/relationships/image" Target="../media/image541.wmf"/><Relationship Id="rId17" Type="http://schemas.openxmlformats.org/officeDocument/2006/relationships/oleObject" Target="../embeddings/oleObject561.bin"/><Relationship Id="rId16" Type="http://schemas.openxmlformats.org/officeDocument/2006/relationships/image" Target="../media/image540.wmf"/><Relationship Id="rId15" Type="http://schemas.openxmlformats.org/officeDocument/2006/relationships/oleObject" Target="../embeddings/oleObject560.bin"/><Relationship Id="rId14" Type="http://schemas.openxmlformats.org/officeDocument/2006/relationships/image" Target="../media/image539.wmf"/><Relationship Id="rId13" Type="http://schemas.openxmlformats.org/officeDocument/2006/relationships/oleObject" Target="../embeddings/oleObject559.bin"/><Relationship Id="rId12" Type="http://schemas.openxmlformats.org/officeDocument/2006/relationships/image" Target="../media/image538.wmf"/><Relationship Id="rId11" Type="http://schemas.openxmlformats.org/officeDocument/2006/relationships/oleObject" Target="../embeddings/oleObject558.bin"/><Relationship Id="rId10" Type="http://schemas.openxmlformats.org/officeDocument/2006/relationships/image" Target="../media/image537.wmf"/><Relationship Id="rId1" Type="http://schemas.openxmlformats.org/officeDocument/2006/relationships/oleObject" Target="../embeddings/oleObject553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7.bin"/><Relationship Id="rId8" Type="http://schemas.openxmlformats.org/officeDocument/2006/relationships/image" Target="../media/image546.wmf"/><Relationship Id="rId7" Type="http://schemas.openxmlformats.org/officeDocument/2006/relationships/oleObject" Target="../embeddings/oleObject566.bin"/><Relationship Id="rId6" Type="http://schemas.openxmlformats.org/officeDocument/2006/relationships/image" Target="../media/image545.wmf"/><Relationship Id="rId5" Type="http://schemas.openxmlformats.org/officeDocument/2006/relationships/oleObject" Target="../embeddings/oleObject565.bin"/><Relationship Id="rId4" Type="http://schemas.openxmlformats.org/officeDocument/2006/relationships/image" Target="../media/image544.wmf"/><Relationship Id="rId3" Type="http://schemas.openxmlformats.org/officeDocument/2006/relationships/oleObject" Target="../embeddings/oleObject564.bin"/><Relationship Id="rId20" Type="http://schemas.openxmlformats.org/officeDocument/2006/relationships/vmlDrawing" Target="../drawings/vmlDrawing41.vml"/><Relationship Id="rId2" Type="http://schemas.openxmlformats.org/officeDocument/2006/relationships/image" Target="../media/image543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551.wmf"/><Relationship Id="rId17" Type="http://schemas.openxmlformats.org/officeDocument/2006/relationships/oleObject" Target="../embeddings/oleObject571.bin"/><Relationship Id="rId16" Type="http://schemas.openxmlformats.org/officeDocument/2006/relationships/image" Target="../media/image550.wmf"/><Relationship Id="rId15" Type="http://schemas.openxmlformats.org/officeDocument/2006/relationships/oleObject" Target="../embeddings/oleObject570.bin"/><Relationship Id="rId14" Type="http://schemas.openxmlformats.org/officeDocument/2006/relationships/image" Target="../media/image549.wmf"/><Relationship Id="rId13" Type="http://schemas.openxmlformats.org/officeDocument/2006/relationships/oleObject" Target="../embeddings/oleObject569.bin"/><Relationship Id="rId12" Type="http://schemas.openxmlformats.org/officeDocument/2006/relationships/image" Target="../media/image548.wmf"/><Relationship Id="rId11" Type="http://schemas.openxmlformats.org/officeDocument/2006/relationships/oleObject" Target="../embeddings/oleObject568.bin"/><Relationship Id="rId10" Type="http://schemas.openxmlformats.org/officeDocument/2006/relationships/image" Target="../media/image547.wmf"/><Relationship Id="rId1" Type="http://schemas.openxmlformats.org/officeDocument/2006/relationships/oleObject" Target="../embeddings/oleObject563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6.bin"/><Relationship Id="rId8" Type="http://schemas.openxmlformats.org/officeDocument/2006/relationships/image" Target="../media/image555.wmf"/><Relationship Id="rId7" Type="http://schemas.openxmlformats.org/officeDocument/2006/relationships/oleObject" Target="../embeddings/oleObject575.bin"/><Relationship Id="rId6" Type="http://schemas.openxmlformats.org/officeDocument/2006/relationships/image" Target="../media/image554.wmf"/><Relationship Id="rId5" Type="http://schemas.openxmlformats.org/officeDocument/2006/relationships/oleObject" Target="../embeddings/oleObject574.bin"/><Relationship Id="rId4" Type="http://schemas.openxmlformats.org/officeDocument/2006/relationships/image" Target="../media/image553.wmf"/><Relationship Id="rId3" Type="http://schemas.openxmlformats.org/officeDocument/2006/relationships/oleObject" Target="../embeddings/oleObject573.bin"/><Relationship Id="rId2" Type="http://schemas.openxmlformats.org/officeDocument/2006/relationships/image" Target="../media/image552.wmf"/><Relationship Id="rId16" Type="http://schemas.openxmlformats.org/officeDocument/2006/relationships/vmlDrawing" Target="../drawings/vmlDrawing42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558.wmf"/><Relationship Id="rId13" Type="http://schemas.openxmlformats.org/officeDocument/2006/relationships/oleObject" Target="../embeddings/oleObject578.bin"/><Relationship Id="rId12" Type="http://schemas.openxmlformats.org/officeDocument/2006/relationships/image" Target="../media/image557.wmf"/><Relationship Id="rId11" Type="http://schemas.openxmlformats.org/officeDocument/2006/relationships/oleObject" Target="../embeddings/oleObject577.bin"/><Relationship Id="rId10" Type="http://schemas.openxmlformats.org/officeDocument/2006/relationships/image" Target="../media/image556.wmf"/><Relationship Id="rId1" Type="http://schemas.openxmlformats.org/officeDocument/2006/relationships/oleObject" Target="../embeddings/oleObject572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3.bin"/><Relationship Id="rId8" Type="http://schemas.openxmlformats.org/officeDocument/2006/relationships/image" Target="../media/image562.wmf"/><Relationship Id="rId7" Type="http://schemas.openxmlformats.org/officeDocument/2006/relationships/oleObject" Target="../embeddings/oleObject582.bin"/><Relationship Id="rId6" Type="http://schemas.openxmlformats.org/officeDocument/2006/relationships/image" Target="../media/image561.wmf"/><Relationship Id="rId5" Type="http://schemas.openxmlformats.org/officeDocument/2006/relationships/oleObject" Target="../embeddings/oleObject581.bin"/><Relationship Id="rId40" Type="http://schemas.openxmlformats.org/officeDocument/2006/relationships/vmlDrawing" Target="../drawings/vmlDrawing43.vml"/><Relationship Id="rId4" Type="http://schemas.openxmlformats.org/officeDocument/2006/relationships/image" Target="../media/image560.wmf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577.wmf"/><Relationship Id="rId37" Type="http://schemas.openxmlformats.org/officeDocument/2006/relationships/oleObject" Target="../embeddings/oleObject597.bin"/><Relationship Id="rId36" Type="http://schemas.openxmlformats.org/officeDocument/2006/relationships/image" Target="../media/image576.wmf"/><Relationship Id="rId35" Type="http://schemas.openxmlformats.org/officeDocument/2006/relationships/oleObject" Target="../embeddings/oleObject596.bin"/><Relationship Id="rId34" Type="http://schemas.openxmlformats.org/officeDocument/2006/relationships/image" Target="../media/image575.wmf"/><Relationship Id="rId33" Type="http://schemas.openxmlformats.org/officeDocument/2006/relationships/oleObject" Target="../embeddings/oleObject595.bin"/><Relationship Id="rId32" Type="http://schemas.openxmlformats.org/officeDocument/2006/relationships/image" Target="../media/image574.wmf"/><Relationship Id="rId31" Type="http://schemas.openxmlformats.org/officeDocument/2006/relationships/oleObject" Target="../embeddings/oleObject594.bin"/><Relationship Id="rId30" Type="http://schemas.openxmlformats.org/officeDocument/2006/relationships/image" Target="../media/image573.wmf"/><Relationship Id="rId3" Type="http://schemas.openxmlformats.org/officeDocument/2006/relationships/oleObject" Target="../embeddings/oleObject580.bin"/><Relationship Id="rId29" Type="http://schemas.openxmlformats.org/officeDocument/2006/relationships/oleObject" Target="../embeddings/oleObject593.bin"/><Relationship Id="rId28" Type="http://schemas.openxmlformats.org/officeDocument/2006/relationships/image" Target="../media/image572.wmf"/><Relationship Id="rId27" Type="http://schemas.openxmlformats.org/officeDocument/2006/relationships/oleObject" Target="../embeddings/oleObject592.bin"/><Relationship Id="rId26" Type="http://schemas.openxmlformats.org/officeDocument/2006/relationships/image" Target="../media/image571.wmf"/><Relationship Id="rId25" Type="http://schemas.openxmlformats.org/officeDocument/2006/relationships/oleObject" Target="../embeddings/oleObject591.bin"/><Relationship Id="rId24" Type="http://schemas.openxmlformats.org/officeDocument/2006/relationships/image" Target="../media/image570.wmf"/><Relationship Id="rId23" Type="http://schemas.openxmlformats.org/officeDocument/2006/relationships/oleObject" Target="../embeddings/oleObject590.bin"/><Relationship Id="rId22" Type="http://schemas.openxmlformats.org/officeDocument/2006/relationships/image" Target="../media/image569.wmf"/><Relationship Id="rId21" Type="http://schemas.openxmlformats.org/officeDocument/2006/relationships/oleObject" Target="../embeddings/oleObject589.bin"/><Relationship Id="rId20" Type="http://schemas.openxmlformats.org/officeDocument/2006/relationships/image" Target="../media/image568.wmf"/><Relationship Id="rId2" Type="http://schemas.openxmlformats.org/officeDocument/2006/relationships/image" Target="../media/image559.wmf"/><Relationship Id="rId19" Type="http://schemas.openxmlformats.org/officeDocument/2006/relationships/oleObject" Target="../embeddings/oleObject588.bin"/><Relationship Id="rId18" Type="http://schemas.openxmlformats.org/officeDocument/2006/relationships/image" Target="../media/image567.wmf"/><Relationship Id="rId17" Type="http://schemas.openxmlformats.org/officeDocument/2006/relationships/oleObject" Target="../embeddings/oleObject587.bin"/><Relationship Id="rId16" Type="http://schemas.openxmlformats.org/officeDocument/2006/relationships/image" Target="../media/image566.wmf"/><Relationship Id="rId15" Type="http://schemas.openxmlformats.org/officeDocument/2006/relationships/oleObject" Target="../embeddings/oleObject586.bin"/><Relationship Id="rId14" Type="http://schemas.openxmlformats.org/officeDocument/2006/relationships/image" Target="../media/image565.wmf"/><Relationship Id="rId13" Type="http://schemas.openxmlformats.org/officeDocument/2006/relationships/oleObject" Target="../embeddings/oleObject585.bin"/><Relationship Id="rId12" Type="http://schemas.openxmlformats.org/officeDocument/2006/relationships/image" Target="../media/image564.wmf"/><Relationship Id="rId11" Type="http://schemas.openxmlformats.org/officeDocument/2006/relationships/oleObject" Target="../embeddings/oleObject584.bin"/><Relationship Id="rId10" Type="http://schemas.openxmlformats.org/officeDocument/2006/relationships/image" Target="../media/image563.wmf"/><Relationship Id="rId1" Type="http://schemas.openxmlformats.org/officeDocument/2006/relationships/oleObject" Target="../embeddings/oleObject579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422044" y="2359185"/>
            <a:ext cx="732627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3.3.1 函数的单调性与极值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Box 1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482369" y="3195756"/>
            <a:ext cx="8103528" cy="1076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3.3.2 曲线的凹凸性   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      函数图形的描绘  曲率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654965" y="1042710"/>
            <a:ext cx="7128792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Tx/>
              <a:buSzTx/>
              <a:buNone/>
            </a:pPr>
            <a:r>
              <a:rPr lang="en-US" altLang="zh-CN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§3.3   函数的性态</a:t>
            </a:r>
            <a:endParaRPr lang="en-US" altLang="zh-CN" sz="5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601139" y="842690"/>
            <a:ext cx="732627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buClrTx/>
              <a:buSzTx/>
              <a:buNone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3.3.1 函数的单调性与极值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2251" y="1662760"/>
            <a:ext cx="3657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4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509956" y="2327417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一．函数的单调性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509321" y="2991663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二．函数的极值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508686" y="3727664"/>
            <a:ext cx="618430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三．函数的最大值与最小值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509321" y="4369051"/>
            <a:ext cx="618430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四．极值与最值问题杂例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669270" y="211808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函数的单调性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3794" y="717843"/>
            <a:ext cx="34512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1.函数的单调区间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74826" y="1323340"/>
            <a:ext cx="3168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673283" y="1384935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17678400" imgH="9448800" progId="Equation.DSMT4">
                  <p:embed/>
                </p:oleObj>
              </mc:Choice>
              <mc:Fallback>
                <p:oleObj name="Equation" r:id="rId1" imgW="17678400" imgH="9448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73283" y="1384935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187508" y="2032953"/>
          <a:ext cx="1333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Equation" r:id="rId3" imgW="32004000" imgH="9753600" progId="Equation.DSMT4">
                  <p:embed/>
                </p:oleObj>
              </mc:Choice>
              <mc:Fallback>
                <p:oleObj name="Equation" r:id="rId3" imgW="32004000" imgH="9753600" progId="Equation.DSMT4">
                  <p:embed/>
                  <p:pic>
                    <p:nvPicPr>
                      <p:cNvPr id="0" name="图片 1116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87508" y="2032953"/>
                        <a:ext cx="1333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6"/>
          <p:cNvSpPr txBox="1">
            <a:spLocks noChangeArrowheads="1"/>
          </p:cNvSpPr>
          <p:nvPr/>
        </p:nvSpPr>
        <p:spPr bwMode="auto">
          <a:xfrm>
            <a:off x="5409883" y="1326833"/>
            <a:ext cx="494506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5"/>
          <p:cNvSpPr txBox="1">
            <a:spLocks noChangeArrowheads="1"/>
          </p:cNvSpPr>
          <p:nvPr/>
        </p:nvSpPr>
        <p:spPr bwMode="auto">
          <a:xfrm>
            <a:off x="1774825" y="1975485"/>
            <a:ext cx="266541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36"/>
          <p:cNvSpPr txBox="1">
            <a:spLocks noChangeArrowheads="1"/>
          </p:cNvSpPr>
          <p:nvPr/>
        </p:nvSpPr>
        <p:spPr bwMode="auto">
          <a:xfrm>
            <a:off x="5521325" y="1967865"/>
            <a:ext cx="475138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，则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f(x)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37"/>
          <p:cNvGraphicFramePr>
            <a:graphicFrameLocks noChangeAspect="1"/>
          </p:cNvGraphicFramePr>
          <p:nvPr/>
        </p:nvGraphicFramePr>
        <p:xfrm>
          <a:off x="4151471" y="2646998"/>
          <a:ext cx="15446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Equation" r:id="rId5" imgW="14630400" imgH="4876800" progId="Equation.DSMT4">
                  <p:embed/>
                </p:oleObj>
              </mc:Choice>
              <mc:Fallback>
                <p:oleObj name="Equation" r:id="rId5" imgW="14630400" imgH="4876800" progId="Equation.DSMT4">
                  <p:embed/>
                  <p:pic>
                    <p:nvPicPr>
                      <p:cNvPr id="0" name="图片 1117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51471" y="2646998"/>
                        <a:ext cx="1544638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8"/>
          <p:cNvSpPr txBox="1">
            <a:spLocks noChangeArrowheads="1"/>
          </p:cNvSpPr>
          <p:nvPr/>
        </p:nvSpPr>
        <p:spPr bwMode="auto">
          <a:xfrm>
            <a:off x="1774825" y="2643188"/>
            <a:ext cx="266541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若在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5521325" y="2641918"/>
            <a:ext cx="475138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，则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f(x)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40"/>
          <p:cNvSpPr txBox="1">
            <a:spLocks noChangeArrowheads="1"/>
          </p:cNvSpPr>
          <p:nvPr/>
        </p:nvSpPr>
        <p:spPr bwMode="auto">
          <a:xfrm>
            <a:off x="1804670" y="3406140"/>
            <a:ext cx="2157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41"/>
          <p:cNvSpPr txBox="1">
            <a:spLocks noChangeArrowheads="1"/>
          </p:cNvSpPr>
          <p:nvPr/>
        </p:nvSpPr>
        <p:spPr bwMode="auto">
          <a:xfrm>
            <a:off x="2864168" y="3429000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任取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42"/>
          <p:cNvGraphicFramePr>
            <a:graphicFrameLocks noChangeAspect="1"/>
          </p:cNvGraphicFramePr>
          <p:nvPr/>
        </p:nvGraphicFramePr>
        <p:xfrm>
          <a:off x="3743325" y="3357245"/>
          <a:ext cx="380682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Equation" r:id="rId7" imgW="33528000" imgH="5486400" progId="Equation.DSMT4">
                  <p:embed/>
                </p:oleObj>
              </mc:Choice>
              <mc:Fallback>
                <p:oleObj name="Equation" r:id="rId7" imgW="33528000" imgH="5486400" progId="Equation.DSMT4">
                  <p:embed/>
                  <p:pic>
                    <p:nvPicPr>
                      <p:cNvPr id="0" name="图片 1118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43325" y="3357245"/>
                        <a:ext cx="3806825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43"/>
          <p:cNvSpPr txBox="1">
            <a:spLocks noChangeArrowheads="1"/>
          </p:cNvSpPr>
          <p:nvPr/>
        </p:nvSpPr>
        <p:spPr bwMode="auto">
          <a:xfrm>
            <a:off x="7420610" y="3384550"/>
            <a:ext cx="32664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Lagrange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44"/>
          <p:cNvGraphicFramePr>
            <a:graphicFrameLocks noChangeAspect="1"/>
          </p:cNvGraphicFramePr>
          <p:nvPr/>
        </p:nvGraphicFramePr>
        <p:xfrm>
          <a:off x="3656330" y="4187190"/>
          <a:ext cx="425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" name="Equation" r:id="rId9" imgW="102108000" imgH="10363200" progId="Equation.DSMT4">
                  <p:embed/>
                </p:oleObj>
              </mc:Choice>
              <mc:Fallback>
                <p:oleObj name="Equation" r:id="rId9" imgW="102108000" imgH="10363200" progId="Equation.DSMT4">
                  <p:embed/>
                  <p:pic>
                    <p:nvPicPr>
                      <p:cNvPr id="0" name="图片 1119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56330" y="4187190"/>
                        <a:ext cx="4254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5"/>
          <p:cNvGraphicFramePr>
            <a:graphicFrameLocks noChangeAspect="1"/>
          </p:cNvGraphicFramePr>
          <p:nvPr/>
        </p:nvGraphicFramePr>
        <p:xfrm>
          <a:off x="5487988" y="4803775"/>
          <a:ext cx="1562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name="Equation" r:id="rId11" imgW="37490400" imgH="10363200" progId="Equation.DSMT4">
                  <p:embed/>
                </p:oleObj>
              </mc:Choice>
              <mc:Fallback>
                <p:oleObj name="Equation" r:id="rId11" imgW="37490400" imgH="10363200" progId="Equation.DSMT4">
                  <p:embed/>
                  <p:pic>
                    <p:nvPicPr>
                      <p:cNvPr id="0" name="图片 1120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87988" y="4803775"/>
                        <a:ext cx="1562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6"/>
          <p:cNvGraphicFramePr>
            <a:graphicFrameLocks noChangeAspect="1"/>
          </p:cNvGraphicFramePr>
          <p:nvPr/>
        </p:nvGraphicFramePr>
        <p:xfrm>
          <a:off x="7050088" y="4766945"/>
          <a:ext cx="13462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" name="Equation" r:id="rId13" imgW="12496800" imgH="4876800" progId="Equation.DSMT4">
                  <p:embed/>
                </p:oleObj>
              </mc:Choice>
              <mc:Fallback>
                <p:oleObj name="Equation" r:id="rId13" imgW="12496800" imgH="4876800" progId="Equation.DSMT4">
                  <p:embed/>
                  <p:pic>
                    <p:nvPicPr>
                      <p:cNvPr id="0" name="图片 1121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050088" y="4766945"/>
                        <a:ext cx="1346200" cy="525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7"/>
          <p:cNvGraphicFramePr>
            <a:graphicFrameLocks noChangeAspect="1"/>
          </p:cNvGraphicFramePr>
          <p:nvPr/>
        </p:nvGraphicFramePr>
        <p:xfrm>
          <a:off x="7993380" y="4205923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" name="Equation" r:id="rId15" imgW="11887200" imgH="9448800" progId="Equation.DSMT4">
                  <p:embed/>
                </p:oleObj>
              </mc:Choice>
              <mc:Fallback>
                <p:oleObj name="Equation" r:id="rId15" imgW="11887200" imgH="9448800" progId="Equation.DSMT4">
                  <p:embed/>
                  <p:pic>
                    <p:nvPicPr>
                      <p:cNvPr id="0" name="图片 112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93380" y="4205923"/>
                        <a:ext cx="495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2208530" y="5377498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49"/>
          <p:cNvGraphicFramePr>
            <a:graphicFrameLocks noChangeAspect="1"/>
          </p:cNvGraphicFramePr>
          <p:nvPr/>
        </p:nvGraphicFramePr>
        <p:xfrm>
          <a:off x="2781300" y="5422900"/>
          <a:ext cx="2095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4" name="Equation" r:id="rId17" imgW="50292000" imgH="10363200" progId="Equation.DSMT4">
                  <p:embed/>
                </p:oleObj>
              </mc:Choice>
              <mc:Fallback>
                <p:oleObj name="Equation" r:id="rId17" imgW="50292000" imgH="10363200" progId="Equation.DSMT4">
                  <p:embed/>
                  <p:pic>
                    <p:nvPicPr>
                      <p:cNvPr id="0" name="图片 1123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81300" y="5422900"/>
                        <a:ext cx="2095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50"/>
          <p:cNvGrpSpPr/>
          <p:nvPr/>
        </p:nvGrpSpPr>
        <p:grpSpPr bwMode="auto">
          <a:xfrm>
            <a:off x="4876800" y="5384794"/>
            <a:ext cx="4800600" cy="522288"/>
            <a:chOff x="2112" y="3675"/>
            <a:chExt cx="3024" cy="329"/>
          </a:xfrm>
        </p:grpSpPr>
        <p:sp>
          <p:nvSpPr>
            <p:cNvPr id="24" name="Text Box 51"/>
            <p:cNvSpPr txBox="1">
              <a:spLocks noChangeArrowheads="1"/>
            </p:cNvSpPr>
            <p:nvPr/>
          </p:nvSpPr>
          <p:spPr bwMode="auto">
            <a:xfrm>
              <a:off x="2112" y="3675"/>
              <a:ext cx="302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这说明          在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内单调递增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5" name="Object 52"/>
            <p:cNvGraphicFramePr>
              <a:graphicFrameLocks noChangeAspect="1"/>
            </p:cNvGraphicFramePr>
            <p:nvPr/>
          </p:nvGraphicFramePr>
          <p:xfrm>
            <a:off x="2888" y="3728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5" name="Equation" r:id="rId19" imgW="17678400" imgH="9448800" progId="Equation.DSMT4">
                    <p:embed/>
                  </p:oleObj>
                </mc:Choice>
                <mc:Fallback>
                  <p:oleObj name="Equation" r:id="rId19" imgW="17678400" imgH="9448800" progId="Equation.DSMT4">
                    <p:embed/>
                    <p:pic>
                      <p:nvPicPr>
                        <p:cNvPr id="0" name="图片 11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8" y="3728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 Box 54"/>
          <p:cNvSpPr txBox="1">
            <a:spLocks noChangeArrowheads="1"/>
          </p:cNvSpPr>
          <p:nvPr/>
        </p:nvSpPr>
        <p:spPr bwMode="auto">
          <a:xfrm>
            <a:off x="2373948" y="6078538"/>
            <a:ext cx="21574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同理可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  <p:bldP spid="7" grpId="0" advAuto="0" autoUpdateAnimBg="0" build="p"/>
      <p:bldP spid="8" grpId="0" advAuto="0" autoUpdateAnimBg="0" build="p"/>
      <p:bldP spid="9" grpId="0" advAuto="0" autoUpdateAnimBg="0" build="p"/>
      <p:bldP spid="11" grpId="0" advAuto="0" autoUpdateAnimBg="0" build="p"/>
      <p:bldP spid="12" grpId="0" advAuto="0" autoUpdateAnimBg="0" build="p"/>
      <p:bldP spid="13" grpId="0" autoUpdateAnimBg="0"/>
      <p:bldP spid="14" grpId="0" autoUpdateAnimBg="0"/>
      <p:bldP spid="16" grpId="0" autoUpdateAnimBg="0"/>
      <p:bldP spid="21" grpId="0" autoUpdateAnimBg="0"/>
      <p:bldP spid="2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4343" y="634410"/>
            <a:ext cx="84150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3.3.1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[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908" y="4894487"/>
            <a:ext cx="7617377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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(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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且取等号的点不占任何一个区间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677" y="1679580"/>
            <a:ext cx="44335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上单调递增．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37033" y="2324259"/>
            <a:ext cx="891751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）若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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(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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且等号只在有限个点处取到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677" y="2949079"/>
            <a:ext cx="44335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上单调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减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03966" y="3789551"/>
            <a:ext cx="82702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，用中值定理不难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验证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870" y="4372610"/>
            <a:ext cx="634873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区间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单调递增的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充要条件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7033" y="1156360"/>
            <a:ext cx="891751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）若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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(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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且等号只在有限个点处取到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  <p:bldP spid="5" grpId="0"/>
      <p:bldP spid="6" grpId="0"/>
      <p:bldP spid="7" grpId="0"/>
      <p:bldP spid="8" grpId="0" bldLvl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74825" y="621665"/>
            <a:ext cx="12954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说明: 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74825" y="1088073"/>
            <a:ext cx="8347075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arenR"/>
            </a:pP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命题和定理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中的闭区间换成其他各种区间（包括</a:t>
            </a: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无穷区间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）也成立</a:t>
            </a: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440352" y="1736755"/>
            <a:ext cx="112459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例如，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565124" y="1736745"/>
          <a:ext cx="133344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32004000" imgH="10972800" progId="Equation.DSMT4">
                  <p:embed/>
                </p:oleObj>
              </mc:Choice>
              <mc:Fallback>
                <p:oleObj name="Equation" r:id="rId1" imgW="32004000" imgH="109728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65124" y="1736745"/>
                        <a:ext cx="133344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74825" y="2423478"/>
            <a:ext cx="46970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驻点（即</a:t>
            </a:r>
            <a:r>
              <a:rPr lang="zh-CN" altLang="en-US" sz="2800" b="1" dirty="0" smtClean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导数为零的点</a:t>
            </a: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160452" y="2424036"/>
            <a:ext cx="7921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endParaRPr kumimoji="1"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277428" y="2945765"/>
            <a:ext cx="4826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都</a:t>
            </a:r>
            <a:r>
              <a:rPr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可能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是单调区间的</a:t>
            </a:r>
            <a:r>
              <a:rPr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分界点</a:t>
            </a: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564313" y="2423795"/>
            <a:ext cx="36004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导数不存在的点</a:t>
            </a:r>
            <a:endParaRPr lang="zh-CN" altLang="en-US" sz="28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277745" y="3648710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317628" y="3681368"/>
          <a:ext cx="97776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Equation" r:id="rId3" imgW="23469600" imgH="10972800" progId="Equation.DSMT4">
                  <p:embed/>
                </p:oleObj>
              </mc:Choice>
              <mc:Fallback>
                <p:oleObj name="Equation" r:id="rId3" imgW="23469600" imgH="10972800" progId="Equation.DSMT4">
                  <p:embed/>
                  <p:pic>
                    <p:nvPicPr>
                      <p:cNvPr id="0" name="图片 209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17628" y="3681368"/>
                        <a:ext cx="97776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440238" y="3649382"/>
          <a:ext cx="99036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Equation" r:id="rId5" imgW="23774400" imgH="10972800" progId="Equation.DSMT4">
                  <p:embed/>
                </p:oleObj>
              </mc:Choice>
              <mc:Fallback>
                <p:oleObj name="Equation" r:id="rId5" imgW="23774400" imgH="10972800" progId="Equation.DSMT4">
                  <p:embed/>
                  <p:pic>
                    <p:nvPicPr>
                      <p:cNvPr id="0" name="图片 209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40238" y="3649382"/>
                        <a:ext cx="99036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612438" y="3636586"/>
          <a:ext cx="9522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Equation" r:id="rId7" imgW="22860000" imgH="11582400" progId="Equation.DSMT4">
                  <p:embed/>
                </p:oleObj>
              </mc:Choice>
              <mc:Fallback>
                <p:oleObj name="Equation" r:id="rId7" imgW="22860000" imgH="11582400" progId="Equation.DSMT4">
                  <p:embed/>
                  <p:pic>
                    <p:nvPicPr>
                      <p:cNvPr id="0" name="图片 209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12438" y="3636586"/>
                        <a:ext cx="952200" cy="48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6835239" y="3438943"/>
          <a:ext cx="1028520" cy="69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Equation" r:id="rId9" imgW="24688800" imgH="16764000" progId="Equation.DSMT4">
                  <p:embed/>
                </p:oleObj>
              </mc:Choice>
              <mc:Fallback>
                <p:oleObj name="Equation" r:id="rId9" imgW="24688800" imgH="16764000" progId="Equation.DSMT4">
                  <p:embed/>
                  <p:pic>
                    <p:nvPicPr>
                      <p:cNvPr id="0" name="图片 209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835239" y="3438943"/>
                        <a:ext cx="1028520" cy="69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1774508" y="4371658"/>
            <a:ext cx="27114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）步骤：</a:t>
            </a:r>
            <a:endParaRPr lang="zh-CN" altLang="en-US" sz="2800" b="1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AutoShape 16"/>
          <p:cNvSpPr/>
          <p:nvPr/>
        </p:nvSpPr>
        <p:spPr bwMode="auto">
          <a:xfrm>
            <a:off x="3503613" y="4473575"/>
            <a:ext cx="144462" cy="1584325"/>
          </a:xfrm>
          <a:prstGeom prst="leftBrace">
            <a:avLst>
              <a:gd name="adj1" fmla="val 91392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719513" y="4351338"/>
            <a:ext cx="30241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求定义域；</a:t>
            </a:r>
            <a:endParaRPr lang="zh-CN" altLang="en-US" sz="2800" b="1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3719513" y="4999038"/>
            <a:ext cx="45370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求驻点，导数不存在的点；</a:t>
            </a:r>
            <a:endParaRPr lang="zh-CN" altLang="en-US" sz="28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3721100" y="5646738"/>
            <a:ext cx="35274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按定理判定</a:t>
            </a: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5" grpId="0" autoUpdateAnimBg="0"/>
      <p:bldP spid="16" grpId="0" bldLvl="0" animBg="1"/>
      <p:bldP spid="17" grpId="0" autoUpdateAnimBg="0"/>
      <p:bldP spid="18" grpId="0" autoUpdateAnimBg="0"/>
      <p:bldP spid="1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93875" y="533400"/>
            <a:ext cx="2667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267200" y="554990"/>
          <a:ext cx="3708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89001600" imgH="10972800" progId="Equation.DSMT4">
                  <p:embed/>
                </p:oleObj>
              </mc:Choice>
              <mc:Fallback>
                <p:oleObj name="Equation" r:id="rId1" imgW="89001600" imgH="10972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67200" y="554990"/>
                        <a:ext cx="3708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952105" y="522288"/>
            <a:ext cx="205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的单调区间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006600" y="1206500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743200" y="1238885"/>
          <a:ext cx="3124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" name="Equation" r:id="rId3" imgW="74980800" imgH="10972800" progId="Equation.DSMT4">
                  <p:embed/>
                </p:oleObj>
              </mc:Choice>
              <mc:Fallback>
                <p:oleObj name="Equation" r:id="rId3" imgW="74980800" imgH="10972800" progId="Equation.DSMT4">
                  <p:embed/>
                  <p:pic>
                    <p:nvPicPr>
                      <p:cNvPr id="0" name="图片 339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3200" y="1238885"/>
                        <a:ext cx="3124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949950" y="1270635"/>
          <a:ext cx="228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" name="Equation" r:id="rId5" imgW="54864000" imgH="9448800" progId="Equation.DSMT4">
                  <p:embed/>
                </p:oleObj>
              </mc:Choice>
              <mc:Fallback>
                <p:oleObj name="Equation" r:id="rId5" imgW="54864000" imgH="9448800" progId="Equation.DSMT4">
                  <p:embed/>
                  <p:pic>
                    <p:nvPicPr>
                      <p:cNvPr id="0" name="图片 339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49950" y="1270635"/>
                        <a:ext cx="2286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060575" y="1839913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735580" y="1936750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" name="Equation" r:id="rId7" imgW="35661600" imgH="9753600" progId="Equation.DSMT4">
                  <p:embed/>
                </p:oleObj>
              </mc:Choice>
              <mc:Fallback>
                <p:oleObj name="Equation" r:id="rId7" imgW="35661600" imgH="9753600" progId="Equation.DSMT4">
                  <p:embed/>
                  <p:pic>
                    <p:nvPicPr>
                      <p:cNvPr id="0" name="图片 339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35580" y="1936750"/>
                        <a:ext cx="1485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4191000" y="1839913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711700" y="1904365"/>
          <a:ext cx="160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" name="Equation" r:id="rId9" imgW="38404800" imgH="9448800" progId="Equation.DSMT4">
                  <p:embed/>
                </p:oleObj>
              </mc:Choice>
              <mc:Fallback>
                <p:oleObj name="Equation" r:id="rId9" imgW="38404800" imgH="9448800" progId="Equation.DSMT4">
                  <p:embed/>
                  <p:pic>
                    <p:nvPicPr>
                      <p:cNvPr id="0" name="图片 339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11700" y="1904365"/>
                        <a:ext cx="1600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844800" y="2692400"/>
          <a:ext cx="228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9" name="Equation" r:id="rId11" imgW="5486400" imgH="7315200" progId="Equation.DSMT4">
                  <p:embed/>
                </p:oleObj>
              </mc:Choice>
              <mc:Fallback>
                <p:oleObj name="Equation" r:id="rId11" imgW="5486400" imgH="7315200" progId="Equation.DSMT4">
                  <p:embed/>
                  <p:pic>
                    <p:nvPicPr>
                      <p:cNvPr id="0" name="图片 339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44800" y="2692400"/>
                        <a:ext cx="2286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2451100" y="3236913"/>
          <a:ext cx="80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" name="Equation" r:id="rId13" imgW="19202400" imgH="9753600" progId="Equation.DSMT4">
                  <p:embed/>
                </p:oleObj>
              </mc:Choice>
              <mc:Fallback>
                <p:oleObj name="Equation" r:id="rId13" imgW="19202400" imgH="9753600" progId="Equation.DSMT4">
                  <p:embed/>
                  <p:pic>
                    <p:nvPicPr>
                      <p:cNvPr id="0" name="图片 339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51100" y="3236913"/>
                        <a:ext cx="800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2451100" y="3814763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" name="Equation" r:id="rId15" imgW="17678400" imgH="9448800" progId="Equation.DSMT4">
                  <p:embed/>
                </p:oleObj>
              </mc:Choice>
              <mc:Fallback>
                <p:oleObj name="Equation" r:id="rId15" imgW="17678400" imgH="9448800" progId="Equation.DSMT4">
                  <p:embed/>
                  <p:pic>
                    <p:nvPicPr>
                      <p:cNvPr id="0" name="图片 340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51100" y="3814763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15"/>
          <p:cNvSpPr>
            <a:spLocks noChangeShapeType="1"/>
          </p:cNvSpPr>
          <p:nvPr/>
        </p:nvSpPr>
        <p:spPr bwMode="auto">
          <a:xfrm flipV="1">
            <a:off x="2471738" y="3052763"/>
            <a:ext cx="7053262" cy="0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3352800" y="2514600"/>
            <a:ext cx="0" cy="1800225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5105400" y="2514600"/>
            <a:ext cx="0" cy="1800225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7315200" y="2514600"/>
            <a:ext cx="0" cy="1800225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5715000" y="2514600"/>
            <a:ext cx="0" cy="1800225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7924800" y="2514600"/>
            <a:ext cx="0" cy="1800225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568700" y="2589213"/>
          <a:ext cx="1054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" name="Equation" r:id="rId17" imgW="25298400" imgH="9448800" progId="Equation.DSMT4">
                  <p:embed/>
                </p:oleObj>
              </mc:Choice>
              <mc:Fallback>
                <p:oleObj name="Equation" r:id="rId17" imgW="25298400" imgH="9448800" progId="Equation.DSMT4">
                  <p:embed/>
                  <p:pic>
                    <p:nvPicPr>
                      <p:cNvPr id="0" name="图片 340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68700" y="2589213"/>
                        <a:ext cx="1054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7456488" y="2582863"/>
          <a:ext cx="228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" name="Equation" r:id="rId19" imgW="5486400" imgH="9448800" progId="Equation.DSMT4">
                  <p:embed/>
                </p:oleObj>
              </mc:Choice>
              <mc:Fallback>
                <p:oleObj name="Equation" r:id="rId19" imgW="5486400" imgH="9448800" progId="Equation.DSMT4">
                  <p:embed/>
                  <p:pic>
                    <p:nvPicPr>
                      <p:cNvPr id="0" name="图片 340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56488" y="2582863"/>
                        <a:ext cx="228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5270500" y="3173413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" name="Equation" r:id="rId21" imgW="5181600" imgH="9448800" progId="Equation.DSMT4">
                  <p:embed/>
                </p:oleObj>
              </mc:Choice>
              <mc:Fallback>
                <p:oleObj name="Equation" r:id="rId21" imgW="5181600" imgH="9448800" progId="Equation.DSMT4">
                  <p:embed/>
                  <p:pic>
                    <p:nvPicPr>
                      <p:cNvPr id="0" name="图片 340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270500" y="3173413"/>
                        <a:ext cx="21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7480300" y="3173413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" name="Equation" r:id="rId23" imgW="5181600" imgH="9448800" progId="Equation.DSMT4">
                  <p:embed/>
                </p:oleObj>
              </mc:Choice>
              <mc:Fallback>
                <p:oleObj name="Equation" r:id="rId23" imgW="5181600" imgH="9448800" progId="Equation.DSMT4">
                  <p:embed/>
                  <p:pic>
                    <p:nvPicPr>
                      <p:cNvPr id="0" name="图片 340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480300" y="3173413"/>
                        <a:ext cx="21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5334000" y="2551113"/>
          <a:ext cx="15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" name="Equation" r:id="rId25" imgW="3657600" imgH="9448800" progId="Equation.DSMT4">
                  <p:embed/>
                </p:oleObj>
              </mc:Choice>
              <mc:Fallback>
                <p:oleObj name="Equation" r:id="rId25" imgW="3657600" imgH="9448800" progId="Equation.DSMT4">
                  <p:embed/>
                  <p:pic>
                    <p:nvPicPr>
                      <p:cNvPr id="0" name="图片 340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334000" y="2551113"/>
                        <a:ext cx="152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6026150" y="2589213"/>
          <a:ext cx="81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" name="Equation" r:id="rId27" imgW="19507200" imgH="9448800" progId="Equation.DSMT4">
                  <p:embed/>
                </p:oleObj>
              </mc:Choice>
              <mc:Fallback>
                <p:oleObj name="Equation" r:id="rId27" imgW="19507200" imgH="9448800" progId="Equation.DSMT4">
                  <p:embed/>
                  <p:pic>
                    <p:nvPicPr>
                      <p:cNvPr id="0" name="图片 340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026150" y="2589213"/>
                        <a:ext cx="812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8159750" y="2589213"/>
          <a:ext cx="118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" name="Equation" r:id="rId29" imgW="28346400" imgH="9448800" progId="Equation.DSMT4">
                  <p:embed/>
                </p:oleObj>
              </mc:Choice>
              <mc:Fallback>
                <p:oleObj name="Equation" r:id="rId29" imgW="28346400" imgH="9448800" progId="Equation.DSMT4">
                  <p:embed/>
                  <p:pic>
                    <p:nvPicPr>
                      <p:cNvPr id="0" name="图片 3407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159750" y="2589213"/>
                        <a:ext cx="1181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4013200" y="3243263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" name="Equation" r:id="rId31" imgW="6096000" imgH="7924800" progId="Equation.DSMT4">
                  <p:embed/>
                </p:oleObj>
              </mc:Choice>
              <mc:Fallback>
                <p:oleObj name="Equation" r:id="rId31" imgW="6096000" imgH="7924800" progId="Equation.DSMT4">
                  <p:embed/>
                  <p:pic>
                    <p:nvPicPr>
                      <p:cNvPr id="0" name="图片 3408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013200" y="3243263"/>
                        <a:ext cx="254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6311900" y="3300413"/>
          <a:ext cx="24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" name="Equation" r:id="rId33" imgW="5791200" imgH="5791200" progId="Equation.DSMT4">
                  <p:embed/>
                </p:oleObj>
              </mc:Choice>
              <mc:Fallback>
                <p:oleObj name="Equation" r:id="rId33" imgW="5791200" imgH="5791200" progId="Equation.DSMT4">
                  <p:embed/>
                  <p:pic>
                    <p:nvPicPr>
                      <p:cNvPr id="0" name="图片 3409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311900" y="3300413"/>
                        <a:ext cx="2413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0"/>
          <p:cNvGraphicFramePr>
            <a:graphicFrameLocks noChangeAspect="1"/>
          </p:cNvGraphicFramePr>
          <p:nvPr/>
        </p:nvGraphicFramePr>
        <p:xfrm>
          <a:off x="8477250" y="3167063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" name="Equation" r:id="rId35" imgW="6096000" imgH="7924800" progId="Equation.DSMT4">
                  <p:embed/>
                </p:oleObj>
              </mc:Choice>
              <mc:Fallback>
                <p:oleObj name="Equation" r:id="rId35" imgW="6096000" imgH="7924800" progId="Equation.DSMT4">
                  <p:embed/>
                  <p:pic>
                    <p:nvPicPr>
                      <p:cNvPr id="0" name="图片 3410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477250" y="3167063"/>
                        <a:ext cx="254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1"/>
          <p:cNvGraphicFramePr>
            <a:graphicFrameLocks noChangeAspect="1"/>
          </p:cNvGraphicFramePr>
          <p:nvPr/>
        </p:nvGraphicFramePr>
        <p:xfrm>
          <a:off x="5257800" y="3789363"/>
          <a:ext cx="228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2" name="Equation" r:id="rId37" imgW="5486400" imgH="9448800" progId="Equation.DSMT4">
                  <p:embed/>
                </p:oleObj>
              </mc:Choice>
              <mc:Fallback>
                <p:oleObj name="Equation" r:id="rId37" imgW="5486400" imgH="9448800" progId="Equation.DSMT4">
                  <p:embed/>
                  <p:pic>
                    <p:nvPicPr>
                      <p:cNvPr id="0" name="图片 3411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257800" y="3789363"/>
                        <a:ext cx="228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2"/>
          <p:cNvGraphicFramePr>
            <a:graphicFrameLocks noChangeAspect="1"/>
          </p:cNvGraphicFramePr>
          <p:nvPr/>
        </p:nvGraphicFramePr>
        <p:xfrm>
          <a:off x="7543800" y="3789363"/>
          <a:ext cx="15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" name="Equation" r:id="rId39" imgW="3657600" imgH="9448800" progId="Equation.DSMT4">
                  <p:embed/>
                </p:oleObj>
              </mc:Choice>
              <mc:Fallback>
                <p:oleObj name="Equation" r:id="rId39" imgW="3657600" imgH="9448800" progId="Equation.DSMT4">
                  <p:embed/>
                  <p:pic>
                    <p:nvPicPr>
                      <p:cNvPr id="0" name="图片 3412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543800" y="3789363"/>
                        <a:ext cx="152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2006283" y="4785360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4" name="Object 34"/>
          <p:cNvGraphicFramePr>
            <a:graphicFrameLocks noChangeAspect="1"/>
          </p:cNvGraphicFramePr>
          <p:nvPr/>
        </p:nvGraphicFramePr>
        <p:xfrm>
          <a:off x="2472055" y="4868228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" name="Equation" r:id="rId41" imgW="17678400" imgH="9448800" progId="Equation.DSMT4">
                  <p:embed/>
                </p:oleObj>
              </mc:Choice>
              <mc:Fallback>
                <p:oleObj name="Equation" r:id="rId41" imgW="17678400" imgH="9448800" progId="Equation.DSMT4">
                  <p:embed/>
                  <p:pic>
                    <p:nvPicPr>
                      <p:cNvPr id="0" name="图片 3413"/>
                      <p:cNvPicPr>
                        <a:picLocks noChangeAspect="1"/>
                      </p:cNvPicPr>
                      <p:nvPr/>
                    </p:nvPicPr>
                    <p:blipFill>
                      <a:blip r:embed="rId4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72055" y="4868228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3081338" y="4804410"/>
            <a:ext cx="3505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单调增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区间为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6" name="Object 36"/>
          <p:cNvGraphicFramePr>
            <a:graphicFrameLocks noChangeAspect="1"/>
          </p:cNvGraphicFramePr>
          <p:nvPr/>
        </p:nvGraphicFramePr>
        <p:xfrm>
          <a:off x="5778500" y="4868228"/>
          <a:ext cx="1168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5" name="Equation" r:id="rId43" imgW="28041600" imgH="9448800" progId="Equation.DSMT4">
                  <p:embed/>
                </p:oleObj>
              </mc:Choice>
              <mc:Fallback>
                <p:oleObj name="Equation" r:id="rId43" imgW="28041600" imgH="9448800" progId="Equation.DSMT4">
                  <p:embed/>
                  <p:pic>
                    <p:nvPicPr>
                      <p:cNvPr id="0" name="图片 3414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5778500" y="4868228"/>
                        <a:ext cx="1168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7"/>
          <p:cNvGraphicFramePr>
            <a:graphicFrameLocks noChangeAspect="1"/>
          </p:cNvGraphicFramePr>
          <p:nvPr/>
        </p:nvGraphicFramePr>
        <p:xfrm>
          <a:off x="7035800" y="4868228"/>
          <a:ext cx="1270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6" name="Equation" r:id="rId45" imgW="30480000" imgH="9448800" progId="Equation.DSMT4">
                  <p:embed/>
                </p:oleObj>
              </mc:Choice>
              <mc:Fallback>
                <p:oleObj name="Equation" r:id="rId45" imgW="30480000" imgH="9448800" progId="Equation.DSMT4">
                  <p:embed/>
                  <p:pic>
                    <p:nvPicPr>
                      <p:cNvPr id="0" name="图片 3415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7035800" y="4868228"/>
                        <a:ext cx="1270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8"/>
          <p:cNvGraphicFramePr>
            <a:graphicFrameLocks noChangeAspect="1"/>
          </p:cNvGraphicFramePr>
          <p:nvPr/>
        </p:nvGraphicFramePr>
        <p:xfrm>
          <a:off x="2425700" y="5595938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7" name="Equation" r:id="rId47" imgW="17678400" imgH="9448800" progId="Equation.DSMT4">
                  <p:embed/>
                </p:oleObj>
              </mc:Choice>
              <mc:Fallback>
                <p:oleObj name="Equation" r:id="rId47" imgW="17678400" imgH="9448800" progId="Equation.DSMT4">
                  <p:embed/>
                  <p:pic>
                    <p:nvPicPr>
                      <p:cNvPr id="0" name="图片 3416"/>
                      <p:cNvPicPr>
                        <a:picLocks noChangeAspect="1"/>
                      </p:cNvPicPr>
                      <p:nvPr/>
                    </p:nvPicPr>
                    <p:blipFill>
                      <a:blip r:embed="rId4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25700" y="5595938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3081338" y="5521325"/>
            <a:ext cx="3429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单调减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区间为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0" name="Object 40"/>
          <p:cNvGraphicFramePr>
            <a:graphicFrameLocks noChangeAspect="1"/>
          </p:cNvGraphicFramePr>
          <p:nvPr/>
        </p:nvGraphicFramePr>
        <p:xfrm>
          <a:off x="5778500" y="5585460"/>
          <a:ext cx="87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" name="Equation" r:id="rId49" imgW="21031200" imgH="9448800" progId="Equation.DSMT4">
                  <p:embed/>
                </p:oleObj>
              </mc:Choice>
              <mc:Fallback>
                <p:oleObj name="Equation" r:id="rId49" imgW="21031200" imgH="9448800" progId="Equation.DSMT4">
                  <p:embed/>
                  <p:pic>
                    <p:nvPicPr>
                      <p:cNvPr id="0" name="图片 3417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778500" y="5585460"/>
                        <a:ext cx="876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Group 41"/>
          <p:cNvGrpSpPr/>
          <p:nvPr/>
        </p:nvGrpSpPr>
        <p:grpSpPr bwMode="auto">
          <a:xfrm>
            <a:off x="8594725" y="5162559"/>
            <a:ext cx="1122363" cy="319088"/>
            <a:chOff x="4339" y="3485"/>
            <a:chExt cx="707" cy="201"/>
          </a:xfrm>
        </p:grpSpPr>
        <p:graphicFrame>
          <p:nvGraphicFramePr>
            <p:cNvPr id="42" name="Object 42"/>
            <p:cNvGraphicFramePr>
              <a:graphicFrameLocks noChangeAspect="1"/>
            </p:cNvGraphicFramePr>
            <p:nvPr/>
          </p:nvGraphicFramePr>
          <p:xfrm>
            <a:off x="4339" y="3485"/>
            <a:ext cx="77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9" name="Equation" r:id="rId51" imgW="3657600" imgH="9448800" progId="Equation.DSMT4">
                    <p:embed/>
                  </p:oleObj>
                </mc:Choice>
                <mc:Fallback>
                  <p:oleObj name="Equation" r:id="rId51" imgW="3657600" imgH="9448800" progId="Equation.DSMT4">
                    <p:embed/>
                    <p:pic>
                      <p:nvPicPr>
                        <p:cNvPr id="0" name="图片 34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4339" y="3485"/>
                          <a:ext cx="77" cy="2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Line 43"/>
            <p:cNvSpPr>
              <a:spLocks noChangeShapeType="1"/>
            </p:cNvSpPr>
            <p:nvPr/>
          </p:nvSpPr>
          <p:spPr bwMode="auto">
            <a:xfrm flipH="1">
              <a:off x="4479" y="3577"/>
              <a:ext cx="5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Group 44"/>
          <p:cNvGrpSpPr/>
          <p:nvPr/>
        </p:nvGrpSpPr>
        <p:grpSpPr bwMode="auto">
          <a:xfrm>
            <a:off x="8534400" y="4698995"/>
            <a:ext cx="722313" cy="317499"/>
            <a:chOff x="4301" y="3180"/>
            <a:chExt cx="455" cy="200"/>
          </a:xfrm>
        </p:grpSpPr>
        <p:graphicFrame>
          <p:nvGraphicFramePr>
            <p:cNvPr id="45" name="Object 45"/>
            <p:cNvGraphicFramePr>
              <a:graphicFrameLocks noChangeAspect="1"/>
            </p:cNvGraphicFramePr>
            <p:nvPr/>
          </p:nvGraphicFramePr>
          <p:xfrm>
            <a:off x="4301" y="3180"/>
            <a:ext cx="115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0" name="Equation" r:id="rId53" imgW="5486400" imgH="9448800" progId="Equation.DSMT4">
                    <p:embed/>
                  </p:oleObj>
                </mc:Choice>
                <mc:Fallback>
                  <p:oleObj name="Equation" r:id="rId53" imgW="5486400" imgH="9448800" progId="Equation.DSMT4">
                    <p:embed/>
                    <p:pic>
                      <p:nvPicPr>
                        <p:cNvPr id="0" name="图片 34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4"/>
                        <a:stretch>
                          <a:fillRect/>
                        </a:stretch>
                      </p:blipFill>
                      <p:spPr>
                        <a:xfrm>
                          <a:off x="4301" y="3180"/>
                          <a:ext cx="115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Line 46"/>
            <p:cNvSpPr>
              <a:spLocks noChangeShapeType="1"/>
            </p:cNvSpPr>
            <p:nvPr/>
          </p:nvSpPr>
          <p:spPr bwMode="auto">
            <a:xfrm flipH="1">
              <a:off x="4484" y="3287"/>
              <a:ext cx="272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Line 47"/>
          <p:cNvSpPr>
            <a:spLocks noChangeShapeType="1"/>
          </p:cNvSpPr>
          <p:nvPr/>
        </p:nvSpPr>
        <p:spPr bwMode="auto">
          <a:xfrm flipV="1">
            <a:off x="8305800" y="3738563"/>
            <a:ext cx="838200" cy="457200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Line 48"/>
          <p:cNvSpPr>
            <a:spLocks noChangeShapeType="1"/>
          </p:cNvSpPr>
          <p:nvPr/>
        </p:nvSpPr>
        <p:spPr bwMode="auto">
          <a:xfrm flipV="1">
            <a:off x="3733800" y="3814763"/>
            <a:ext cx="762000" cy="381000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Line 49"/>
          <p:cNvSpPr>
            <a:spLocks noChangeShapeType="1"/>
          </p:cNvSpPr>
          <p:nvPr/>
        </p:nvSpPr>
        <p:spPr bwMode="auto">
          <a:xfrm>
            <a:off x="6096000" y="3738563"/>
            <a:ext cx="685800" cy="457200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" name="Freeform 50"/>
          <p:cNvSpPr/>
          <p:nvPr/>
        </p:nvSpPr>
        <p:spPr bwMode="auto">
          <a:xfrm>
            <a:off x="8902700" y="4364038"/>
            <a:ext cx="1106488" cy="1793875"/>
          </a:xfrm>
          <a:custGeom>
            <a:avLst/>
            <a:gdLst>
              <a:gd name="T0" fmla="*/ 12 w 942"/>
              <a:gd name="T1" fmla="*/ 1440 h 1530"/>
              <a:gd name="T2" fmla="*/ 24 w 942"/>
              <a:gd name="T3" fmla="*/ 1320 h 1530"/>
              <a:gd name="T4" fmla="*/ 42 w 942"/>
              <a:gd name="T5" fmla="*/ 1212 h 1530"/>
              <a:gd name="T6" fmla="*/ 54 w 942"/>
              <a:gd name="T7" fmla="*/ 1110 h 1530"/>
              <a:gd name="T8" fmla="*/ 72 w 942"/>
              <a:gd name="T9" fmla="*/ 1020 h 1530"/>
              <a:gd name="T10" fmla="*/ 84 w 942"/>
              <a:gd name="T11" fmla="*/ 936 h 1530"/>
              <a:gd name="T12" fmla="*/ 102 w 942"/>
              <a:gd name="T13" fmla="*/ 858 h 1530"/>
              <a:gd name="T14" fmla="*/ 114 w 942"/>
              <a:gd name="T15" fmla="*/ 792 h 1530"/>
              <a:gd name="T16" fmla="*/ 132 w 942"/>
              <a:gd name="T17" fmla="*/ 726 h 1530"/>
              <a:gd name="T18" fmla="*/ 144 w 942"/>
              <a:gd name="T19" fmla="*/ 672 h 1530"/>
              <a:gd name="T20" fmla="*/ 162 w 942"/>
              <a:gd name="T21" fmla="*/ 624 h 1530"/>
              <a:gd name="T22" fmla="*/ 174 w 942"/>
              <a:gd name="T23" fmla="*/ 582 h 1530"/>
              <a:gd name="T24" fmla="*/ 192 w 942"/>
              <a:gd name="T25" fmla="*/ 546 h 1530"/>
              <a:gd name="T26" fmla="*/ 210 w 942"/>
              <a:gd name="T27" fmla="*/ 516 h 1530"/>
              <a:gd name="T28" fmla="*/ 222 w 942"/>
              <a:gd name="T29" fmla="*/ 492 h 1530"/>
              <a:gd name="T30" fmla="*/ 240 w 942"/>
              <a:gd name="T31" fmla="*/ 468 h 1530"/>
              <a:gd name="T32" fmla="*/ 252 w 942"/>
              <a:gd name="T33" fmla="*/ 456 h 1530"/>
              <a:gd name="T34" fmla="*/ 270 w 942"/>
              <a:gd name="T35" fmla="*/ 444 h 1530"/>
              <a:gd name="T36" fmla="*/ 282 w 942"/>
              <a:gd name="T37" fmla="*/ 438 h 1530"/>
              <a:gd name="T38" fmla="*/ 300 w 942"/>
              <a:gd name="T39" fmla="*/ 432 h 1530"/>
              <a:gd name="T40" fmla="*/ 312 w 942"/>
              <a:gd name="T41" fmla="*/ 432 h 1530"/>
              <a:gd name="T42" fmla="*/ 330 w 942"/>
              <a:gd name="T43" fmla="*/ 438 h 1530"/>
              <a:gd name="T44" fmla="*/ 342 w 942"/>
              <a:gd name="T45" fmla="*/ 444 h 1530"/>
              <a:gd name="T46" fmla="*/ 360 w 942"/>
              <a:gd name="T47" fmla="*/ 456 h 1530"/>
              <a:gd name="T48" fmla="*/ 372 w 942"/>
              <a:gd name="T49" fmla="*/ 468 h 1530"/>
              <a:gd name="T50" fmla="*/ 390 w 942"/>
              <a:gd name="T51" fmla="*/ 486 h 1530"/>
              <a:gd name="T52" fmla="*/ 402 w 942"/>
              <a:gd name="T53" fmla="*/ 498 h 1530"/>
              <a:gd name="T54" fmla="*/ 420 w 942"/>
              <a:gd name="T55" fmla="*/ 516 h 1530"/>
              <a:gd name="T56" fmla="*/ 432 w 942"/>
              <a:gd name="T57" fmla="*/ 540 h 1530"/>
              <a:gd name="T58" fmla="*/ 450 w 942"/>
              <a:gd name="T59" fmla="*/ 558 h 1530"/>
              <a:gd name="T60" fmla="*/ 462 w 942"/>
              <a:gd name="T61" fmla="*/ 582 h 1530"/>
              <a:gd name="T62" fmla="*/ 480 w 942"/>
              <a:gd name="T63" fmla="*/ 606 h 1530"/>
              <a:gd name="T64" fmla="*/ 492 w 942"/>
              <a:gd name="T65" fmla="*/ 624 h 1530"/>
              <a:gd name="T66" fmla="*/ 510 w 942"/>
              <a:gd name="T67" fmla="*/ 648 h 1530"/>
              <a:gd name="T68" fmla="*/ 522 w 942"/>
              <a:gd name="T69" fmla="*/ 672 h 1530"/>
              <a:gd name="T70" fmla="*/ 540 w 942"/>
              <a:gd name="T71" fmla="*/ 690 h 1530"/>
              <a:gd name="T72" fmla="*/ 552 w 942"/>
              <a:gd name="T73" fmla="*/ 714 h 1530"/>
              <a:gd name="T74" fmla="*/ 570 w 942"/>
              <a:gd name="T75" fmla="*/ 732 h 1530"/>
              <a:gd name="T76" fmla="*/ 582 w 942"/>
              <a:gd name="T77" fmla="*/ 750 h 1530"/>
              <a:gd name="T78" fmla="*/ 600 w 942"/>
              <a:gd name="T79" fmla="*/ 762 h 1530"/>
              <a:gd name="T80" fmla="*/ 612 w 942"/>
              <a:gd name="T81" fmla="*/ 780 h 1530"/>
              <a:gd name="T82" fmla="*/ 630 w 942"/>
              <a:gd name="T83" fmla="*/ 792 h 1530"/>
              <a:gd name="T84" fmla="*/ 642 w 942"/>
              <a:gd name="T85" fmla="*/ 798 h 1530"/>
              <a:gd name="T86" fmla="*/ 660 w 942"/>
              <a:gd name="T87" fmla="*/ 804 h 1530"/>
              <a:gd name="T88" fmla="*/ 672 w 942"/>
              <a:gd name="T89" fmla="*/ 804 h 1530"/>
              <a:gd name="T90" fmla="*/ 690 w 942"/>
              <a:gd name="T91" fmla="*/ 804 h 1530"/>
              <a:gd name="T92" fmla="*/ 708 w 942"/>
              <a:gd name="T93" fmla="*/ 798 h 1530"/>
              <a:gd name="T94" fmla="*/ 720 w 942"/>
              <a:gd name="T95" fmla="*/ 792 h 1530"/>
              <a:gd name="T96" fmla="*/ 738 w 942"/>
              <a:gd name="T97" fmla="*/ 780 h 1530"/>
              <a:gd name="T98" fmla="*/ 750 w 942"/>
              <a:gd name="T99" fmla="*/ 762 h 1530"/>
              <a:gd name="T100" fmla="*/ 768 w 942"/>
              <a:gd name="T101" fmla="*/ 738 h 1530"/>
              <a:gd name="T102" fmla="*/ 780 w 942"/>
              <a:gd name="T103" fmla="*/ 708 h 1530"/>
              <a:gd name="T104" fmla="*/ 798 w 942"/>
              <a:gd name="T105" fmla="*/ 678 h 1530"/>
              <a:gd name="T106" fmla="*/ 810 w 942"/>
              <a:gd name="T107" fmla="*/ 636 h 1530"/>
              <a:gd name="T108" fmla="*/ 828 w 942"/>
              <a:gd name="T109" fmla="*/ 594 h 1530"/>
              <a:gd name="T110" fmla="*/ 840 w 942"/>
              <a:gd name="T111" fmla="*/ 540 h 1530"/>
              <a:gd name="T112" fmla="*/ 858 w 942"/>
              <a:gd name="T113" fmla="*/ 480 h 1530"/>
              <a:gd name="T114" fmla="*/ 870 w 942"/>
              <a:gd name="T115" fmla="*/ 414 h 1530"/>
              <a:gd name="T116" fmla="*/ 888 w 942"/>
              <a:gd name="T117" fmla="*/ 342 h 1530"/>
              <a:gd name="T118" fmla="*/ 900 w 942"/>
              <a:gd name="T119" fmla="*/ 264 h 1530"/>
              <a:gd name="T120" fmla="*/ 918 w 942"/>
              <a:gd name="T121" fmla="*/ 174 h 1530"/>
              <a:gd name="T122" fmla="*/ 930 w 942"/>
              <a:gd name="T123" fmla="*/ 78 h 1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42" h="1530">
                <a:moveTo>
                  <a:pt x="0" y="1530"/>
                </a:moveTo>
                <a:lnTo>
                  <a:pt x="6" y="1500"/>
                </a:lnTo>
                <a:lnTo>
                  <a:pt x="6" y="1470"/>
                </a:lnTo>
                <a:lnTo>
                  <a:pt x="12" y="1440"/>
                </a:lnTo>
                <a:lnTo>
                  <a:pt x="12" y="1410"/>
                </a:lnTo>
                <a:lnTo>
                  <a:pt x="18" y="1380"/>
                </a:lnTo>
                <a:lnTo>
                  <a:pt x="24" y="1350"/>
                </a:lnTo>
                <a:lnTo>
                  <a:pt x="24" y="1320"/>
                </a:lnTo>
                <a:lnTo>
                  <a:pt x="30" y="1290"/>
                </a:lnTo>
                <a:lnTo>
                  <a:pt x="36" y="1266"/>
                </a:lnTo>
                <a:lnTo>
                  <a:pt x="36" y="1236"/>
                </a:lnTo>
                <a:lnTo>
                  <a:pt x="42" y="1212"/>
                </a:lnTo>
                <a:lnTo>
                  <a:pt x="42" y="1188"/>
                </a:lnTo>
                <a:lnTo>
                  <a:pt x="48" y="1158"/>
                </a:lnTo>
                <a:lnTo>
                  <a:pt x="54" y="1134"/>
                </a:lnTo>
                <a:lnTo>
                  <a:pt x="54" y="1110"/>
                </a:lnTo>
                <a:lnTo>
                  <a:pt x="60" y="1086"/>
                </a:lnTo>
                <a:lnTo>
                  <a:pt x="66" y="1062"/>
                </a:lnTo>
                <a:lnTo>
                  <a:pt x="66" y="1044"/>
                </a:lnTo>
                <a:lnTo>
                  <a:pt x="72" y="1020"/>
                </a:lnTo>
                <a:lnTo>
                  <a:pt x="72" y="996"/>
                </a:lnTo>
                <a:lnTo>
                  <a:pt x="78" y="978"/>
                </a:lnTo>
                <a:lnTo>
                  <a:pt x="84" y="954"/>
                </a:lnTo>
                <a:lnTo>
                  <a:pt x="84" y="936"/>
                </a:lnTo>
                <a:lnTo>
                  <a:pt x="90" y="918"/>
                </a:lnTo>
                <a:lnTo>
                  <a:pt x="96" y="894"/>
                </a:lnTo>
                <a:lnTo>
                  <a:pt x="96" y="876"/>
                </a:lnTo>
                <a:lnTo>
                  <a:pt x="102" y="858"/>
                </a:lnTo>
                <a:lnTo>
                  <a:pt x="108" y="840"/>
                </a:lnTo>
                <a:lnTo>
                  <a:pt x="108" y="822"/>
                </a:lnTo>
                <a:lnTo>
                  <a:pt x="114" y="804"/>
                </a:lnTo>
                <a:lnTo>
                  <a:pt x="114" y="792"/>
                </a:lnTo>
                <a:lnTo>
                  <a:pt x="120" y="774"/>
                </a:lnTo>
                <a:lnTo>
                  <a:pt x="126" y="756"/>
                </a:lnTo>
                <a:lnTo>
                  <a:pt x="126" y="744"/>
                </a:lnTo>
                <a:lnTo>
                  <a:pt x="132" y="726"/>
                </a:lnTo>
                <a:lnTo>
                  <a:pt x="138" y="714"/>
                </a:lnTo>
                <a:lnTo>
                  <a:pt x="138" y="702"/>
                </a:lnTo>
                <a:lnTo>
                  <a:pt x="144" y="684"/>
                </a:lnTo>
                <a:lnTo>
                  <a:pt x="144" y="672"/>
                </a:lnTo>
                <a:lnTo>
                  <a:pt x="150" y="660"/>
                </a:lnTo>
                <a:lnTo>
                  <a:pt x="156" y="648"/>
                </a:lnTo>
                <a:lnTo>
                  <a:pt x="156" y="636"/>
                </a:lnTo>
                <a:lnTo>
                  <a:pt x="162" y="624"/>
                </a:lnTo>
                <a:lnTo>
                  <a:pt x="168" y="612"/>
                </a:lnTo>
                <a:lnTo>
                  <a:pt x="168" y="600"/>
                </a:lnTo>
                <a:lnTo>
                  <a:pt x="174" y="594"/>
                </a:lnTo>
                <a:lnTo>
                  <a:pt x="174" y="582"/>
                </a:lnTo>
                <a:lnTo>
                  <a:pt x="180" y="570"/>
                </a:lnTo>
                <a:lnTo>
                  <a:pt x="186" y="564"/>
                </a:lnTo>
                <a:lnTo>
                  <a:pt x="186" y="552"/>
                </a:lnTo>
                <a:lnTo>
                  <a:pt x="192" y="546"/>
                </a:lnTo>
                <a:lnTo>
                  <a:pt x="198" y="540"/>
                </a:lnTo>
                <a:lnTo>
                  <a:pt x="198" y="528"/>
                </a:lnTo>
                <a:lnTo>
                  <a:pt x="204" y="522"/>
                </a:lnTo>
                <a:lnTo>
                  <a:pt x="210" y="516"/>
                </a:lnTo>
                <a:lnTo>
                  <a:pt x="210" y="510"/>
                </a:lnTo>
                <a:lnTo>
                  <a:pt x="216" y="504"/>
                </a:lnTo>
                <a:lnTo>
                  <a:pt x="216" y="498"/>
                </a:lnTo>
                <a:lnTo>
                  <a:pt x="222" y="492"/>
                </a:lnTo>
                <a:lnTo>
                  <a:pt x="228" y="486"/>
                </a:lnTo>
                <a:lnTo>
                  <a:pt x="228" y="480"/>
                </a:lnTo>
                <a:lnTo>
                  <a:pt x="234" y="474"/>
                </a:lnTo>
                <a:lnTo>
                  <a:pt x="240" y="468"/>
                </a:lnTo>
                <a:lnTo>
                  <a:pt x="240" y="468"/>
                </a:lnTo>
                <a:lnTo>
                  <a:pt x="246" y="462"/>
                </a:lnTo>
                <a:lnTo>
                  <a:pt x="246" y="456"/>
                </a:lnTo>
                <a:lnTo>
                  <a:pt x="252" y="456"/>
                </a:lnTo>
                <a:lnTo>
                  <a:pt x="258" y="450"/>
                </a:lnTo>
                <a:lnTo>
                  <a:pt x="258" y="450"/>
                </a:lnTo>
                <a:lnTo>
                  <a:pt x="264" y="444"/>
                </a:lnTo>
                <a:lnTo>
                  <a:pt x="270" y="444"/>
                </a:lnTo>
                <a:lnTo>
                  <a:pt x="270" y="438"/>
                </a:lnTo>
                <a:lnTo>
                  <a:pt x="276" y="438"/>
                </a:lnTo>
                <a:lnTo>
                  <a:pt x="276" y="438"/>
                </a:lnTo>
                <a:lnTo>
                  <a:pt x="282" y="438"/>
                </a:lnTo>
                <a:lnTo>
                  <a:pt x="288" y="438"/>
                </a:lnTo>
                <a:lnTo>
                  <a:pt x="288" y="432"/>
                </a:lnTo>
                <a:lnTo>
                  <a:pt x="294" y="432"/>
                </a:lnTo>
                <a:lnTo>
                  <a:pt x="300" y="432"/>
                </a:lnTo>
                <a:lnTo>
                  <a:pt x="300" y="432"/>
                </a:lnTo>
                <a:lnTo>
                  <a:pt x="306" y="432"/>
                </a:lnTo>
                <a:lnTo>
                  <a:pt x="306" y="432"/>
                </a:lnTo>
                <a:lnTo>
                  <a:pt x="312" y="432"/>
                </a:lnTo>
                <a:lnTo>
                  <a:pt x="318" y="438"/>
                </a:lnTo>
                <a:lnTo>
                  <a:pt x="318" y="438"/>
                </a:lnTo>
                <a:lnTo>
                  <a:pt x="324" y="438"/>
                </a:lnTo>
                <a:lnTo>
                  <a:pt x="330" y="438"/>
                </a:lnTo>
                <a:lnTo>
                  <a:pt x="330" y="438"/>
                </a:lnTo>
                <a:lnTo>
                  <a:pt x="336" y="444"/>
                </a:lnTo>
                <a:lnTo>
                  <a:pt x="342" y="444"/>
                </a:lnTo>
                <a:lnTo>
                  <a:pt x="342" y="444"/>
                </a:lnTo>
                <a:lnTo>
                  <a:pt x="348" y="450"/>
                </a:lnTo>
                <a:lnTo>
                  <a:pt x="348" y="450"/>
                </a:lnTo>
                <a:lnTo>
                  <a:pt x="354" y="456"/>
                </a:lnTo>
                <a:lnTo>
                  <a:pt x="360" y="456"/>
                </a:lnTo>
                <a:lnTo>
                  <a:pt x="360" y="456"/>
                </a:lnTo>
                <a:lnTo>
                  <a:pt x="366" y="462"/>
                </a:lnTo>
                <a:lnTo>
                  <a:pt x="372" y="468"/>
                </a:lnTo>
                <a:lnTo>
                  <a:pt x="372" y="468"/>
                </a:lnTo>
                <a:lnTo>
                  <a:pt x="378" y="474"/>
                </a:lnTo>
                <a:lnTo>
                  <a:pt x="378" y="474"/>
                </a:lnTo>
                <a:lnTo>
                  <a:pt x="384" y="480"/>
                </a:lnTo>
                <a:lnTo>
                  <a:pt x="390" y="486"/>
                </a:lnTo>
                <a:lnTo>
                  <a:pt x="390" y="486"/>
                </a:lnTo>
                <a:lnTo>
                  <a:pt x="396" y="492"/>
                </a:lnTo>
                <a:lnTo>
                  <a:pt x="402" y="498"/>
                </a:lnTo>
                <a:lnTo>
                  <a:pt x="402" y="498"/>
                </a:lnTo>
                <a:lnTo>
                  <a:pt x="408" y="504"/>
                </a:lnTo>
                <a:lnTo>
                  <a:pt x="408" y="510"/>
                </a:lnTo>
                <a:lnTo>
                  <a:pt x="414" y="516"/>
                </a:lnTo>
                <a:lnTo>
                  <a:pt x="420" y="516"/>
                </a:lnTo>
                <a:lnTo>
                  <a:pt x="420" y="522"/>
                </a:lnTo>
                <a:lnTo>
                  <a:pt x="426" y="528"/>
                </a:lnTo>
                <a:lnTo>
                  <a:pt x="432" y="534"/>
                </a:lnTo>
                <a:lnTo>
                  <a:pt x="432" y="540"/>
                </a:lnTo>
                <a:lnTo>
                  <a:pt x="438" y="546"/>
                </a:lnTo>
                <a:lnTo>
                  <a:pt x="438" y="546"/>
                </a:lnTo>
                <a:lnTo>
                  <a:pt x="444" y="552"/>
                </a:lnTo>
                <a:lnTo>
                  <a:pt x="450" y="558"/>
                </a:lnTo>
                <a:lnTo>
                  <a:pt x="450" y="564"/>
                </a:lnTo>
                <a:lnTo>
                  <a:pt x="456" y="570"/>
                </a:lnTo>
                <a:lnTo>
                  <a:pt x="462" y="576"/>
                </a:lnTo>
                <a:lnTo>
                  <a:pt x="462" y="582"/>
                </a:lnTo>
                <a:lnTo>
                  <a:pt x="468" y="588"/>
                </a:lnTo>
                <a:lnTo>
                  <a:pt x="474" y="594"/>
                </a:lnTo>
                <a:lnTo>
                  <a:pt x="474" y="600"/>
                </a:lnTo>
                <a:lnTo>
                  <a:pt x="480" y="606"/>
                </a:lnTo>
                <a:lnTo>
                  <a:pt x="480" y="606"/>
                </a:lnTo>
                <a:lnTo>
                  <a:pt x="486" y="612"/>
                </a:lnTo>
                <a:lnTo>
                  <a:pt x="492" y="618"/>
                </a:lnTo>
                <a:lnTo>
                  <a:pt x="492" y="624"/>
                </a:lnTo>
                <a:lnTo>
                  <a:pt x="498" y="630"/>
                </a:lnTo>
                <a:lnTo>
                  <a:pt x="504" y="636"/>
                </a:lnTo>
                <a:lnTo>
                  <a:pt x="504" y="642"/>
                </a:lnTo>
                <a:lnTo>
                  <a:pt x="510" y="648"/>
                </a:lnTo>
                <a:lnTo>
                  <a:pt x="510" y="654"/>
                </a:lnTo>
                <a:lnTo>
                  <a:pt x="516" y="660"/>
                </a:lnTo>
                <a:lnTo>
                  <a:pt x="522" y="666"/>
                </a:lnTo>
                <a:lnTo>
                  <a:pt x="522" y="672"/>
                </a:lnTo>
                <a:lnTo>
                  <a:pt x="528" y="678"/>
                </a:lnTo>
                <a:lnTo>
                  <a:pt x="534" y="678"/>
                </a:lnTo>
                <a:lnTo>
                  <a:pt x="534" y="684"/>
                </a:lnTo>
                <a:lnTo>
                  <a:pt x="540" y="690"/>
                </a:lnTo>
                <a:lnTo>
                  <a:pt x="540" y="696"/>
                </a:lnTo>
                <a:lnTo>
                  <a:pt x="546" y="702"/>
                </a:lnTo>
                <a:lnTo>
                  <a:pt x="552" y="708"/>
                </a:lnTo>
                <a:lnTo>
                  <a:pt x="552" y="714"/>
                </a:lnTo>
                <a:lnTo>
                  <a:pt x="558" y="714"/>
                </a:lnTo>
                <a:lnTo>
                  <a:pt x="564" y="720"/>
                </a:lnTo>
                <a:lnTo>
                  <a:pt x="564" y="726"/>
                </a:lnTo>
                <a:lnTo>
                  <a:pt x="570" y="732"/>
                </a:lnTo>
                <a:lnTo>
                  <a:pt x="576" y="738"/>
                </a:lnTo>
                <a:lnTo>
                  <a:pt x="576" y="738"/>
                </a:lnTo>
                <a:lnTo>
                  <a:pt x="582" y="744"/>
                </a:lnTo>
                <a:lnTo>
                  <a:pt x="582" y="750"/>
                </a:lnTo>
                <a:lnTo>
                  <a:pt x="588" y="750"/>
                </a:lnTo>
                <a:lnTo>
                  <a:pt x="594" y="756"/>
                </a:lnTo>
                <a:lnTo>
                  <a:pt x="594" y="762"/>
                </a:lnTo>
                <a:lnTo>
                  <a:pt x="600" y="762"/>
                </a:lnTo>
                <a:lnTo>
                  <a:pt x="606" y="768"/>
                </a:lnTo>
                <a:lnTo>
                  <a:pt x="606" y="774"/>
                </a:lnTo>
                <a:lnTo>
                  <a:pt x="612" y="774"/>
                </a:lnTo>
                <a:lnTo>
                  <a:pt x="612" y="780"/>
                </a:lnTo>
                <a:lnTo>
                  <a:pt x="618" y="780"/>
                </a:lnTo>
                <a:lnTo>
                  <a:pt x="624" y="786"/>
                </a:lnTo>
                <a:lnTo>
                  <a:pt x="624" y="786"/>
                </a:lnTo>
                <a:lnTo>
                  <a:pt x="630" y="792"/>
                </a:lnTo>
                <a:lnTo>
                  <a:pt x="636" y="792"/>
                </a:lnTo>
                <a:lnTo>
                  <a:pt x="636" y="792"/>
                </a:lnTo>
                <a:lnTo>
                  <a:pt x="642" y="798"/>
                </a:lnTo>
                <a:lnTo>
                  <a:pt x="642" y="798"/>
                </a:lnTo>
                <a:lnTo>
                  <a:pt x="648" y="798"/>
                </a:lnTo>
                <a:lnTo>
                  <a:pt x="654" y="804"/>
                </a:lnTo>
                <a:lnTo>
                  <a:pt x="654" y="804"/>
                </a:lnTo>
                <a:lnTo>
                  <a:pt x="660" y="804"/>
                </a:lnTo>
                <a:lnTo>
                  <a:pt x="666" y="804"/>
                </a:lnTo>
                <a:lnTo>
                  <a:pt x="666" y="804"/>
                </a:lnTo>
                <a:lnTo>
                  <a:pt x="672" y="804"/>
                </a:lnTo>
                <a:lnTo>
                  <a:pt x="672" y="804"/>
                </a:lnTo>
                <a:lnTo>
                  <a:pt x="678" y="804"/>
                </a:lnTo>
                <a:lnTo>
                  <a:pt x="684" y="804"/>
                </a:lnTo>
                <a:lnTo>
                  <a:pt x="684" y="804"/>
                </a:lnTo>
                <a:lnTo>
                  <a:pt x="690" y="804"/>
                </a:lnTo>
                <a:lnTo>
                  <a:pt x="696" y="804"/>
                </a:lnTo>
                <a:lnTo>
                  <a:pt x="696" y="804"/>
                </a:lnTo>
                <a:lnTo>
                  <a:pt x="702" y="804"/>
                </a:lnTo>
                <a:lnTo>
                  <a:pt x="708" y="798"/>
                </a:lnTo>
                <a:lnTo>
                  <a:pt x="708" y="798"/>
                </a:lnTo>
                <a:lnTo>
                  <a:pt x="714" y="798"/>
                </a:lnTo>
                <a:lnTo>
                  <a:pt x="714" y="792"/>
                </a:lnTo>
                <a:lnTo>
                  <a:pt x="720" y="792"/>
                </a:lnTo>
                <a:lnTo>
                  <a:pt x="726" y="792"/>
                </a:lnTo>
                <a:lnTo>
                  <a:pt x="726" y="786"/>
                </a:lnTo>
                <a:lnTo>
                  <a:pt x="732" y="780"/>
                </a:lnTo>
                <a:lnTo>
                  <a:pt x="738" y="780"/>
                </a:lnTo>
                <a:lnTo>
                  <a:pt x="738" y="774"/>
                </a:lnTo>
                <a:lnTo>
                  <a:pt x="744" y="768"/>
                </a:lnTo>
                <a:lnTo>
                  <a:pt x="744" y="768"/>
                </a:lnTo>
                <a:lnTo>
                  <a:pt x="750" y="762"/>
                </a:lnTo>
                <a:lnTo>
                  <a:pt x="756" y="756"/>
                </a:lnTo>
                <a:lnTo>
                  <a:pt x="756" y="750"/>
                </a:lnTo>
                <a:lnTo>
                  <a:pt x="762" y="744"/>
                </a:lnTo>
                <a:lnTo>
                  <a:pt x="768" y="738"/>
                </a:lnTo>
                <a:lnTo>
                  <a:pt x="768" y="732"/>
                </a:lnTo>
                <a:lnTo>
                  <a:pt x="774" y="726"/>
                </a:lnTo>
                <a:lnTo>
                  <a:pt x="774" y="720"/>
                </a:lnTo>
                <a:lnTo>
                  <a:pt x="780" y="708"/>
                </a:lnTo>
                <a:lnTo>
                  <a:pt x="786" y="702"/>
                </a:lnTo>
                <a:lnTo>
                  <a:pt x="786" y="696"/>
                </a:lnTo>
                <a:lnTo>
                  <a:pt x="792" y="684"/>
                </a:lnTo>
                <a:lnTo>
                  <a:pt x="798" y="678"/>
                </a:lnTo>
                <a:lnTo>
                  <a:pt x="798" y="666"/>
                </a:lnTo>
                <a:lnTo>
                  <a:pt x="804" y="660"/>
                </a:lnTo>
                <a:lnTo>
                  <a:pt x="804" y="648"/>
                </a:lnTo>
                <a:lnTo>
                  <a:pt x="810" y="636"/>
                </a:lnTo>
                <a:lnTo>
                  <a:pt x="816" y="624"/>
                </a:lnTo>
                <a:lnTo>
                  <a:pt x="816" y="618"/>
                </a:lnTo>
                <a:lnTo>
                  <a:pt x="822" y="606"/>
                </a:lnTo>
                <a:lnTo>
                  <a:pt x="828" y="594"/>
                </a:lnTo>
                <a:lnTo>
                  <a:pt x="828" y="582"/>
                </a:lnTo>
                <a:lnTo>
                  <a:pt x="834" y="564"/>
                </a:lnTo>
                <a:lnTo>
                  <a:pt x="840" y="552"/>
                </a:lnTo>
                <a:lnTo>
                  <a:pt x="840" y="540"/>
                </a:lnTo>
                <a:lnTo>
                  <a:pt x="846" y="528"/>
                </a:lnTo>
                <a:lnTo>
                  <a:pt x="846" y="510"/>
                </a:lnTo>
                <a:lnTo>
                  <a:pt x="852" y="498"/>
                </a:lnTo>
                <a:lnTo>
                  <a:pt x="858" y="480"/>
                </a:lnTo>
                <a:lnTo>
                  <a:pt x="858" y="468"/>
                </a:lnTo>
                <a:lnTo>
                  <a:pt x="864" y="450"/>
                </a:lnTo>
                <a:lnTo>
                  <a:pt x="870" y="432"/>
                </a:lnTo>
                <a:lnTo>
                  <a:pt x="870" y="414"/>
                </a:lnTo>
                <a:lnTo>
                  <a:pt x="876" y="396"/>
                </a:lnTo>
                <a:lnTo>
                  <a:pt x="876" y="378"/>
                </a:lnTo>
                <a:lnTo>
                  <a:pt x="882" y="360"/>
                </a:lnTo>
                <a:lnTo>
                  <a:pt x="888" y="342"/>
                </a:lnTo>
                <a:lnTo>
                  <a:pt x="888" y="324"/>
                </a:lnTo>
                <a:lnTo>
                  <a:pt x="894" y="306"/>
                </a:lnTo>
                <a:lnTo>
                  <a:pt x="900" y="282"/>
                </a:lnTo>
                <a:lnTo>
                  <a:pt x="900" y="264"/>
                </a:lnTo>
                <a:lnTo>
                  <a:pt x="906" y="240"/>
                </a:lnTo>
                <a:lnTo>
                  <a:pt x="906" y="222"/>
                </a:lnTo>
                <a:lnTo>
                  <a:pt x="912" y="198"/>
                </a:lnTo>
                <a:lnTo>
                  <a:pt x="918" y="174"/>
                </a:lnTo>
                <a:lnTo>
                  <a:pt x="918" y="150"/>
                </a:lnTo>
                <a:lnTo>
                  <a:pt x="924" y="126"/>
                </a:lnTo>
                <a:lnTo>
                  <a:pt x="930" y="102"/>
                </a:lnTo>
                <a:lnTo>
                  <a:pt x="930" y="78"/>
                </a:lnTo>
                <a:lnTo>
                  <a:pt x="936" y="54"/>
                </a:lnTo>
                <a:lnTo>
                  <a:pt x="942" y="30"/>
                </a:lnTo>
                <a:lnTo>
                  <a:pt x="942" y="0"/>
                </a:lnTo>
              </a:path>
            </a:pathLst>
          </a:custGeom>
          <a:noFill/>
          <a:ln w="28575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1" name="Group 51"/>
          <p:cNvGrpSpPr/>
          <p:nvPr/>
        </p:nvGrpSpPr>
        <p:grpSpPr bwMode="auto">
          <a:xfrm>
            <a:off x="8493127" y="4267200"/>
            <a:ext cx="1824038" cy="1860550"/>
            <a:chOff x="4275" y="2928"/>
            <a:chExt cx="1149" cy="1172"/>
          </a:xfrm>
        </p:grpSpPr>
        <p:sp>
          <p:nvSpPr>
            <p:cNvPr id="52" name="Line 52"/>
            <p:cNvSpPr>
              <a:spLocks noChangeShapeType="1"/>
            </p:cNvSpPr>
            <p:nvPr/>
          </p:nvSpPr>
          <p:spPr bwMode="auto">
            <a:xfrm>
              <a:off x="4320" y="3842"/>
              <a:ext cx="1088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Line 53"/>
            <p:cNvSpPr>
              <a:spLocks noChangeShapeType="1"/>
            </p:cNvSpPr>
            <p:nvPr/>
          </p:nvSpPr>
          <p:spPr bwMode="auto">
            <a:xfrm>
              <a:off x="4476" y="2928"/>
              <a:ext cx="0" cy="1172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4" name="Object 54"/>
            <p:cNvGraphicFramePr>
              <a:graphicFrameLocks noChangeAspect="1"/>
            </p:cNvGraphicFramePr>
            <p:nvPr/>
          </p:nvGraphicFramePr>
          <p:xfrm>
            <a:off x="5308" y="3891"/>
            <a:ext cx="116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1" name="Equation" r:id="rId55" imgW="5486400" imgH="7315200" progId="Equation.DSMT4">
                    <p:embed/>
                  </p:oleObj>
                </mc:Choice>
                <mc:Fallback>
                  <p:oleObj name="Equation" r:id="rId55" imgW="5486400" imgH="7315200" progId="Equation.DSMT4">
                    <p:embed/>
                    <p:pic>
                      <p:nvPicPr>
                        <p:cNvPr id="0" name="图片 34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6"/>
                        <a:stretch>
                          <a:fillRect/>
                        </a:stretch>
                      </p:blipFill>
                      <p:spPr>
                        <a:xfrm>
                          <a:off x="5308" y="3891"/>
                          <a:ext cx="116" cy="1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55"/>
            <p:cNvGraphicFramePr>
              <a:graphicFrameLocks noChangeAspect="1"/>
            </p:cNvGraphicFramePr>
            <p:nvPr/>
          </p:nvGraphicFramePr>
          <p:xfrm>
            <a:off x="4275" y="3853"/>
            <a:ext cx="207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2" name="Equation" r:id="rId57" imgW="9753600" imgH="9144000" progId="Equation.DSMT4">
                    <p:embed/>
                  </p:oleObj>
                </mc:Choice>
                <mc:Fallback>
                  <p:oleObj name="Equation" r:id="rId57" imgW="9753600" imgH="9144000" progId="Equation.DSMT4">
                    <p:embed/>
                    <p:pic>
                      <p:nvPicPr>
                        <p:cNvPr id="0" name="图片 34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8"/>
                        <a:stretch>
                          <a:fillRect/>
                        </a:stretch>
                      </p:blipFill>
                      <p:spPr>
                        <a:xfrm>
                          <a:off x="4275" y="3853"/>
                          <a:ext cx="207" cy="1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56"/>
            <p:cNvGraphicFramePr>
              <a:graphicFrameLocks noChangeAspect="1"/>
            </p:cNvGraphicFramePr>
            <p:nvPr/>
          </p:nvGraphicFramePr>
          <p:xfrm>
            <a:off x="4314" y="2931"/>
            <a:ext cx="129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3" name="Equation" r:id="rId59" imgW="6096000" imgH="7315200" progId="Equation.DSMT4">
                    <p:embed/>
                  </p:oleObj>
                </mc:Choice>
                <mc:Fallback>
                  <p:oleObj name="Equation" r:id="rId59" imgW="6096000" imgH="7315200" progId="Equation.DSMT4">
                    <p:embed/>
                    <p:pic>
                      <p:nvPicPr>
                        <p:cNvPr id="0" name="图片 34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0"/>
                        <a:stretch>
                          <a:fillRect/>
                        </a:stretch>
                      </p:blipFill>
                      <p:spPr>
                        <a:xfrm>
                          <a:off x="4314" y="2931"/>
                          <a:ext cx="129" cy="1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Group 57"/>
          <p:cNvGrpSpPr/>
          <p:nvPr/>
        </p:nvGrpSpPr>
        <p:grpSpPr bwMode="auto">
          <a:xfrm>
            <a:off x="9224963" y="4846638"/>
            <a:ext cx="122237" cy="1236662"/>
            <a:chOff x="4736" y="3273"/>
            <a:chExt cx="77" cy="779"/>
          </a:xfrm>
        </p:grpSpPr>
        <p:graphicFrame>
          <p:nvGraphicFramePr>
            <p:cNvPr id="58" name="Object 58"/>
            <p:cNvGraphicFramePr>
              <a:graphicFrameLocks noChangeAspect="1"/>
            </p:cNvGraphicFramePr>
            <p:nvPr/>
          </p:nvGraphicFramePr>
          <p:xfrm>
            <a:off x="4736" y="3852"/>
            <a:ext cx="7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4" name="Equation" r:id="rId61" imgW="3657600" imgH="9448800" progId="Equation.DSMT4">
                    <p:embed/>
                  </p:oleObj>
                </mc:Choice>
                <mc:Fallback>
                  <p:oleObj name="Equation" r:id="rId61" imgW="3657600" imgH="9448800" progId="Equation.DSMT4">
                    <p:embed/>
                    <p:pic>
                      <p:nvPicPr>
                        <p:cNvPr id="0" name="图片 34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2"/>
                        <a:stretch>
                          <a:fillRect/>
                        </a:stretch>
                      </p:blipFill>
                      <p:spPr>
                        <a:xfrm>
                          <a:off x="4736" y="3852"/>
                          <a:ext cx="77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Line 59"/>
            <p:cNvSpPr>
              <a:spLocks noChangeShapeType="1"/>
            </p:cNvSpPr>
            <p:nvPr/>
          </p:nvSpPr>
          <p:spPr bwMode="auto">
            <a:xfrm>
              <a:off x="4752" y="3273"/>
              <a:ext cx="0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Group 60"/>
          <p:cNvGrpSpPr/>
          <p:nvPr/>
        </p:nvGrpSpPr>
        <p:grpSpPr bwMode="auto">
          <a:xfrm>
            <a:off x="9639300" y="5307013"/>
            <a:ext cx="184150" cy="776287"/>
            <a:chOff x="4997" y="3563"/>
            <a:chExt cx="116" cy="489"/>
          </a:xfrm>
        </p:grpSpPr>
        <p:graphicFrame>
          <p:nvGraphicFramePr>
            <p:cNvPr id="61" name="Object 61"/>
            <p:cNvGraphicFramePr>
              <a:graphicFrameLocks noChangeAspect="1"/>
            </p:cNvGraphicFramePr>
            <p:nvPr/>
          </p:nvGraphicFramePr>
          <p:xfrm>
            <a:off x="4997" y="3852"/>
            <a:ext cx="11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" name="Equation" r:id="rId63" imgW="5486400" imgH="9448800" progId="Equation.DSMT4">
                    <p:embed/>
                  </p:oleObj>
                </mc:Choice>
                <mc:Fallback>
                  <p:oleObj name="Equation" r:id="rId63" imgW="5486400" imgH="9448800" progId="Equation.DSMT4">
                    <p:embed/>
                    <p:pic>
                      <p:nvPicPr>
                        <p:cNvPr id="0" name="图片 34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4"/>
                        <a:stretch>
                          <a:fillRect/>
                        </a:stretch>
                      </p:blipFill>
                      <p:spPr>
                        <a:xfrm>
                          <a:off x="4997" y="3852"/>
                          <a:ext cx="116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" name="Line 62"/>
            <p:cNvSpPr>
              <a:spLocks noChangeShapeType="1"/>
            </p:cNvSpPr>
            <p:nvPr/>
          </p:nvSpPr>
          <p:spPr bwMode="auto">
            <a:xfrm>
              <a:off x="5040" y="356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 autoUpdateAnimBg="0"/>
      <p:bldP spid="10" grpId="0" autoUpdateAnimBg="0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33" grpId="0" autoUpdateAnimBg="0"/>
      <p:bldP spid="35" grpId="0" autoUpdateAnimBg="0"/>
      <p:bldP spid="39" grpId="0" autoUpdateAnimBg="0"/>
      <p:bldP spid="47" grpId="0" bldLvl="0" animBg="1"/>
      <p:bldP spid="48" grpId="0" bldLvl="0" animBg="1"/>
      <p:bldP spid="49" grpId="0" bldLvl="0" animBg="1"/>
      <p:bldP spid="5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4054" y="249853"/>
            <a:ext cx="486219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思考（书上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P167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思考题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3.3.1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1129" y="783868"/>
            <a:ext cx="7663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)&gt;0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能否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保证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的某邻域 上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33940" y="1317883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递增？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30800" y="1317863"/>
            <a:ext cx="17018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不能保证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195995" y="2070414"/>
          <a:ext cx="4343400" cy="141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104241600" imgH="34137600" progId="Equation.DSMT4">
                  <p:embed/>
                </p:oleObj>
              </mc:Choice>
              <mc:Fallback>
                <p:oleObj name="Equation" r:id="rId1" imgW="104241600" imgH="341376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95995" y="2070414"/>
                        <a:ext cx="4343400" cy="1414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44502" y="2516391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113677" y="3807068"/>
          <a:ext cx="51943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name="Equation" r:id="rId3" imgW="127101600" imgH="44500800" progId="Equation.DSMT4">
                  <p:embed/>
                </p:oleObj>
              </mc:Choice>
              <mc:Fallback>
                <p:oleObj name="Equation" r:id="rId3" imgW="127101600" imgH="44500800" progId="Equation.DSMT4">
                  <p:embed/>
                  <p:pic>
                    <p:nvPicPr>
                      <p:cNvPr id="0" name="图片 41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3677" y="3807068"/>
                        <a:ext cx="5194300" cy="185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48890" y="4488815"/>
            <a:ext cx="540385" cy="48958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8531319" y="4324195"/>
          <a:ext cx="1938338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5" imgW="47244000" imgH="19812000" progId="Equation.DSMT4">
                  <p:embed/>
                </p:oleObj>
              </mc:Choice>
              <mc:Fallback>
                <p:oleObj name="Equation" r:id="rId5" imgW="47244000" imgH="19812000" progId="Equation.DSMT4">
                  <p:embed/>
                  <p:pic>
                    <p:nvPicPr>
                      <p:cNvPr id="0" name="图片 41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31319" y="4324195"/>
                        <a:ext cx="1938338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548687" y="5739353"/>
            <a:ext cx="77114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但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的任何邻域并不单调而是剧烈振荡的．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9" grpId="0"/>
      <p:bldP spid="12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3813" y="183942"/>
            <a:ext cx="46761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2.利用单调性证明不等式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268729" y="798074"/>
            <a:ext cx="3654053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baseline="30000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  <a:cs typeface="Times New Roman" panose="02020603050405020304" pitchFamily="18" charset="0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不等式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676400" y="-317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986386" y="1362775"/>
          <a:ext cx="3370263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80467200" imgH="11887200" progId="Equation.DSMT4">
                  <p:embed/>
                </p:oleObj>
              </mc:Choice>
              <mc:Fallback>
                <p:oleObj name="Equation" r:id="rId1" imgW="80467200" imgH="118872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6386" y="1362775"/>
                        <a:ext cx="3370263" cy="487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922144" y="1139731"/>
          <a:ext cx="48006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" name="Equation" r:id="rId3" imgW="115214400" imgH="22555200" progId="Equation.DSMT4">
                  <p:embed/>
                </p:oleObj>
              </mc:Choice>
              <mc:Fallback>
                <p:oleObj name="Equation" r:id="rId3" imgW="115214400" imgH="22555200" progId="Equation.DSMT4">
                  <p:embed/>
                  <p:pic>
                    <p:nvPicPr>
                      <p:cNvPr id="0" name="图片 521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22144" y="1139731"/>
                        <a:ext cx="4800600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32055" y="1977792"/>
            <a:ext cx="747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73420" y="1960012"/>
            <a:ext cx="14331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206875" y="1958340"/>
          <a:ext cx="2381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6" name="Equation" r:id="rId5" imgW="56997600" imgH="10972800" progId="Equation.DSMT4">
                  <p:embed/>
                </p:oleObj>
              </mc:Choice>
              <mc:Fallback>
                <p:oleObj name="Equation" r:id="rId5" imgW="56997600" imgH="10972800" progId="Equation.DSMT4">
                  <p:embed/>
                  <p:pic>
                    <p:nvPicPr>
                      <p:cNvPr id="0" name="图片 521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06875" y="1958340"/>
                        <a:ext cx="238125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66545" y="244513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06872" y="2457812"/>
          <a:ext cx="1968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7" name="Equation" r:id="rId7" imgW="47244000" imgH="10972800" progId="Equation.DSMT4">
                  <p:embed/>
                </p:oleObj>
              </mc:Choice>
              <mc:Fallback>
                <p:oleObj name="Equation" r:id="rId7" imgW="47244000" imgH="10972800" progId="Equation.DSMT4">
                  <p:embed/>
                  <p:pic>
                    <p:nvPicPr>
                      <p:cNvPr id="0" name="图片 5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06872" y="2457812"/>
                        <a:ext cx="1968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218616" y="2997205"/>
            <a:ext cx="53441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)&gt;0,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单调递增，故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534857" y="3064316"/>
          <a:ext cx="23558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8" name="Equation" r:id="rId9" imgW="56692800" imgH="9448800" progId="Equation.DSMT4">
                  <p:embed/>
                </p:oleObj>
              </mc:Choice>
              <mc:Fallback>
                <p:oleObj name="Equation" r:id="rId9" imgW="56692800" imgH="9448800" progId="Equation.DSMT4">
                  <p:embed/>
                  <p:pic>
                    <p:nvPicPr>
                      <p:cNvPr id="0" name="图片 521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34857" y="3064316"/>
                        <a:ext cx="23558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218616" y="3717275"/>
            <a:ext cx="53441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)&lt;0,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单调递减，故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7587439" y="3812514"/>
          <a:ext cx="2341563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9" name="Equation" r:id="rId11" imgW="56388000" imgH="9448800" progId="Equation.DSMT4">
                  <p:embed/>
                </p:oleObj>
              </mc:Choice>
              <mc:Fallback>
                <p:oleObj name="Equation" r:id="rId11" imgW="56388000" imgH="9448800" progId="Equation.DSMT4">
                  <p:embed/>
                  <p:pic>
                    <p:nvPicPr>
                      <p:cNvPr id="0" name="图片 521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87439" y="3812514"/>
                        <a:ext cx="2341563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219001" y="4442827"/>
            <a:ext cx="33254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总之，当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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544185" y="4504690"/>
          <a:ext cx="13208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0" name="Equation" r:id="rId13" imgW="31699200" imgH="9448800" progId="Equation.DSMT4">
                  <p:embed/>
                </p:oleObj>
              </mc:Choice>
              <mc:Fallback>
                <p:oleObj name="Equation" r:id="rId13" imgW="31699200" imgH="9448800" progId="Equation.DSMT4">
                  <p:embed/>
                  <p:pic>
                    <p:nvPicPr>
                      <p:cNvPr id="0" name="图片 521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44185" y="4504690"/>
                        <a:ext cx="132080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5" grpId="0"/>
      <p:bldP spid="18" grpId="0"/>
      <p:bldP spid="21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2009" y="358056"/>
            <a:ext cx="14331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397885" y="149005"/>
          <a:ext cx="36195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86868000" imgH="22555200" progId="Equation.DSMT4">
                  <p:embed/>
                </p:oleObj>
              </mc:Choice>
              <mc:Fallback>
                <p:oleObj name="Equation" r:id="rId1" imgW="86868000" imgH="22555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97885" y="149005"/>
                        <a:ext cx="3619500" cy="9318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279581" y="1048281"/>
                <a:ext cx="6496050" cy="6521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补充定义 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(0)=1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则 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[0,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altLang="zh-CN" sz="2800" b="1" i="0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𝛑</m:t>
                        </m:r>
                      </m:num>
                      <m:den>
                        <m:r>
                          <a:rPr lang="el-GR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上连续．</a:t>
                </a:r>
                <a:endPara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81" y="1048281"/>
                <a:ext cx="6496050" cy="652145"/>
              </a:xfrm>
              <a:prstGeom prst="rect">
                <a:avLst/>
              </a:prstGeom>
              <a:blipFill rotWithShape="1">
                <a:blip r:embed="rId3"/>
                <a:stretch>
                  <a:fillRect l="-9" t="-81" r="-109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890838" y="1489075"/>
          <a:ext cx="4633912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5" name="Equation" r:id="rId4" imgW="110947200" imgH="26212800" progId="Equation.DSMT4">
                  <p:embed/>
                </p:oleObj>
              </mc:Choice>
              <mc:Fallback>
                <p:oleObj name="Equation" r:id="rId4" imgW="110947200" imgH="26212800" progId="Equation.DSMT4">
                  <p:embed/>
                  <p:pic>
                    <p:nvPicPr>
                      <p:cNvPr id="0" name="图片 6274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90838" y="1489075"/>
                        <a:ext cx="4633912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519936" y="1700808"/>
          <a:ext cx="1905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6" name="Equation" r:id="rId6" imgW="45720000" imgH="7620000" progId="Equation.DSMT4">
                  <p:embed/>
                </p:oleObj>
              </mc:Choice>
              <mc:Fallback>
                <p:oleObj name="Equation" r:id="rId6" imgW="45720000" imgH="7620000" progId="Equation.DSMT4">
                  <p:embed/>
                  <p:pic>
                    <p:nvPicPr>
                      <p:cNvPr id="0" name="图片 6275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19936" y="1700808"/>
                        <a:ext cx="19050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279576" y="256490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817298" y="2621672"/>
          <a:ext cx="299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7" name="Equation" r:id="rId8" imgW="71932800" imgH="9448800" progId="Equation.DSMT4">
                  <p:embed/>
                </p:oleObj>
              </mc:Choice>
              <mc:Fallback>
                <p:oleObj name="Equation" r:id="rId8" imgW="71932800" imgH="9448800" progId="Equation.DSMT4">
                  <p:embed/>
                  <p:pic>
                    <p:nvPicPr>
                      <p:cNvPr id="0" name="图片 6276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17298" y="2621672"/>
                        <a:ext cx="2997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39790" y="2555379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524306" y="2615322"/>
          <a:ext cx="2801938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8" name="Equation" r:id="rId10" imgW="67056000" imgH="9753600" progId="Equation.DSMT4">
                  <p:embed/>
                </p:oleObj>
              </mc:Choice>
              <mc:Fallback>
                <p:oleObj name="Equation" r:id="rId10" imgW="67056000" imgH="9753600" progId="Equation.DSMT4">
                  <p:embed/>
                  <p:pic>
                    <p:nvPicPr>
                      <p:cNvPr id="0" name="图片 6277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24306" y="2615322"/>
                        <a:ext cx="2801938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317175" y="3057644"/>
                <a:ext cx="5107940" cy="6521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[0,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altLang="zh-CN" sz="2800" b="1" i="0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𝛑</m:t>
                        </m:r>
                      </m:num>
                      <m:den>
                        <m:r>
                          <a:rPr lang="el-GR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上单调递减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endPara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175" y="3057644"/>
                <a:ext cx="5107940" cy="652145"/>
              </a:xfrm>
              <a:prstGeom prst="rect">
                <a:avLst/>
              </a:prstGeom>
              <a:blipFill rotWithShape="1">
                <a:blip r:embed="rId12"/>
                <a:stretch>
                  <a:fillRect l="-1" t="-18" r="-148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424986" y="3088124"/>
          <a:ext cx="23415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9" name="Equation" r:id="rId13" imgW="56388000" imgH="11582400" progId="Equation.DSMT4">
                  <p:embed/>
                </p:oleObj>
              </mc:Choice>
              <mc:Fallback>
                <p:oleObj name="Equation" r:id="rId13" imgW="56388000" imgH="11582400" progId="Equation.DSMT4">
                  <p:embed/>
                  <p:pic>
                    <p:nvPicPr>
                      <p:cNvPr id="0" name="图片 62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24986" y="3088124"/>
                        <a:ext cx="2341563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317046" y="3670289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178677" y="3731238"/>
          <a:ext cx="1404938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" name="Equation" r:id="rId15" imgW="33528000" imgH="9753600" progId="Equation.DSMT4">
                  <p:embed/>
                </p:oleObj>
              </mc:Choice>
              <mc:Fallback>
                <p:oleObj name="Equation" r:id="rId15" imgW="33528000" imgH="9753600" progId="Equation.DSMT4">
                  <p:embed/>
                  <p:pic>
                    <p:nvPicPr>
                      <p:cNvPr id="0" name="图片 62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78677" y="3731238"/>
                        <a:ext cx="1404938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634010" y="3670289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5814804" y="3613194"/>
                <a:ext cx="4511040" cy="6521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i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[0,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altLang="zh-CN" sz="2800" b="1" i="0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𝛑</m:t>
                        </m:r>
                      </m:num>
                      <m:den>
                        <m:r>
                          <a:rPr lang="el-GR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上单调递减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故</a:t>
                </a:r>
                <a:endPara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804" y="3613194"/>
                <a:ext cx="4511040" cy="652145"/>
              </a:xfrm>
              <a:prstGeom prst="rect">
                <a:avLst/>
              </a:prstGeom>
              <a:blipFill rotWithShape="1">
                <a:blip r:embed="rId17"/>
                <a:stretch>
                  <a:fillRect l="-2" t="-7" r="-16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890677" y="4185889"/>
          <a:ext cx="3052763" cy="93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1" name="Equation" r:id="rId18" imgW="73456800" imgH="22555200" progId="Equation.DSMT4">
                  <p:embed/>
                </p:oleObj>
              </mc:Choice>
              <mc:Fallback>
                <p:oleObj name="Equation" r:id="rId18" imgW="73456800" imgH="22555200" progId="Equation.DSMT4">
                  <p:embed/>
                  <p:pic>
                    <p:nvPicPr>
                      <p:cNvPr id="0" name="图片 6280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90677" y="4185889"/>
                        <a:ext cx="3052763" cy="933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351028" y="5317857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3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003317" y="5174084"/>
          <a:ext cx="18923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2" name="Equation" r:id="rId20" imgW="45415200" imgH="20116800" progId="Equation.DSMT4">
                  <p:embed/>
                </p:oleObj>
              </mc:Choice>
              <mc:Fallback>
                <p:oleObj name="Equation" r:id="rId20" imgW="45415200" imgH="20116800" progId="Equation.DSMT4">
                  <p:embed/>
                  <p:pic>
                    <p:nvPicPr>
                      <p:cNvPr id="0" name="图片 6281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003317" y="5174084"/>
                        <a:ext cx="18923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39847" y="5329014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8" grpId="0"/>
      <p:bldP spid="21" grpId="0"/>
      <p:bldP spid="25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33806" y="291344"/>
            <a:ext cx="1368152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043972" y="386593"/>
          <a:ext cx="838200" cy="29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20116800" imgH="7315200" progId="Equation.DSMT4">
                  <p:embed/>
                </p:oleObj>
              </mc:Choice>
              <mc:Fallback>
                <p:oleObj name="Equation" r:id="rId1" imgW="20116800" imgH="73152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3972" y="386593"/>
                        <a:ext cx="838200" cy="298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82286" y="283089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957943" y="312730"/>
          <a:ext cx="3378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81076800" imgH="11887200" progId="Equation.DSMT4">
                  <p:embed/>
                </p:oleObj>
              </mc:Choice>
              <mc:Fallback>
                <p:oleObj name="Equation" r:id="rId3" imgW="81076800" imgH="118872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7943" y="312730"/>
                        <a:ext cx="33782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78127" y="848524"/>
            <a:ext cx="21482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证法一 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026658" y="896298"/>
          <a:ext cx="56165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135026400" imgH="11582400" progId="Equation.DSMT4">
                  <p:embed/>
                </p:oleObj>
              </mc:Choice>
              <mc:Fallback>
                <p:oleObj name="Equation" r:id="rId5" imgW="135026400" imgH="115824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26658" y="896298"/>
                        <a:ext cx="5616575" cy="4746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927145" y="1413411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489632" y="1258079"/>
          <a:ext cx="3317875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79857600" imgH="20116800" progId="Equation.DSMT4">
                  <p:embed/>
                </p:oleObj>
              </mc:Choice>
              <mc:Fallback>
                <p:oleObj name="Equation" r:id="rId7" imgW="79857600" imgH="201168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9632" y="1258079"/>
                        <a:ext cx="3317875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755898" y="1412776"/>
            <a:ext cx="48012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[0,+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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上单调递减，故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040521" y="2276872"/>
          <a:ext cx="2341563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56388000" imgH="9448800" progId="Equation.DSMT4">
                  <p:embed/>
                </p:oleObj>
              </mc:Choice>
              <mc:Fallback>
                <p:oleObj name="Equation" r:id="rId9" imgW="56388000" imgH="9448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40521" y="2276872"/>
                        <a:ext cx="2341563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11824" y="220486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507382" y="2728084"/>
          <a:ext cx="38671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92659200" imgH="9448800" progId="Equation.DSMT4">
                  <p:embed/>
                </p:oleObj>
              </mc:Choice>
              <mc:Fallback>
                <p:oleObj name="Equation" r:id="rId11" imgW="92659200" imgH="9448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07382" y="2728084"/>
                        <a:ext cx="38671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040531" y="3345788"/>
            <a:ext cx="21482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法二 ：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295663" y="3190838"/>
          <a:ext cx="24638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59436000" imgH="20116800" progId="Equation.DSMT4">
                  <p:embed/>
                </p:oleObj>
              </mc:Choice>
              <mc:Fallback>
                <p:oleObj name="Equation" r:id="rId13" imgW="59436000" imgH="201168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95663" y="3190838"/>
                        <a:ext cx="24638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040430" y="4072627"/>
            <a:ext cx="7329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只要证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[e,+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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668982" y="4725144"/>
          <a:ext cx="23066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15" imgW="55168800" imgH="20116800" progId="Equation.DSMT4">
                  <p:embed/>
                </p:oleObj>
              </mc:Choice>
              <mc:Fallback>
                <p:oleObj name="Equation" r:id="rId15" imgW="55168800" imgH="20116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68982" y="4725144"/>
                        <a:ext cx="230663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150921" y="5551756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5" grpId="0"/>
      <p:bldP spid="18" grpId="0"/>
      <p:bldP spid="21" grpId="0"/>
      <p:bldP spid="24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718321" y="341928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函数的极值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524000" y="1008856"/>
            <a:ext cx="19797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3.3.1.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416618" y="1078548"/>
          <a:ext cx="44688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107289600" imgH="10668000" progId="Equation.DSMT4">
                  <p:embed/>
                </p:oleObj>
              </mc:Choice>
              <mc:Fallback>
                <p:oleObj name="Equation" r:id="rId1" imgW="107289600" imgH="106680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16618" y="1078548"/>
                        <a:ext cx="4468812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8008303" y="1079183"/>
          <a:ext cx="1562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37490400" imgH="10363200" progId="Equation.DSMT4">
                  <p:embed/>
                </p:oleObj>
              </mc:Choice>
              <mc:Fallback>
                <p:oleObj name="Equation" r:id="rId3" imgW="37490400" imgH="103632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008303" y="1079183"/>
                        <a:ext cx="1562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1800543" y="1614488"/>
          <a:ext cx="336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80772000" imgH="10972800" progId="Equation.DSMT4">
                  <p:embed/>
                </p:oleObj>
              </mc:Choice>
              <mc:Fallback>
                <p:oleObj name="Equation" r:id="rId5" imgW="80772000" imgH="109728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00543" y="1614488"/>
                        <a:ext cx="3365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330508" y="1582261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在其中当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983413" y="1625283"/>
          <a:ext cx="9017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21640800" imgH="10363200" progId="Equation.DSMT4">
                  <p:embed/>
                </p:oleObj>
              </mc:Choice>
              <mc:Fallback>
                <p:oleObj name="Equation" r:id="rId7" imgW="21640800" imgH="103632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983413" y="1625283"/>
                        <a:ext cx="901700" cy="434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7885113" y="1586706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932113" y="2386013"/>
          <a:ext cx="20304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48768000" imgH="10363200" progId="Equation.DSMT4">
                  <p:embed/>
                </p:oleObj>
              </mc:Choice>
              <mc:Fallback>
                <p:oleObj name="Equation" r:id="rId9" imgW="48768000" imgH="103632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32113" y="2386013"/>
                        <a:ext cx="2030412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322513" y="2289969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2" name="Group 37"/>
          <p:cNvGrpSpPr/>
          <p:nvPr/>
        </p:nvGrpSpPr>
        <p:grpSpPr bwMode="auto">
          <a:xfrm>
            <a:off x="4989513" y="2329654"/>
            <a:ext cx="5170488" cy="522288"/>
            <a:chOff x="2208" y="1648"/>
            <a:chExt cx="3257" cy="329"/>
          </a:xfrm>
        </p:grpSpPr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2208" y="1648"/>
              <a:ext cx="3257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则称     为         的</a:t>
              </a:r>
              <a:r>
                <a:rPr kumimoji="1" lang="zh-CN" alt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极大值点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2739" y="1690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8" name="Equation" r:id="rId11" imgW="8534400" imgH="10363200" progId="Equation.DSMT4">
                    <p:embed/>
                  </p:oleObj>
                </mc:Choice>
                <mc:Fallback>
                  <p:oleObj name="Equation" r:id="rId11" imgW="8534400" imgH="10363200" progId="Equation.DSMT4">
                    <p:embed/>
                    <p:pic>
                      <p:nvPicPr>
                        <p:cNvPr id="0" name="图片 81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39" y="1690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3216" y="1700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9" name="Equation" r:id="rId13" imgW="17678400" imgH="9448800" progId="Equation.DSMT4">
                    <p:embed/>
                  </p:oleObj>
                </mc:Choice>
                <mc:Fallback>
                  <p:oleObj name="Equation" r:id="rId13" imgW="17678400" imgH="9448800" progId="Equation.DSMT4">
                    <p:embed/>
                    <p:pic>
                      <p:nvPicPr>
                        <p:cNvPr id="0" name="图片 81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16" y="1700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16"/>
          <p:cNvGrpSpPr/>
          <p:nvPr/>
        </p:nvGrpSpPr>
        <p:grpSpPr bwMode="auto">
          <a:xfrm>
            <a:off x="5330826" y="2975773"/>
            <a:ext cx="4306887" cy="522288"/>
            <a:chOff x="2615" y="2846"/>
            <a:chExt cx="2713" cy="329"/>
          </a:xfrm>
        </p:grpSpPr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615" y="2846"/>
              <a:ext cx="271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称          为函数的</a:t>
              </a:r>
              <a:r>
                <a:rPr kumimoji="1" lang="zh-CN" alt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极大值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;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2904" y="2884"/>
            <a:ext cx="5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0" name="Equation" r:id="rId15" imgW="20421600" imgH="10363200" progId="Equation.DSMT4">
                    <p:embed/>
                  </p:oleObj>
                </mc:Choice>
                <mc:Fallback>
                  <p:oleObj name="Equation" r:id="rId15" imgW="20421600" imgH="10363200" progId="Equation.DSMT4">
                    <p:embed/>
                    <p:pic>
                      <p:nvPicPr>
                        <p:cNvPr id="0" name="图片 819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04" y="2884"/>
                          <a:ext cx="536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2970213" y="3713163"/>
          <a:ext cx="20050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17" imgW="48158400" imgH="10363200" progId="Equation.DSMT4">
                  <p:embed/>
                </p:oleObj>
              </mc:Choice>
              <mc:Fallback>
                <p:oleObj name="Equation" r:id="rId17" imgW="48158400" imgH="103632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70213" y="3713163"/>
                        <a:ext cx="2005012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322513" y="3639344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1" name="Group 38"/>
          <p:cNvGrpSpPr/>
          <p:nvPr/>
        </p:nvGrpSpPr>
        <p:grpSpPr bwMode="auto">
          <a:xfrm>
            <a:off x="4989513" y="3639348"/>
            <a:ext cx="5170488" cy="522288"/>
            <a:chOff x="2208" y="2473"/>
            <a:chExt cx="3257" cy="329"/>
          </a:xfrm>
        </p:grpSpPr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2208" y="2473"/>
              <a:ext cx="3257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则称     为         的</a:t>
              </a:r>
              <a:r>
                <a:rPr kumimoji="1" lang="zh-CN" alt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极小值点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3" name="Object 23"/>
            <p:cNvGraphicFramePr>
              <a:graphicFrameLocks noChangeAspect="1"/>
            </p:cNvGraphicFramePr>
            <p:nvPr/>
          </p:nvGraphicFramePr>
          <p:xfrm>
            <a:off x="2756" y="2485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2" name="Equation" r:id="rId19" imgW="8534400" imgH="10363200" progId="Equation.DSMT4">
                    <p:embed/>
                  </p:oleObj>
                </mc:Choice>
                <mc:Fallback>
                  <p:oleObj name="Equation" r:id="rId19" imgW="8534400" imgH="103632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56" y="2485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4"/>
            <p:cNvGraphicFramePr>
              <a:graphicFrameLocks noChangeAspect="1"/>
            </p:cNvGraphicFramePr>
            <p:nvPr/>
          </p:nvGraphicFramePr>
          <p:xfrm>
            <a:off x="3216" y="2509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3" name="Equation" r:id="rId21" imgW="17678400" imgH="9448800" progId="Equation.DSMT4">
                    <p:embed/>
                  </p:oleObj>
                </mc:Choice>
                <mc:Fallback>
                  <p:oleObj name="Equation" r:id="rId21" imgW="17678400" imgH="9448800" progId="Equation.DSMT4">
                    <p:embed/>
                    <p:pic>
                      <p:nvPicPr>
                        <p:cNvPr id="0" name="图片 820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16" y="2509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25"/>
          <p:cNvGrpSpPr/>
          <p:nvPr/>
        </p:nvGrpSpPr>
        <p:grpSpPr bwMode="auto">
          <a:xfrm>
            <a:off x="5330826" y="4248950"/>
            <a:ext cx="4383087" cy="522288"/>
            <a:chOff x="2615" y="3710"/>
            <a:chExt cx="2761" cy="329"/>
          </a:xfrm>
        </p:grpSpPr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2615" y="3710"/>
              <a:ext cx="276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称          为函数的</a:t>
              </a:r>
              <a:r>
                <a:rPr kumimoji="1" lang="zh-CN" altLang="en-US" sz="28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极小值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" name="Object 27"/>
            <p:cNvGraphicFramePr>
              <a:graphicFrameLocks noChangeAspect="1"/>
            </p:cNvGraphicFramePr>
            <p:nvPr/>
          </p:nvGraphicFramePr>
          <p:xfrm>
            <a:off x="2896" y="3748"/>
            <a:ext cx="5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4" name="Equation" r:id="rId23" imgW="20421600" imgH="10363200" progId="Equation.DSMT4">
                    <p:embed/>
                  </p:oleObj>
                </mc:Choice>
                <mc:Fallback>
                  <p:oleObj name="Equation" r:id="rId23" imgW="20421600" imgH="10363200" progId="Equation.DSMT4">
                    <p:embed/>
                    <p:pic>
                      <p:nvPicPr>
                        <p:cNvPr id="0" name="图片 82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96" y="3748"/>
                          <a:ext cx="536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1865313" y="4833144"/>
            <a:ext cx="65674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极大值点与极小值点统称为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极值点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1878013" y="5447506"/>
            <a:ext cx="525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极大值与极小值统称为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极值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81200" y="2142846"/>
            <a:ext cx="1600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9"/>
          <p:cNvSpPr txBox="1">
            <a:spLocks noChangeArrowheads="1"/>
          </p:cNvSpPr>
          <p:nvPr/>
        </p:nvSpPr>
        <p:spPr bwMode="auto">
          <a:xfrm>
            <a:off x="3276600" y="2804834"/>
            <a:ext cx="202723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极值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0"/>
          <p:cNvSpPr txBox="1">
            <a:spLocks noChangeArrowheads="1"/>
          </p:cNvSpPr>
          <p:nvPr/>
        </p:nvSpPr>
        <p:spPr bwMode="auto">
          <a:xfrm>
            <a:off x="3276600" y="2212696"/>
            <a:ext cx="325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极值点为内点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1"/>
          <p:cNvGraphicFramePr>
            <a:graphicFrameLocks noChangeAspect="1"/>
          </p:cNvGraphicFramePr>
          <p:nvPr/>
        </p:nvGraphicFramePr>
        <p:xfrm>
          <a:off x="3009583" y="359728"/>
          <a:ext cx="3784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90830400" imgH="10972800" progId="Equation.DSMT4">
                  <p:embed/>
                </p:oleObj>
              </mc:Choice>
              <mc:Fallback>
                <p:oleObj name="Equation" r:id="rId1" imgW="90830400" imgH="10972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9583" y="359728"/>
                        <a:ext cx="3784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2"/>
          <p:cNvSpPr txBox="1">
            <a:spLocks noChangeArrowheads="1"/>
          </p:cNvSpPr>
          <p:nvPr/>
        </p:nvSpPr>
        <p:spPr bwMode="auto">
          <a:xfrm>
            <a:off x="1985010" y="332740"/>
            <a:ext cx="93590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96"/>
          <p:cNvGrpSpPr/>
          <p:nvPr/>
        </p:nvGrpSpPr>
        <p:grpSpPr bwMode="auto">
          <a:xfrm>
            <a:off x="2063750" y="1076046"/>
            <a:ext cx="3527425" cy="522288"/>
            <a:chOff x="567" y="816"/>
            <a:chExt cx="2222" cy="329"/>
          </a:xfrm>
        </p:grpSpPr>
        <p:graphicFrame>
          <p:nvGraphicFramePr>
            <p:cNvPr id="8" name="Object 44"/>
            <p:cNvGraphicFramePr>
              <a:graphicFrameLocks noChangeAspect="1"/>
            </p:cNvGraphicFramePr>
            <p:nvPr/>
          </p:nvGraphicFramePr>
          <p:xfrm>
            <a:off x="567" y="843"/>
            <a:ext cx="499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8" name="Equation" r:id="rId3" imgW="16764000" imgH="9448800" progId="Equation.DSMT4">
                    <p:embed/>
                  </p:oleObj>
                </mc:Choice>
                <mc:Fallback>
                  <p:oleObj name="Equation" r:id="rId3" imgW="16764000" imgH="9448800" progId="Equation.DSMT4">
                    <p:embed/>
                    <p:pic>
                      <p:nvPicPr>
                        <p:cNvPr id="0" name="图片 92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67" y="843"/>
                          <a:ext cx="499" cy="27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45"/>
            <p:cNvSpPr txBox="1">
              <a:spLocks noChangeArrowheads="1"/>
            </p:cNvSpPr>
            <p:nvPr/>
          </p:nvSpPr>
          <p:spPr bwMode="auto">
            <a:xfrm>
              <a:off x="1019" y="816"/>
              <a:ext cx="177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为极大值点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 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46"/>
          <p:cNvGrpSpPr/>
          <p:nvPr/>
        </p:nvGrpSpPr>
        <p:grpSpPr bwMode="auto">
          <a:xfrm>
            <a:off x="4965700" y="1066521"/>
            <a:ext cx="2959100" cy="522287"/>
            <a:chOff x="2168" y="705"/>
            <a:chExt cx="1864" cy="329"/>
          </a:xfrm>
        </p:grpSpPr>
        <p:graphicFrame>
          <p:nvGraphicFramePr>
            <p:cNvPr id="11" name="Object 47"/>
            <p:cNvGraphicFramePr>
              <a:graphicFrameLocks noChangeAspect="1"/>
            </p:cNvGraphicFramePr>
            <p:nvPr/>
          </p:nvGraphicFramePr>
          <p:xfrm>
            <a:off x="2168" y="743"/>
            <a:ext cx="7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" name="Equation" r:id="rId5" imgW="28651200" imgH="9448800" progId="Equation.DSMT4">
                    <p:embed/>
                  </p:oleObj>
                </mc:Choice>
                <mc:Fallback>
                  <p:oleObj name="Equation" r:id="rId5" imgW="28651200" imgH="9448800" progId="Equation.DSMT4">
                    <p:embed/>
                    <p:pic>
                      <p:nvPicPr>
                        <p:cNvPr id="0" name="图片 92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68" y="743"/>
                          <a:ext cx="752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48"/>
            <p:cNvSpPr txBox="1">
              <a:spLocks noChangeArrowheads="1"/>
            </p:cNvSpPr>
            <p:nvPr/>
          </p:nvSpPr>
          <p:spPr bwMode="auto">
            <a:xfrm>
              <a:off x="2928" y="705"/>
              <a:ext cx="110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是极大值 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49"/>
          <p:cNvGrpSpPr/>
          <p:nvPr/>
        </p:nvGrpSpPr>
        <p:grpSpPr bwMode="auto">
          <a:xfrm>
            <a:off x="4965700" y="1607861"/>
            <a:ext cx="2959100" cy="522288"/>
            <a:chOff x="2168" y="1055"/>
            <a:chExt cx="1864" cy="329"/>
          </a:xfrm>
        </p:grpSpPr>
        <p:graphicFrame>
          <p:nvGraphicFramePr>
            <p:cNvPr id="14" name="Object 50"/>
            <p:cNvGraphicFramePr>
              <a:graphicFrameLocks noChangeAspect="1"/>
            </p:cNvGraphicFramePr>
            <p:nvPr/>
          </p:nvGraphicFramePr>
          <p:xfrm>
            <a:off x="2168" y="1095"/>
            <a:ext cx="7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" name="Equation" r:id="rId7" imgW="28651200" imgH="9448800" progId="Equation.DSMT4">
                    <p:embed/>
                  </p:oleObj>
                </mc:Choice>
                <mc:Fallback>
                  <p:oleObj name="Equation" r:id="rId7" imgW="28651200" imgH="9448800" progId="Equation.DSMT4">
                    <p:embed/>
                    <p:pic>
                      <p:nvPicPr>
                        <p:cNvPr id="0" name="图片 92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68" y="1095"/>
                          <a:ext cx="752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51"/>
            <p:cNvSpPr txBox="1">
              <a:spLocks noChangeArrowheads="1"/>
            </p:cNvSpPr>
            <p:nvPr/>
          </p:nvSpPr>
          <p:spPr bwMode="auto">
            <a:xfrm>
              <a:off x="2928" y="1055"/>
              <a:ext cx="110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是极小值 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95"/>
          <p:cNvGrpSpPr/>
          <p:nvPr/>
        </p:nvGrpSpPr>
        <p:grpSpPr bwMode="auto">
          <a:xfrm>
            <a:off x="2071688" y="1623734"/>
            <a:ext cx="3592512" cy="522287"/>
            <a:chOff x="572" y="1161"/>
            <a:chExt cx="2263" cy="329"/>
          </a:xfrm>
        </p:grpSpPr>
        <p:graphicFrame>
          <p:nvGraphicFramePr>
            <p:cNvPr id="17" name="Object 53"/>
            <p:cNvGraphicFramePr>
              <a:graphicFrameLocks noChangeAspect="1"/>
            </p:cNvGraphicFramePr>
            <p:nvPr/>
          </p:nvGraphicFramePr>
          <p:xfrm>
            <a:off x="572" y="1218"/>
            <a:ext cx="48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1" name="Equation" r:id="rId9" imgW="18288000" imgH="9448800" progId="Equation.DSMT4">
                    <p:embed/>
                  </p:oleObj>
                </mc:Choice>
                <mc:Fallback>
                  <p:oleObj name="Equation" r:id="rId9" imgW="18288000" imgH="9448800" progId="Equation.DSMT4">
                    <p:embed/>
                    <p:pic>
                      <p:nvPicPr>
                        <p:cNvPr id="0" name="图片 92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72" y="1218"/>
                          <a:ext cx="480" cy="24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54"/>
            <p:cNvSpPr txBox="1">
              <a:spLocks noChangeArrowheads="1"/>
            </p:cNvSpPr>
            <p:nvPr/>
          </p:nvSpPr>
          <p:spPr bwMode="auto">
            <a:xfrm>
              <a:off x="1019" y="1161"/>
              <a:ext cx="181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为极小值点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 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55"/>
          <p:cNvGrpSpPr/>
          <p:nvPr/>
        </p:nvGrpSpPr>
        <p:grpSpPr bwMode="auto">
          <a:xfrm>
            <a:off x="8382000" y="457200"/>
            <a:ext cx="1782763" cy="1860550"/>
            <a:chOff x="4320" y="288"/>
            <a:chExt cx="1123" cy="1172"/>
          </a:xfrm>
        </p:grpSpPr>
        <p:sp>
          <p:nvSpPr>
            <p:cNvPr id="20" name="Freeform 56"/>
            <p:cNvSpPr/>
            <p:nvPr/>
          </p:nvSpPr>
          <p:spPr bwMode="auto">
            <a:xfrm>
              <a:off x="4552" y="329"/>
              <a:ext cx="697" cy="1130"/>
            </a:xfrm>
            <a:custGeom>
              <a:avLst/>
              <a:gdLst>
                <a:gd name="T0" fmla="*/ 12 w 942"/>
                <a:gd name="T1" fmla="*/ 1440 h 1530"/>
                <a:gd name="T2" fmla="*/ 24 w 942"/>
                <a:gd name="T3" fmla="*/ 1320 h 1530"/>
                <a:gd name="T4" fmla="*/ 42 w 942"/>
                <a:gd name="T5" fmla="*/ 1212 h 1530"/>
                <a:gd name="T6" fmla="*/ 54 w 942"/>
                <a:gd name="T7" fmla="*/ 1110 h 1530"/>
                <a:gd name="T8" fmla="*/ 72 w 942"/>
                <a:gd name="T9" fmla="*/ 1020 h 1530"/>
                <a:gd name="T10" fmla="*/ 84 w 942"/>
                <a:gd name="T11" fmla="*/ 936 h 1530"/>
                <a:gd name="T12" fmla="*/ 102 w 942"/>
                <a:gd name="T13" fmla="*/ 858 h 1530"/>
                <a:gd name="T14" fmla="*/ 114 w 942"/>
                <a:gd name="T15" fmla="*/ 792 h 1530"/>
                <a:gd name="T16" fmla="*/ 132 w 942"/>
                <a:gd name="T17" fmla="*/ 726 h 1530"/>
                <a:gd name="T18" fmla="*/ 144 w 942"/>
                <a:gd name="T19" fmla="*/ 672 h 1530"/>
                <a:gd name="T20" fmla="*/ 162 w 942"/>
                <a:gd name="T21" fmla="*/ 624 h 1530"/>
                <a:gd name="T22" fmla="*/ 174 w 942"/>
                <a:gd name="T23" fmla="*/ 582 h 1530"/>
                <a:gd name="T24" fmla="*/ 192 w 942"/>
                <a:gd name="T25" fmla="*/ 546 h 1530"/>
                <a:gd name="T26" fmla="*/ 210 w 942"/>
                <a:gd name="T27" fmla="*/ 516 h 1530"/>
                <a:gd name="T28" fmla="*/ 222 w 942"/>
                <a:gd name="T29" fmla="*/ 492 h 1530"/>
                <a:gd name="T30" fmla="*/ 240 w 942"/>
                <a:gd name="T31" fmla="*/ 468 h 1530"/>
                <a:gd name="T32" fmla="*/ 252 w 942"/>
                <a:gd name="T33" fmla="*/ 456 h 1530"/>
                <a:gd name="T34" fmla="*/ 270 w 942"/>
                <a:gd name="T35" fmla="*/ 444 h 1530"/>
                <a:gd name="T36" fmla="*/ 282 w 942"/>
                <a:gd name="T37" fmla="*/ 438 h 1530"/>
                <a:gd name="T38" fmla="*/ 300 w 942"/>
                <a:gd name="T39" fmla="*/ 432 h 1530"/>
                <a:gd name="T40" fmla="*/ 312 w 942"/>
                <a:gd name="T41" fmla="*/ 432 h 1530"/>
                <a:gd name="T42" fmla="*/ 330 w 942"/>
                <a:gd name="T43" fmla="*/ 438 h 1530"/>
                <a:gd name="T44" fmla="*/ 342 w 942"/>
                <a:gd name="T45" fmla="*/ 444 h 1530"/>
                <a:gd name="T46" fmla="*/ 360 w 942"/>
                <a:gd name="T47" fmla="*/ 456 h 1530"/>
                <a:gd name="T48" fmla="*/ 372 w 942"/>
                <a:gd name="T49" fmla="*/ 468 h 1530"/>
                <a:gd name="T50" fmla="*/ 390 w 942"/>
                <a:gd name="T51" fmla="*/ 486 h 1530"/>
                <a:gd name="T52" fmla="*/ 402 w 942"/>
                <a:gd name="T53" fmla="*/ 498 h 1530"/>
                <a:gd name="T54" fmla="*/ 420 w 942"/>
                <a:gd name="T55" fmla="*/ 516 h 1530"/>
                <a:gd name="T56" fmla="*/ 432 w 942"/>
                <a:gd name="T57" fmla="*/ 540 h 1530"/>
                <a:gd name="T58" fmla="*/ 450 w 942"/>
                <a:gd name="T59" fmla="*/ 558 h 1530"/>
                <a:gd name="T60" fmla="*/ 462 w 942"/>
                <a:gd name="T61" fmla="*/ 582 h 1530"/>
                <a:gd name="T62" fmla="*/ 480 w 942"/>
                <a:gd name="T63" fmla="*/ 606 h 1530"/>
                <a:gd name="T64" fmla="*/ 492 w 942"/>
                <a:gd name="T65" fmla="*/ 624 h 1530"/>
                <a:gd name="T66" fmla="*/ 510 w 942"/>
                <a:gd name="T67" fmla="*/ 648 h 1530"/>
                <a:gd name="T68" fmla="*/ 522 w 942"/>
                <a:gd name="T69" fmla="*/ 672 h 1530"/>
                <a:gd name="T70" fmla="*/ 540 w 942"/>
                <a:gd name="T71" fmla="*/ 690 h 1530"/>
                <a:gd name="T72" fmla="*/ 552 w 942"/>
                <a:gd name="T73" fmla="*/ 714 h 1530"/>
                <a:gd name="T74" fmla="*/ 570 w 942"/>
                <a:gd name="T75" fmla="*/ 732 h 1530"/>
                <a:gd name="T76" fmla="*/ 582 w 942"/>
                <a:gd name="T77" fmla="*/ 750 h 1530"/>
                <a:gd name="T78" fmla="*/ 600 w 942"/>
                <a:gd name="T79" fmla="*/ 762 h 1530"/>
                <a:gd name="T80" fmla="*/ 612 w 942"/>
                <a:gd name="T81" fmla="*/ 780 h 1530"/>
                <a:gd name="T82" fmla="*/ 630 w 942"/>
                <a:gd name="T83" fmla="*/ 792 h 1530"/>
                <a:gd name="T84" fmla="*/ 642 w 942"/>
                <a:gd name="T85" fmla="*/ 798 h 1530"/>
                <a:gd name="T86" fmla="*/ 660 w 942"/>
                <a:gd name="T87" fmla="*/ 804 h 1530"/>
                <a:gd name="T88" fmla="*/ 672 w 942"/>
                <a:gd name="T89" fmla="*/ 804 h 1530"/>
                <a:gd name="T90" fmla="*/ 690 w 942"/>
                <a:gd name="T91" fmla="*/ 804 h 1530"/>
                <a:gd name="T92" fmla="*/ 708 w 942"/>
                <a:gd name="T93" fmla="*/ 798 h 1530"/>
                <a:gd name="T94" fmla="*/ 720 w 942"/>
                <a:gd name="T95" fmla="*/ 792 h 1530"/>
                <a:gd name="T96" fmla="*/ 738 w 942"/>
                <a:gd name="T97" fmla="*/ 780 h 1530"/>
                <a:gd name="T98" fmla="*/ 750 w 942"/>
                <a:gd name="T99" fmla="*/ 762 h 1530"/>
                <a:gd name="T100" fmla="*/ 768 w 942"/>
                <a:gd name="T101" fmla="*/ 738 h 1530"/>
                <a:gd name="T102" fmla="*/ 780 w 942"/>
                <a:gd name="T103" fmla="*/ 708 h 1530"/>
                <a:gd name="T104" fmla="*/ 798 w 942"/>
                <a:gd name="T105" fmla="*/ 678 h 1530"/>
                <a:gd name="T106" fmla="*/ 810 w 942"/>
                <a:gd name="T107" fmla="*/ 636 h 1530"/>
                <a:gd name="T108" fmla="*/ 828 w 942"/>
                <a:gd name="T109" fmla="*/ 594 h 1530"/>
                <a:gd name="T110" fmla="*/ 840 w 942"/>
                <a:gd name="T111" fmla="*/ 540 h 1530"/>
                <a:gd name="T112" fmla="*/ 858 w 942"/>
                <a:gd name="T113" fmla="*/ 480 h 1530"/>
                <a:gd name="T114" fmla="*/ 870 w 942"/>
                <a:gd name="T115" fmla="*/ 414 h 1530"/>
                <a:gd name="T116" fmla="*/ 888 w 942"/>
                <a:gd name="T117" fmla="*/ 342 h 1530"/>
                <a:gd name="T118" fmla="*/ 900 w 942"/>
                <a:gd name="T119" fmla="*/ 264 h 1530"/>
                <a:gd name="T120" fmla="*/ 918 w 942"/>
                <a:gd name="T121" fmla="*/ 174 h 1530"/>
                <a:gd name="T122" fmla="*/ 930 w 942"/>
                <a:gd name="T123" fmla="*/ 78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42" h="1530">
                  <a:moveTo>
                    <a:pt x="0" y="1530"/>
                  </a:moveTo>
                  <a:lnTo>
                    <a:pt x="6" y="1500"/>
                  </a:lnTo>
                  <a:lnTo>
                    <a:pt x="6" y="1470"/>
                  </a:lnTo>
                  <a:lnTo>
                    <a:pt x="12" y="1440"/>
                  </a:lnTo>
                  <a:lnTo>
                    <a:pt x="12" y="1410"/>
                  </a:lnTo>
                  <a:lnTo>
                    <a:pt x="18" y="1380"/>
                  </a:lnTo>
                  <a:lnTo>
                    <a:pt x="24" y="1350"/>
                  </a:lnTo>
                  <a:lnTo>
                    <a:pt x="24" y="1320"/>
                  </a:lnTo>
                  <a:lnTo>
                    <a:pt x="30" y="1290"/>
                  </a:lnTo>
                  <a:lnTo>
                    <a:pt x="36" y="1266"/>
                  </a:lnTo>
                  <a:lnTo>
                    <a:pt x="36" y="1236"/>
                  </a:lnTo>
                  <a:lnTo>
                    <a:pt x="42" y="1212"/>
                  </a:lnTo>
                  <a:lnTo>
                    <a:pt x="42" y="1188"/>
                  </a:lnTo>
                  <a:lnTo>
                    <a:pt x="48" y="1158"/>
                  </a:lnTo>
                  <a:lnTo>
                    <a:pt x="54" y="1134"/>
                  </a:lnTo>
                  <a:lnTo>
                    <a:pt x="54" y="1110"/>
                  </a:lnTo>
                  <a:lnTo>
                    <a:pt x="60" y="1086"/>
                  </a:lnTo>
                  <a:lnTo>
                    <a:pt x="66" y="1062"/>
                  </a:lnTo>
                  <a:lnTo>
                    <a:pt x="66" y="1044"/>
                  </a:lnTo>
                  <a:lnTo>
                    <a:pt x="72" y="1020"/>
                  </a:lnTo>
                  <a:lnTo>
                    <a:pt x="72" y="996"/>
                  </a:lnTo>
                  <a:lnTo>
                    <a:pt x="78" y="978"/>
                  </a:lnTo>
                  <a:lnTo>
                    <a:pt x="84" y="954"/>
                  </a:lnTo>
                  <a:lnTo>
                    <a:pt x="84" y="936"/>
                  </a:lnTo>
                  <a:lnTo>
                    <a:pt x="90" y="918"/>
                  </a:lnTo>
                  <a:lnTo>
                    <a:pt x="96" y="894"/>
                  </a:lnTo>
                  <a:lnTo>
                    <a:pt x="96" y="876"/>
                  </a:lnTo>
                  <a:lnTo>
                    <a:pt x="102" y="858"/>
                  </a:lnTo>
                  <a:lnTo>
                    <a:pt x="108" y="840"/>
                  </a:lnTo>
                  <a:lnTo>
                    <a:pt x="108" y="822"/>
                  </a:lnTo>
                  <a:lnTo>
                    <a:pt x="114" y="804"/>
                  </a:lnTo>
                  <a:lnTo>
                    <a:pt x="114" y="792"/>
                  </a:lnTo>
                  <a:lnTo>
                    <a:pt x="120" y="774"/>
                  </a:lnTo>
                  <a:lnTo>
                    <a:pt x="126" y="756"/>
                  </a:lnTo>
                  <a:lnTo>
                    <a:pt x="126" y="744"/>
                  </a:lnTo>
                  <a:lnTo>
                    <a:pt x="132" y="726"/>
                  </a:lnTo>
                  <a:lnTo>
                    <a:pt x="138" y="714"/>
                  </a:lnTo>
                  <a:lnTo>
                    <a:pt x="138" y="702"/>
                  </a:lnTo>
                  <a:lnTo>
                    <a:pt x="144" y="684"/>
                  </a:lnTo>
                  <a:lnTo>
                    <a:pt x="144" y="672"/>
                  </a:lnTo>
                  <a:lnTo>
                    <a:pt x="150" y="660"/>
                  </a:lnTo>
                  <a:lnTo>
                    <a:pt x="156" y="648"/>
                  </a:lnTo>
                  <a:lnTo>
                    <a:pt x="156" y="636"/>
                  </a:lnTo>
                  <a:lnTo>
                    <a:pt x="162" y="624"/>
                  </a:lnTo>
                  <a:lnTo>
                    <a:pt x="168" y="612"/>
                  </a:lnTo>
                  <a:lnTo>
                    <a:pt x="168" y="600"/>
                  </a:lnTo>
                  <a:lnTo>
                    <a:pt x="174" y="594"/>
                  </a:lnTo>
                  <a:lnTo>
                    <a:pt x="174" y="582"/>
                  </a:lnTo>
                  <a:lnTo>
                    <a:pt x="180" y="570"/>
                  </a:lnTo>
                  <a:lnTo>
                    <a:pt x="186" y="564"/>
                  </a:lnTo>
                  <a:lnTo>
                    <a:pt x="186" y="552"/>
                  </a:lnTo>
                  <a:lnTo>
                    <a:pt x="192" y="546"/>
                  </a:lnTo>
                  <a:lnTo>
                    <a:pt x="198" y="540"/>
                  </a:lnTo>
                  <a:lnTo>
                    <a:pt x="198" y="528"/>
                  </a:lnTo>
                  <a:lnTo>
                    <a:pt x="204" y="522"/>
                  </a:lnTo>
                  <a:lnTo>
                    <a:pt x="210" y="516"/>
                  </a:lnTo>
                  <a:lnTo>
                    <a:pt x="210" y="510"/>
                  </a:lnTo>
                  <a:lnTo>
                    <a:pt x="216" y="504"/>
                  </a:lnTo>
                  <a:lnTo>
                    <a:pt x="216" y="498"/>
                  </a:lnTo>
                  <a:lnTo>
                    <a:pt x="222" y="492"/>
                  </a:lnTo>
                  <a:lnTo>
                    <a:pt x="228" y="486"/>
                  </a:lnTo>
                  <a:lnTo>
                    <a:pt x="228" y="480"/>
                  </a:lnTo>
                  <a:lnTo>
                    <a:pt x="234" y="474"/>
                  </a:lnTo>
                  <a:lnTo>
                    <a:pt x="240" y="468"/>
                  </a:lnTo>
                  <a:lnTo>
                    <a:pt x="240" y="468"/>
                  </a:lnTo>
                  <a:lnTo>
                    <a:pt x="246" y="462"/>
                  </a:lnTo>
                  <a:lnTo>
                    <a:pt x="246" y="456"/>
                  </a:lnTo>
                  <a:lnTo>
                    <a:pt x="252" y="456"/>
                  </a:lnTo>
                  <a:lnTo>
                    <a:pt x="258" y="450"/>
                  </a:lnTo>
                  <a:lnTo>
                    <a:pt x="258" y="450"/>
                  </a:lnTo>
                  <a:lnTo>
                    <a:pt x="264" y="444"/>
                  </a:lnTo>
                  <a:lnTo>
                    <a:pt x="270" y="444"/>
                  </a:lnTo>
                  <a:lnTo>
                    <a:pt x="270" y="438"/>
                  </a:lnTo>
                  <a:lnTo>
                    <a:pt x="276" y="438"/>
                  </a:lnTo>
                  <a:lnTo>
                    <a:pt x="276" y="438"/>
                  </a:lnTo>
                  <a:lnTo>
                    <a:pt x="282" y="438"/>
                  </a:lnTo>
                  <a:lnTo>
                    <a:pt x="288" y="438"/>
                  </a:lnTo>
                  <a:lnTo>
                    <a:pt x="288" y="432"/>
                  </a:lnTo>
                  <a:lnTo>
                    <a:pt x="294" y="432"/>
                  </a:lnTo>
                  <a:lnTo>
                    <a:pt x="300" y="432"/>
                  </a:lnTo>
                  <a:lnTo>
                    <a:pt x="300" y="432"/>
                  </a:lnTo>
                  <a:lnTo>
                    <a:pt x="306" y="432"/>
                  </a:lnTo>
                  <a:lnTo>
                    <a:pt x="306" y="432"/>
                  </a:lnTo>
                  <a:lnTo>
                    <a:pt x="312" y="432"/>
                  </a:lnTo>
                  <a:lnTo>
                    <a:pt x="318" y="438"/>
                  </a:lnTo>
                  <a:lnTo>
                    <a:pt x="318" y="438"/>
                  </a:lnTo>
                  <a:lnTo>
                    <a:pt x="324" y="438"/>
                  </a:lnTo>
                  <a:lnTo>
                    <a:pt x="330" y="438"/>
                  </a:lnTo>
                  <a:lnTo>
                    <a:pt x="330" y="438"/>
                  </a:lnTo>
                  <a:lnTo>
                    <a:pt x="336" y="444"/>
                  </a:lnTo>
                  <a:lnTo>
                    <a:pt x="342" y="444"/>
                  </a:lnTo>
                  <a:lnTo>
                    <a:pt x="342" y="444"/>
                  </a:lnTo>
                  <a:lnTo>
                    <a:pt x="348" y="450"/>
                  </a:lnTo>
                  <a:lnTo>
                    <a:pt x="348" y="450"/>
                  </a:lnTo>
                  <a:lnTo>
                    <a:pt x="354" y="456"/>
                  </a:lnTo>
                  <a:lnTo>
                    <a:pt x="360" y="456"/>
                  </a:lnTo>
                  <a:lnTo>
                    <a:pt x="360" y="456"/>
                  </a:lnTo>
                  <a:lnTo>
                    <a:pt x="366" y="462"/>
                  </a:lnTo>
                  <a:lnTo>
                    <a:pt x="372" y="468"/>
                  </a:lnTo>
                  <a:lnTo>
                    <a:pt x="372" y="468"/>
                  </a:lnTo>
                  <a:lnTo>
                    <a:pt x="378" y="474"/>
                  </a:lnTo>
                  <a:lnTo>
                    <a:pt x="378" y="474"/>
                  </a:lnTo>
                  <a:lnTo>
                    <a:pt x="384" y="480"/>
                  </a:lnTo>
                  <a:lnTo>
                    <a:pt x="390" y="486"/>
                  </a:lnTo>
                  <a:lnTo>
                    <a:pt x="390" y="486"/>
                  </a:lnTo>
                  <a:lnTo>
                    <a:pt x="396" y="492"/>
                  </a:lnTo>
                  <a:lnTo>
                    <a:pt x="402" y="498"/>
                  </a:lnTo>
                  <a:lnTo>
                    <a:pt x="402" y="498"/>
                  </a:lnTo>
                  <a:lnTo>
                    <a:pt x="408" y="504"/>
                  </a:lnTo>
                  <a:lnTo>
                    <a:pt x="408" y="510"/>
                  </a:lnTo>
                  <a:lnTo>
                    <a:pt x="414" y="516"/>
                  </a:lnTo>
                  <a:lnTo>
                    <a:pt x="420" y="516"/>
                  </a:lnTo>
                  <a:lnTo>
                    <a:pt x="420" y="522"/>
                  </a:lnTo>
                  <a:lnTo>
                    <a:pt x="426" y="528"/>
                  </a:lnTo>
                  <a:lnTo>
                    <a:pt x="432" y="534"/>
                  </a:lnTo>
                  <a:lnTo>
                    <a:pt x="432" y="540"/>
                  </a:lnTo>
                  <a:lnTo>
                    <a:pt x="438" y="546"/>
                  </a:lnTo>
                  <a:lnTo>
                    <a:pt x="438" y="546"/>
                  </a:lnTo>
                  <a:lnTo>
                    <a:pt x="444" y="552"/>
                  </a:lnTo>
                  <a:lnTo>
                    <a:pt x="450" y="558"/>
                  </a:lnTo>
                  <a:lnTo>
                    <a:pt x="450" y="564"/>
                  </a:lnTo>
                  <a:lnTo>
                    <a:pt x="456" y="570"/>
                  </a:lnTo>
                  <a:lnTo>
                    <a:pt x="462" y="576"/>
                  </a:lnTo>
                  <a:lnTo>
                    <a:pt x="462" y="582"/>
                  </a:lnTo>
                  <a:lnTo>
                    <a:pt x="468" y="588"/>
                  </a:lnTo>
                  <a:lnTo>
                    <a:pt x="474" y="594"/>
                  </a:lnTo>
                  <a:lnTo>
                    <a:pt x="474" y="600"/>
                  </a:lnTo>
                  <a:lnTo>
                    <a:pt x="480" y="606"/>
                  </a:lnTo>
                  <a:lnTo>
                    <a:pt x="480" y="606"/>
                  </a:lnTo>
                  <a:lnTo>
                    <a:pt x="486" y="612"/>
                  </a:lnTo>
                  <a:lnTo>
                    <a:pt x="492" y="618"/>
                  </a:lnTo>
                  <a:lnTo>
                    <a:pt x="492" y="624"/>
                  </a:lnTo>
                  <a:lnTo>
                    <a:pt x="498" y="630"/>
                  </a:lnTo>
                  <a:lnTo>
                    <a:pt x="504" y="636"/>
                  </a:lnTo>
                  <a:lnTo>
                    <a:pt x="504" y="642"/>
                  </a:lnTo>
                  <a:lnTo>
                    <a:pt x="510" y="648"/>
                  </a:lnTo>
                  <a:lnTo>
                    <a:pt x="510" y="654"/>
                  </a:lnTo>
                  <a:lnTo>
                    <a:pt x="516" y="660"/>
                  </a:lnTo>
                  <a:lnTo>
                    <a:pt x="522" y="666"/>
                  </a:lnTo>
                  <a:lnTo>
                    <a:pt x="522" y="672"/>
                  </a:lnTo>
                  <a:lnTo>
                    <a:pt x="528" y="678"/>
                  </a:lnTo>
                  <a:lnTo>
                    <a:pt x="534" y="678"/>
                  </a:lnTo>
                  <a:lnTo>
                    <a:pt x="534" y="684"/>
                  </a:lnTo>
                  <a:lnTo>
                    <a:pt x="540" y="690"/>
                  </a:lnTo>
                  <a:lnTo>
                    <a:pt x="540" y="696"/>
                  </a:lnTo>
                  <a:lnTo>
                    <a:pt x="546" y="702"/>
                  </a:lnTo>
                  <a:lnTo>
                    <a:pt x="552" y="708"/>
                  </a:lnTo>
                  <a:lnTo>
                    <a:pt x="552" y="714"/>
                  </a:lnTo>
                  <a:lnTo>
                    <a:pt x="558" y="714"/>
                  </a:lnTo>
                  <a:lnTo>
                    <a:pt x="564" y="720"/>
                  </a:lnTo>
                  <a:lnTo>
                    <a:pt x="564" y="726"/>
                  </a:lnTo>
                  <a:lnTo>
                    <a:pt x="570" y="732"/>
                  </a:lnTo>
                  <a:lnTo>
                    <a:pt x="576" y="738"/>
                  </a:lnTo>
                  <a:lnTo>
                    <a:pt x="576" y="738"/>
                  </a:lnTo>
                  <a:lnTo>
                    <a:pt x="582" y="744"/>
                  </a:lnTo>
                  <a:lnTo>
                    <a:pt x="582" y="750"/>
                  </a:lnTo>
                  <a:lnTo>
                    <a:pt x="588" y="750"/>
                  </a:lnTo>
                  <a:lnTo>
                    <a:pt x="594" y="756"/>
                  </a:lnTo>
                  <a:lnTo>
                    <a:pt x="594" y="762"/>
                  </a:lnTo>
                  <a:lnTo>
                    <a:pt x="600" y="762"/>
                  </a:lnTo>
                  <a:lnTo>
                    <a:pt x="606" y="768"/>
                  </a:lnTo>
                  <a:lnTo>
                    <a:pt x="606" y="774"/>
                  </a:lnTo>
                  <a:lnTo>
                    <a:pt x="612" y="774"/>
                  </a:lnTo>
                  <a:lnTo>
                    <a:pt x="612" y="780"/>
                  </a:lnTo>
                  <a:lnTo>
                    <a:pt x="618" y="780"/>
                  </a:lnTo>
                  <a:lnTo>
                    <a:pt x="624" y="786"/>
                  </a:lnTo>
                  <a:lnTo>
                    <a:pt x="624" y="786"/>
                  </a:lnTo>
                  <a:lnTo>
                    <a:pt x="630" y="792"/>
                  </a:lnTo>
                  <a:lnTo>
                    <a:pt x="636" y="792"/>
                  </a:lnTo>
                  <a:lnTo>
                    <a:pt x="636" y="792"/>
                  </a:lnTo>
                  <a:lnTo>
                    <a:pt x="642" y="798"/>
                  </a:lnTo>
                  <a:lnTo>
                    <a:pt x="642" y="798"/>
                  </a:lnTo>
                  <a:lnTo>
                    <a:pt x="648" y="798"/>
                  </a:lnTo>
                  <a:lnTo>
                    <a:pt x="654" y="804"/>
                  </a:lnTo>
                  <a:lnTo>
                    <a:pt x="654" y="804"/>
                  </a:lnTo>
                  <a:lnTo>
                    <a:pt x="660" y="804"/>
                  </a:lnTo>
                  <a:lnTo>
                    <a:pt x="666" y="804"/>
                  </a:lnTo>
                  <a:lnTo>
                    <a:pt x="666" y="804"/>
                  </a:lnTo>
                  <a:lnTo>
                    <a:pt x="672" y="804"/>
                  </a:lnTo>
                  <a:lnTo>
                    <a:pt x="672" y="804"/>
                  </a:lnTo>
                  <a:lnTo>
                    <a:pt x="678" y="804"/>
                  </a:lnTo>
                  <a:lnTo>
                    <a:pt x="684" y="804"/>
                  </a:lnTo>
                  <a:lnTo>
                    <a:pt x="684" y="804"/>
                  </a:lnTo>
                  <a:lnTo>
                    <a:pt x="690" y="804"/>
                  </a:lnTo>
                  <a:lnTo>
                    <a:pt x="696" y="804"/>
                  </a:lnTo>
                  <a:lnTo>
                    <a:pt x="696" y="804"/>
                  </a:lnTo>
                  <a:lnTo>
                    <a:pt x="702" y="804"/>
                  </a:lnTo>
                  <a:lnTo>
                    <a:pt x="708" y="798"/>
                  </a:lnTo>
                  <a:lnTo>
                    <a:pt x="708" y="798"/>
                  </a:lnTo>
                  <a:lnTo>
                    <a:pt x="714" y="798"/>
                  </a:lnTo>
                  <a:lnTo>
                    <a:pt x="714" y="792"/>
                  </a:lnTo>
                  <a:lnTo>
                    <a:pt x="720" y="792"/>
                  </a:lnTo>
                  <a:lnTo>
                    <a:pt x="726" y="792"/>
                  </a:lnTo>
                  <a:lnTo>
                    <a:pt x="726" y="786"/>
                  </a:lnTo>
                  <a:lnTo>
                    <a:pt x="732" y="780"/>
                  </a:lnTo>
                  <a:lnTo>
                    <a:pt x="738" y="780"/>
                  </a:lnTo>
                  <a:lnTo>
                    <a:pt x="738" y="774"/>
                  </a:lnTo>
                  <a:lnTo>
                    <a:pt x="744" y="768"/>
                  </a:lnTo>
                  <a:lnTo>
                    <a:pt x="744" y="768"/>
                  </a:lnTo>
                  <a:lnTo>
                    <a:pt x="750" y="762"/>
                  </a:lnTo>
                  <a:lnTo>
                    <a:pt x="756" y="756"/>
                  </a:lnTo>
                  <a:lnTo>
                    <a:pt x="756" y="750"/>
                  </a:lnTo>
                  <a:lnTo>
                    <a:pt x="762" y="744"/>
                  </a:lnTo>
                  <a:lnTo>
                    <a:pt x="768" y="738"/>
                  </a:lnTo>
                  <a:lnTo>
                    <a:pt x="768" y="732"/>
                  </a:lnTo>
                  <a:lnTo>
                    <a:pt x="774" y="726"/>
                  </a:lnTo>
                  <a:lnTo>
                    <a:pt x="774" y="720"/>
                  </a:lnTo>
                  <a:lnTo>
                    <a:pt x="780" y="708"/>
                  </a:lnTo>
                  <a:lnTo>
                    <a:pt x="786" y="702"/>
                  </a:lnTo>
                  <a:lnTo>
                    <a:pt x="786" y="696"/>
                  </a:lnTo>
                  <a:lnTo>
                    <a:pt x="792" y="684"/>
                  </a:lnTo>
                  <a:lnTo>
                    <a:pt x="798" y="678"/>
                  </a:lnTo>
                  <a:lnTo>
                    <a:pt x="798" y="666"/>
                  </a:lnTo>
                  <a:lnTo>
                    <a:pt x="804" y="660"/>
                  </a:lnTo>
                  <a:lnTo>
                    <a:pt x="804" y="648"/>
                  </a:lnTo>
                  <a:lnTo>
                    <a:pt x="810" y="636"/>
                  </a:lnTo>
                  <a:lnTo>
                    <a:pt x="816" y="624"/>
                  </a:lnTo>
                  <a:lnTo>
                    <a:pt x="816" y="618"/>
                  </a:lnTo>
                  <a:lnTo>
                    <a:pt x="822" y="606"/>
                  </a:lnTo>
                  <a:lnTo>
                    <a:pt x="828" y="594"/>
                  </a:lnTo>
                  <a:lnTo>
                    <a:pt x="828" y="582"/>
                  </a:lnTo>
                  <a:lnTo>
                    <a:pt x="834" y="564"/>
                  </a:lnTo>
                  <a:lnTo>
                    <a:pt x="840" y="552"/>
                  </a:lnTo>
                  <a:lnTo>
                    <a:pt x="840" y="540"/>
                  </a:lnTo>
                  <a:lnTo>
                    <a:pt x="846" y="528"/>
                  </a:lnTo>
                  <a:lnTo>
                    <a:pt x="846" y="510"/>
                  </a:lnTo>
                  <a:lnTo>
                    <a:pt x="852" y="498"/>
                  </a:lnTo>
                  <a:lnTo>
                    <a:pt x="858" y="480"/>
                  </a:lnTo>
                  <a:lnTo>
                    <a:pt x="858" y="468"/>
                  </a:lnTo>
                  <a:lnTo>
                    <a:pt x="864" y="450"/>
                  </a:lnTo>
                  <a:lnTo>
                    <a:pt x="870" y="432"/>
                  </a:lnTo>
                  <a:lnTo>
                    <a:pt x="870" y="414"/>
                  </a:lnTo>
                  <a:lnTo>
                    <a:pt x="876" y="396"/>
                  </a:lnTo>
                  <a:lnTo>
                    <a:pt x="876" y="378"/>
                  </a:lnTo>
                  <a:lnTo>
                    <a:pt x="882" y="360"/>
                  </a:lnTo>
                  <a:lnTo>
                    <a:pt x="888" y="342"/>
                  </a:lnTo>
                  <a:lnTo>
                    <a:pt x="888" y="324"/>
                  </a:lnTo>
                  <a:lnTo>
                    <a:pt x="894" y="306"/>
                  </a:lnTo>
                  <a:lnTo>
                    <a:pt x="900" y="282"/>
                  </a:lnTo>
                  <a:lnTo>
                    <a:pt x="900" y="264"/>
                  </a:lnTo>
                  <a:lnTo>
                    <a:pt x="906" y="240"/>
                  </a:lnTo>
                  <a:lnTo>
                    <a:pt x="906" y="222"/>
                  </a:lnTo>
                  <a:lnTo>
                    <a:pt x="912" y="198"/>
                  </a:lnTo>
                  <a:lnTo>
                    <a:pt x="918" y="174"/>
                  </a:lnTo>
                  <a:lnTo>
                    <a:pt x="918" y="150"/>
                  </a:lnTo>
                  <a:lnTo>
                    <a:pt x="924" y="126"/>
                  </a:lnTo>
                  <a:lnTo>
                    <a:pt x="930" y="102"/>
                  </a:lnTo>
                  <a:lnTo>
                    <a:pt x="930" y="78"/>
                  </a:lnTo>
                  <a:lnTo>
                    <a:pt x="936" y="54"/>
                  </a:lnTo>
                  <a:lnTo>
                    <a:pt x="942" y="30"/>
                  </a:lnTo>
                  <a:lnTo>
                    <a:pt x="942" y="0"/>
                  </a:lnTo>
                </a:path>
              </a:pathLst>
            </a:custGeom>
            <a:noFill/>
            <a:ln w="12700" cmpd="sng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ln w="28575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1" name="Group 57"/>
            <p:cNvGrpSpPr/>
            <p:nvPr/>
          </p:nvGrpSpPr>
          <p:grpSpPr bwMode="auto">
            <a:xfrm>
              <a:off x="4358" y="832"/>
              <a:ext cx="707" cy="201"/>
              <a:chOff x="4339" y="3485"/>
              <a:chExt cx="707" cy="201"/>
            </a:xfrm>
          </p:grpSpPr>
          <p:graphicFrame>
            <p:nvGraphicFramePr>
              <p:cNvPr id="37" name="Object 58"/>
              <p:cNvGraphicFramePr>
                <a:graphicFrameLocks noChangeAspect="1"/>
              </p:cNvGraphicFramePr>
              <p:nvPr/>
            </p:nvGraphicFramePr>
            <p:xfrm>
              <a:off x="4339" y="3485"/>
              <a:ext cx="77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2" name="Equation" r:id="rId11" imgW="3657600" imgH="9448800" progId="Equation.DSMT4">
                      <p:embed/>
                    </p:oleObj>
                  </mc:Choice>
                  <mc:Fallback>
                    <p:oleObj name="Equation" r:id="rId11" imgW="3657600" imgH="9448800" progId="Equation.DSMT4">
                      <p:embed/>
                      <p:pic>
                        <p:nvPicPr>
                          <p:cNvPr id="0" name="图片 922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339" y="3485"/>
                            <a:ext cx="77" cy="20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Line 59"/>
              <p:cNvSpPr>
                <a:spLocks noChangeShapeType="1"/>
              </p:cNvSpPr>
              <p:nvPr/>
            </p:nvSpPr>
            <p:spPr bwMode="auto">
              <a:xfrm flipH="1">
                <a:off x="4479" y="3577"/>
                <a:ext cx="5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Group 60"/>
            <p:cNvGrpSpPr/>
            <p:nvPr/>
          </p:nvGrpSpPr>
          <p:grpSpPr bwMode="auto">
            <a:xfrm>
              <a:off x="4320" y="540"/>
              <a:ext cx="455" cy="200"/>
              <a:chOff x="4301" y="3180"/>
              <a:chExt cx="455" cy="200"/>
            </a:xfrm>
          </p:grpSpPr>
          <p:graphicFrame>
            <p:nvGraphicFramePr>
              <p:cNvPr id="35" name="Object 61"/>
              <p:cNvGraphicFramePr>
                <a:graphicFrameLocks noChangeAspect="1"/>
              </p:cNvGraphicFramePr>
              <p:nvPr/>
            </p:nvGraphicFramePr>
            <p:xfrm>
              <a:off x="4301" y="3180"/>
              <a:ext cx="115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3" name="Equation" r:id="rId13" imgW="5486400" imgH="9448800" progId="Equation.DSMT4">
                      <p:embed/>
                    </p:oleObj>
                  </mc:Choice>
                  <mc:Fallback>
                    <p:oleObj name="Equation" r:id="rId13" imgW="5486400" imgH="9448800" progId="Equation.DSMT4">
                      <p:embed/>
                      <p:pic>
                        <p:nvPicPr>
                          <p:cNvPr id="0" name="图片 922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301" y="3180"/>
                            <a:ext cx="115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Line 62"/>
              <p:cNvSpPr>
                <a:spLocks noChangeShapeType="1"/>
              </p:cNvSpPr>
              <p:nvPr/>
            </p:nvSpPr>
            <p:spPr bwMode="auto">
              <a:xfrm flipH="1">
                <a:off x="4484" y="3287"/>
                <a:ext cx="272" cy="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Group 63"/>
            <p:cNvGrpSpPr/>
            <p:nvPr/>
          </p:nvGrpSpPr>
          <p:grpSpPr bwMode="auto">
            <a:xfrm>
              <a:off x="4323" y="288"/>
              <a:ext cx="1120" cy="1172"/>
              <a:chOff x="4304" y="2928"/>
              <a:chExt cx="1120" cy="1172"/>
            </a:xfrm>
          </p:grpSpPr>
          <p:sp>
            <p:nvSpPr>
              <p:cNvPr id="30" name="Line 64"/>
              <p:cNvSpPr>
                <a:spLocks noChangeShapeType="1"/>
              </p:cNvSpPr>
              <p:nvPr/>
            </p:nvSpPr>
            <p:spPr bwMode="auto">
              <a:xfrm>
                <a:off x="4320" y="3842"/>
                <a:ext cx="1088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Line 65"/>
              <p:cNvSpPr>
                <a:spLocks noChangeShapeType="1"/>
              </p:cNvSpPr>
              <p:nvPr/>
            </p:nvSpPr>
            <p:spPr bwMode="auto">
              <a:xfrm>
                <a:off x="4476" y="2928"/>
                <a:ext cx="0" cy="1172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2" name="Object 66"/>
              <p:cNvGraphicFramePr>
                <a:graphicFrameLocks noChangeAspect="1"/>
              </p:cNvGraphicFramePr>
              <p:nvPr/>
            </p:nvGraphicFramePr>
            <p:xfrm>
              <a:off x="5308" y="3891"/>
              <a:ext cx="116" cy="1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4" name="Equation" r:id="rId15" imgW="5486400" imgH="7315200" progId="Equation.DSMT4">
                      <p:embed/>
                    </p:oleObj>
                  </mc:Choice>
                  <mc:Fallback>
                    <p:oleObj name="Equation" r:id="rId15" imgW="5486400" imgH="7315200" progId="Equation.DSMT4">
                      <p:embed/>
                      <p:pic>
                        <p:nvPicPr>
                          <p:cNvPr id="0" name="图片 922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308" y="3891"/>
                            <a:ext cx="116" cy="15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Object 67"/>
              <p:cNvGraphicFramePr>
                <a:graphicFrameLocks noChangeAspect="1"/>
              </p:cNvGraphicFramePr>
              <p:nvPr/>
            </p:nvGraphicFramePr>
            <p:xfrm>
              <a:off x="4304" y="3869"/>
              <a:ext cx="149" cy="1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5" name="Equation" r:id="rId17" imgW="7010400" imgH="7620000" progId="Equation.DSMT4">
                      <p:embed/>
                    </p:oleObj>
                  </mc:Choice>
                  <mc:Fallback>
                    <p:oleObj name="Equation" r:id="rId17" imgW="7010400" imgH="7620000" progId="Equation.DSMT4">
                      <p:embed/>
                      <p:pic>
                        <p:nvPicPr>
                          <p:cNvPr id="0" name="图片 922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4304" y="3869"/>
                            <a:ext cx="149" cy="16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Object 68"/>
              <p:cNvGraphicFramePr>
                <a:graphicFrameLocks noChangeAspect="1"/>
              </p:cNvGraphicFramePr>
              <p:nvPr/>
            </p:nvGraphicFramePr>
            <p:xfrm>
              <a:off x="4314" y="2931"/>
              <a:ext cx="129" cy="1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6" name="Equation" r:id="rId19" imgW="6096000" imgH="7315200" progId="Equation.DSMT4">
                      <p:embed/>
                    </p:oleObj>
                  </mc:Choice>
                  <mc:Fallback>
                    <p:oleObj name="Equation" r:id="rId19" imgW="6096000" imgH="7315200" progId="Equation.DSMT4">
                      <p:embed/>
                      <p:pic>
                        <p:nvPicPr>
                          <p:cNvPr id="0" name="图片 922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314" y="2931"/>
                            <a:ext cx="129" cy="15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" name="Group 69"/>
            <p:cNvGrpSpPr/>
            <p:nvPr/>
          </p:nvGrpSpPr>
          <p:grpSpPr bwMode="auto">
            <a:xfrm>
              <a:off x="4755" y="633"/>
              <a:ext cx="77" cy="779"/>
              <a:chOff x="4736" y="3273"/>
              <a:chExt cx="77" cy="779"/>
            </a:xfrm>
          </p:grpSpPr>
          <p:graphicFrame>
            <p:nvGraphicFramePr>
              <p:cNvPr id="28" name="Object 70"/>
              <p:cNvGraphicFramePr>
                <a:graphicFrameLocks noChangeAspect="1"/>
              </p:cNvGraphicFramePr>
              <p:nvPr/>
            </p:nvGraphicFramePr>
            <p:xfrm>
              <a:off x="4736" y="3852"/>
              <a:ext cx="77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7" name="Equation" r:id="rId21" imgW="3657600" imgH="9448800" progId="Equation.DSMT4">
                      <p:embed/>
                    </p:oleObj>
                  </mc:Choice>
                  <mc:Fallback>
                    <p:oleObj name="Equation" r:id="rId21" imgW="3657600" imgH="9448800" progId="Equation.DSMT4">
                      <p:embed/>
                      <p:pic>
                        <p:nvPicPr>
                          <p:cNvPr id="0" name="图片 922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736" y="3852"/>
                            <a:ext cx="77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Line 71"/>
              <p:cNvSpPr>
                <a:spLocks noChangeShapeType="1"/>
              </p:cNvSpPr>
              <p:nvPr/>
            </p:nvSpPr>
            <p:spPr bwMode="auto">
              <a:xfrm>
                <a:off x="4752" y="3273"/>
                <a:ext cx="0" cy="5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" name="Group 72"/>
            <p:cNvGrpSpPr/>
            <p:nvPr/>
          </p:nvGrpSpPr>
          <p:grpSpPr bwMode="auto">
            <a:xfrm>
              <a:off x="5016" y="923"/>
              <a:ext cx="116" cy="489"/>
              <a:chOff x="4997" y="3563"/>
              <a:chExt cx="116" cy="489"/>
            </a:xfrm>
          </p:grpSpPr>
          <p:graphicFrame>
            <p:nvGraphicFramePr>
              <p:cNvPr id="26" name="Object 73"/>
              <p:cNvGraphicFramePr>
                <a:graphicFrameLocks noChangeAspect="1"/>
              </p:cNvGraphicFramePr>
              <p:nvPr/>
            </p:nvGraphicFramePr>
            <p:xfrm>
              <a:off x="4997" y="3852"/>
              <a:ext cx="11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8" name="Equation" r:id="rId23" imgW="5486400" imgH="9448800" progId="Equation.DSMT4">
                      <p:embed/>
                    </p:oleObj>
                  </mc:Choice>
                  <mc:Fallback>
                    <p:oleObj name="Equation" r:id="rId23" imgW="5486400" imgH="9448800" progId="Equation.DSMT4">
                      <p:embed/>
                      <p:pic>
                        <p:nvPicPr>
                          <p:cNvPr id="0" name="图片 922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997" y="3852"/>
                            <a:ext cx="116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" name="Line 74"/>
              <p:cNvSpPr>
                <a:spLocks noChangeShapeType="1"/>
              </p:cNvSpPr>
              <p:nvPr/>
            </p:nvSpPr>
            <p:spPr bwMode="auto">
              <a:xfrm>
                <a:off x="5040" y="3563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9" name="Text Box 82"/>
          <p:cNvSpPr txBox="1">
            <a:spLocks noChangeArrowheads="1"/>
          </p:cNvSpPr>
          <p:nvPr/>
        </p:nvSpPr>
        <p:spPr bwMode="auto">
          <a:xfrm>
            <a:off x="5852478" y="2247939"/>
            <a:ext cx="40671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（端点不可能为极值点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Text Box 83"/>
          <p:cNvSpPr txBox="1">
            <a:spLocks noChangeArrowheads="1"/>
          </p:cNvSpPr>
          <p:nvPr/>
        </p:nvSpPr>
        <p:spPr bwMode="auto">
          <a:xfrm>
            <a:off x="4476750" y="2800071"/>
            <a:ext cx="40671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：函数的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局部性质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Text Box 84"/>
          <p:cNvSpPr txBox="1">
            <a:spLocks noChangeArrowheads="1"/>
          </p:cNvSpPr>
          <p:nvPr/>
        </p:nvSpPr>
        <p:spPr bwMode="auto">
          <a:xfrm>
            <a:off x="3636963" y="3378874"/>
            <a:ext cx="202723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最值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2" name="Text Box 85"/>
          <p:cNvSpPr txBox="1">
            <a:spLocks noChangeArrowheads="1"/>
          </p:cNvSpPr>
          <p:nvPr/>
        </p:nvSpPr>
        <p:spPr bwMode="auto">
          <a:xfrm>
            <a:off x="4487863" y="3390621"/>
            <a:ext cx="40671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：函数的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全局性质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 Box 90"/>
          <p:cNvSpPr txBox="1">
            <a:spLocks noChangeArrowheads="1"/>
          </p:cNvSpPr>
          <p:nvPr/>
        </p:nvSpPr>
        <p:spPr bwMode="auto">
          <a:xfrm>
            <a:off x="3276600" y="4058959"/>
            <a:ext cx="6851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极值点是函数单调区间的分界点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Text Box 91"/>
          <p:cNvSpPr txBox="1">
            <a:spLocks noChangeArrowheads="1"/>
          </p:cNvSpPr>
          <p:nvPr/>
        </p:nvSpPr>
        <p:spPr bwMode="auto">
          <a:xfrm>
            <a:off x="3276600" y="4058959"/>
            <a:ext cx="685165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极值点是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函数单调区间的分界点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 build="p"/>
      <p:bldP spid="3" grpId="0" autoUpdateAnimBg="0"/>
      <p:bldP spid="4" grpId="0" autoUpdateAnimBg="0"/>
      <p:bldP spid="39" grpId="0" autoUpdateAnimBg="0"/>
      <p:bldP spid="40" grpId="0" autoUpdateAnimBg="0"/>
      <p:bldP spid="41" grpId="0" autoUpdateAnimBg="0"/>
      <p:bldP spid="42" grpId="0" autoUpdateAnimBg="0"/>
      <p:bldP spid="43" grpId="0" autoUpdateAnimBg="0"/>
      <p:bldP spid="44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2523173"/>
            <a:ext cx="1600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4024313" y="4356100"/>
            <a:ext cx="617537" cy="1508680"/>
            <a:chOff x="1296" y="1968"/>
            <a:chExt cx="432" cy="1118"/>
          </a:xfrm>
        </p:grpSpPr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1296" y="198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>
              <a:off x="1488" y="1968"/>
              <a:ext cx="0" cy="8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1368" y="2766"/>
            <a:ext cx="24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1" name="Equation" r:id="rId1" imgW="8229600" imgH="10363200" progId="Equation.DSMT4">
                    <p:embed/>
                  </p:oleObj>
                </mc:Choice>
                <mc:Fallback>
                  <p:oleObj name="Equation" r:id="rId1" imgW="8229600" imgH="10363200" progId="Equation.DSMT4">
                    <p:embed/>
                    <p:pic>
                      <p:nvPicPr>
                        <p:cNvPr id="0" name="图片 102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68" y="2766"/>
                          <a:ext cx="240" cy="3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7"/>
          <p:cNvGrpSpPr/>
          <p:nvPr/>
        </p:nvGrpSpPr>
        <p:grpSpPr bwMode="auto">
          <a:xfrm>
            <a:off x="2995613" y="3571875"/>
            <a:ext cx="2195512" cy="2343574"/>
            <a:chOff x="576" y="1392"/>
            <a:chExt cx="1536" cy="1736"/>
          </a:xfrm>
        </p:grpSpPr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576" y="20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816" y="201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1776" y="13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1942" y="139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753" y="2808"/>
            <a:ext cx="22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name="Equation" r:id="rId3" imgW="7620000" imgH="10363200" progId="Equation.DSMT4">
                    <p:embed/>
                  </p:oleObj>
                </mc:Choice>
                <mc:Fallback>
                  <p:oleObj name="Equation" r:id="rId3" imgW="7620000" imgH="10363200" progId="Equation.DSMT4">
                    <p:embed/>
                    <p:pic>
                      <p:nvPicPr>
                        <p:cNvPr id="0" name="图片 102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53" y="2808"/>
                          <a:ext cx="222" cy="3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1819" y="2784"/>
            <a:ext cx="24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3" name="Equation" r:id="rId5" imgW="8534400" imgH="10363200" progId="Equation.DSMT4">
                    <p:embed/>
                  </p:oleObj>
                </mc:Choice>
                <mc:Fallback>
                  <p:oleObj name="Equation" r:id="rId5" imgW="8534400" imgH="10363200" progId="Equation.DSMT4">
                    <p:embed/>
                    <p:pic>
                      <p:nvPicPr>
                        <p:cNvPr id="0" name="图片 1024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19" y="2784"/>
                          <a:ext cx="249" cy="3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4"/>
          <p:cNvGrpSpPr/>
          <p:nvPr/>
        </p:nvGrpSpPr>
        <p:grpSpPr bwMode="auto">
          <a:xfrm>
            <a:off x="3632527" y="4529138"/>
            <a:ext cx="2176137" cy="1353583"/>
            <a:chOff x="1022" y="2101"/>
            <a:chExt cx="1522" cy="1003"/>
          </a:xfrm>
        </p:grpSpPr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1152" y="23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256" y="2101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2400" y="211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1022" y="2771"/>
            <a:ext cx="24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name="Equation" r:id="rId7" imgW="8534400" imgH="10363200" progId="Equation.DSMT4">
                    <p:embed/>
                  </p:oleObj>
                </mc:Choice>
                <mc:Fallback>
                  <p:oleObj name="Equation" r:id="rId7" imgW="8534400" imgH="10363200" progId="Equation.DSMT4">
                    <p:embed/>
                    <p:pic>
                      <p:nvPicPr>
                        <p:cNvPr id="0" name="图片 102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22" y="2771"/>
                          <a:ext cx="249" cy="3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2256" y="2784"/>
            <a:ext cx="24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5" name="Equation" r:id="rId9" imgW="8229600" imgH="10363200" progId="Equation.DSMT4">
                    <p:embed/>
                  </p:oleObj>
                </mc:Choice>
                <mc:Fallback>
                  <p:oleObj name="Equation" r:id="rId9" imgW="8229600" imgH="10363200" progId="Equation.DSMT4">
                    <p:embed/>
                    <p:pic>
                      <p:nvPicPr>
                        <p:cNvPr id="0" name="图片 102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56" y="2784"/>
                          <a:ext cx="240" cy="3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20"/>
          <p:cNvGrpSpPr/>
          <p:nvPr/>
        </p:nvGrpSpPr>
        <p:grpSpPr bwMode="auto">
          <a:xfrm>
            <a:off x="2429216" y="3419696"/>
            <a:ext cx="4286310" cy="2425874"/>
            <a:chOff x="180" y="1279"/>
            <a:chExt cx="2999" cy="1798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84" y="2784"/>
              <a:ext cx="2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V="1">
              <a:off x="384" y="1296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3" name="Group 23"/>
            <p:cNvGrpSpPr/>
            <p:nvPr/>
          </p:nvGrpSpPr>
          <p:grpSpPr bwMode="auto">
            <a:xfrm>
              <a:off x="576" y="1368"/>
              <a:ext cx="2160" cy="936"/>
              <a:chOff x="576" y="1368"/>
              <a:chExt cx="2160" cy="936"/>
            </a:xfrm>
          </p:grpSpPr>
          <p:sp>
            <p:nvSpPr>
              <p:cNvPr id="31" name="Freeform 24"/>
              <p:cNvSpPr/>
              <p:nvPr/>
            </p:nvSpPr>
            <p:spPr bwMode="auto">
              <a:xfrm>
                <a:off x="576" y="2016"/>
                <a:ext cx="576" cy="288"/>
              </a:xfrm>
              <a:custGeom>
                <a:avLst/>
                <a:gdLst>
                  <a:gd name="T0" fmla="*/ 0 w 576"/>
                  <a:gd name="T1" fmla="*/ 288 h 288"/>
                  <a:gd name="T2" fmla="*/ 240 w 576"/>
                  <a:gd name="T3" fmla="*/ 0 h 288"/>
                  <a:gd name="T4" fmla="*/ 576 w 576"/>
                  <a:gd name="T5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288">
                    <a:moveTo>
                      <a:pt x="0" y="288"/>
                    </a:moveTo>
                    <a:cubicBezTo>
                      <a:pt x="72" y="144"/>
                      <a:pt x="144" y="0"/>
                      <a:pt x="240" y="0"/>
                    </a:cubicBezTo>
                    <a:cubicBezTo>
                      <a:pt x="336" y="0"/>
                      <a:pt x="520" y="240"/>
                      <a:pt x="576" y="288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Freeform 25"/>
              <p:cNvSpPr/>
              <p:nvPr/>
            </p:nvSpPr>
            <p:spPr bwMode="auto">
              <a:xfrm>
                <a:off x="1152" y="1368"/>
                <a:ext cx="1584" cy="936"/>
              </a:xfrm>
              <a:custGeom>
                <a:avLst/>
                <a:gdLst>
                  <a:gd name="T0" fmla="*/ 0 w 1584"/>
                  <a:gd name="T1" fmla="*/ 936 h 936"/>
                  <a:gd name="T2" fmla="*/ 240 w 1584"/>
                  <a:gd name="T3" fmla="*/ 648 h 936"/>
                  <a:gd name="T4" fmla="*/ 528 w 1584"/>
                  <a:gd name="T5" fmla="*/ 552 h 936"/>
                  <a:gd name="T6" fmla="*/ 720 w 1584"/>
                  <a:gd name="T7" fmla="*/ 72 h 936"/>
                  <a:gd name="T8" fmla="*/ 912 w 1584"/>
                  <a:gd name="T9" fmla="*/ 120 h 936"/>
                  <a:gd name="T10" fmla="*/ 1152 w 1584"/>
                  <a:gd name="T11" fmla="*/ 648 h 936"/>
                  <a:gd name="T12" fmla="*/ 1344 w 1584"/>
                  <a:gd name="T13" fmla="*/ 696 h 936"/>
                  <a:gd name="T14" fmla="*/ 1584 w 1584"/>
                  <a:gd name="T15" fmla="*/ 360 h 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84" h="936">
                    <a:moveTo>
                      <a:pt x="0" y="936"/>
                    </a:moveTo>
                    <a:cubicBezTo>
                      <a:pt x="76" y="824"/>
                      <a:pt x="152" y="712"/>
                      <a:pt x="240" y="648"/>
                    </a:cubicBezTo>
                    <a:cubicBezTo>
                      <a:pt x="328" y="584"/>
                      <a:pt x="448" y="648"/>
                      <a:pt x="528" y="552"/>
                    </a:cubicBezTo>
                    <a:cubicBezTo>
                      <a:pt x="608" y="456"/>
                      <a:pt x="656" y="144"/>
                      <a:pt x="720" y="72"/>
                    </a:cubicBezTo>
                    <a:cubicBezTo>
                      <a:pt x="784" y="0"/>
                      <a:pt x="840" y="24"/>
                      <a:pt x="912" y="120"/>
                    </a:cubicBezTo>
                    <a:cubicBezTo>
                      <a:pt x="984" y="216"/>
                      <a:pt x="1080" y="552"/>
                      <a:pt x="1152" y="648"/>
                    </a:cubicBezTo>
                    <a:cubicBezTo>
                      <a:pt x="1224" y="744"/>
                      <a:pt x="1272" y="744"/>
                      <a:pt x="1344" y="696"/>
                    </a:cubicBezTo>
                    <a:cubicBezTo>
                      <a:pt x="1416" y="648"/>
                      <a:pt x="1544" y="416"/>
                      <a:pt x="1584" y="3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" name="Line 26"/>
            <p:cNvSpPr>
              <a:spLocks noChangeShapeType="1"/>
            </p:cNvSpPr>
            <p:nvPr/>
          </p:nvSpPr>
          <p:spPr bwMode="auto">
            <a:xfrm>
              <a:off x="576" y="23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27"/>
            <p:cNvSpPr>
              <a:spLocks noChangeShapeType="1"/>
            </p:cNvSpPr>
            <p:nvPr/>
          </p:nvSpPr>
          <p:spPr bwMode="auto">
            <a:xfrm>
              <a:off x="2736" y="1728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" name="Object 28"/>
            <p:cNvGraphicFramePr>
              <a:graphicFrameLocks noChangeAspect="1"/>
            </p:cNvGraphicFramePr>
            <p:nvPr/>
          </p:nvGraphicFramePr>
          <p:xfrm>
            <a:off x="3019" y="2785"/>
            <a:ext cx="16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6" name="Equation" r:id="rId11" imgW="5486400" imgH="7315200" progId="Equation.DSMT4">
                    <p:embed/>
                  </p:oleObj>
                </mc:Choice>
                <mc:Fallback>
                  <p:oleObj name="Equation" r:id="rId11" imgW="5486400" imgH="7315200" progId="Equation.DSMT4">
                    <p:embed/>
                    <p:pic>
                      <p:nvPicPr>
                        <p:cNvPr id="0" name="图片 1024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019" y="2785"/>
                          <a:ext cx="160" cy="22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9"/>
            <p:cNvGraphicFramePr>
              <a:graphicFrameLocks noChangeAspect="1"/>
            </p:cNvGraphicFramePr>
            <p:nvPr/>
          </p:nvGraphicFramePr>
          <p:xfrm>
            <a:off x="432" y="2784"/>
            <a:ext cx="25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7" name="公式" r:id="rId13" imgW="144780" imgH="167005" progId="Equation.3">
                    <p:embed/>
                  </p:oleObj>
                </mc:Choice>
                <mc:Fallback>
                  <p:oleObj name="公式" r:id="rId13" imgW="144780" imgH="167005" progId="Equation.3">
                    <p:embed/>
                    <p:pic>
                      <p:nvPicPr>
                        <p:cNvPr id="0" name="图片 1024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2" y="2784"/>
                          <a:ext cx="259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30"/>
            <p:cNvGraphicFramePr>
              <a:graphicFrameLocks noChangeAspect="1"/>
            </p:cNvGraphicFramePr>
            <p:nvPr/>
          </p:nvGraphicFramePr>
          <p:xfrm>
            <a:off x="2634" y="2780"/>
            <a:ext cx="21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" name="公式" r:id="rId15" imgW="144780" imgH="212090" progId="Equation.3">
                    <p:embed/>
                  </p:oleObj>
                </mc:Choice>
                <mc:Fallback>
                  <p:oleObj name="公式" r:id="rId15" imgW="144780" imgH="212090" progId="Equation.3">
                    <p:embed/>
                    <p:pic>
                      <p:nvPicPr>
                        <p:cNvPr id="0" name="图片 102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634" y="2780"/>
                          <a:ext cx="212" cy="29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31"/>
            <p:cNvGraphicFramePr>
              <a:graphicFrameLocks noChangeAspect="1"/>
            </p:cNvGraphicFramePr>
            <p:nvPr/>
          </p:nvGraphicFramePr>
          <p:xfrm>
            <a:off x="180" y="2775"/>
            <a:ext cx="20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9" name="Equation" r:id="rId17" imgW="7010400" imgH="7620000" progId="Equation.DSMT4">
                    <p:embed/>
                  </p:oleObj>
                </mc:Choice>
                <mc:Fallback>
                  <p:oleObj name="Equation" r:id="rId17" imgW="7010400" imgH="7620000" progId="Equation.DSMT4">
                    <p:embed/>
                    <p:pic>
                      <p:nvPicPr>
                        <p:cNvPr id="0" name="图片 102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80" y="2775"/>
                          <a:ext cx="204" cy="2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2"/>
            <p:cNvGraphicFramePr>
              <a:graphicFrameLocks noChangeAspect="1"/>
            </p:cNvGraphicFramePr>
            <p:nvPr/>
          </p:nvGraphicFramePr>
          <p:xfrm>
            <a:off x="487" y="1279"/>
            <a:ext cx="17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0" name="Equation" r:id="rId19" imgW="6096000" imgH="7315200" progId="Equation.DSMT4">
                    <p:embed/>
                  </p:oleObj>
                </mc:Choice>
                <mc:Fallback>
                  <p:oleObj name="Equation" r:id="rId19" imgW="6096000" imgH="7315200" progId="Equation.DSMT4">
                    <p:embed/>
                    <p:pic>
                      <p:nvPicPr>
                        <p:cNvPr id="0" name="图片 102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87" y="1279"/>
                          <a:ext cx="178" cy="22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33"/>
          <p:cNvGraphicFramePr>
            <a:graphicFrameLocks noChangeAspect="1"/>
          </p:cNvGraphicFramePr>
          <p:nvPr/>
        </p:nvGraphicFramePr>
        <p:xfrm>
          <a:off x="7118350" y="3635375"/>
          <a:ext cx="812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quation" r:id="rId21" imgW="19507200" imgH="11582400" progId="Equation.DSMT4">
                  <p:embed/>
                </p:oleObj>
              </mc:Choice>
              <mc:Fallback>
                <p:oleObj name="Equation" r:id="rId21" imgW="19507200" imgH="11582400" progId="Equation.DSMT4">
                  <p:embed/>
                  <p:pic>
                    <p:nvPicPr>
                      <p:cNvPr id="0" name="图片 1025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18350" y="3635375"/>
                        <a:ext cx="8128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7924800" y="3605530"/>
            <a:ext cx="30975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为极大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Object 35"/>
          <p:cNvGraphicFramePr>
            <a:graphicFrameLocks noChangeAspect="1"/>
          </p:cNvGraphicFramePr>
          <p:nvPr/>
        </p:nvGraphicFramePr>
        <p:xfrm>
          <a:off x="7123113" y="4230688"/>
          <a:ext cx="838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quation" r:id="rId23" imgW="20116800" imgH="11582400" progId="Equation.DSMT4">
                  <p:embed/>
                </p:oleObj>
              </mc:Choice>
              <mc:Fallback>
                <p:oleObj name="Equation" r:id="rId23" imgW="20116800" imgH="11582400" progId="Equation.DSMT4">
                  <p:embed/>
                  <p:pic>
                    <p:nvPicPr>
                      <p:cNvPr id="0" name="图片 1025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23113" y="4230688"/>
                        <a:ext cx="8382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36"/>
          <p:cNvSpPr txBox="1">
            <a:spLocks noChangeArrowheads="1"/>
          </p:cNvSpPr>
          <p:nvPr/>
        </p:nvSpPr>
        <p:spPr bwMode="auto">
          <a:xfrm>
            <a:off x="7942580" y="4200525"/>
            <a:ext cx="24098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为极小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7" name="Object 37"/>
          <p:cNvGraphicFramePr>
            <a:graphicFrameLocks noChangeAspect="1"/>
          </p:cNvGraphicFramePr>
          <p:nvPr/>
        </p:nvGraphicFramePr>
        <p:xfrm>
          <a:off x="7091363" y="4832350"/>
          <a:ext cx="34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quation" r:id="rId25" imgW="8229600" imgH="10363200" progId="Equation.DSMT4">
                  <p:embed/>
                </p:oleObj>
              </mc:Choice>
              <mc:Fallback>
                <p:oleObj name="Equation" r:id="rId25" imgW="8229600" imgH="10363200" progId="Equation.DSMT4">
                  <p:embed/>
                  <p:pic>
                    <p:nvPicPr>
                      <p:cNvPr id="0" name="图片 1025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091363" y="4832350"/>
                        <a:ext cx="342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38"/>
          <p:cNvSpPr txBox="1">
            <a:spLocks noChangeArrowheads="1"/>
          </p:cNvSpPr>
          <p:nvPr/>
        </p:nvSpPr>
        <p:spPr bwMode="auto">
          <a:xfrm>
            <a:off x="7373938" y="4824413"/>
            <a:ext cx="2286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不是极值点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3254375" y="2517775"/>
            <a:ext cx="7162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驻点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导数不存在的点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可能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为极值点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Rectangle 75"/>
          <p:cNvSpPr>
            <a:spLocks noChangeArrowheads="1"/>
          </p:cNvSpPr>
          <p:nvPr/>
        </p:nvSpPr>
        <p:spPr bwMode="auto">
          <a:xfrm>
            <a:off x="1981200" y="457200"/>
            <a:ext cx="449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3.3.2. 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(必要条件)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41" name="Group 85"/>
          <p:cNvGrpSpPr/>
          <p:nvPr/>
        </p:nvGrpSpPr>
        <p:grpSpPr bwMode="auto">
          <a:xfrm>
            <a:off x="2711450" y="1052513"/>
            <a:ext cx="5170488" cy="522287"/>
            <a:chOff x="748" y="663"/>
            <a:chExt cx="3257" cy="329"/>
          </a:xfrm>
        </p:grpSpPr>
        <p:sp>
          <p:nvSpPr>
            <p:cNvPr id="42" name="Text Box 79"/>
            <p:cNvSpPr txBox="1">
              <a:spLocks noChangeArrowheads="1"/>
            </p:cNvSpPr>
            <p:nvPr/>
          </p:nvSpPr>
          <p:spPr bwMode="auto">
            <a:xfrm>
              <a:off x="748" y="663"/>
              <a:ext cx="3257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设函数        在     处可导，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3" name="Object 80"/>
            <p:cNvGraphicFramePr>
              <a:graphicFrameLocks noChangeAspect="1"/>
            </p:cNvGraphicFramePr>
            <p:nvPr/>
          </p:nvGraphicFramePr>
          <p:xfrm>
            <a:off x="2216" y="693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4" name="Equation" r:id="rId27" imgW="8534400" imgH="10363200" progId="Equation.DSMT4">
                    <p:embed/>
                  </p:oleObj>
                </mc:Choice>
                <mc:Fallback>
                  <p:oleObj name="Equation" r:id="rId27" imgW="8534400" imgH="10363200" progId="Equation.DSMT4">
                    <p:embed/>
                    <p:pic>
                      <p:nvPicPr>
                        <p:cNvPr id="0" name="图片 102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16" y="693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81"/>
            <p:cNvGraphicFramePr>
              <a:graphicFrameLocks noChangeAspect="1"/>
            </p:cNvGraphicFramePr>
            <p:nvPr/>
          </p:nvGraphicFramePr>
          <p:xfrm>
            <a:off x="1474" y="713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5" name="Equation" r:id="rId29" imgW="17678400" imgH="9448800" progId="Equation.DSMT4">
                    <p:embed/>
                  </p:oleObj>
                </mc:Choice>
                <mc:Fallback>
                  <p:oleObj name="Equation" r:id="rId29" imgW="17678400" imgH="9448800" progId="Equation.DSMT4">
                    <p:embed/>
                    <p:pic>
                      <p:nvPicPr>
                        <p:cNvPr id="0" name="图片 102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74" y="713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" name="Group 86"/>
          <p:cNvGrpSpPr/>
          <p:nvPr/>
        </p:nvGrpSpPr>
        <p:grpSpPr bwMode="auto">
          <a:xfrm>
            <a:off x="6600825" y="1052514"/>
            <a:ext cx="3598863" cy="522288"/>
            <a:chOff x="3198" y="663"/>
            <a:chExt cx="2267" cy="329"/>
          </a:xfrm>
        </p:grpSpPr>
        <p:sp>
          <p:nvSpPr>
            <p:cNvPr id="46" name="Text Box 77"/>
            <p:cNvSpPr txBox="1">
              <a:spLocks noChangeArrowheads="1"/>
            </p:cNvSpPr>
            <p:nvPr/>
          </p:nvSpPr>
          <p:spPr bwMode="auto">
            <a:xfrm>
              <a:off x="3198" y="663"/>
              <a:ext cx="2267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且在      处取得极值，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7" name="Object 82"/>
            <p:cNvGraphicFramePr>
              <a:graphicFrameLocks noChangeAspect="1"/>
            </p:cNvGraphicFramePr>
            <p:nvPr/>
          </p:nvGraphicFramePr>
          <p:xfrm>
            <a:off x="3781" y="693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6" name="Equation" r:id="rId31" imgW="8534400" imgH="10363200" progId="Equation.DSMT4">
                    <p:embed/>
                  </p:oleObj>
                </mc:Choice>
                <mc:Fallback>
                  <p:oleObj name="Equation" r:id="rId31" imgW="8534400" imgH="10363200" progId="Equation.DSMT4">
                    <p:embed/>
                    <p:pic>
                      <p:nvPicPr>
                        <p:cNvPr id="0" name="图片 102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81" y="693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Group 87"/>
          <p:cNvGrpSpPr/>
          <p:nvPr/>
        </p:nvGrpSpPr>
        <p:grpSpPr bwMode="auto">
          <a:xfrm>
            <a:off x="2063750" y="1692275"/>
            <a:ext cx="2536825" cy="584200"/>
            <a:chOff x="748" y="1026"/>
            <a:chExt cx="1598" cy="368"/>
          </a:xfrm>
        </p:grpSpPr>
        <p:sp>
          <p:nvSpPr>
            <p:cNvPr id="49" name="Text Box 83"/>
            <p:cNvSpPr txBox="1">
              <a:spLocks noChangeArrowheads="1"/>
            </p:cNvSpPr>
            <p:nvPr/>
          </p:nvSpPr>
          <p:spPr bwMode="auto">
            <a:xfrm>
              <a:off x="748" y="1026"/>
              <a:ext cx="104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那么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0" name="Object 84"/>
            <p:cNvGraphicFramePr>
              <a:graphicFrameLocks noChangeAspect="1"/>
            </p:cNvGraphicFramePr>
            <p:nvPr/>
          </p:nvGraphicFramePr>
          <p:xfrm>
            <a:off x="1262" y="1026"/>
            <a:ext cx="1084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7" name="Equation" r:id="rId33" imgW="16154400" imgH="5486400" progId="Equation.DSMT4">
                    <p:embed/>
                  </p:oleObj>
                </mc:Choice>
                <mc:Fallback>
                  <p:oleObj name="Equation" r:id="rId33" imgW="16154400" imgH="5486400" progId="Equation.DSMT4">
                    <p:embed/>
                    <p:pic>
                      <p:nvPicPr>
                        <p:cNvPr id="0" name="图片 102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62" y="1026"/>
                          <a:ext cx="1084" cy="3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 build="p"/>
      <p:bldP spid="34" grpId="0" autoUpdateAnimBg="0"/>
      <p:bldP spid="36" grpId="0" autoUpdateAnimBg="0"/>
      <p:bldP spid="38" grpId="0" autoUpdateAnimBg="0"/>
      <p:bldP spid="3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227712" y="1637066"/>
            <a:ext cx="3682591" cy="5232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3034816" y="1572296"/>
            <a:ext cx="1656184" cy="6570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095784" y="909663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一般地，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068003" y="1683346"/>
          <a:ext cx="14541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34747200" imgH="10363200" progId="Equation.DSMT4">
                  <p:embed/>
                </p:oleObj>
              </mc:Choice>
              <mc:Fallback>
                <p:oleObj name="Equation" r:id="rId1" imgW="34747200" imgH="103632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68003" y="1683346"/>
                        <a:ext cx="14541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87695" y="163857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442444" y="1640013"/>
            <a:ext cx="3381553" cy="521970"/>
            <a:chOff x="4712841" y="2928373"/>
            <a:chExt cx="3152790" cy="521970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/>
          </p:nvGraphicFramePr>
          <p:xfrm>
            <a:off x="4712841" y="2973762"/>
            <a:ext cx="3175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" name="Equation" r:id="rId3" imgW="7620000" imgH="10363200" progId="Equation.DSMT4">
                    <p:embed/>
                  </p:oleObj>
                </mc:Choice>
                <mc:Fallback>
                  <p:oleObj name="Equation" r:id="rId3" imgW="7620000" imgH="10363200" progId="Equation.DSMT4">
                    <p:embed/>
                    <p:pic>
                      <p:nvPicPr>
                        <p:cNvPr id="0" name="图片 1126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12841" y="2973762"/>
                          <a:ext cx="317500" cy="4318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Box 8"/>
            <p:cNvSpPr txBox="1"/>
            <p:nvPr/>
          </p:nvSpPr>
          <p:spPr>
            <a:xfrm>
              <a:off x="5030342" y="2928373"/>
              <a:ext cx="2835289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y</a:t>
              </a:r>
              <a:r>
                <a: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) </a:t>
              </a:r>
              <a:r>
                <a:rPr lang="zh-CN" altLang="en-US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的极值点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095458" y="2366799"/>
            <a:ext cx="42043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既不充分又不必要条件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95196" y="3209598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215680" y="3244155"/>
          <a:ext cx="55530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134416800" imgH="11582400" progId="Equation.DSMT4">
                  <p:embed/>
                </p:oleObj>
              </mc:Choice>
              <mc:Fallback>
                <p:oleObj name="Equation" r:id="rId5" imgW="134416800" imgH="115824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5680" y="3244155"/>
                        <a:ext cx="5553075" cy="487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215680" y="4086667"/>
          <a:ext cx="32067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76809600" imgH="10972800" progId="Equation.DSMT4">
                  <p:embed/>
                </p:oleObj>
              </mc:Choice>
              <mc:Fallback>
                <p:oleObj name="Equation" r:id="rId7" imgW="76809600" imgH="109728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15680" y="4086667"/>
                        <a:ext cx="320675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98897" y="4054209"/>
            <a:ext cx="34213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但在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处不取极值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/>
      <p:bldP spid="6" grpId="0"/>
      <p:bldP spid="10" grpId="0"/>
      <p:bldP spid="11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44203" y="183356"/>
            <a:ext cx="4495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3.3.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(第一充分条件)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579688" y="862013"/>
          <a:ext cx="5130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123139200" imgH="10972800" progId="Equation.DSMT4">
                  <p:embed/>
                </p:oleObj>
              </mc:Choice>
              <mc:Fallback>
                <p:oleObj name="Equation" r:id="rId1" imgW="123139200" imgH="10972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79688" y="862013"/>
                        <a:ext cx="5130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818588" y="792956"/>
            <a:ext cx="251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且在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去心邻域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995666" y="1337328"/>
            <a:ext cx="175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内有导数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788093" y="1369378"/>
          <a:ext cx="351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84429600" imgH="10972800" progId="Equation.DSMT4">
                  <p:embed/>
                </p:oleObj>
              </mc:Choice>
              <mc:Fallback>
                <p:oleObj name="Equation" r:id="rId3" imgW="84429600" imgH="10972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88093" y="1369378"/>
                        <a:ext cx="3517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7"/>
          <p:cNvGrpSpPr/>
          <p:nvPr/>
        </p:nvGrpSpPr>
        <p:grpSpPr bwMode="auto">
          <a:xfrm>
            <a:off x="2567773" y="1935954"/>
            <a:ext cx="3733800" cy="522288"/>
            <a:chOff x="624" y="1488"/>
            <a:chExt cx="2352" cy="329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624" y="1488"/>
              <a:ext cx="52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(1) 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1032" y="1521"/>
            <a:ext cx="49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1" name="Equation" r:id="rId5" imgW="8839200" imgH="4876800" progId="Equation.DSMT4">
                    <p:embed/>
                  </p:oleObj>
                </mc:Choice>
                <mc:Fallback>
                  <p:oleObj name="Equation" r:id="rId5" imgW="8839200" imgH="4876800" progId="Equation.DSMT4">
                    <p:embed/>
                    <p:pic>
                      <p:nvPicPr>
                        <p:cNvPr id="0" name="图片 1229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32" y="1521"/>
                          <a:ext cx="492" cy="27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536" y="1488"/>
              <a:ext cx="144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“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左</a:t>
              </a:r>
              <a:r>
                <a:rPr kumimoji="1" lang="zh-CN" alt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正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右</a:t>
              </a:r>
              <a:r>
                <a:rPr kumimoji="1" lang="zh-CN" alt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负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”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300788" y="2678113"/>
          <a:ext cx="336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80772000" imgH="10972800" progId="Equation.DSMT4">
                  <p:embed/>
                </p:oleObj>
              </mc:Choice>
              <mc:Fallback>
                <p:oleObj name="Equation" r:id="rId7" imgW="80772000" imgH="109728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00788" y="2678113"/>
                        <a:ext cx="3365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2"/>
          <p:cNvGrpSpPr/>
          <p:nvPr/>
        </p:nvGrpSpPr>
        <p:grpSpPr bwMode="auto">
          <a:xfrm>
            <a:off x="2567773" y="2607472"/>
            <a:ext cx="3733800" cy="550863"/>
            <a:chOff x="624" y="1968"/>
            <a:chExt cx="2352" cy="347"/>
          </a:xfrm>
        </p:grpSpPr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624" y="1968"/>
              <a:ext cx="52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(2) 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1032" y="2004"/>
            <a:ext cx="499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3" name="Equation" r:id="rId9" imgW="8839200" imgH="4876800" progId="Equation.DSMT4">
                    <p:embed/>
                  </p:oleObj>
                </mc:Choice>
                <mc:Fallback>
                  <p:oleObj name="Equation" r:id="rId9" imgW="8839200" imgH="4876800" progId="Equation.DSMT4">
                    <p:embed/>
                    <p:pic>
                      <p:nvPicPr>
                        <p:cNvPr id="0" name="图片 122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32" y="2004"/>
                          <a:ext cx="499" cy="28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536" y="1986"/>
              <a:ext cx="144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“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左</a:t>
              </a:r>
              <a:r>
                <a:rPr kumimoji="1" lang="zh-CN" alt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负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右</a:t>
              </a:r>
              <a:r>
                <a:rPr kumimoji="1" lang="zh-CN" alt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正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”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6319838" y="2005013"/>
          <a:ext cx="3340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80162400" imgH="10972800" progId="Equation.DSMT4">
                  <p:embed/>
                </p:oleObj>
              </mc:Choice>
              <mc:Fallback>
                <p:oleObj name="Equation" r:id="rId11" imgW="80162400" imgH="109728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19838" y="2005013"/>
                        <a:ext cx="3340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28"/>
          <p:cNvGrpSpPr/>
          <p:nvPr/>
        </p:nvGrpSpPr>
        <p:grpSpPr bwMode="auto">
          <a:xfrm>
            <a:off x="2620161" y="3255175"/>
            <a:ext cx="3733800" cy="550863"/>
            <a:chOff x="624" y="1968"/>
            <a:chExt cx="2352" cy="347"/>
          </a:xfrm>
        </p:grpSpPr>
        <p:sp>
          <p:nvSpPr>
            <p:cNvPr id="19" name="Text Box 29"/>
            <p:cNvSpPr txBox="1">
              <a:spLocks noChangeArrowheads="1"/>
            </p:cNvSpPr>
            <p:nvPr/>
          </p:nvSpPr>
          <p:spPr bwMode="auto">
            <a:xfrm>
              <a:off x="624" y="1968"/>
              <a:ext cx="52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(3) 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" name="Object 30"/>
            <p:cNvGraphicFramePr>
              <a:graphicFrameLocks noChangeAspect="1"/>
            </p:cNvGraphicFramePr>
            <p:nvPr/>
          </p:nvGraphicFramePr>
          <p:xfrm>
            <a:off x="999" y="1987"/>
            <a:ext cx="513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5" name="Equation" r:id="rId13" imgW="8839200" imgH="4876800" progId="Equation.DSMT4">
                    <p:embed/>
                  </p:oleObj>
                </mc:Choice>
                <mc:Fallback>
                  <p:oleObj name="Equation" r:id="rId13" imgW="8839200" imgH="4876800" progId="Equation.DSMT4">
                    <p:embed/>
                    <p:pic>
                      <p:nvPicPr>
                        <p:cNvPr id="0" name="图片 1229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99" y="1987"/>
                          <a:ext cx="513" cy="2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31"/>
            <p:cNvSpPr txBox="1">
              <a:spLocks noChangeArrowheads="1"/>
            </p:cNvSpPr>
            <p:nvPr/>
          </p:nvSpPr>
          <p:spPr bwMode="auto">
            <a:xfrm>
              <a:off x="1536" y="1986"/>
              <a:ext cx="144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符号不变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 40"/>
          <p:cNvGrpSpPr/>
          <p:nvPr/>
        </p:nvGrpSpPr>
        <p:grpSpPr bwMode="auto">
          <a:xfrm>
            <a:off x="5947561" y="3283749"/>
            <a:ext cx="4522787" cy="522288"/>
            <a:chOff x="1256" y="3294"/>
            <a:chExt cx="2849" cy="329"/>
          </a:xfrm>
        </p:grpSpPr>
        <p:sp>
          <p:nvSpPr>
            <p:cNvPr id="23" name="Text Box 37"/>
            <p:cNvSpPr txBox="1">
              <a:spLocks noChangeArrowheads="1"/>
            </p:cNvSpPr>
            <p:nvPr/>
          </p:nvSpPr>
          <p:spPr bwMode="auto">
            <a:xfrm>
              <a:off x="1256" y="3294"/>
              <a:ext cx="2849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则        在     处没有极值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4" name="Object 38"/>
            <p:cNvGraphicFramePr>
              <a:graphicFrameLocks noChangeAspect="1"/>
            </p:cNvGraphicFramePr>
            <p:nvPr/>
          </p:nvGraphicFramePr>
          <p:xfrm>
            <a:off x="2227" y="3298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6" name="Equation" r:id="rId15" imgW="8534400" imgH="10363200" progId="Equation.DSMT4">
                    <p:embed/>
                  </p:oleObj>
                </mc:Choice>
                <mc:Fallback>
                  <p:oleObj name="Equation" r:id="rId15" imgW="8534400" imgH="10363200" progId="Equation.DSMT4">
                    <p:embed/>
                    <p:pic>
                      <p:nvPicPr>
                        <p:cNvPr id="0" name="图片 1229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27" y="3298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39"/>
            <p:cNvGraphicFramePr>
              <a:graphicFrameLocks noChangeAspect="1"/>
            </p:cNvGraphicFramePr>
            <p:nvPr/>
          </p:nvGraphicFramePr>
          <p:xfrm>
            <a:off x="1519" y="3344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7" name="Equation" r:id="rId17" imgW="17678400" imgH="9448800" progId="Equation.DSMT4">
                    <p:embed/>
                  </p:oleObj>
                </mc:Choice>
                <mc:Fallback>
                  <p:oleObj name="Equation" r:id="rId17" imgW="17678400" imgH="9448800" progId="Equation.DSMT4">
                    <p:embed/>
                    <p:pic>
                      <p:nvPicPr>
                        <p:cNvPr id="0" name="图片 1229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19" y="3344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Group 53"/>
          <p:cNvGrpSpPr>
            <a:grpSpLocks noChangeAspect="1"/>
          </p:cNvGrpSpPr>
          <p:nvPr/>
        </p:nvGrpSpPr>
        <p:grpSpPr bwMode="auto">
          <a:xfrm>
            <a:off x="2567773" y="4160956"/>
            <a:ext cx="1543218" cy="1512000"/>
            <a:chOff x="2992" y="1503"/>
            <a:chExt cx="2138" cy="2095"/>
          </a:xfrm>
        </p:grpSpPr>
        <p:sp>
          <p:nvSpPr>
            <p:cNvPr id="85" name="Freeform 68"/>
            <p:cNvSpPr/>
            <p:nvPr/>
          </p:nvSpPr>
          <p:spPr bwMode="auto">
            <a:xfrm>
              <a:off x="3570" y="2178"/>
              <a:ext cx="1006" cy="496"/>
            </a:xfrm>
            <a:custGeom>
              <a:avLst/>
              <a:gdLst>
                <a:gd name="T0" fmla="*/ 0 w 1006"/>
                <a:gd name="T1" fmla="*/ 397 h 496"/>
                <a:gd name="T2" fmla="*/ 324 w 1006"/>
                <a:gd name="T3" fmla="*/ 1 h 496"/>
                <a:gd name="T4" fmla="*/ 856 w 1006"/>
                <a:gd name="T5" fmla="*/ 406 h 496"/>
                <a:gd name="T6" fmla="*/ 1006 w 1006"/>
                <a:gd name="T7" fmla="*/ 496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6" h="496">
                  <a:moveTo>
                    <a:pt x="0" y="397"/>
                  </a:moveTo>
                  <a:cubicBezTo>
                    <a:pt x="90" y="198"/>
                    <a:pt x="181" y="0"/>
                    <a:pt x="324" y="1"/>
                  </a:cubicBezTo>
                  <a:cubicBezTo>
                    <a:pt x="467" y="2"/>
                    <a:pt x="742" y="324"/>
                    <a:pt x="856" y="406"/>
                  </a:cubicBezTo>
                  <a:cubicBezTo>
                    <a:pt x="970" y="488"/>
                    <a:pt x="988" y="492"/>
                    <a:pt x="1006" y="49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86" name="对象 85"/>
            <p:cNvGraphicFramePr>
              <a:graphicFrameLocks noChangeAspect="1"/>
            </p:cNvGraphicFramePr>
            <p:nvPr/>
          </p:nvGraphicFramePr>
          <p:xfrm>
            <a:off x="4094" y="2118"/>
            <a:ext cx="828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8" name="Equation" r:id="rId19" imgW="14630400" imgH="6096000" progId="Equation.DSMT4">
                    <p:embed/>
                  </p:oleObj>
                </mc:Choice>
                <mc:Fallback>
                  <p:oleObj name="Equation" r:id="rId19" imgW="14630400" imgH="6096000" progId="Equation.DSMT4">
                    <p:embed/>
                    <p:pic>
                      <p:nvPicPr>
                        <p:cNvPr id="0" name="图片 122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094" y="2118"/>
                          <a:ext cx="828" cy="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7" name="Group 60"/>
            <p:cNvGrpSpPr/>
            <p:nvPr/>
          </p:nvGrpSpPr>
          <p:grpSpPr bwMode="auto">
            <a:xfrm>
              <a:off x="2992" y="1503"/>
              <a:ext cx="2138" cy="1794"/>
              <a:chOff x="3194" y="4998"/>
              <a:chExt cx="2138" cy="1794"/>
            </a:xfrm>
          </p:grpSpPr>
          <p:grpSp>
            <p:nvGrpSpPr>
              <p:cNvPr id="94" name="Group 64"/>
              <p:cNvGrpSpPr/>
              <p:nvPr/>
            </p:nvGrpSpPr>
            <p:grpSpPr bwMode="auto">
              <a:xfrm>
                <a:off x="3374" y="4998"/>
                <a:ext cx="1958" cy="1485"/>
                <a:chOff x="4604" y="4764"/>
                <a:chExt cx="1958" cy="1485"/>
              </a:xfrm>
            </p:grpSpPr>
            <p:sp>
              <p:nvSpPr>
                <p:cNvPr id="98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4604" y="6240"/>
                  <a:ext cx="1958" cy="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4620" y="4764"/>
                  <a:ext cx="0" cy="147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95" name="对象 94"/>
              <p:cNvGraphicFramePr>
                <a:graphicFrameLocks noChangeAspect="1"/>
              </p:cNvGraphicFramePr>
              <p:nvPr/>
            </p:nvGraphicFramePr>
            <p:xfrm>
              <a:off x="3330" y="6513"/>
              <a:ext cx="206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299" name="Equation" r:id="rId21" imgW="3657600" imgH="4267200" progId="Equation.DSMT4">
                      <p:embed/>
                    </p:oleObj>
                  </mc:Choice>
                  <mc:Fallback>
                    <p:oleObj name="Equation" r:id="rId21" imgW="3657600" imgH="4267200" progId="Equation.DSMT4">
                      <p:embed/>
                      <p:pic>
                        <p:nvPicPr>
                          <p:cNvPr id="0" name="图片 1229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330" y="6513"/>
                            <a:ext cx="206" cy="27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6" name="对象 95"/>
              <p:cNvGraphicFramePr>
                <a:graphicFrameLocks noChangeAspect="1"/>
              </p:cNvGraphicFramePr>
              <p:nvPr/>
            </p:nvGraphicFramePr>
            <p:xfrm>
              <a:off x="3194" y="5082"/>
              <a:ext cx="189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00" name="Equation" r:id="rId23" imgW="3352800" imgH="3962400" progId="Equation.DSMT4">
                      <p:embed/>
                    </p:oleObj>
                  </mc:Choice>
                  <mc:Fallback>
                    <p:oleObj name="Equation" r:id="rId23" imgW="3352800" imgH="3962400" progId="Equation.DSMT4">
                      <p:embed/>
                      <p:pic>
                        <p:nvPicPr>
                          <p:cNvPr id="0" name="图片 1229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3194" y="5082"/>
                            <a:ext cx="189" cy="26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" name="对象 96"/>
              <p:cNvGraphicFramePr>
                <a:graphicFrameLocks noChangeAspect="1"/>
              </p:cNvGraphicFramePr>
              <p:nvPr/>
            </p:nvGraphicFramePr>
            <p:xfrm>
              <a:off x="5116" y="6507"/>
              <a:ext cx="172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01" name="Equation" r:id="rId25" imgW="3048000" imgH="3352800" progId="Equation.DSMT4">
                      <p:embed/>
                    </p:oleObj>
                  </mc:Choice>
                  <mc:Fallback>
                    <p:oleObj name="Equation" r:id="rId25" imgW="3048000" imgH="3352800" progId="Equation.DSMT4">
                      <p:embed/>
                      <p:pic>
                        <p:nvPicPr>
                          <p:cNvPr id="0" name="图片 1230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5116" y="6507"/>
                            <a:ext cx="172" cy="22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8" name="Line 59"/>
            <p:cNvSpPr>
              <a:spLocks noChangeShapeType="1"/>
            </p:cNvSpPr>
            <p:nvPr/>
          </p:nvSpPr>
          <p:spPr bwMode="auto">
            <a:xfrm>
              <a:off x="3360" y="2181"/>
              <a:ext cx="1328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Line 58"/>
            <p:cNvSpPr>
              <a:spLocks noChangeShapeType="1"/>
            </p:cNvSpPr>
            <p:nvPr/>
          </p:nvSpPr>
          <p:spPr bwMode="auto">
            <a:xfrm>
              <a:off x="3878" y="2157"/>
              <a:ext cx="0" cy="8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90" name="对象 89"/>
            <p:cNvGraphicFramePr>
              <a:graphicFrameLocks noChangeAspect="1"/>
            </p:cNvGraphicFramePr>
            <p:nvPr/>
          </p:nvGraphicFramePr>
          <p:xfrm>
            <a:off x="3778" y="2976"/>
            <a:ext cx="22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2" name="Equation" r:id="rId27" imgW="3962400" imgH="5486400" progId="Equation.DSMT4">
                    <p:embed/>
                  </p:oleObj>
                </mc:Choice>
                <mc:Fallback>
                  <p:oleObj name="Equation" r:id="rId27" imgW="3962400" imgH="5486400" progId="Equation.DSMT4">
                    <p:embed/>
                    <p:pic>
                      <p:nvPicPr>
                        <p:cNvPr id="0" name="图片 123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778" y="2976"/>
                          <a:ext cx="224" cy="3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" name="对象 90"/>
            <p:cNvGraphicFramePr>
              <a:graphicFrameLocks noChangeAspect="1"/>
            </p:cNvGraphicFramePr>
            <p:nvPr/>
          </p:nvGraphicFramePr>
          <p:xfrm>
            <a:off x="4034" y="3198"/>
            <a:ext cx="328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3" name="Equation" r:id="rId29" imgW="5791200" imgH="6096000" progId="Equation.DSMT4">
                    <p:embed/>
                  </p:oleObj>
                </mc:Choice>
                <mc:Fallback>
                  <p:oleObj name="Equation" r:id="rId29" imgW="5791200" imgH="6096000" progId="Equation.DSMT4">
                    <p:embed/>
                    <p:pic>
                      <p:nvPicPr>
                        <p:cNvPr id="0" name="图片 1230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034" y="3198"/>
                          <a:ext cx="328" cy="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" name="对象 91"/>
            <p:cNvGraphicFramePr>
              <a:graphicFrameLocks noChangeAspect="1"/>
            </p:cNvGraphicFramePr>
            <p:nvPr/>
          </p:nvGraphicFramePr>
          <p:xfrm>
            <a:off x="3148" y="2541"/>
            <a:ext cx="704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4" name="Equation" r:id="rId31" imgW="14935200" imgH="6096000" progId="Equation.DSMT4">
                    <p:embed/>
                  </p:oleObj>
                </mc:Choice>
                <mc:Fallback>
                  <p:oleObj name="Equation" r:id="rId31" imgW="14935200" imgH="6096000" progId="Equation.DSMT4">
                    <p:embed/>
                    <p:pic>
                      <p:nvPicPr>
                        <p:cNvPr id="0" name="图片 123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148" y="2541"/>
                          <a:ext cx="704" cy="3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" name="对象 92"/>
            <p:cNvGraphicFramePr>
              <a:graphicFrameLocks noChangeAspect="1"/>
            </p:cNvGraphicFramePr>
            <p:nvPr/>
          </p:nvGraphicFramePr>
          <p:xfrm>
            <a:off x="3962" y="2586"/>
            <a:ext cx="726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5" name="Equation" r:id="rId33" imgW="14935200" imgH="6096000" progId="Equation.DSMT4">
                    <p:embed/>
                  </p:oleObj>
                </mc:Choice>
                <mc:Fallback>
                  <p:oleObj name="Equation" r:id="rId33" imgW="14935200" imgH="6096000" progId="Equation.DSMT4">
                    <p:embed/>
                    <p:pic>
                      <p:nvPicPr>
                        <p:cNvPr id="0" name="图片 1230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3962" y="2586"/>
                          <a:ext cx="726" cy="3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37"/>
          <p:cNvGrpSpPr>
            <a:grpSpLocks noChangeAspect="1"/>
          </p:cNvGrpSpPr>
          <p:nvPr/>
        </p:nvGrpSpPr>
        <p:grpSpPr bwMode="auto">
          <a:xfrm>
            <a:off x="4532065" y="4178101"/>
            <a:ext cx="1584048" cy="1512000"/>
            <a:chOff x="2722" y="2583"/>
            <a:chExt cx="2138" cy="2041"/>
          </a:xfrm>
        </p:grpSpPr>
        <p:graphicFrame>
          <p:nvGraphicFramePr>
            <p:cNvPr id="71" name="对象 70"/>
            <p:cNvGraphicFramePr>
              <a:graphicFrameLocks noChangeAspect="1"/>
            </p:cNvGraphicFramePr>
            <p:nvPr/>
          </p:nvGraphicFramePr>
          <p:xfrm>
            <a:off x="3614" y="4032"/>
            <a:ext cx="22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6" name="Equation" r:id="rId35" imgW="3962400" imgH="5486400" progId="Equation.DSMT4">
                    <p:embed/>
                  </p:oleObj>
                </mc:Choice>
                <mc:Fallback>
                  <p:oleObj name="Equation" r:id="rId35" imgW="3962400" imgH="5486400" progId="Equation.DSMT4">
                    <p:embed/>
                    <p:pic>
                      <p:nvPicPr>
                        <p:cNvPr id="0" name="图片 1230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614" y="4032"/>
                          <a:ext cx="224" cy="3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Line 51"/>
            <p:cNvSpPr>
              <a:spLocks noChangeShapeType="1"/>
            </p:cNvSpPr>
            <p:nvPr/>
          </p:nvSpPr>
          <p:spPr bwMode="auto">
            <a:xfrm>
              <a:off x="3150" y="3291"/>
              <a:ext cx="1328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50"/>
            <p:cNvSpPr/>
            <p:nvPr/>
          </p:nvSpPr>
          <p:spPr bwMode="auto">
            <a:xfrm flipV="1">
              <a:off x="3396" y="2799"/>
              <a:ext cx="1006" cy="496"/>
            </a:xfrm>
            <a:custGeom>
              <a:avLst/>
              <a:gdLst>
                <a:gd name="T0" fmla="*/ 0 w 1006"/>
                <a:gd name="T1" fmla="*/ 397 h 496"/>
                <a:gd name="T2" fmla="*/ 324 w 1006"/>
                <a:gd name="T3" fmla="*/ 1 h 496"/>
                <a:gd name="T4" fmla="*/ 856 w 1006"/>
                <a:gd name="T5" fmla="*/ 406 h 496"/>
                <a:gd name="T6" fmla="*/ 1006 w 1006"/>
                <a:gd name="T7" fmla="*/ 496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6" h="496">
                  <a:moveTo>
                    <a:pt x="0" y="397"/>
                  </a:moveTo>
                  <a:cubicBezTo>
                    <a:pt x="90" y="198"/>
                    <a:pt x="181" y="0"/>
                    <a:pt x="324" y="1"/>
                  </a:cubicBezTo>
                  <a:cubicBezTo>
                    <a:pt x="467" y="2"/>
                    <a:pt x="742" y="324"/>
                    <a:pt x="856" y="406"/>
                  </a:cubicBezTo>
                  <a:cubicBezTo>
                    <a:pt x="970" y="488"/>
                    <a:pt x="988" y="492"/>
                    <a:pt x="1006" y="49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Line 49"/>
            <p:cNvSpPr>
              <a:spLocks noChangeShapeType="1"/>
            </p:cNvSpPr>
            <p:nvPr/>
          </p:nvSpPr>
          <p:spPr bwMode="auto">
            <a:xfrm>
              <a:off x="3712" y="3288"/>
              <a:ext cx="0" cy="8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75" name="对象 74"/>
            <p:cNvGraphicFramePr>
              <a:graphicFrameLocks noChangeAspect="1"/>
            </p:cNvGraphicFramePr>
            <p:nvPr/>
          </p:nvGraphicFramePr>
          <p:xfrm>
            <a:off x="3810" y="2583"/>
            <a:ext cx="828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7" name="Equation" r:id="rId36" imgW="14630400" imgH="6096000" progId="Equation.DSMT4">
                    <p:embed/>
                  </p:oleObj>
                </mc:Choice>
                <mc:Fallback>
                  <p:oleObj name="Equation" r:id="rId36" imgW="14630400" imgH="6096000" progId="Equation.DSMT4">
                    <p:embed/>
                    <p:pic>
                      <p:nvPicPr>
                        <p:cNvPr id="0" name="图片 1230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810" y="2583"/>
                          <a:ext cx="828" cy="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" name="对象 75"/>
            <p:cNvGraphicFramePr>
              <a:graphicFrameLocks noChangeAspect="1"/>
            </p:cNvGraphicFramePr>
            <p:nvPr/>
          </p:nvGraphicFramePr>
          <p:xfrm>
            <a:off x="3914" y="3342"/>
            <a:ext cx="63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8" name="Equation" r:id="rId37" imgW="14935200" imgH="6096000" progId="Equation.DSMT4">
                    <p:embed/>
                  </p:oleObj>
                </mc:Choice>
                <mc:Fallback>
                  <p:oleObj name="Equation" r:id="rId37" imgW="14935200" imgH="6096000" progId="Equation.DSMT4">
                    <p:embed/>
                    <p:pic>
                      <p:nvPicPr>
                        <p:cNvPr id="0" name="图片 1230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914" y="3342"/>
                          <a:ext cx="636" cy="3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对象 76"/>
            <p:cNvGraphicFramePr>
              <a:graphicFrameLocks noChangeAspect="1"/>
            </p:cNvGraphicFramePr>
            <p:nvPr/>
          </p:nvGraphicFramePr>
          <p:xfrm>
            <a:off x="3022" y="3363"/>
            <a:ext cx="704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9" name="Equation" r:id="rId38" imgW="14935200" imgH="6096000" progId="Equation.DSMT4">
                    <p:embed/>
                  </p:oleObj>
                </mc:Choice>
                <mc:Fallback>
                  <p:oleObj name="Equation" r:id="rId38" imgW="14935200" imgH="6096000" progId="Equation.DSMT4">
                    <p:embed/>
                    <p:pic>
                      <p:nvPicPr>
                        <p:cNvPr id="0" name="图片 123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3022" y="3363"/>
                          <a:ext cx="704" cy="3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8" name="Group 39"/>
            <p:cNvGrpSpPr/>
            <p:nvPr/>
          </p:nvGrpSpPr>
          <p:grpSpPr bwMode="auto">
            <a:xfrm>
              <a:off x="2722" y="2616"/>
              <a:ext cx="2138" cy="1794"/>
              <a:chOff x="3194" y="4998"/>
              <a:chExt cx="2138" cy="1794"/>
            </a:xfrm>
          </p:grpSpPr>
          <p:grpSp>
            <p:nvGrpSpPr>
              <p:cNvPr id="80" name="Group 43"/>
              <p:cNvGrpSpPr/>
              <p:nvPr/>
            </p:nvGrpSpPr>
            <p:grpSpPr bwMode="auto">
              <a:xfrm>
                <a:off x="3374" y="4998"/>
                <a:ext cx="1958" cy="1485"/>
                <a:chOff x="4604" y="4764"/>
                <a:chExt cx="1958" cy="1485"/>
              </a:xfrm>
            </p:grpSpPr>
            <p:sp>
              <p:nvSpPr>
                <p:cNvPr id="83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4604" y="6240"/>
                  <a:ext cx="1958" cy="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4620" y="4764"/>
                  <a:ext cx="0" cy="147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81" name="对象 80"/>
              <p:cNvGraphicFramePr>
                <a:graphicFrameLocks noChangeAspect="1"/>
              </p:cNvGraphicFramePr>
              <p:nvPr/>
            </p:nvGraphicFramePr>
            <p:xfrm>
              <a:off x="3330" y="6513"/>
              <a:ext cx="206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10" name="Equation" r:id="rId39" imgW="3657600" imgH="4267200" progId="Equation.DSMT4">
                      <p:embed/>
                    </p:oleObj>
                  </mc:Choice>
                  <mc:Fallback>
                    <p:oleObj name="Equation" r:id="rId39" imgW="3657600" imgH="4267200" progId="Equation.DSMT4">
                      <p:embed/>
                      <p:pic>
                        <p:nvPicPr>
                          <p:cNvPr id="0" name="图片 1230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330" y="6513"/>
                            <a:ext cx="206" cy="27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" name="对象 81"/>
              <p:cNvGraphicFramePr>
                <a:graphicFrameLocks noChangeAspect="1"/>
              </p:cNvGraphicFramePr>
              <p:nvPr/>
            </p:nvGraphicFramePr>
            <p:xfrm>
              <a:off x="3194" y="5082"/>
              <a:ext cx="189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11" name="Equation" r:id="rId40" imgW="3352800" imgH="3962400" progId="Equation.DSMT4">
                      <p:embed/>
                    </p:oleObj>
                  </mc:Choice>
                  <mc:Fallback>
                    <p:oleObj name="Equation" r:id="rId40" imgW="3352800" imgH="3962400" progId="Equation.DSMT4">
                      <p:embed/>
                      <p:pic>
                        <p:nvPicPr>
                          <p:cNvPr id="0" name="图片 1231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3194" y="5082"/>
                            <a:ext cx="189" cy="26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9" name="对象 78"/>
            <p:cNvGraphicFramePr>
              <a:graphicFrameLocks noChangeAspect="1"/>
            </p:cNvGraphicFramePr>
            <p:nvPr/>
          </p:nvGraphicFramePr>
          <p:xfrm>
            <a:off x="3906" y="4224"/>
            <a:ext cx="328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2" name="Equation" r:id="rId41" imgW="5791200" imgH="6096000" progId="Equation.DSMT4">
                    <p:embed/>
                  </p:oleObj>
                </mc:Choice>
                <mc:Fallback>
                  <p:oleObj name="Equation" r:id="rId41" imgW="5791200" imgH="6096000" progId="Equation.DSMT4">
                    <p:embed/>
                    <p:pic>
                      <p:nvPicPr>
                        <p:cNvPr id="0" name="图片 123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3906" y="4224"/>
                          <a:ext cx="328" cy="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Group 21"/>
          <p:cNvGrpSpPr>
            <a:grpSpLocks noChangeAspect="1"/>
          </p:cNvGrpSpPr>
          <p:nvPr/>
        </p:nvGrpSpPr>
        <p:grpSpPr bwMode="auto">
          <a:xfrm>
            <a:off x="6353961" y="4198390"/>
            <a:ext cx="1565637" cy="1512000"/>
            <a:chOff x="2780" y="2919"/>
            <a:chExt cx="2138" cy="2065"/>
          </a:xfrm>
        </p:grpSpPr>
        <p:sp>
          <p:nvSpPr>
            <p:cNvPr id="56" name="Line 36"/>
            <p:cNvSpPr>
              <a:spLocks noChangeShapeType="1"/>
            </p:cNvSpPr>
            <p:nvPr/>
          </p:nvSpPr>
          <p:spPr bwMode="auto">
            <a:xfrm>
              <a:off x="3254" y="3624"/>
              <a:ext cx="1328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Line 35"/>
            <p:cNvSpPr>
              <a:spLocks noChangeShapeType="1"/>
            </p:cNvSpPr>
            <p:nvPr/>
          </p:nvSpPr>
          <p:spPr bwMode="auto">
            <a:xfrm>
              <a:off x="3884" y="3600"/>
              <a:ext cx="0" cy="8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58" name="对象 57"/>
            <p:cNvGraphicFramePr>
              <a:graphicFrameLocks noChangeAspect="1"/>
            </p:cNvGraphicFramePr>
            <p:nvPr/>
          </p:nvGraphicFramePr>
          <p:xfrm>
            <a:off x="3780" y="4404"/>
            <a:ext cx="22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3" name="Equation" r:id="rId43" imgW="3962400" imgH="5486400" progId="Equation.DSMT4">
                    <p:embed/>
                  </p:oleObj>
                </mc:Choice>
                <mc:Fallback>
                  <p:oleObj name="Equation" r:id="rId43" imgW="3962400" imgH="5486400" progId="Equation.DSMT4">
                    <p:embed/>
                    <p:pic>
                      <p:nvPicPr>
                        <p:cNvPr id="0" name="图片 123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780" y="4404"/>
                          <a:ext cx="224" cy="3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对象 58"/>
            <p:cNvGraphicFramePr>
              <a:graphicFrameLocks noChangeAspect="1"/>
            </p:cNvGraphicFramePr>
            <p:nvPr/>
          </p:nvGraphicFramePr>
          <p:xfrm>
            <a:off x="3464" y="3033"/>
            <a:ext cx="828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4" name="Equation" r:id="rId44" imgW="14630400" imgH="6096000" progId="Equation.DSMT4">
                    <p:embed/>
                  </p:oleObj>
                </mc:Choice>
                <mc:Fallback>
                  <p:oleObj name="Equation" r:id="rId44" imgW="14630400" imgH="6096000" progId="Equation.DSMT4">
                    <p:embed/>
                    <p:pic>
                      <p:nvPicPr>
                        <p:cNvPr id="0" name="图片 123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464" y="3033"/>
                          <a:ext cx="828" cy="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对象 59"/>
            <p:cNvGraphicFramePr>
              <a:graphicFrameLocks noChangeAspect="1"/>
            </p:cNvGraphicFramePr>
            <p:nvPr/>
          </p:nvGraphicFramePr>
          <p:xfrm>
            <a:off x="3150" y="3864"/>
            <a:ext cx="696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5" name="Equation" r:id="rId45" imgW="14935200" imgH="6096000" progId="Equation.DSMT4">
                    <p:embed/>
                  </p:oleObj>
                </mc:Choice>
                <mc:Fallback>
                  <p:oleObj name="Equation" r:id="rId45" imgW="14935200" imgH="6096000" progId="Equation.DSMT4">
                    <p:embed/>
                    <p:pic>
                      <p:nvPicPr>
                        <p:cNvPr id="0" name="图片 123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150" y="3864"/>
                          <a:ext cx="696" cy="32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" name="Group 25"/>
            <p:cNvGrpSpPr/>
            <p:nvPr/>
          </p:nvGrpSpPr>
          <p:grpSpPr bwMode="auto">
            <a:xfrm>
              <a:off x="2780" y="2964"/>
              <a:ext cx="2138" cy="1794"/>
              <a:chOff x="3194" y="4998"/>
              <a:chExt cx="2138" cy="1794"/>
            </a:xfrm>
          </p:grpSpPr>
          <p:grpSp>
            <p:nvGrpSpPr>
              <p:cNvPr id="65" name="Group 29"/>
              <p:cNvGrpSpPr/>
              <p:nvPr/>
            </p:nvGrpSpPr>
            <p:grpSpPr bwMode="auto">
              <a:xfrm>
                <a:off x="3374" y="4998"/>
                <a:ext cx="1958" cy="1485"/>
                <a:chOff x="4604" y="4764"/>
                <a:chExt cx="1958" cy="1485"/>
              </a:xfrm>
            </p:grpSpPr>
            <p:sp>
              <p:nvSpPr>
                <p:cNvPr id="69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4604" y="6240"/>
                  <a:ext cx="1958" cy="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0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4620" y="4764"/>
                  <a:ext cx="0" cy="147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66" name="对象 65"/>
              <p:cNvGraphicFramePr>
                <a:graphicFrameLocks noChangeAspect="1"/>
              </p:cNvGraphicFramePr>
              <p:nvPr/>
            </p:nvGraphicFramePr>
            <p:xfrm>
              <a:off x="3330" y="6513"/>
              <a:ext cx="206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16" name="Equation" r:id="rId46" imgW="3657600" imgH="4267200" progId="Equation.DSMT4">
                      <p:embed/>
                    </p:oleObj>
                  </mc:Choice>
                  <mc:Fallback>
                    <p:oleObj name="Equation" r:id="rId46" imgW="3657600" imgH="4267200" progId="Equation.DSMT4">
                      <p:embed/>
                      <p:pic>
                        <p:nvPicPr>
                          <p:cNvPr id="0" name="图片 1231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330" y="6513"/>
                            <a:ext cx="206" cy="27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对象 66"/>
              <p:cNvGraphicFramePr>
                <a:graphicFrameLocks noChangeAspect="1"/>
              </p:cNvGraphicFramePr>
              <p:nvPr/>
            </p:nvGraphicFramePr>
            <p:xfrm>
              <a:off x="3194" y="5082"/>
              <a:ext cx="189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17" name="Equation" r:id="rId47" imgW="3352800" imgH="3962400" progId="Equation.DSMT4">
                      <p:embed/>
                    </p:oleObj>
                  </mc:Choice>
                  <mc:Fallback>
                    <p:oleObj name="Equation" r:id="rId47" imgW="3352800" imgH="3962400" progId="Equation.DSMT4">
                      <p:embed/>
                      <p:pic>
                        <p:nvPicPr>
                          <p:cNvPr id="0" name="图片 1231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3194" y="5082"/>
                            <a:ext cx="189" cy="26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8" name="对象 67"/>
              <p:cNvGraphicFramePr>
                <a:graphicFrameLocks noChangeAspect="1"/>
              </p:cNvGraphicFramePr>
              <p:nvPr/>
            </p:nvGraphicFramePr>
            <p:xfrm>
              <a:off x="5116" y="6507"/>
              <a:ext cx="172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18" name="Equation" r:id="rId48" imgW="3048000" imgH="3352800" progId="Equation.DSMT4">
                      <p:embed/>
                    </p:oleObj>
                  </mc:Choice>
                  <mc:Fallback>
                    <p:oleObj name="Equation" r:id="rId48" imgW="3048000" imgH="3352800" progId="Equation.DSMT4">
                      <p:embed/>
                      <p:pic>
                        <p:nvPicPr>
                          <p:cNvPr id="0" name="图片 1231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5116" y="6507"/>
                            <a:ext cx="172" cy="22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2" name="对象 61"/>
            <p:cNvGraphicFramePr>
              <a:graphicFrameLocks noChangeAspect="1"/>
            </p:cNvGraphicFramePr>
            <p:nvPr/>
          </p:nvGraphicFramePr>
          <p:xfrm>
            <a:off x="4066" y="4584"/>
            <a:ext cx="311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9" name="Equation" r:id="rId49" imgW="5486400" imgH="6096000" progId="Equation.DSMT4">
                    <p:embed/>
                  </p:oleObj>
                </mc:Choice>
                <mc:Fallback>
                  <p:oleObj name="Equation" r:id="rId49" imgW="5486400" imgH="6096000" progId="Equation.DSMT4">
                    <p:embed/>
                    <p:pic>
                      <p:nvPicPr>
                        <p:cNvPr id="0" name="图片 123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4066" y="4584"/>
                          <a:ext cx="311" cy="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Freeform 23"/>
            <p:cNvSpPr/>
            <p:nvPr/>
          </p:nvSpPr>
          <p:spPr bwMode="auto">
            <a:xfrm>
              <a:off x="3278" y="2919"/>
              <a:ext cx="1110" cy="1026"/>
            </a:xfrm>
            <a:custGeom>
              <a:avLst/>
              <a:gdLst>
                <a:gd name="T0" fmla="*/ 0 w 1230"/>
                <a:gd name="T1" fmla="*/ 1446 h 1446"/>
                <a:gd name="T2" fmla="*/ 405 w 1230"/>
                <a:gd name="T3" fmla="*/ 1041 h 1446"/>
                <a:gd name="T4" fmla="*/ 945 w 1230"/>
                <a:gd name="T5" fmla="*/ 891 h 1446"/>
                <a:gd name="T6" fmla="*/ 1230 w 1230"/>
                <a:gd name="T7" fmla="*/ 0 h 1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0" h="1446">
                  <a:moveTo>
                    <a:pt x="0" y="1446"/>
                  </a:moveTo>
                  <a:cubicBezTo>
                    <a:pt x="67" y="1379"/>
                    <a:pt x="248" y="1133"/>
                    <a:pt x="405" y="1041"/>
                  </a:cubicBezTo>
                  <a:cubicBezTo>
                    <a:pt x="562" y="949"/>
                    <a:pt x="808" y="1064"/>
                    <a:pt x="945" y="891"/>
                  </a:cubicBezTo>
                  <a:cubicBezTo>
                    <a:pt x="1082" y="718"/>
                    <a:pt x="1171" y="186"/>
                    <a:pt x="123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64" name="对象 63"/>
            <p:cNvGraphicFramePr>
              <a:graphicFrameLocks noChangeAspect="1"/>
            </p:cNvGraphicFramePr>
            <p:nvPr/>
          </p:nvGraphicFramePr>
          <p:xfrm>
            <a:off x="3922" y="3825"/>
            <a:ext cx="696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0" name="Equation" r:id="rId51" imgW="14935200" imgH="6096000" progId="Equation.DSMT4">
                    <p:embed/>
                  </p:oleObj>
                </mc:Choice>
                <mc:Fallback>
                  <p:oleObj name="Equation" r:id="rId51" imgW="14935200" imgH="6096000" progId="Equation.DSMT4">
                    <p:embed/>
                    <p:pic>
                      <p:nvPicPr>
                        <p:cNvPr id="0" name="图片 123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922" y="3825"/>
                          <a:ext cx="696" cy="32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Group 3"/>
          <p:cNvGrpSpPr>
            <a:grpSpLocks noChangeAspect="1"/>
          </p:cNvGrpSpPr>
          <p:nvPr/>
        </p:nvGrpSpPr>
        <p:grpSpPr bwMode="auto">
          <a:xfrm>
            <a:off x="8185425" y="4213344"/>
            <a:ext cx="1675151" cy="1512000"/>
            <a:chOff x="2866" y="3777"/>
            <a:chExt cx="2138" cy="1930"/>
          </a:xfrm>
        </p:grpSpPr>
        <p:grpSp>
          <p:nvGrpSpPr>
            <p:cNvPr id="39" name="Group 18"/>
            <p:cNvGrpSpPr/>
            <p:nvPr/>
          </p:nvGrpSpPr>
          <p:grpSpPr bwMode="auto">
            <a:xfrm flipV="1">
              <a:off x="3366" y="4101"/>
              <a:ext cx="1210" cy="863"/>
              <a:chOff x="6090" y="15684"/>
              <a:chExt cx="1442" cy="794"/>
            </a:xfrm>
          </p:grpSpPr>
          <p:sp>
            <p:nvSpPr>
              <p:cNvPr id="54" name="Freeform 20"/>
              <p:cNvSpPr/>
              <p:nvPr/>
            </p:nvSpPr>
            <p:spPr bwMode="auto">
              <a:xfrm>
                <a:off x="6090" y="16176"/>
                <a:ext cx="704" cy="302"/>
              </a:xfrm>
              <a:custGeom>
                <a:avLst/>
                <a:gdLst>
                  <a:gd name="T0" fmla="*/ 0 w 704"/>
                  <a:gd name="T1" fmla="*/ 302 h 302"/>
                  <a:gd name="T2" fmla="*/ 216 w 704"/>
                  <a:gd name="T3" fmla="*/ 50 h 302"/>
                  <a:gd name="T4" fmla="*/ 704 w 704"/>
                  <a:gd name="T5" fmla="*/ 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4" h="302">
                    <a:moveTo>
                      <a:pt x="0" y="302"/>
                    </a:moveTo>
                    <a:cubicBezTo>
                      <a:pt x="49" y="201"/>
                      <a:pt x="99" y="100"/>
                      <a:pt x="216" y="50"/>
                    </a:cubicBezTo>
                    <a:cubicBezTo>
                      <a:pt x="333" y="0"/>
                      <a:pt x="518" y="1"/>
                      <a:pt x="704" y="2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19"/>
              <p:cNvSpPr/>
              <p:nvPr/>
            </p:nvSpPr>
            <p:spPr bwMode="auto">
              <a:xfrm rot="10800000">
                <a:off x="6798" y="15684"/>
                <a:ext cx="734" cy="497"/>
              </a:xfrm>
              <a:custGeom>
                <a:avLst/>
                <a:gdLst>
                  <a:gd name="T0" fmla="*/ 0 w 704"/>
                  <a:gd name="T1" fmla="*/ 302 h 302"/>
                  <a:gd name="T2" fmla="*/ 216 w 704"/>
                  <a:gd name="T3" fmla="*/ 50 h 302"/>
                  <a:gd name="T4" fmla="*/ 704 w 704"/>
                  <a:gd name="T5" fmla="*/ 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4" h="302">
                    <a:moveTo>
                      <a:pt x="0" y="302"/>
                    </a:moveTo>
                    <a:cubicBezTo>
                      <a:pt x="49" y="201"/>
                      <a:pt x="99" y="100"/>
                      <a:pt x="216" y="50"/>
                    </a:cubicBezTo>
                    <a:cubicBezTo>
                      <a:pt x="333" y="0"/>
                      <a:pt x="518" y="1"/>
                      <a:pt x="704" y="2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40" name="Line 17"/>
            <p:cNvSpPr>
              <a:spLocks noChangeShapeType="1"/>
            </p:cNvSpPr>
            <p:nvPr/>
          </p:nvSpPr>
          <p:spPr bwMode="auto">
            <a:xfrm>
              <a:off x="3336" y="4431"/>
              <a:ext cx="1328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Line 16"/>
            <p:cNvSpPr>
              <a:spLocks noChangeShapeType="1"/>
            </p:cNvSpPr>
            <p:nvPr/>
          </p:nvSpPr>
          <p:spPr bwMode="auto">
            <a:xfrm>
              <a:off x="3960" y="4419"/>
              <a:ext cx="0" cy="8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42" name="对象 41"/>
            <p:cNvGraphicFramePr>
              <a:graphicFrameLocks noChangeAspect="1"/>
            </p:cNvGraphicFramePr>
            <p:nvPr/>
          </p:nvGraphicFramePr>
          <p:xfrm>
            <a:off x="3878" y="5238"/>
            <a:ext cx="22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1" name="Equation" r:id="rId52" imgW="3962400" imgH="5486400" progId="Equation.DSMT4">
                    <p:embed/>
                  </p:oleObj>
                </mc:Choice>
                <mc:Fallback>
                  <p:oleObj name="Equation" r:id="rId52" imgW="3962400" imgH="5486400" progId="Equation.DSMT4">
                    <p:embed/>
                    <p:pic>
                      <p:nvPicPr>
                        <p:cNvPr id="0" name="图片 123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878" y="5238"/>
                          <a:ext cx="224" cy="3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42"/>
            <p:cNvGraphicFramePr>
              <a:graphicFrameLocks noChangeAspect="1"/>
            </p:cNvGraphicFramePr>
            <p:nvPr/>
          </p:nvGraphicFramePr>
          <p:xfrm>
            <a:off x="3544" y="3903"/>
            <a:ext cx="828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2" name="Equation" r:id="rId53" imgW="14630400" imgH="6096000" progId="Equation.DSMT4">
                    <p:embed/>
                  </p:oleObj>
                </mc:Choice>
                <mc:Fallback>
                  <p:oleObj name="Equation" r:id="rId53" imgW="14630400" imgH="6096000" progId="Equation.DSMT4">
                    <p:embed/>
                    <p:pic>
                      <p:nvPicPr>
                        <p:cNvPr id="0" name="图片 123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44" y="3903"/>
                          <a:ext cx="828" cy="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/>
            <p:cNvGraphicFramePr>
              <a:graphicFrameLocks noChangeAspect="1"/>
            </p:cNvGraphicFramePr>
            <p:nvPr/>
          </p:nvGraphicFramePr>
          <p:xfrm>
            <a:off x="3204" y="4586"/>
            <a:ext cx="71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3" name="Equation" r:id="rId54" imgW="14935200" imgH="6096000" progId="Equation.DSMT4">
                    <p:embed/>
                  </p:oleObj>
                </mc:Choice>
                <mc:Fallback>
                  <p:oleObj name="Equation" r:id="rId54" imgW="14935200" imgH="6096000" progId="Equation.DSMT4">
                    <p:embed/>
                    <p:pic>
                      <p:nvPicPr>
                        <p:cNvPr id="0" name="图片 123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3204" y="4586"/>
                          <a:ext cx="712" cy="33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5" name="Group 6"/>
            <p:cNvGrpSpPr/>
            <p:nvPr/>
          </p:nvGrpSpPr>
          <p:grpSpPr bwMode="auto">
            <a:xfrm>
              <a:off x="2866" y="3777"/>
              <a:ext cx="2138" cy="1794"/>
              <a:chOff x="3194" y="4998"/>
              <a:chExt cx="2138" cy="1794"/>
            </a:xfrm>
          </p:grpSpPr>
          <p:grpSp>
            <p:nvGrpSpPr>
              <p:cNvPr id="48" name="Group 10"/>
              <p:cNvGrpSpPr/>
              <p:nvPr/>
            </p:nvGrpSpPr>
            <p:grpSpPr bwMode="auto">
              <a:xfrm>
                <a:off x="3374" y="4998"/>
                <a:ext cx="1958" cy="1485"/>
                <a:chOff x="4604" y="4764"/>
                <a:chExt cx="1958" cy="1485"/>
              </a:xfrm>
            </p:grpSpPr>
            <p:sp>
              <p:nvSpPr>
                <p:cNvPr id="52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4604" y="6240"/>
                  <a:ext cx="1958" cy="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620" y="4764"/>
                  <a:ext cx="0" cy="147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49" name="对象 48"/>
              <p:cNvGraphicFramePr>
                <a:graphicFrameLocks noChangeAspect="1"/>
              </p:cNvGraphicFramePr>
              <p:nvPr/>
            </p:nvGraphicFramePr>
            <p:xfrm>
              <a:off x="3330" y="6513"/>
              <a:ext cx="206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4" name="Equation" r:id="rId55" imgW="3657600" imgH="4267200" progId="Equation.DSMT4">
                      <p:embed/>
                    </p:oleObj>
                  </mc:Choice>
                  <mc:Fallback>
                    <p:oleObj name="Equation" r:id="rId55" imgW="3657600" imgH="4267200" progId="Equation.DSMT4">
                      <p:embed/>
                      <p:pic>
                        <p:nvPicPr>
                          <p:cNvPr id="0" name="图片 1232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330" y="6513"/>
                            <a:ext cx="206" cy="27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" name="对象 49"/>
              <p:cNvGraphicFramePr>
                <a:graphicFrameLocks noChangeAspect="1"/>
              </p:cNvGraphicFramePr>
              <p:nvPr/>
            </p:nvGraphicFramePr>
            <p:xfrm>
              <a:off x="3194" y="5082"/>
              <a:ext cx="189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5" name="Equation" r:id="rId56" imgW="3352800" imgH="3962400" progId="Equation.DSMT4">
                      <p:embed/>
                    </p:oleObj>
                  </mc:Choice>
                  <mc:Fallback>
                    <p:oleObj name="Equation" r:id="rId56" imgW="3352800" imgH="3962400" progId="Equation.DSMT4">
                      <p:embed/>
                      <p:pic>
                        <p:nvPicPr>
                          <p:cNvPr id="0" name="图片 1232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3194" y="5082"/>
                            <a:ext cx="189" cy="26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对象 50"/>
              <p:cNvGraphicFramePr>
                <a:graphicFrameLocks noChangeAspect="1"/>
              </p:cNvGraphicFramePr>
              <p:nvPr/>
            </p:nvGraphicFramePr>
            <p:xfrm>
              <a:off x="5116" y="6507"/>
              <a:ext cx="172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6" name="Equation" r:id="rId57" imgW="3048000" imgH="3352800" progId="Equation.DSMT4">
                      <p:embed/>
                    </p:oleObj>
                  </mc:Choice>
                  <mc:Fallback>
                    <p:oleObj name="Equation" r:id="rId57" imgW="3048000" imgH="3352800" progId="Equation.DSMT4">
                      <p:embed/>
                      <p:pic>
                        <p:nvPicPr>
                          <p:cNvPr id="0" name="图片 1232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5116" y="6507"/>
                            <a:ext cx="172" cy="22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4206" y="5307"/>
            <a:ext cx="345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7" name="Equation" r:id="rId58" imgW="6096000" imgH="6096000" progId="Equation.DSMT4">
                    <p:embed/>
                  </p:oleObj>
                </mc:Choice>
                <mc:Fallback>
                  <p:oleObj name="Equation" r:id="rId58" imgW="6096000" imgH="6096000" progId="Equation.DSMT4">
                    <p:embed/>
                    <p:pic>
                      <p:nvPicPr>
                        <p:cNvPr id="0" name="图片 123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9"/>
                        <a:stretch>
                          <a:fillRect/>
                        </a:stretch>
                      </p:blipFill>
                      <p:spPr>
                        <a:xfrm>
                          <a:off x="4206" y="5307"/>
                          <a:ext cx="345" cy="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4080" y="4586"/>
            <a:ext cx="71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8" name="Equation" r:id="rId60" imgW="14935200" imgH="6096000" progId="Equation.DSMT4">
                    <p:embed/>
                  </p:oleObj>
                </mc:Choice>
                <mc:Fallback>
                  <p:oleObj name="Equation" r:id="rId60" imgW="14935200" imgH="6096000" progId="Equation.DSMT4">
                    <p:embed/>
                    <p:pic>
                      <p:nvPicPr>
                        <p:cNvPr id="0" name="图片 123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080" y="4586"/>
                          <a:ext cx="712" cy="33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2" name="Text Box 41"/>
          <p:cNvSpPr txBox="1">
            <a:spLocks noChangeArrowheads="1"/>
          </p:cNvSpPr>
          <p:nvPr/>
        </p:nvSpPr>
        <p:spPr bwMode="auto">
          <a:xfrm>
            <a:off x="2600476" y="1495966"/>
            <a:ext cx="38090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求极值的步骤</a:t>
            </a:r>
            <a:endParaRPr lang="zh-CN" altLang="en-US" sz="28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3" name="AutoShape 42"/>
          <p:cNvSpPr/>
          <p:nvPr/>
        </p:nvSpPr>
        <p:spPr bwMode="auto">
          <a:xfrm>
            <a:off x="3602664" y="2493214"/>
            <a:ext cx="144463" cy="1584325"/>
          </a:xfrm>
          <a:prstGeom prst="leftBrace">
            <a:avLst>
              <a:gd name="adj1" fmla="val 91392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" name="Text Box 43"/>
          <p:cNvSpPr txBox="1">
            <a:spLocks noChangeArrowheads="1"/>
          </p:cNvSpPr>
          <p:nvPr/>
        </p:nvSpPr>
        <p:spPr bwMode="auto">
          <a:xfrm>
            <a:off x="3838249" y="2259851"/>
            <a:ext cx="30241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求定义域；</a:t>
            </a:r>
            <a:endParaRPr lang="zh-CN" altLang="en-US" sz="2800" b="1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Text Box 44"/>
          <p:cNvSpPr txBox="1">
            <a:spLocks noChangeArrowheads="1"/>
          </p:cNvSpPr>
          <p:nvPr/>
        </p:nvSpPr>
        <p:spPr bwMode="auto">
          <a:xfrm>
            <a:off x="3838249" y="3023756"/>
            <a:ext cx="5041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求驻点，导数不存在的点；</a:t>
            </a:r>
            <a:endParaRPr lang="zh-CN" altLang="en-US" sz="2800" b="1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" name="Text Box 45"/>
          <p:cNvSpPr txBox="1">
            <a:spLocks noChangeArrowheads="1"/>
          </p:cNvSpPr>
          <p:nvPr/>
        </p:nvSpPr>
        <p:spPr bwMode="auto">
          <a:xfrm>
            <a:off x="3837932" y="3787661"/>
            <a:ext cx="60483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分区间按定理判定，并求出极值</a:t>
            </a:r>
            <a:r>
              <a:rPr lang="en-US" altLang="zh-CN" sz="2800" b="1"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bldLvl="0" animBg="1" autoUpdateAnimBg="0"/>
      <p:bldP spid="73" grpId="0" bldLvl="0" animBg="1"/>
      <p:bldP spid="74" grpId="0" autoUpdateAnimBg="0"/>
      <p:bldP spid="75" grpId="0" autoUpdateAnimBg="0"/>
      <p:bldP spid="7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57400" y="307703"/>
            <a:ext cx="2286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000500" y="195263"/>
          <a:ext cx="23114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55473600" imgH="14935200" progId="Equation.DSMT4">
                  <p:embed/>
                </p:oleObj>
              </mc:Choice>
              <mc:Fallback>
                <p:oleObj name="Equation" r:id="rId1" imgW="55473600" imgH="149352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00500" y="195263"/>
                        <a:ext cx="231140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318250" y="307703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的极值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057400" y="1033190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3186113" y="904875"/>
          <a:ext cx="17907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42976800" imgH="14935200" progId="Equation.DSMT4">
                  <p:embed/>
                </p:oleObj>
              </mc:Choice>
              <mc:Fallback>
                <p:oleObj name="Equation" r:id="rId3" imgW="42976800" imgH="149352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86113" y="904875"/>
                        <a:ext cx="179070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5059363" y="879475"/>
          <a:ext cx="1866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44805600" imgH="18288000" progId="Equation.DSMT4">
                  <p:embed/>
                </p:oleObj>
              </mc:Choice>
              <mc:Fallback>
                <p:oleObj name="Equation" r:id="rId5" imgW="44805600" imgH="18288000" progId="Equation.DSMT4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59363" y="879475"/>
                        <a:ext cx="18669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6831013" y="682625"/>
          <a:ext cx="15113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36271200" imgH="28956000" progId="Equation.DSMT4">
                  <p:embed/>
                </p:oleObj>
              </mc:Choice>
              <mc:Fallback>
                <p:oleObj name="Equation" r:id="rId7" imgW="36271200" imgH="289560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31013" y="682625"/>
                        <a:ext cx="1511300" cy="1206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417763" y="1812653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2894013" y="1895475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9" imgW="35661600" imgH="9753600" progId="Equation.DSMT4">
                  <p:embed/>
                </p:oleObj>
              </mc:Choice>
              <mc:Fallback>
                <p:oleObj name="Equation" r:id="rId9" imgW="35661600" imgH="9753600" progId="Equation.DSMT4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94013" y="1895475"/>
                        <a:ext cx="1485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4386263" y="1812653"/>
            <a:ext cx="774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4"/>
          <p:cNvGraphicFramePr>
            <a:graphicFrameLocks noChangeAspect="1"/>
          </p:cNvGraphicFramePr>
          <p:nvPr/>
        </p:nvGraphicFramePr>
        <p:xfrm>
          <a:off x="4856163" y="1755775"/>
          <a:ext cx="1003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11" imgW="24079200" imgH="16459200" progId="Equation.DSMT4">
                  <p:embed/>
                </p:oleObj>
              </mc:Choice>
              <mc:Fallback>
                <p:oleObj name="Equation" r:id="rId11" imgW="24079200" imgH="16459200" progId="Equation.DSMT4">
                  <p:embed/>
                  <p:pic>
                    <p:nvPicPr>
                      <p:cNvPr id="0" name="图片 1331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56163" y="1755775"/>
                        <a:ext cx="10033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6138863" y="1826940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6"/>
          <p:cNvGraphicFramePr>
            <a:graphicFrameLocks noChangeAspect="1"/>
          </p:cNvGraphicFramePr>
          <p:nvPr/>
        </p:nvGraphicFramePr>
        <p:xfrm>
          <a:off x="6608763" y="1909763"/>
          <a:ext cx="157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13" imgW="37795200" imgH="9753600" progId="Equation.DSMT4">
                  <p:embed/>
                </p:oleObj>
              </mc:Choice>
              <mc:Fallback>
                <p:oleObj name="Equation" r:id="rId13" imgW="37795200" imgH="97536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08763" y="1909763"/>
                        <a:ext cx="1574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8196263" y="1826940"/>
            <a:ext cx="774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8755063" y="1897063"/>
          <a:ext cx="88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15" imgW="21336000" imgH="10363200" progId="Equation.DSMT4">
                  <p:embed/>
                </p:oleObj>
              </mc:Choice>
              <mc:Fallback>
                <p:oleObj name="Equation" r:id="rId15" imgW="21336000" imgH="10363200" progId="Equation.DSMT4">
                  <p:embed/>
                  <p:pic>
                    <p:nvPicPr>
                      <p:cNvPr id="0" name="图片 133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755063" y="1897063"/>
                        <a:ext cx="8890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20"/>
          <p:cNvGrpSpPr/>
          <p:nvPr/>
        </p:nvGrpSpPr>
        <p:grpSpPr bwMode="auto">
          <a:xfrm>
            <a:off x="2533650" y="2744515"/>
            <a:ext cx="800100" cy="1409700"/>
            <a:chOff x="640" y="2324"/>
            <a:chExt cx="504" cy="888"/>
          </a:xfrm>
        </p:grpSpPr>
        <p:graphicFrame>
          <p:nvGraphicFramePr>
            <p:cNvPr id="18" name="Object 21"/>
            <p:cNvGraphicFramePr>
              <a:graphicFrameLocks noChangeAspect="1"/>
            </p:cNvGraphicFramePr>
            <p:nvPr/>
          </p:nvGraphicFramePr>
          <p:xfrm>
            <a:off x="912" y="2324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1" name="Equation" r:id="rId17" imgW="5486400" imgH="7315200" progId="Equation.DSMT4">
                    <p:embed/>
                  </p:oleObj>
                </mc:Choice>
                <mc:Fallback>
                  <p:oleObj name="Equation" r:id="rId17" imgW="5486400" imgH="7315200" progId="Equation.DSMT4">
                    <p:embed/>
                    <p:pic>
                      <p:nvPicPr>
                        <p:cNvPr id="0" name="图片 133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912" y="2324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2"/>
            <p:cNvGraphicFramePr>
              <a:graphicFrameLocks noChangeAspect="1"/>
            </p:cNvGraphicFramePr>
            <p:nvPr/>
          </p:nvGraphicFramePr>
          <p:xfrm>
            <a:off x="640" y="2620"/>
            <a:ext cx="50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2" name="Equation" r:id="rId19" imgW="19202400" imgH="9753600" progId="Equation.DSMT4">
                    <p:embed/>
                  </p:oleObj>
                </mc:Choice>
                <mc:Fallback>
                  <p:oleObj name="Equation" r:id="rId19" imgW="19202400" imgH="9753600" progId="Equation.DSMT4">
                    <p:embed/>
                    <p:pic>
                      <p:nvPicPr>
                        <p:cNvPr id="0" name="图片 133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40" y="2620"/>
                          <a:ext cx="504" cy="2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3"/>
            <p:cNvGraphicFramePr>
              <a:graphicFrameLocks noChangeAspect="1"/>
            </p:cNvGraphicFramePr>
            <p:nvPr/>
          </p:nvGraphicFramePr>
          <p:xfrm>
            <a:off x="640" y="2964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3" name="Equation" r:id="rId21" imgW="17678400" imgH="9448800" progId="Equation.DSMT4">
                    <p:embed/>
                  </p:oleObj>
                </mc:Choice>
                <mc:Fallback>
                  <p:oleObj name="Equation" r:id="rId21" imgW="17678400" imgH="9448800" progId="Equation.DSMT4">
                    <p:embed/>
                    <p:pic>
                      <p:nvPicPr>
                        <p:cNvPr id="0" name="图片 133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40" y="2964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Line 24"/>
          <p:cNvSpPr>
            <a:spLocks noChangeShapeType="1"/>
          </p:cNvSpPr>
          <p:nvPr/>
        </p:nvSpPr>
        <p:spPr bwMode="auto">
          <a:xfrm>
            <a:off x="2584450" y="3093765"/>
            <a:ext cx="7086600" cy="0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5"/>
          <p:cNvGraphicFramePr>
            <a:graphicFrameLocks noChangeAspect="1"/>
          </p:cNvGraphicFramePr>
          <p:nvPr/>
        </p:nvGraphicFramePr>
        <p:xfrm>
          <a:off x="4929188" y="3216275"/>
          <a:ext cx="671512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23" imgW="12192000" imgH="5181600" progId="Equation.DSMT4">
                  <p:embed/>
                </p:oleObj>
              </mc:Choice>
              <mc:Fallback>
                <p:oleObj name="Equation" r:id="rId23" imgW="12192000" imgH="5181600" progId="Equation.DSMT4">
                  <p:embed/>
                  <p:pic>
                    <p:nvPicPr>
                      <p:cNvPr id="0" name="图片 1332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929188" y="3216275"/>
                        <a:ext cx="671512" cy="285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6"/>
          <p:cNvGraphicFramePr>
            <a:graphicFrameLocks noChangeAspect="1"/>
          </p:cNvGraphicFramePr>
          <p:nvPr/>
        </p:nvGraphicFramePr>
        <p:xfrm>
          <a:off x="7550150" y="3195638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tion" r:id="rId25" imgW="5181600" imgH="9448800" progId="Equation.DSMT4">
                  <p:embed/>
                </p:oleObj>
              </mc:Choice>
              <mc:Fallback>
                <p:oleObj name="Equation" r:id="rId25" imgW="5181600" imgH="9448800" progId="Equation.DSMT4">
                  <p:embed/>
                  <p:pic>
                    <p:nvPicPr>
                      <p:cNvPr id="0" name="图片 1332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550150" y="3195638"/>
                        <a:ext cx="21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7"/>
          <p:cNvGrpSpPr/>
          <p:nvPr/>
        </p:nvGrpSpPr>
        <p:grpSpPr bwMode="auto">
          <a:xfrm>
            <a:off x="5111750" y="2446065"/>
            <a:ext cx="2679700" cy="685800"/>
            <a:chOff x="2264" y="2136"/>
            <a:chExt cx="1688" cy="432"/>
          </a:xfrm>
        </p:grpSpPr>
        <p:graphicFrame>
          <p:nvGraphicFramePr>
            <p:cNvPr id="25" name="Object 28"/>
            <p:cNvGraphicFramePr>
              <a:graphicFrameLocks noChangeAspect="1"/>
            </p:cNvGraphicFramePr>
            <p:nvPr/>
          </p:nvGraphicFramePr>
          <p:xfrm>
            <a:off x="3784" y="2136"/>
            <a:ext cx="16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6" name="Equation" r:id="rId27" imgW="6400800" imgH="16459200" progId="Equation.DSMT4">
                    <p:embed/>
                  </p:oleObj>
                </mc:Choice>
                <mc:Fallback>
                  <p:oleObj name="Equation" r:id="rId27" imgW="6400800" imgH="16459200" progId="Equation.DSMT4">
                    <p:embed/>
                    <p:pic>
                      <p:nvPicPr>
                        <p:cNvPr id="0" name="图片 133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784" y="2136"/>
                          <a:ext cx="168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9"/>
            <p:cNvGraphicFramePr>
              <a:graphicFrameLocks noChangeAspect="1"/>
            </p:cNvGraphicFramePr>
            <p:nvPr/>
          </p:nvGraphicFramePr>
          <p:xfrm>
            <a:off x="2264" y="2232"/>
            <a:ext cx="1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7" name="Equation" r:id="rId29" imgW="5181600" imgH="9448800" progId="Equation.DSMT4">
                    <p:embed/>
                  </p:oleObj>
                </mc:Choice>
                <mc:Fallback>
                  <p:oleObj name="Equation" r:id="rId29" imgW="5181600" imgH="9448800" progId="Equation.DSMT4">
                    <p:embed/>
                    <p:pic>
                      <p:nvPicPr>
                        <p:cNvPr id="0" name="图片 133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264" y="2232"/>
                          <a:ext cx="13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Object 30"/>
          <p:cNvGraphicFramePr>
            <a:graphicFrameLocks noChangeAspect="1"/>
          </p:cNvGraphicFramePr>
          <p:nvPr/>
        </p:nvGraphicFramePr>
        <p:xfrm>
          <a:off x="3903663" y="3182938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Equation" r:id="rId31" imgW="6096000" imgH="7924800" progId="Equation.DSMT4">
                  <p:embed/>
                </p:oleObj>
              </mc:Choice>
              <mc:Fallback>
                <p:oleObj name="Equation" r:id="rId31" imgW="6096000" imgH="7924800" progId="Equation.DSMT4">
                  <p:embed/>
                  <p:pic>
                    <p:nvPicPr>
                      <p:cNvPr id="0" name="图片 1332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903663" y="3182938"/>
                        <a:ext cx="254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1"/>
          <p:cNvGraphicFramePr>
            <a:graphicFrameLocks noChangeAspect="1"/>
          </p:cNvGraphicFramePr>
          <p:nvPr/>
        </p:nvGraphicFramePr>
        <p:xfrm>
          <a:off x="6224588" y="3316288"/>
          <a:ext cx="24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Equation" r:id="rId33" imgW="5791200" imgH="5791200" progId="Equation.DSMT4">
                  <p:embed/>
                </p:oleObj>
              </mc:Choice>
              <mc:Fallback>
                <p:oleObj name="Equation" r:id="rId33" imgW="5791200" imgH="5791200" progId="Equation.DSMT4">
                  <p:embed/>
                  <p:pic>
                    <p:nvPicPr>
                      <p:cNvPr id="0" name="图片 1332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224588" y="3316288"/>
                        <a:ext cx="2413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2"/>
          <p:cNvGraphicFramePr>
            <a:graphicFrameLocks noChangeAspect="1"/>
          </p:cNvGraphicFramePr>
          <p:nvPr/>
        </p:nvGraphicFramePr>
        <p:xfrm>
          <a:off x="8699500" y="3189288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Equation" r:id="rId35" imgW="6096000" imgH="7924800" progId="Equation.DSMT4">
                  <p:embed/>
                </p:oleObj>
              </mc:Choice>
              <mc:Fallback>
                <p:oleObj name="Equation" r:id="rId35" imgW="6096000" imgH="7924800" progId="Equation.DSMT4">
                  <p:embed/>
                  <p:pic>
                    <p:nvPicPr>
                      <p:cNvPr id="0" name="图片 13329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699500" y="3189288"/>
                        <a:ext cx="254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3"/>
          <p:cNvGraphicFramePr>
            <a:graphicFrameLocks noChangeAspect="1"/>
          </p:cNvGraphicFramePr>
          <p:nvPr/>
        </p:nvGraphicFramePr>
        <p:xfrm>
          <a:off x="5111750" y="3652838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Equation" r:id="rId37" imgW="5181600" imgH="9448800" progId="Equation.DSMT4">
                  <p:embed/>
                </p:oleObj>
              </mc:Choice>
              <mc:Fallback>
                <p:oleObj name="Equation" r:id="rId37" imgW="5181600" imgH="9448800" progId="Equation.DSMT4">
                  <p:embed/>
                  <p:pic>
                    <p:nvPicPr>
                      <p:cNvPr id="0" name="图片 13330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111750" y="3652838"/>
                        <a:ext cx="21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4"/>
          <p:cNvGraphicFramePr>
            <a:graphicFrameLocks noChangeAspect="1"/>
          </p:cNvGraphicFramePr>
          <p:nvPr/>
        </p:nvGraphicFramePr>
        <p:xfrm>
          <a:off x="7181850" y="3670300"/>
          <a:ext cx="85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Equation" r:id="rId39" imgW="20421600" imgH="9448800" progId="Equation.DSMT4">
                  <p:embed/>
                </p:oleObj>
              </mc:Choice>
              <mc:Fallback>
                <p:oleObj name="Equation" r:id="rId39" imgW="20421600" imgH="9448800" progId="Equation.DSMT4">
                  <p:embed/>
                  <p:pic>
                    <p:nvPicPr>
                      <p:cNvPr id="0" name="图片 13331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181850" y="3670300"/>
                        <a:ext cx="850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346450" y="2560365"/>
            <a:ext cx="0" cy="1547813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3" name="Group 36"/>
          <p:cNvGrpSpPr/>
          <p:nvPr/>
        </p:nvGrpSpPr>
        <p:grpSpPr bwMode="auto">
          <a:xfrm>
            <a:off x="4718050" y="2407965"/>
            <a:ext cx="3505200" cy="1547813"/>
            <a:chOff x="2016" y="2208"/>
            <a:chExt cx="2208" cy="1115"/>
          </a:xfrm>
        </p:grpSpPr>
        <p:sp>
          <p:nvSpPr>
            <p:cNvPr id="34" name="Line 37"/>
            <p:cNvSpPr>
              <a:spLocks noChangeShapeType="1"/>
            </p:cNvSpPr>
            <p:nvPr/>
          </p:nvSpPr>
          <p:spPr bwMode="auto">
            <a:xfrm>
              <a:off x="2016" y="2208"/>
              <a:ext cx="0" cy="1115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Line 38"/>
            <p:cNvSpPr>
              <a:spLocks noChangeShapeType="1"/>
            </p:cNvSpPr>
            <p:nvPr/>
          </p:nvSpPr>
          <p:spPr bwMode="auto">
            <a:xfrm>
              <a:off x="3504" y="2208"/>
              <a:ext cx="0" cy="1115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39"/>
            <p:cNvSpPr>
              <a:spLocks noChangeShapeType="1"/>
            </p:cNvSpPr>
            <p:nvPr/>
          </p:nvSpPr>
          <p:spPr bwMode="auto">
            <a:xfrm>
              <a:off x="4224" y="2208"/>
              <a:ext cx="0" cy="1115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40"/>
            <p:cNvSpPr>
              <a:spLocks noChangeShapeType="1"/>
            </p:cNvSpPr>
            <p:nvPr/>
          </p:nvSpPr>
          <p:spPr bwMode="auto">
            <a:xfrm>
              <a:off x="2688" y="2208"/>
              <a:ext cx="0" cy="1115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41"/>
          <p:cNvGrpSpPr/>
          <p:nvPr/>
        </p:nvGrpSpPr>
        <p:grpSpPr bwMode="auto">
          <a:xfrm>
            <a:off x="3448050" y="2446065"/>
            <a:ext cx="6064250" cy="685800"/>
            <a:chOff x="1216" y="2136"/>
            <a:chExt cx="3820" cy="432"/>
          </a:xfrm>
        </p:grpSpPr>
        <p:graphicFrame>
          <p:nvGraphicFramePr>
            <p:cNvPr id="39" name="Object 42"/>
            <p:cNvGraphicFramePr>
              <a:graphicFrameLocks noChangeAspect="1"/>
            </p:cNvGraphicFramePr>
            <p:nvPr/>
          </p:nvGraphicFramePr>
          <p:xfrm>
            <a:off x="1216" y="2244"/>
            <a:ext cx="69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3" name="Equation" r:id="rId41" imgW="26517600" imgH="9448800" progId="Equation.DSMT4">
                    <p:embed/>
                  </p:oleObj>
                </mc:Choice>
                <mc:Fallback>
                  <p:oleObj name="Equation" r:id="rId41" imgW="26517600" imgH="9448800" progId="Equation.DSMT4">
                    <p:embed/>
                    <p:pic>
                      <p:nvPicPr>
                        <p:cNvPr id="0" name="图片 133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216" y="2244"/>
                          <a:ext cx="69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43"/>
            <p:cNvGraphicFramePr>
              <a:graphicFrameLocks noChangeAspect="1"/>
            </p:cNvGraphicFramePr>
            <p:nvPr/>
          </p:nvGraphicFramePr>
          <p:xfrm>
            <a:off x="2748" y="2136"/>
            <a:ext cx="57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4" name="Equation" r:id="rId43" imgW="21945600" imgH="16459200" progId="Equation.DSMT4">
                    <p:embed/>
                  </p:oleObj>
                </mc:Choice>
                <mc:Fallback>
                  <p:oleObj name="Equation" r:id="rId43" imgW="21945600" imgH="16459200" progId="Equation.DSMT4">
                    <p:embed/>
                    <p:pic>
                      <p:nvPicPr>
                        <p:cNvPr id="0" name="图片 1333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2748" y="2136"/>
                          <a:ext cx="576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44"/>
            <p:cNvGraphicFramePr>
              <a:graphicFrameLocks noChangeAspect="1"/>
            </p:cNvGraphicFramePr>
            <p:nvPr/>
          </p:nvGraphicFramePr>
          <p:xfrm>
            <a:off x="4268" y="2136"/>
            <a:ext cx="76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5" name="Equation" r:id="rId45" imgW="29260800" imgH="16459200" progId="Equation.DSMT4">
                    <p:embed/>
                  </p:oleObj>
                </mc:Choice>
                <mc:Fallback>
                  <p:oleObj name="Equation" r:id="rId45" imgW="29260800" imgH="16459200" progId="Equation.DSMT4">
                    <p:embed/>
                    <p:pic>
                      <p:nvPicPr>
                        <p:cNvPr id="0" name="图片 133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4268" y="2136"/>
                          <a:ext cx="768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Object 45"/>
          <p:cNvGraphicFramePr>
            <a:graphicFrameLocks noChangeAspect="1"/>
          </p:cNvGraphicFramePr>
          <p:nvPr/>
        </p:nvGraphicFramePr>
        <p:xfrm>
          <a:off x="2724150" y="4456748"/>
          <a:ext cx="749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Equation" r:id="rId47" imgW="17983200" imgH="7620000" progId="Equation.DSMT4">
                  <p:embed/>
                </p:oleObj>
              </mc:Choice>
              <mc:Fallback>
                <p:oleObj name="Equation" r:id="rId47" imgW="17983200" imgH="7620000" progId="Equation.DSMT4">
                  <p:embed/>
                  <p:pic>
                    <p:nvPicPr>
                      <p:cNvPr id="0" name="图片 13335"/>
                      <p:cNvPicPr>
                        <a:picLocks noChangeAspect="1"/>
                      </p:cNvPicPr>
                      <p:nvPr/>
                    </p:nvPicPr>
                    <p:blipFill>
                      <a:blip r:embed="rId4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24150" y="4456748"/>
                        <a:ext cx="7493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46"/>
          <p:cNvSpPr txBox="1">
            <a:spLocks noChangeArrowheads="1"/>
          </p:cNvSpPr>
          <p:nvPr/>
        </p:nvSpPr>
        <p:spPr bwMode="auto">
          <a:xfrm>
            <a:off x="3669030" y="4354558"/>
            <a:ext cx="2328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是极大点，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Text Box 47"/>
          <p:cNvSpPr txBox="1">
            <a:spLocks noChangeArrowheads="1"/>
          </p:cNvSpPr>
          <p:nvPr/>
        </p:nvSpPr>
        <p:spPr bwMode="auto">
          <a:xfrm>
            <a:off x="5316855" y="4354582"/>
            <a:ext cx="205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其极大值为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5" name="Object 48"/>
          <p:cNvGraphicFramePr>
            <a:graphicFrameLocks noChangeAspect="1"/>
          </p:cNvGraphicFramePr>
          <p:nvPr/>
        </p:nvGraphicFramePr>
        <p:xfrm>
          <a:off x="7291070" y="4418648"/>
          <a:ext cx="1346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Equation" r:id="rId49" imgW="32308800" imgH="9448800" progId="Equation.DSMT4">
                  <p:embed/>
                </p:oleObj>
              </mc:Choice>
              <mc:Fallback>
                <p:oleObj name="Equation" r:id="rId49" imgW="32308800" imgH="9448800" progId="Equation.DSMT4">
                  <p:embed/>
                  <p:pic>
                    <p:nvPicPr>
                      <p:cNvPr id="0" name="图片 13336"/>
                      <p:cNvPicPr>
                        <a:picLocks noChangeAspect="1"/>
                      </p:cNvPicPr>
                      <p:nvPr/>
                    </p:nvPicPr>
                    <p:blipFill>
                      <a:blip r:embed="rId5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291070" y="4418648"/>
                        <a:ext cx="1346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49"/>
          <p:cNvSpPr txBox="1">
            <a:spLocks noChangeArrowheads="1"/>
          </p:cNvSpPr>
          <p:nvPr/>
        </p:nvSpPr>
        <p:spPr bwMode="auto">
          <a:xfrm>
            <a:off x="3669030" y="5070520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是极小点，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 Box 50"/>
          <p:cNvSpPr txBox="1">
            <a:spLocks noChangeArrowheads="1"/>
          </p:cNvSpPr>
          <p:nvPr/>
        </p:nvSpPr>
        <p:spPr bwMode="auto">
          <a:xfrm>
            <a:off x="5327650" y="5070520"/>
            <a:ext cx="251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其极小值为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8" name="Object 51"/>
          <p:cNvGraphicFramePr>
            <a:graphicFrameLocks noChangeAspect="1"/>
          </p:cNvGraphicFramePr>
          <p:nvPr/>
        </p:nvGraphicFramePr>
        <p:xfrm>
          <a:off x="2724150" y="4988560"/>
          <a:ext cx="812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Equation" r:id="rId51" imgW="19507200" imgH="16459200" progId="Equation.DSMT4">
                  <p:embed/>
                </p:oleObj>
              </mc:Choice>
              <mc:Fallback>
                <p:oleObj name="Equation" r:id="rId51" imgW="19507200" imgH="16459200" progId="Equation.DSMT4">
                  <p:embed/>
                  <p:pic>
                    <p:nvPicPr>
                      <p:cNvPr id="0" name="图片 13337"/>
                      <p:cNvPicPr>
                        <a:picLocks noChangeAspect="1"/>
                      </p:cNvPicPr>
                      <p:nvPr/>
                    </p:nvPicPr>
                    <p:blipFill>
                      <a:blip r:embed="rId5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24150" y="4988560"/>
                        <a:ext cx="8128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52"/>
          <p:cNvGraphicFramePr>
            <a:graphicFrameLocks noChangeAspect="1"/>
          </p:cNvGraphicFramePr>
          <p:nvPr/>
        </p:nvGraphicFramePr>
        <p:xfrm>
          <a:off x="7291070" y="4988243"/>
          <a:ext cx="1993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Equation" r:id="rId53" imgW="47853600" imgH="16459200" progId="Equation.DSMT4">
                  <p:embed/>
                </p:oleObj>
              </mc:Choice>
              <mc:Fallback>
                <p:oleObj name="Equation" r:id="rId53" imgW="47853600" imgH="16459200" progId="Equation.DSMT4">
                  <p:embed/>
                  <p:pic>
                    <p:nvPicPr>
                      <p:cNvPr id="0" name="图片 13338"/>
                      <p:cNvPicPr>
                        <a:picLocks noChangeAspect="1"/>
                      </p:cNvPicPr>
                      <p:nvPr/>
                    </p:nvPicPr>
                    <p:blipFill>
                      <a:blip r:embed="rId5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291070" y="4988243"/>
                        <a:ext cx="19939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Line 53"/>
          <p:cNvSpPr>
            <a:spLocks noChangeShapeType="1"/>
          </p:cNvSpPr>
          <p:nvPr/>
        </p:nvSpPr>
        <p:spPr bwMode="auto">
          <a:xfrm flipV="1">
            <a:off x="3727450" y="3627165"/>
            <a:ext cx="6858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Line 54"/>
          <p:cNvSpPr>
            <a:spLocks noChangeShapeType="1"/>
          </p:cNvSpPr>
          <p:nvPr/>
        </p:nvSpPr>
        <p:spPr bwMode="auto">
          <a:xfrm>
            <a:off x="6089650" y="3650978"/>
            <a:ext cx="654422" cy="433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Line 55"/>
          <p:cNvSpPr>
            <a:spLocks noChangeShapeType="1"/>
          </p:cNvSpPr>
          <p:nvPr/>
        </p:nvSpPr>
        <p:spPr bwMode="auto">
          <a:xfrm flipV="1">
            <a:off x="8528050" y="3627165"/>
            <a:ext cx="6858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67821" y="4354691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utoUpdateAnimBg="0"/>
      <p:bldP spid="9" grpId="0" autoUpdateAnimBg="0"/>
      <p:bldP spid="11" grpId="0" autoUpdateAnimBg="0"/>
      <p:bldP spid="13" grpId="0" autoUpdateAnimBg="0"/>
      <p:bldP spid="15" grpId="0" autoUpdateAnimBg="0"/>
      <p:bldP spid="21" grpId="0" bldLvl="0" animBg="1"/>
      <p:bldP spid="32" grpId="0" bldLvl="0" animBg="1"/>
      <p:bldP spid="43" grpId="0" autoUpdateAnimBg="0"/>
      <p:bldP spid="44" grpId="0" autoUpdateAnimBg="0"/>
      <p:bldP spid="46" grpId="0" autoUpdateAnimBg="0"/>
      <p:bldP spid="47" grpId="0" autoUpdateAnimBg="0"/>
      <p:bldP spid="50" grpId="0" bldLvl="0" animBg="1"/>
      <p:bldP spid="51" grpId="0" bldLvl="0" animBg="1"/>
      <p:bldP spid="52" grpId="0" bldLvl="0" animBg="1"/>
      <p:bldP spid="5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13560" y="463550"/>
            <a:ext cx="472694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3.3.3 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(第二充分条件)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833907" y="1029464"/>
            <a:ext cx="2438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二阶导数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276658" y="524510"/>
          <a:ext cx="399732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95097600" imgH="10972800" progId="Equation.DSMT4">
                  <p:embed/>
                </p:oleObj>
              </mc:Choice>
              <mc:Fallback>
                <p:oleObj name="Equation" r:id="rId1" imgW="95097600" imgH="109728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276658" y="524510"/>
                        <a:ext cx="3997325" cy="458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071727" y="1068904"/>
          <a:ext cx="15746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37795200" imgH="10363200" progId="Equation.DSMT4">
                  <p:embed/>
                </p:oleObj>
              </mc:Choice>
              <mc:Fallback>
                <p:oleObj name="Equation" r:id="rId3" imgW="37795200" imgH="103632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71727" y="1068904"/>
                        <a:ext cx="15746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279537" y="1624984"/>
          <a:ext cx="24209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5" imgW="57912000" imgH="10668000" progId="Equation.DSMT4">
                  <p:embed/>
                </p:oleObj>
              </mc:Choice>
              <mc:Fallback>
                <p:oleObj name="Equation" r:id="rId5" imgW="57912000" imgH="106680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79537" y="1624984"/>
                        <a:ext cx="2420937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8"/>
          <p:cNvGrpSpPr/>
          <p:nvPr/>
        </p:nvGrpSpPr>
        <p:grpSpPr bwMode="auto">
          <a:xfrm>
            <a:off x="4897986" y="1593234"/>
            <a:ext cx="4495800" cy="522288"/>
            <a:chOff x="2064" y="1008"/>
            <a:chExt cx="2832" cy="329"/>
          </a:xfrm>
        </p:grpSpPr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064" y="1008"/>
              <a:ext cx="283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则       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      取极大值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;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2376" y="1049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1" name="Equation" r:id="rId7" imgW="17678400" imgH="9448800" progId="Equation.DSMT4">
                    <p:embed/>
                  </p:oleObj>
                </mc:Choice>
                <mc:Fallback>
                  <p:oleObj name="Equation" r:id="rId7" imgW="17678400" imgH="9448800" progId="Equation.DSMT4">
                    <p:embed/>
                    <p:pic>
                      <p:nvPicPr>
                        <p:cNvPr id="0" name="图片 143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76" y="1049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3368" y="1037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2" name="Equation" r:id="rId9" imgW="8534400" imgH="10363200" progId="Equation.DSMT4">
                    <p:embed/>
                  </p:oleObj>
                </mc:Choice>
                <mc:Fallback>
                  <p:oleObj name="Equation" r:id="rId9" imgW="8534400" imgH="10363200" progId="Equation.DSMT4">
                    <p:embed/>
                    <p:pic>
                      <p:nvPicPr>
                        <p:cNvPr id="0" name="图片 143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68" y="1037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279696" y="2289174"/>
          <a:ext cx="24574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1" imgW="58826400" imgH="10668000" progId="Equation.DSMT4">
                  <p:embed/>
                </p:oleObj>
              </mc:Choice>
              <mc:Fallback>
                <p:oleObj name="Equation" r:id="rId11" imgW="58826400" imgH="106680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79696" y="2289174"/>
                        <a:ext cx="245745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3"/>
          <p:cNvGrpSpPr/>
          <p:nvPr/>
        </p:nvGrpSpPr>
        <p:grpSpPr bwMode="auto">
          <a:xfrm>
            <a:off x="4949898" y="2205672"/>
            <a:ext cx="4495800" cy="522288"/>
            <a:chOff x="2064" y="1344"/>
            <a:chExt cx="2832" cy="329"/>
          </a:xfrm>
        </p:grpSpPr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064" y="1344"/>
              <a:ext cx="283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则       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      取极小值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2343" y="1420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4" name="Equation" r:id="rId13" imgW="17678400" imgH="9448800" progId="Equation.DSMT4">
                    <p:embed/>
                  </p:oleObj>
                </mc:Choice>
                <mc:Fallback>
                  <p:oleObj name="Equation" r:id="rId13" imgW="17678400" imgH="9448800" progId="Equation.DSMT4">
                    <p:embed/>
                    <p:pic>
                      <p:nvPicPr>
                        <p:cNvPr id="0" name="图片 143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43" y="1420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3335" y="1373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5" name="Equation" r:id="rId15" imgW="8534400" imgH="10363200" progId="Equation.DSMT4">
                    <p:embed/>
                  </p:oleObj>
                </mc:Choice>
                <mc:Fallback>
                  <p:oleObj name="Equation" r:id="rId15" imgW="8534400" imgH="10363200" progId="Equation.DSMT4">
                    <p:embed/>
                    <p:pic>
                      <p:nvPicPr>
                        <p:cNvPr id="0" name="图片 143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35" y="1373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2044624" y="2782887"/>
            <a:ext cx="441141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只需证（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），由于</a:t>
            </a:r>
            <a:endParaRPr kumimoji="1"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283636" y="3314454"/>
          <a:ext cx="56832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Equation" r:id="rId17" imgW="136550400" imgH="22250400" progId="Equation.DSMT4">
                  <p:embed/>
                </p:oleObj>
              </mc:Choice>
              <mc:Fallback>
                <p:oleObj name="Equation" r:id="rId17" imgW="136550400" imgH="22250400" progId="Equation.DSMT4">
                  <p:embed/>
                  <p:pic>
                    <p:nvPicPr>
                      <p:cNvPr id="0" name="图片 1434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83636" y="3314454"/>
                        <a:ext cx="5683250" cy="919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8976320" y="3573016"/>
          <a:ext cx="5524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Equation" r:id="rId19" imgW="13411200" imgH="7924800" progId="Equation.DSMT4">
                  <p:embed/>
                </p:oleObj>
              </mc:Choice>
              <mc:Fallback>
                <p:oleObj name="Equation" r:id="rId19" imgW="13411200" imgH="7924800" progId="Equation.DSMT4">
                  <p:embed/>
                  <p:pic>
                    <p:nvPicPr>
                      <p:cNvPr id="0" name="图片 1434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76320" y="3573016"/>
                        <a:ext cx="552450" cy="334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279576" y="4221088"/>
            <a:ext cx="81616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根据函数的局部保号性得知，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的某去心邻域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701064" y="4755902"/>
          <a:ext cx="10668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21" imgW="25603200" imgH="11277600" progId="Equation.DSMT4">
                  <p:embed/>
                </p:oleObj>
              </mc:Choice>
              <mc:Fallback>
                <p:oleObj name="Equation" r:id="rId21" imgW="25603200" imgH="11277600" progId="Equation.DSMT4">
                  <p:embed/>
                  <p:pic>
                    <p:nvPicPr>
                      <p:cNvPr id="0" name="图片 1434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01064" y="4755902"/>
                        <a:ext cx="1066800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866463" y="474430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235250" y="4864715"/>
          <a:ext cx="35353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Equation" r:id="rId23" imgW="84429600" imgH="22250400" progId="Equation.DSMT4">
                  <p:embed/>
                </p:oleObj>
              </mc:Choice>
              <mc:Fallback>
                <p:oleObj name="Equation" r:id="rId23" imgW="84429600" imgH="22250400" progId="Equation.DSMT4">
                  <p:embed/>
                  <p:pic>
                    <p:nvPicPr>
                      <p:cNvPr id="0" name="图片 1434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235250" y="4864715"/>
                        <a:ext cx="3535362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Group 7"/>
          <p:cNvGrpSpPr/>
          <p:nvPr/>
        </p:nvGrpSpPr>
        <p:grpSpPr bwMode="auto">
          <a:xfrm>
            <a:off x="2189030" y="5720214"/>
            <a:ext cx="3986213" cy="522288"/>
            <a:chOff x="624" y="1488"/>
            <a:chExt cx="2511" cy="329"/>
          </a:xfrm>
        </p:grpSpPr>
        <p:sp>
          <p:nvSpPr>
            <p:cNvPr id="33" name="Text Box 8"/>
            <p:cNvSpPr txBox="1">
              <a:spLocks noChangeArrowheads="1"/>
            </p:cNvSpPr>
            <p:nvPr/>
          </p:nvSpPr>
          <p:spPr bwMode="auto">
            <a:xfrm>
              <a:off x="624" y="1488"/>
              <a:ext cx="67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于是</a:t>
              </a:r>
              <a:r>
                <a:rPr kumimoji="1"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4" name="Object 9"/>
            <p:cNvGraphicFramePr>
              <a:graphicFrameLocks noChangeAspect="1"/>
            </p:cNvGraphicFramePr>
            <p:nvPr/>
          </p:nvGraphicFramePr>
          <p:xfrm>
            <a:off x="1180" y="1542"/>
            <a:ext cx="45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0" name="Equation" r:id="rId25" imgW="8839200" imgH="4876800" progId="Equation.DSMT4">
                    <p:embed/>
                  </p:oleObj>
                </mc:Choice>
                <mc:Fallback>
                  <p:oleObj name="Equation" r:id="rId25" imgW="8839200" imgH="4876800" progId="Equation.DSMT4">
                    <p:embed/>
                    <p:pic>
                      <p:nvPicPr>
                        <p:cNvPr id="0" name="图片 143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180" y="1542"/>
                          <a:ext cx="451" cy="2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Text Box 10"/>
            <p:cNvSpPr txBox="1">
              <a:spLocks noChangeArrowheads="1"/>
            </p:cNvSpPr>
            <p:nvPr/>
          </p:nvSpPr>
          <p:spPr bwMode="auto">
            <a:xfrm>
              <a:off x="1695" y="1488"/>
              <a:ext cx="144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“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左</a:t>
              </a:r>
              <a:r>
                <a:rPr kumimoji="1" lang="zh-CN" alt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正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右</a:t>
              </a:r>
              <a:r>
                <a:rPr kumimoji="1" lang="zh-CN" alt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负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”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Group 8"/>
          <p:cNvGrpSpPr/>
          <p:nvPr/>
        </p:nvGrpSpPr>
        <p:grpSpPr bwMode="auto">
          <a:xfrm>
            <a:off x="6175375" y="5720303"/>
            <a:ext cx="4495800" cy="522288"/>
            <a:chOff x="2064" y="1008"/>
            <a:chExt cx="2832" cy="329"/>
          </a:xfrm>
        </p:grpSpPr>
        <p:sp>
          <p:nvSpPr>
            <p:cNvPr id="37" name="Text Box 9"/>
            <p:cNvSpPr txBox="1">
              <a:spLocks noChangeArrowheads="1"/>
            </p:cNvSpPr>
            <p:nvPr/>
          </p:nvSpPr>
          <p:spPr bwMode="auto">
            <a:xfrm>
              <a:off x="2064" y="1008"/>
              <a:ext cx="283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故       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      取极大值 </a:t>
              </a:r>
              <a:r>
                <a:rPr kumimoji="1"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8" name="Object 10"/>
            <p:cNvGraphicFramePr>
              <a:graphicFrameLocks noChangeAspect="1"/>
            </p:cNvGraphicFramePr>
            <p:nvPr/>
          </p:nvGraphicFramePr>
          <p:xfrm>
            <a:off x="2323" y="1049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1" name="Equation" r:id="rId27" imgW="17678400" imgH="9448800" progId="Equation.DSMT4">
                    <p:embed/>
                  </p:oleObj>
                </mc:Choice>
                <mc:Fallback>
                  <p:oleObj name="Equation" r:id="rId27" imgW="17678400" imgH="9448800" progId="Equation.DSMT4">
                    <p:embed/>
                    <p:pic>
                      <p:nvPicPr>
                        <p:cNvPr id="0" name="图片 1435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23" y="1049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11"/>
            <p:cNvGraphicFramePr>
              <a:graphicFrameLocks noChangeAspect="1"/>
            </p:cNvGraphicFramePr>
            <p:nvPr/>
          </p:nvGraphicFramePr>
          <p:xfrm>
            <a:off x="3366" y="1036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2" name="Equation" r:id="rId28" imgW="8534400" imgH="10363200" progId="Equation.DSMT4">
                    <p:embed/>
                  </p:oleObj>
                </mc:Choice>
                <mc:Fallback>
                  <p:oleObj name="Equation" r:id="rId28" imgW="8534400" imgH="10363200" progId="Equation.DSMT4">
                    <p:embed/>
                    <p:pic>
                      <p:nvPicPr>
                        <p:cNvPr id="0" name="图片 1435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66" y="1036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TextBox 39"/>
          <p:cNvSpPr txBox="1"/>
          <p:nvPr/>
        </p:nvSpPr>
        <p:spPr>
          <a:xfrm>
            <a:off x="1740967" y="6280285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  <p:bldP spid="26" grpId="0"/>
      <p:bldP spid="29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8"/>
          <p:cNvSpPr txBox="1">
            <a:spLocks noChangeArrowheads="1"/>
          </p:cNvSpPr>
          <p:nvPr/>
        </p:nvSpPr>
        <p:spPr bwMode="auto">
          <a:xfrm>
            <a:off x="2063750" y="1803400"/>
            <a:ext cx="8463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于</a:t>
            </a: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二阶导数不存在的点还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得用第一充分条件来判定</a:t>
            </a: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70"/>
          <p:cNvSpPr txBox="1">
            <a:spLocks noChangeArrowheads="1"/>
          </p:cNvSpPr>
          <p:nvPr/>
        </p:nvSpPr>
        <p:spPr bwMode="auto">
          <a:xfrm>
            <a:off x="2063750" y="1281430"/>
            <a:ext cx="90004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注</a:t>
            </a: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）此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只对                      时的</a:t>
            </a: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驻点</a:t>
            </a: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作检验</a:t>
            </a:r>
            <a:r>
              <a:rPr lang="en-US" altLang="zh-CN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对</a:t>
            </a:r>
            <a:endParaRPr lang="zh-CN" altLang="en-US" sz="2800" b="1" dirty="0" smtClean="0"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5" name="Object 71"/>
          <p:cNvGraphicFramePr>
            <a:graphicFrameLocks noChangeAspect="1"/>
          </p:cNvGraphicFramePr>
          <p:nvPr/>
        </p:nvGraphicFramePr>
        <p:xfrm>
          <a:off x="5211564" y="1224710"/>
          <a:ext cx="190658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16459200" imgH="5486400" progId="Equation.DSMT4">
                  <p:embed/>
                </p:oleObj>
              </mc:Choice>
              <mc:Fallback>
                <p:oleObj name="Equation" r:id="rId1" imgW="16459200" imgH="54864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11564" y="1224710"/>
                        <a:ext cx="1906588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4907" y="2652038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20596" y="2697113"/>
          <a:ext cx="15827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37795200" imgH="10363200" progId="Equation.DSMT4">
                  <p:embed/>
                </p:oleObj>
              </mc:Choice>
              <mc:Fallback>
                <p:oleObj name="Equation" r:id="rId3" imgW="37795200" imgH="103632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0596" y="2697113"/>
                        <a:ext cx="1582738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8"/>
          <p:cNvGrpSpPr/>
          <p:nvPr/>
        </p:nvGrpSpPr>
        <p:grpSpPr bwMode="auto">
          <a:xfrm>
            <a:off x="5462275" y="2652018"/>
            <a:ext cx="4495800" cy="522288"/>
            <a:chOff x="2064" y="1008"/>
            <a:chExt cx="2832" cy="329"/>
          </a:xfrm>
        </p:grpSpPr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064" y="1008"/>
              <a:ext cx="283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      </a:t>
              </a:r>
              <a:r>
                <a:rPr kumimoji="1" lang="zh-CN" altLang="en-US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可能取极值，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Object 10"/>
            <p:cNvGraphicFramePr>
              <a:graphicFrameLocks noChangeAspect="1"/>
            </p:cNvGraphicFramePr>
            <p:nvPr/>
          </p:nvGraphicFramePr>
          <p:xfrm>
            <a:off x="2064" y="1049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3" name="Equation" r:id="rId5" imgW="17678400" imgH="9448800" progId="Equation.DSMT4">
                    <p:embed/>
                  </p:oleObj>
                </mc:Choice>
                <mc:Fallback>
                  <p:oleObj name="Equation" r:id="rId5" imgW="17678400" imgH="9448800" progId="Equation.DSMT4">
                    <p:embed/>
                    <p:pic>
                      <p:nvPicPr>
                        <p:cNvPr id="0" name="图片 1536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4" y="1049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1"/>
            <p:cNvGraphicFramePr>
              <a:graphicFrameLocks noChangeAspect="1"/>
            </p:cNvGraphicFramePr>
            <p:nvPr/>
          </p:nvGraphicFramePr>
          <p:xfrm>
            <a:off x="3107" y="1037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4" name="Equation" r:id="rId7" imgW="8534400" imgH="10363200" progId="Equation.DSMT4">
                    <p:embed/>
                  </p:oleObj>
                </mc:Choice>
                <mc:Fallback>
                  <p:oleObj name="Equation" r:id="rId7" imgW="8534400" imgH="10363200" progId="Equation.DSMT4">
                    <p:embed/>
                    <p:pic>
                      <p:nvPicPr>
                        <p:cNvPr id="0" name="图片 1536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07" y="1037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Box 14"/>
          <p:cNvSpPr txBox="1"/>
          <p:nvPr/>
        </p:nvSpPr>
        <p:spPr>
          <a:xfrm>
            <a:off x="2207568" y="3339480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也可能不取极值，例如：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032294" y="4144397"/>
          <a:ext cx="14525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35052000" imgH="10972800" progId="Equation.DSMT4">
                  <p:embed/>
                </p:oleObj>
              </mc:Choice>
              <mc:Fallback>
                <p:oleObj name="Equation" r:id="rId9" imgW="35052000" imgH="109728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32294" y="4144397"/>
                        <a:ext cx="1452562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970145" y="4144645"/>
          <a:ext cx="13525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32613600" imgH="10972800" progId="Equation.DSMT4">
                  <p:embed/>
                </p:oleObj>
              </mc:Choice>
              <mc:Fallback>
                <p:oleObj name="Equation" r:id="rId11" imgW="32613600" imgH="109728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70145" y="4144645"/>
                        <a:ext cx="135255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558647" y="4112255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7198043" y="4211320"/>
          <a:ext cx="7429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3" imgW="17983200" imgH="7620000" progId="Equation.DSMT4">
                  <p:embed/>
                </p:oleObj>
              </mc:Choice>
              <mc:Fallback>
                <p:oleObj name="Equation" r:id="rId13" imgW="17983200" imgH="76200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98043" y="4211320"/>
                        <a:ext cx="7429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040464" y="4112255"/>
            <a:ext cx="6292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15" grpId="0"/>
      <p:bldP spid="20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19288" y="406400"/>
            <a:ext cx="2362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992563" y="439738"/>
          <a:ext cx="265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63703200" imgH="10972800" progId="Equation.DSMT4">
                  <p:embed/>
                </p:oleObj>
              </mc:Choice>
              <mc:Fallback>
                <p:oleObj name="Equation" r:id="rId1" imgW="63703200" imgH="109728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92563" y="439738"/>
                        <a:ext cx="2654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635750" y="406400"/>
            <a:ext cx="3276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的极值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884998" y="1054418"/>
            <a:ext cx="17287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503488" y="1093788"/>
          <a:ext cx="279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67056000" imgH="10972800" progId="Equation.DSMT4">
                  <p:embed/>
                </p:oleObj>
              </mc:Choice>
              <mc:Fallback>
                <p:oleObj name="Equation" r:id="rId3" imgW="67056000" imgH="109728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3488" y="1093788"/>
                        <a:ext cx="2794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894388" y="1093788"/>
          <a:ext cx="358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85953600" imgH="10972800" progId="Equation.DSMT4">
                  <p:embed/>
                </p:oleObj>
              </mc:Choice>
              <mc:Fallback>
                <p:oleObj name="Equation" r:id="rId5" imgW="85953600" imgH="109728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94388" y="1093788"/>
                        <a:ext cx="3581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2292350" y="1748155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2794000" y="1804988"/>
          <a:ext cx="144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34747200" imgH="9753600" progId="Equation.DSMT4">
                  <p:embed/>
                </p:oleObj>
              </mc:Choice>
              <mc:Fallback>
                <p:oleObj name="Equation" r:id="rId7" imgW="34747200" imgH="97536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94000" y="1804988"/>
                        <a:ext cx="1447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370705" y="1748155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得驻点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5672455" y="1802765"/>
          <a:ext cx="299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71932800" imgH="10363200" progId="Equation.DSMT4">
                  <p:embed/>
                </p:oleObj>
              </mc:Choice>
              <mc:Fallback>
                <p:oleObj name="Equation" r:id="rId9" imgW="71932800" imgH="103632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72455" y="1802765"/>
                        <a:ext cx="2997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937385" y="2327593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判别：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3" name="Group 14"/>
          <p:cNvGrpSpPr/>
          <p:nvPr/>
        </p:nvGrpSpPr>
        <p:grpSpPr bwMode="auto">
          <a:xfrm>
            <a:off x="2292350" y="2814638"/>
            <a:ext cx="2489200" cy="522287"/>
            <a:chOff x="720" y="2226"/>
            <a:chExt cx="1568" cy="329"/>
          </a:xfrm>
        </p:grpSpPr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720" y="2226"/>
              <a:ext cx="43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因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Object 16"/>
            <p:cNvGraphicFramePr>
              <a:graphicFrameLocks noChangeAspect="1"/>
            </p:cNvGraphicFramePr>
            <p:nvPr/>
          </p:nvGraphicFramePr>
          <p:xfrm>
            <a:off x="1024" y="2284"/>
            <a:ext cx="126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0" name="Equation" r:id="rId11" imgW="48158400" imgH="9753600" progId="Equation.DSMT4">
                    <p:embed/>
                  </p:oleObj>
                </mc:Choice>
                <mc:Fallback>
                  <p:oleObj name="Equation" r:id="rId11" imgW="48158400" imgH="9753600" progId="Equation.DSMT4">
                    <p:embed/>
                    <p:pic>
                      <p:nvPicPr>
                        <p:cNvPr id="0" name="图片 1638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24" y="2284"/>
                          <a:ext cx="1264" cy="2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17"/>
          <p:cNvGrpSpPr/>
          <p:nvPr/>
        </p:nvGrpSpPr>
        <p:grpSpPr bwMode="auto">
          <a:xfrm>
            <a:off x="4883150" y="2814642"/>
            <a:ext cx="3733800" cy="522288"/>
            <a:chOff x="2496" y="2226"/>
            <a:chExt cx="2352" cy="329"/>
          </a:xfrm>
        </p:grpSpPr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2496" y="2226"/>
              <a:ext cx="235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故               为极小值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;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" name="Object 19"/>
            <p:cNvGraphicFramePr>
              <a:graphicFrameLocks noChangeAspect="1"/>
            </p:cNvGraphicFramePr>
            <p:nvPr/>
          </p:nvGraphicFramePr>
          <p:xfrm>
            <a:off x="2792" y="2292"/>
            <a:ext cx="7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1" name="Equation" r:id="rId13" imgW="29870400" imgH="9448800" progId="Equation.DSMT4">
                    <p:embed/>
                  </p:oleObj>
                </mc:Choice>
                <mc:Fallback>
                  <p:oleObj name="Equation" r:id="rId13" imgW="29870400" imgH="9448800" progId="Equation.DSMT4">
                    <p:embed/>
                    <p:pic>
                      <p:nvPicPr>
                        <p:cNvPr id="0" name="图片 1639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92" y="2292"/>
                          <a:ext cx="78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20"/>
          <p:cNvGrpSpPr/>
          <p:nvPr/>
        </p:nvGrpSpPr>
        <p:grpSpPr bwMode="auto">
          <a:xfrm>
            <a:off x="2292350" y="3424238"/>
            <a:ext cx="3232150" cy="522287"/>
            <a:chOff x="720" y="2615"/>
            <a:chExt cx="2036" cy="329"/>
          </a:xfrm>
        </p:grpSpPr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720" y="2615"/>
              <a:ext cx="52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又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1" name="Object 22"/>
            <p:cNvGraphicFramePr>
              <a:graphicFrameLocks noChangeAspect="1"/>
            </p:cNvGraphicFramePr>
            <p:nvPr/>
          </p:nvGraphicFramePr>
          <p:xfrm>
            <a:off x="1036" y="2668"/>
            <a:ext cx="172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2" name="Equation" r:id="rId15" imgW="65532000" imgH="9753600" progId="Equation.DSMT4">
                    <p:embed/>
                  </p:oleObj>
                </mc:Choice>
                <mc:Fallback>
                  <p:oleObj name="Equation" r:id="rId15" imgW="65532000" imgH="9753600" progId="Equation.DSMT4">
                    <p:embed/>
                    <p:pic>
                      <p:nvPicPr>
                        <p:cNvPr id="0" name="图片 1639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036" y="2668"/>
                          <a:ext cx="1720" cy="2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5568950" y="3424238"/>
            <a:ext cx="3962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故需用第一判别法判别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4"/>
          <p:cNvGraphicFramePr>
            <a:graphicFrameLocks noChangeAspect="1"/>
          </p:cNvGraphicFramePr>
          <p:nvPr/>
        </p:nvGraphicFramePr>
        <p:xfrm>
          <a:off x="2413000" y="4086225"/>
          <a:ext cx="5740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17" imgW="137769600" imgH="10668000" progId="Equation.DSMT4">
                  <p:embed/>
                </p:oleObj>
              </mc:Choice>
              <mc:Fallback>
                <p:oleObj name="Equation" r:id="rId17" imgW="137769600" imgH="106680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13000" y="4086225"/>
                        <a:ext cx="57404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5"/>
          <p:cNvGraphicFramePr>
            <a:graphicFrameLocks noChangeAspect="1"/>
          </p:cNvGraphicFramePr>
          <p:nvPr/>
        </p:nvGraphicFramePr>
        <p:xfrm>
          <a:off x="2413000" y="4787900"/>
          <a:ext cx="3873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19" imgW="92964000" imgH="10668000" progId="Equation.DSMT4">
                  <p:embed/>
                </p:oleObj>
              </mc:Choice>
              <mc:Fallback>
                <p:oleObj name="Equation" r:id="rId19" imgW="92964000" imgH="10668000" progId="Equation.DSMT4">
                  <p:embed/>
                  <p:pic>
                    <p:nvPicPr>
                      <p:cNvPr id="0" name="图片 16393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13000" y="4787900"/>
                        <a:ext cx="38735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ine 26"/>
          <p:cNvSpPr>
            <a:spLocks noChangeShapeType="1"/>
          </p:cNvSpPr>
          <p:nvPr/>
        </p:nvSpPr>
        <p:spPr bwMode="auto">
          <a:xfrm>
            <a:off x="5665788" y="1576388"/>
            <a:ext cx="3962400" cy="0"/>
          </a:xfrm>
          <a:prstGeom prst="line">
            <a:avLst/>
          </a:prstGeom>
          <a:noFill/>
          <a:ln w="19050">
            <a:solidFill>
              <a:schemeClr val="accent5">
                <a:lumMod val="40000"/>
                <a:lumOff val="6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>
            <a:off x="2389188" y="1576388"/>
            <a:ext cx="2971800" cy="0"/>
          </a:xfrm>
          <a:prstGeom prst="line">
            <a:avLst/>
          </a:prstGeom>
          <a:noFill/>
          <a:ln w="28575" cmpd="sng">
            <a:solidFill>
              <a:schemeClr val="accent5">
                <a:lumMod val="40000"/>
                <a:lumOff val="6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7" name="Group 28"/>
          <p:cNvGrpSpPr/>
          <p:nvPr/>
        </p:nvGrpSpPr>
        <p:grpSpPr bwMode="auto">
          <a:xfrm>
            <a:off x="8669339" y="4406900"/>
            <a:ext cx="1568451" cy="1698625"/>
            <a:chOff x="4094" y="2714"/>
            <a:chExt cx="988" cy="1070"/>
          </a:xfrm>
        </p:grpSpPr>
        <p:graphicFrame>
          <p:nvGraphicFramePr>
            <p:cNvPr id="28" name="Object 29"/>
            <p:cNvGraphicFramePr>
              <a:graphicFrameLocks noChangeAspect="1"/>
            </p:cNvGraphicFramePr>
            <p:nvPr/>
          </p:nvGraphicFramePr>
          <p:xfrm>
            <a:off x="4825" y="3536"/>
            <a:ext cx="9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5" name="Equation" r:id="rId21" imgW="3657600" imgH="9448800" progId="Equation.DSMT4">
                    <p:embed/>
                  </p:oleObj>
                </mc:Choice>
                <mc:Fallback>
                  <p:oleObj name="Equation" r:id="rId21" imgW="3657600" imgH="9448800" progId="Equation.DSMT4">
                    <p:embed/>
                    <p:pic>
                      <p:nvPicPr>
                        <p:cNvPr id="0" name="图片 1639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825" y="3536"/>
                          <a:ext cx="9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" name="Group 30"/>
            <p:cNvGrpSpPr/>
            <p:nvPr/>
          </p:nvGrpSpPr>
          <p:grpSpPr bwMode="auto">
            <a:xfrm>
              <a:off x="4094" y="2714"/>
              <a:ext cx="988" cy="1048"/>
              <a:chOff x="4094" y="2714"/>
              <a:chExt cx="988" cy="1048"/>
            </a:xfrm>
          </p:grpSpPr>
          <p:graphicFrame>
            <p:nvGraphicFramePr>
              <p:cNvPr id="30" name="Object 31"/>
              <p:cNvGraphicFramePr>
                <a:graphicFrameLocks noChangeAspect="1"/>
              </p:cNvGraphicFramePr>
              <p:nvPr/>
            </p:nvGraphicFramePr>
            <p:xfrm>
              <a:off x="4935" y="3557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6" name="Equation" r:id="rId23" imgW="5486400" imgH="7315200" progId="Equation.DSMT4">
                      <p:embed/>
                    </p:oleObj>
                  </mc:Choice>
                  <mc:Fallback>
                    <p:oleObj name="Equation" r:id="rId23" imgW="5486400" imgH="7315200" progId="Equation.DSMT4">
                      <p:embed/>
                      <p:pic>
                        <p:nvPicPr>
                          <p:cNvPr id="0" name="图片 1639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935" y="3557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Object 32"/>
              <p:cNvGraphicFramePr>
                <a:graphicFrameLocks noChangeAspect="1"/>
              </p:cNvGraphicFramePr>
              <p:nvPr/>
            </p:nvGraphicFramePr>
            <p:xfrm>
              <a:off x="4372" y="2714"/>
              <a:ext cx="16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7" name="Equation" r:id="rId25" imgW="6096000" imgH="7315200" progId="Equation.DSMT4">
                      <p:embed/>
                    </p:oleObj>
                  </mc:Choice>
                  <mc:Fallback>
                    <p:oleObj name="Equation" r:id="rId25" imgW="6096000" imgH="7315200" progId="Equation.DSMT4">
                      <p:embed/>
                      <p:pic>
                        <p:nvPicPr>
                          <p:cNvPr id="0" name="图片 1639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4372" y="2714"/>
                            <a:ext cx="160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33"/>
              <p:cNvGraphicFramePr>
                <a:graphicFrameLocks noChangeAspect="1"/>
              </p:cNvGraphicFramePr>
              <p:nvPr/>
            </p:nvGraphicFramePr>
            <p:xfrm>
              <a:off x="4215" y="3514"/>
              <a:ext cx="248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8" name="Equation" r:id="rId27" imgW="9448800" imgH="9448800" progId="Equation.DSMT4">
                      <p:embed/>
                    </p:oleObj>
                  </mc:Choice>
                  <mc:Fallback>
                    <p:oleObj name="Equation" r:id="rId27" imgW="9448800" imgH="9448800" progId="Equation.DSMT4">
                      <p:embed/>
                      <p:pic>
                        <p:nvPicPr>
                          <p:cNvPr id="0" name="图片 1639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4215" y="3514"/>
                            <a:ext cx="248" cy="24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3" name="Group 34"/>
              <p:cNvGrpSpPr/>
              <p:nvPr/>
            </p:nvGrpSpPr>
            <p:grpSpPr bwMode="auto">
              <a:xfrm>
                <a:off x="4094" y="2714"/>
                <a:ext cx="988" cy="924"/>
                <a:chOff x="4018" y="2880"/>
                <a:chExt cx="1220" cy="1140"/>
              </a:xfrm>
            </p:grpSpPr>
            <p:grpSp>
              <p:nvGrpSpPr>
                <p:cNvPr id="34" name="Group 35"/>
                <p:cNvGrpSpPr/>
                <p:nvPr/>
              </p:nvGrpSpPr>
              <p:grpSpPr bwMode="auto">
                <a:xfrm>
                  <a:off x="4018" y="2886"/>
                  <a:ext cx="1220" cy="1134"/>
                  <a:chOff x="2318" y="1317"/>
                  <a:chExt cx="1220" cy="1134"/>
                </a:xfrm>
              </p:grpSpPr>
              <p:sp>
                <p:nvSpPr>
                  <p:cNvPr id="42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2318" y="2326"/>
                    <a:ext cx="1220" cy="1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3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2928" y="1317"/>
                    <a:ext cx="1" cy="113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5" name="Group 38"/>
                <p:cNvGrpSpPr/>
                <p:nvPr/>
              </p:nvGrpSpPr>
              <p:grpSpPr bwMode="auto">
                <a:xfrm>
                  <a:off x="4130" y="2880"/>
                  <a:ext cx="1002" cy="1014"/>
                  <a:chOff x="4130" y="2880"/>
                  <a:chExt cx="1002" cy="1014"/>
                </a:xfrm>
              </p:grpSpPr>
              <p:sp>
                <p:nvSpPr>
                  <p:cNvPr id="38" name="Freeform 39"/>
                  <p:cNvSpPr/>
                  <p:nvPr/>
                </p:nvSpPr>
                <p:spPr bwMode="auto">
                  <a:xfrm>
                    <a:off x="4130" y="2880"/>
                    <a:ext cx="426" cy="966"/>
                  </a:xfrm>
                  <a:custGeom>
                    <a:avLst/>
                    <a:gdLst>
                      <a:gd name="T0" fmla="*/ 6 w 426"/>
                      <a:gd name="T1" fmla="*/ 90 h 966"/>
                      <a:gd name="T2" fmla="*/ 12 w 426"/>
                      <a:gd name="T3" fmla="*/ 192 h 966"/>
                      <a:gd name="T4" fmla="*/ 18 w 426"/>
                      <a:gd name="T5" fmla="*/ 276 h 966"/>
                      <a:gd name="T6" fmla="*/ 30 w 426"/>
                      <a:gd name="T7" fmla="*/ 354 h 966"/>
                      <a:gd name="T8" fmla="*/ 36 w 426"/>
                      <a:gd name="T9" fmla="*/ 420 h 966"/>
                      <a:gd name="T10" fmla="*/ 48 w 426"/>
                      <a:gd name="T11" fmla="*/ 474 h 966"/>
                      <a:gd name="T12" fmla="*/ 54 w 426"/>
                      <a:gd name="T13" fmla="*/ 516 h 966"/>
                      <a:gd name="T14" fmla="*/ 60 w 426"/>
                      <a:gd name="T15" fmla="*/ 552 h 966"/>
                      <a:gd name="T16" fmla="*/ 72 w 426"/>
                      <a:gd name="T17" fmla="*/ 588 h 966"/>
                      <a:gd name="T18" fmla="*/ 78 w 426"/>
                      <a:gd name="T19" fmla="*/ 612 h 966"/>
                      <a:gd name="T20" fmla="*/ 90 w 426"/>
                      <a:gd name="T21" fmla="*/ 630 h 966"/>
                      <a:gd name="T22" fmla="*/ 96 w 426"/>
                      <a:gd name="T23" fmla="*/ 642 h 966"/>
                      <a:gd name="T24" fmla="*/ 102 w 426"/>
                      <a:gd name="T25" fmla="*/ 654 h 966"/>
                      <a:gd name="T26" fmla="*/ 114 w 426"/>
                      <a:gd name="T27" fmla="*/ 666 h 966"/>
                      <a:gd name="T28" fmla="*/ 120 w 426"/>
                      <a:gd name="T29" fmla="*/ 672 h 966"/>
                      <a:gd name="T30" fmla="*/ 132 w 426"/>
                      <a:gd name="T31" fmla="*/ 672 h 966"/>
                      <a:gd name="T32" fmla="*/ 138 w 426"/>
                      <a:gd name="T33" fmla="*/ 678 h 966"/>
                      <a:gd name="T34" fmla="*/ 144 w 426"/>
                      <a:gd name="T35" fmla="*/ 678 h 966"/>
                      <a:gd name="T36" fmla="*/ 156 w 426"/>
                      <a:gd name="T37" fmla="*/ 678 h 966"/>
                      <a:gd name="T38" fmla="*/ 162 w 426"/>
                      <a:gd name="T39" fmla="*/ 678 h 966"/>
                      <a:gd name="T40" fmla="*/ 174 w 426"/>
                      <a:gd name="T41" fmla="*/ 678 h 966"/>
                      <a:gd name="T42" fmla="*/ 180 w 426"/>
                      <a:gd name="T43" fmla="*/ 678 h 966"/>
                      <a:gd name="T44" fmla="*/ 186 w 426"/>
                      <a:gd name="T45" fmla="*/ 678 h 966"/>
                      <a:gd name="T46" fmla="*/ 198 w 426"/>
                      <a:gd name="T47" fmla="*/ 678 h 966"/>
                      <a:gd name="T48" fmla="*/ 204 w 426"/>
                      <a:gd name="T49" fmla="*/ 684 h 966"/>
                      <a:gd name="T50" fmla="*/ 216 w 426"/>
                      <a:gd name="T51" fmla="*/ 684 h 966"/>
                      <a:gd name="T52" fmla="*/ 222 w 426"/>
                      <a:gd name="T53" fmla="*/ 690 h 966"/>
                      <a:gd name="T54" fmla="*/ 228 w 426"/>
                      <a:gd name="T55" fmla="*/ 690 h 966"/>
                      <a:gd name="T56" fmla="*/ 240 w 426"/>
                      <a:gd name="T57" fmla="*/ 696 h 966"/>
                      <a:gd name="T58" fmla="*/ 246 w 426"/>
                      <a:gd name="T59" fmla="*/ 702 h 966"/>
                      <a:gd name="T60" fmla="*/ 252 w 426"/>
                      <a:gd name="T61" fmla="*/ 708 h 966"/>
                      <a:gd name="T62" fmla="*/ 264 w 426"/>
                      <a:gd name="T63" fmla="*/ 720 h 966"/>
                      <a:gd name="T64" fmla="*/ 270 w 426"/>
                      <a:gd name="T65" fmla="*/ 726 h 966"/>
                      <a:gd name="T66" fmla="*/ 282 w 426"/>
                      <a:gd name="T67" fmla="*/ 738 h 966"/>
                      <a:gd name="T68" fmla="*/ 288 w 426"/>
                      <a:gd name="T69" fmla="*/ 750 h 966"/>
                      <a:gd name="T70" fmla="*/ 294 w 426"/>
                      <a:gd name="T71" fmla="*/ 762 h 966"/>
                      <a:gd name="T72" fmla="*/ 306 w 426"/>
                      <a:gd name="T73" fmla="*/ 774 h 966"/>
                      <a:gd name="T74" fmla="*/ 312 w 426"/>
                      <a:gd name="T75" fmla="*/ 786 h 966"/>
                      <a:gd name="T76" fmla="*/ 324 w 426"/>
                      <a:gd name="T77" fmla="*/ 798 h 966"/>
                      <a:gd name="T78" fmla="*/ 330 w 426"/>
                      <a:gd name="T79" fmla="*/ 816 h 966"/>
                      <a:gd name="T80" fmla="*/ 336 w 426"/>
                      <a:gd name="T81" fmla="*/ 828 h 966"/>
                      <a:gd name="T82" fmla="*/ 348 w 426"/>
                      <a:gd name="T83" fmla="*/ 840 h 966"/>
                      <a:gd name="T84" fmla="*/ 354 w 426"/>
                      <a:gd name="T85" fmla="*/ 858 h 966"/>
                      <a:gd name="T86" fmla="*/ 366 w 426"/>
                      <a:gd name="T87" fmla="*/ 870 h 966"/>
                      <a:gd name="T88" fmla="*/ 372 w 426"/>
                      <a:gd name="T89" fmla="*/ 888 h 966"/>
                      <a:gd name="T90" fmla="*/ 378 w 426"/>
                      <a:gd name="T91" fmla="*/ 900 h 966"/>
                      <a:gd name="T92" fmla="*/ 390 w 426"/>
                      <a:gd name="T93" fmla="*/ 912 h 966"/>
                      <a:gd name="T94" fmla="*/ 396 w 426"/>
                      <a:gd name="T95" fmla="*/ 924 h 966"/>
                      <a:gd name="T96" fmla="*/ 408 w 426"/>
                      <a:gd name="T97" fmla="*/ 936 h 966"/>
                      <a:gd name="T98" fmla="*/ 414 w 426"/>
                      <a:gd name="T99" fmla="*/ 948 h 966"/>
                      <a:gd name="T100" fmla="*/ 420 w 426"/>
                      <a:gd name="T101" fmla="*/ 960 h 9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</a:cxnLst>
                    <a:rect l="0" t="0" r="r" b="b"/>
                    <a:pathLst>
                      <a:path w="426" h="966">
                        <a:moveTo>
                          <a:pt x="0" y="0"/>
                        </a:moveTo>
                        <a:lnTo>
                          <a:pt x="0" y="24"/>
                        </a:lnTo>
                        <a:lnTo>
                          <a:pt x="0" y="48"/>
                        </a:lnTo>
                        <a:lnTo>
                          <a:pt x="0" y="66"/>
                        </a:lnTo>
                        <a:lnTo>
                          <a:pt x="6" y="90"/>
                        </a:lnTo>
                        <a:lnTo>
                          <a:pt x="6" y="114"/>
                        </a:lnTo>
                        <a:lnTo>
                          <a:pt x="6" y="132"/>
                        </a:lnTo>
                        <a:lnTo>
                          <a:pt x="6" y="150"/>
                        </a:lnTo>
                        <a:lnTo>
                          <a:pt x="12" y="174"/>
                        </a:lnTo>
                        <a:lnTo>
                          <a:pt x="12" y="192"/>
                        </a:lnTo>
                        <a:lnTo>
                          <a:pt x="12" y="210"/>
                        </a:lnTo>
                        <a:lnTo>
                          <a:pt x="18" y="228"/>
                        </a:lnTo>
                        <a:lnTo>
                          <a:pt x="18" y="246"/>
                        </a:lnTo>
                        <a:lnTo>
                          <a:pt x="18" y="264"/>
                        </a:lnTo>
                        <a:lnTo>
                          <a:pt x="18" y="276"/>
                        </a:lnTo>
                        <a:lnTo>
                          <a:pt x="24" y="294"/>
                        </a:lnTo>
                        <a:lnTo>
                          <a:pt x="24" y="312"/>
                        </a:lnTo>
                        <a:lnTo>
                          <a:pt x="24" y="324"/>
                        </a:lnTo>
                        <a:lnTo>
                          <a:pt x="30" y="342"/>
                        </a:lnTo>
                        <a:lnTo>
                          <a:pt x="30" y="354"/>
                        </a:lnTo>
                        <a:lnTo>
                          <a:pt x="30" y="366"/>
                        </a:lnTo>
                        <a:lnTo>
                          <a:pt x="30" y="378"/>
                        </a:lnTo>
                        <a:lnTo>
                          <a:pt x="36" y="396"/>
                        </a:lnTo>
                        <a:lnTo>
                          <a:pt x="36" y="408"/>
                        </a:lnTo>
                        <a:lnTo>
                          <a:pt x="36" y="420"/>
                        </a:lnTo>
                        <a:lnTo>
                          <a:pt x="36" y="432"/>
                        </a:lnTo>
                        <a:lnTo>
                          <a:pt x="42" y="438"/>
                        </a:lnTo>
                        <a:lnTo>
                          <a:pt x="42" y="450"/>
                        </a:lnTo>
                        <a:lnTo>
                          <a:pt x="42" y="462"/>
                        </a:lnTo>
                        <a:lnTo>
                          <a:pt x="48" y="474"/>
                        </a:lnTo>
                        <a:lnTo>
                          <a:pt x="48" y="480"/>
                        </a:lnTo>
                        <a:lnTo>
                          <a:pt x="48" y="492"/>
                        </a:lnTo>
                        <a:lnTo>
                          <a:pt x="48" y="498"/>
                        </a:lnTo>
                        <a:lnTo>
                          <a:pt x="54" y="510"/>
                        </a:lnTo>
                        <a:lnTo>
                          <a:pt x="54" y="516"/>
                        </a:lnTo>
                        <a:lnTo>
                          <a:pt x="54" y="528"/>
                        </a:lnTo>
                        <a:lnTo>
                          <a:pt x="60" y="534"/>
                        </a:lnTo>
                        <a:lnTo>
                          <a:pt x="60" y="540"/>
                        </a:lnTo>
                        <a:lnTo>
                          <a:pt x="60" y="546"/>
                        </a:lnTo>
                        <a:lnTo>
                          <a:pt x="60" y="552"/>
                        </a:lnTo>
                        <a:lnTo>
                          <a:pt x="66" y="564"/>
                        </a:lnTo>
                        <a:lnTo>
                          <a:pt x="66" y="570"/>
                        </a:lnTo>
                        <a:lnTo>
                          <a:pt x="66" y="576"/>
                        </a:lnTo>
                        <a:lnTo>
                          <a:pt x="72" y="582"/>
                        </a:lnTo>
                        <a:lnTo>
                          <a:pt x="72" y="588"/>
                        </a:lnTo>
                        <a:lnTo>
                          <a:pt x="72" y="588"/>
                        </a:lnTo>
                        <a:lnTo>
                          <a:pt x="72" y="594"/>
                        </a:lnTo>
                        <a:lnTo>
                          <a:pt x="78" y="600"/>
                        </a:lnTo>
                        <a:lnTo>
                          <a:pt x="78" y="606"/>
                        </a:lnTo>
                        <a:lnTo>
                          <a:pt x="78" y="612"/>
                        </a:lnTo>
                        <a:lnTo>
                          <a:pt x="78" y="612"/>
                        </a:lnTo>
                        <a:lnTo>
                          <a:pt x="84" y="618"/>
                        </a:lnTo>
                        <a:lnTo>
                          <a:pt x="84" y="624"/>
                        </a:lnTo>
                        <a:lnTo>
                          <a:pt x="84" y="624"/>
                        </a:lnTo>
                        <a:lnTo>
                          <a:pt x="90" y="630"/>
                        </a:lnTo>
                        <a:lnTo>
                          <a:pt x="90" y="630"/>
                        </a:lnTo>
                        <a:lnTo>
                          <a:pt x="90" y="636"/>
                        </a:lnTo>
                        <a:lnTo>
                          <a:pt x="90" y="636"/>
                        </a:lnTo>
                        <a:lnTo>
                          <a:pt x="96" y="642"/>
                        </a:lnTo>
                        <a:lnTo>
                          <a:pt x="96" y="642"/>
                        </a:lnTo>
                        <a:lnTo>
                          <a:pt x="96" y="648"/>
                        </a:lnTo>
                        <a:lnTo>
                          <a:pt x="102" y="648"/>
                        </a:lnTo>
                        <a:lnTo>
                          <a:pt x="102" y="654"/>
                        </a:lnTo>
                        <a:lnTo>
                          <a:pt x="102" y="654"/>
                        </a:lnTo>
                        <a:lnTo>
                          <a:pt x="102" y="654"/>
                        </a:lnTo>
                        <a:lnTo>
                          <a:pt x="108" y="660"/>
                        </a:lnTo>
                        <a:lnTo>
                          <a:pt x="108" y="660"/>
                        </a:lnTo>
                        <a:lnTo>
                          <a:pt x="108" y="660"/>
                        </a:lnTo>
                        <a:lnTo>
                          <a:pt x="108" y="660"/>
                        </a:lnTo>
                        <a:lnTo>
                          <a:pt x="114" y="666"/>
                        </a:lnTo>
                        <a:lnTo>
                          <a:pt x="114" y="666"/>
                        </a:lnTo>
                        <a:lnTo>
                          <a:pt x="114" y="666"/>
                        </a:lnTo>
                        <a:lnTo>
                          <a:pt x="120" y="666"/>
                        </a:lnTo>
                        <a:lnTo>
                          <a:pt x="120" y="666"/>
                        </a:lnTo>
                        <a:lnTo>
                          <a:pt x="120" y="672"/>
                        </a:lnTo>
                        <a:lnTo>
                          <a:pt x="120" y="672"/>
                        </a:lnTo>
                        <a:lnTo>
                          <a:pt x="126" y="672"/>
                        </a:lnTo>
                        <a:lnTo>
                          <a:pt x="126" y="672"/>
                        </a:lnTo>
                        <a:lnTo>
                          <a:pt x="126" y="672"/>
                        </a:lnTo>
                        <a:lnTo>
                          <a:pt x="132" y="672"/>
                        </a:lnTo>
                        <a:lnTo>
                          <a:pt x="132" y="672"/>
                        </a:lnTo>
                        <a:lnTo>
                          <a:pt x="132" y="672"/>
                        </a:lnTo>
                        <a:lnTo>
                          <a:pt x="132" y="678"/>
                        </a:lnTo>
                        <a:lnTo>
                          <a:pt x="138" y="678"/>
                        </a:lnTo>
                        <a:lnTo>
                          <a:pt x="138" y="678"/>
                        </a:lnTo>
                        <a:lnTo>
                          <a:pt x="138" y="678"/>
                        </a:lnTo>
                        <a:lnTo>
                          <a:pt x="144" y="678"/>
                        </a:lnTo>
                        <a:lnTo>
                          <a:pt x="144" y="678"/>
                        </a:lnTo>
                        <a:lnTo>
                          <a:pt x="144" y="678"/>
                        </a:lnTo>
                        <a:lnTo>
                          <a:pt x="144" y="678"/>
                        </a:lnTo>
                        <a:lnTo>
                          <a:pt x="150" y="678"/>
                        </a:lnTo>
                        <a:lnTo>
                          <a:pt x="150" y="678"/>
                        </a:lnTo>
                        <a:lnTo>
                          <a:pt x="150" y="678"/>
                        </a:lnTo>
                        <a:lnTo>
                          <a:pt x="150" y="678"/>
                        </a:lnTo>
                        <a:lnTo>
                          <a:pt x="156" y="678"/>
                        </a:lnTo>
                        <a:lnTo>
                          <a:pt x="156" y="678"/>
                        </a:lnTo>
                        <a:lnTo>
                          <a:pt x="156" y="678"/>
                        </a:lnTo>
                        <a:lnTo>
                          <a:pt x="162" y="678"/>
                        </a:lnTo>
                        <a:lnTo>
                          <a:pt x="162" y="678"/>
                        </a:lnTo>
                        <a:lnTo>
                          <a:pt x="162" y="678"/>
                        </a:lnTo>
                        <a:lnTo>
                          <a:pt x="162" y="678"/>
                        </a:lnTo>
                        <a:lnTo>
                          <a:pt x="168" y="678"/>
                        </a:lnTo>
                        <a:lnTo>
                          <a:pt x="168" y="678"/>
                        </a:lnTo>
                        <a:lnTo>
                          <a:pt x="168" y="678"/>
                        </a:lnTo>
                        <a:lnTo>
                          <a:pt x="174" y="678"/>
                        </a:lnTo>
                        <a:lnTo>
                          <a:pt x="174" y="678"/>
                        </a:lnTo>
                        <a:lnTo>
                          <a:pt x="174" y="678"/>
                        </a:lnTo>
                        <a:lnTo>
                          <a:pt x="174" y="678"/>
                        </a:lnTo>
                        <a:lnTo>
                          <a:pt x="180" y="678"/>
                        </a:lnTo>
                        <a:lnTo>
                          <a:pt x="180" y="678"/>
                        </a:lnTo>
                        <a:lnTo>
                          <a:pt x="180" y="678"/>
                        </a:lnTo>
                        <a:lnTo>
                          <a:pt x="180" y="678"/>
                        </a:lnTo>
                        <a:lnTo>
                          <a:pt x="186" y="678"/>
                        </a:lnTo>
                        <a:lnTo>
                          <a:pt x="186" y="678"/>
                        </a:lnTo>
                        <a:lnTo>
                          <a:pt x="186" y="678"/>
                        </a:lnTo>
                        <a:lnTo>
                          <a:pt x="192" y="678"/>
                        </a:lnTo>
                        <a:lnTo>
                          <a:pt x="192" y="678"/>
                        </a:lnTo>
                        <a:lnTo>
                          <a:pt x="192" y="678"/>
                        </a:lnTo>
                        <a:lnTo>
                          <a:pt x="192" y="678"/>
                        </a:lnTo>
                        <a:lnTo>
                          <a:pt x="198" y="678"/>
                        </a:lnTo>
                        <a:lnTo>
                          <a:pt x="198" y="678"/>
                        </a:lnTo>
                        <a:lnTo>
                          <a:pt x="198" y="678"/>
                        </a:lnTo>
                        <a:lnTo>
                          <a:pt x="204" y="678"/>
                        </a:lnTo>
                        <a:lnTo>
                          <a:pt x="204" y="684"/>
                        </a:lnTo>
                        <a:lnTo>
                          <a:pt x="204" y="684"/>
                        </a:lnTo>
                        <a:lnTo>
                          <a:pt x="204" y="684"/>
                        </a:lnTo>
                        <a:lnTo>
                          <a:pt x="210" y="684"/>
                        </a:lnTo>
                        <a:lnTo>
                          <a:pt x="210" y="684"/>
                        </a:lnTo>
                        <a:lnTo>
                          <a:pt x="210" y="684"/>
                        </a:lnTo>
                        <a:lnTo>
                          <a:pt x="216" y="684"/>
                        </a:lnTo>
                        <a:lnTo>
                          <a:pt x="216" y="684"/>
                        </a:lnTo>
                        <a:lnTo>
                          <a:pt x="216" y="684"/>
                        </a:lnTo>
                        <a:lnTo>
                          <a:pt x="216" y="684"/>
                        </a:lnTo>
                        <a:lnTo>
                          <a:pt x="222" y="684"/>
                        </a:lnTo>
                        <a:lnTo>
                          <a:pt x="222" y="690"/>
                        </a:lnTo>
                        <a:lnTo>
                          <a:pt x="222" y="690"/>
                        </a:lnTo>
                        <a:lnTo>
                          <a:pt x="222" y="690"/>
                        </a:lnTo>
                        <a:lnTo>
                          <a:pt x="228" y="690"/>
                        </a:lnTo>
                        <a:lnTo>
                          <a:pt x="228" y="690"/>
                        </a:lnTo>
                        <a:lnTo>
                          <a:pt x="228" y="690"/>
                        </a:lnTo>
                        <a:lnTo>
                          <a:pt x="234" y="690"/>
                        </a:lnTo>
                        <a:lnTo>
                          <a:pt x="234" y="696"/>
                        </a:lnTo>
                        <a:lnTo>
                          <a:pt x="234" y="696"/>
                        </a:lnTo>
                        <a:lnTo>
                          <a:pt x="234" y="696"/>
                        </a:lnTo>
                        <a:lnTo>
                          <a:pt x="240" y="696"/>
                        </a:lnTo>
                        <a:lnTo>
                          <a:pt x="240" y="696"/>
                        </a:lnTo>
                        <a:lnTo>
                          <a:pt x="240" y="702"/>
                        </a:lnTo>
                        <a:lnTo>
                          <a:pt x="246" y="702"/>
                        </a:lnTo>
                        <a:lnTo>
                          <a:pt x="246" y="702"/>
                        </a:lnTo>
                        <a:lnTo>
                          <a:pt x="246" y="702"/>
                        </a:lnTo>
                        <a:lnTo>
                          <a:pt x="246" y="702"/>
                        </a:lnTo>
                        <a:lnTo>
                          <a:pt x="252" y="708"/>
                        </a:lnTo>
                        <a:lnTo>
                          <a:pt x="252" y="708"/>
                        </a:lnTo>
                        <a:lnTo>
                          <a:pt x="252" y="708"/>
                        </a:lnTo>
                        <a:lnTo>
                          <a:pt x="252" y="708"/>
                        </a:lnTo>
                        <a:lnTo>
                          <a:pt x="258" y="714"/>
                        </a:lnTo>
                        <a:lnTo>
                          <a:pt x="258" y="714"/>
                        </a:lnTo>
                        <a:lnTo>
                          <a:pt x="258" y="714"/>
                        </a:lnTo>
                        <a:lnTo>
                          <a:pt x="264" y="720"/>
                        </a:lnTo>
                        <a:lnTo>
                          <a:pt x="264" y="720"/>
                        </a:lnTo>
                        <a:lnTo>
                          <a:pt x="264" y="720"/>
                        </a:lnTo>
                        <a:lnTo>
                          <a:pt x="264" y="720"/>
                        </a:lnTo>
                        <a:lnTo>
                          <a:pt x="270" y="726"/>
                        </a:lnTo>
                        <a:lnTo>
                          <a:pt x="270" y="726"/>
                        </a:lnTo>
                        <a:lnTo>
                          <a:pt x="270" y="726"/>
                        </a:lnTo>
                        <a:lnTo>
                          <a:pt x="276" y="732"/>
                        </a:lnTo>
                        <a:lnTo>
                          <a:pt x="276" y="732"/>
                        </a:lnTo>
                        <a:lnTo>
                          <a:pt x="276" y="732"/>
                        </a:lnTo>
                        <a:lnTo>
                          <a:pt x="276" y="738"/>
                        </a:lnTo>
                        <a:lnTo>
                          <a:pt x="282" y="738"/>
                        </a:lnTo>
                        <a:lnTo>
                          <a:pt x="282" y="738"/>
                        </a:lnTo>
                        <a:lnTo>
                          <a:pt x="282" y="744"/>
                        </a:lnTo>
                        <a:lnTo>
                          <a:pt x="288" y="744"/>
                        </a:lnTo>
                        <a:lnTo>
                          <a:pt x="288" y="750"/>
                        </a:lnTo>
                        <a:lnTo>
                          <a:pt x="288" y="750"/>
                        </a:lnTo>
                        <a:lnTo>
                          <a:pt x="288" y="750"/>
                        </a:lnTo>
                        <a:lnTo>
                          <a:pt x="294" y="756"/>
                        </a:lnTo>
                        <a:lnTo>
                          <a:pt x="294" y="756"/>
                        </a:lnTo>
                        <a:lnTo>
                          <a:pt x="294" y="756"/>
                        </a:lnTo>
                        <a:lnTo>
                          <a:pt x="294" y="762"/>
                        </a:lnTo>
                        <a:lnTo>
                          <a:pt x="300" y="762"/>
                        </a:lnTo>
                        <a:lnTo>
                          <a:pt x="300" y="768"/>
                        </a:lnTo>
                        <a:lnTo>
                          <a:pt x="300" y="768"/>
                        </a:lnTo>
                        <a:lnTo>
                          <a:pt x="306" y="774"/>
                        </a:lnTo>
                        <a:lnTo>
                          <a:pt x="306" y="774"/>
                        </a:lnTo>
                        <a:lnTo>
                          <a:pt x="306" y="774"/>
                        </a:lnTo>
                        <a:lnTo>
                          <a:pt x="306" y="780"/>
                        </a:lnTo>
                        <a:lnTo>
                          <a:pt x="312" y="780"/>
                        </a:lnTo>
                        <a:lnTo>
                          <a:pt x="312" y="786"/>
                        </a:lnTo>
                        <a:lnTo>
                          <a:pt x="312" y="786"/>
                        </a:lnTo>
                        <a:lnTo>
                          <a:pt x="318" y="792"/>
                        </a:lnTo>
                        <a:lnTo>
                          <a:pt x="318" y="792"/>
                        </a:lnTo>
                        <a:lnTo>
                          <a:pt x="318" y="792"/>
                        </a:lnTo>
                        <a:lnTo>
                          <a:pt x="318" y="798"/>
                        </a:lnTo>
                        <a:lnTo>
                          <a:pt x="324" y="798"/>
                        </a:lnTo>
                        <a:lnTo>
                          <a:pt x="324" y="804"/>
                        </a:lnTo>
                        <a:lnTo>
                          <a:pt x="324" y="804"/>
                        </a:lnTo>
                        <a:lnTo>
                          <a:pt x="324" y="810"/>
                        </a:lnTo>
                        <a:lnTo>
                          <a:pt x="330" y="810"/>
                        </a:lnTo>
                        <a:lnTo>
                          <a:pt x="330" y="816"/>
                        </a:lnTo>
                        <a:lnTo>
                          <a:pt x="330" y="816"/>
                        </a:lnTo>
                        <a:lnTo>
                          <a:pt x="336" y="822"/>
                        </a:lnTo>
                        <a:lnTo>
                          <a:pt x="336" y="822"/>
                        </a:lnTo>
                        <a:lnTo>
                          <a:pt x="336" y="828"/>
                        </a:lnTo>
                        <a:lnTo>
                          <a:pt x="336" y="828"/>
                        </a:lnTo>
                        <a:lnTo>
                          <a:pt x="342" y="834"/>
                        </a:lnTo>
                        <a:lnTo>
                          <a:pt x="342" y="834"/>
                        </a:lnTo>
                        <a:lnTo>
                          <a:pt x="342" y="834"/>
                        </a:lnTo>
                        <a:lnTo>
                          <a:pt x="348" y="840"/>
                        </a:lnTo>
                        <a:lnTo>
                          <a:pt x="348" y="840"/>
                        </a:lnTo>
                        <a:lnTo>
                          <a:pt x="348" y="846"/>
                        </a:lnTo>
                        <a:lnTo>
                          <a:pt x="348" y="846"/>
                        </a:lnTo>
                        <a:lnTo>
                          <a:pt x="354" y="852"/>
                        </a:lnTo>
                        <a:lnTo>
                          <a:pt x="354" y="852"/>
                        </a:lnTo>
                        <a:lnTo>
                          <a:pt x="354" y="858"/>
                        </a:lnTo>
                        <a:lnTo>
                          <a:pt x="360" y="858"/>
                        </a:lnTo>
                        <a:lnTo>
                          <a:pt x="360" y="864"/>
                        </a:lnTo>
                        <a:lnTo>
                          <a:pt x="360" y="864"/>
                        </a:lnTo>
                        <a:lnTo>
                          <a:pt x="360" y="870"/>
                        </a:lnTo>
                        <a:lnTo>
                          <a:pt x="366" y="870"/>
                        </a:lnTo>
                        <a:lnTo>
                          <a:pt x="366" y="876"/>
                        </a:lnTo>
                        <a:lnTo>
                          <a:pt x="366" y="876"/>
                        </a:lnTo>
                        <a:lnTo>
                          <a:pt x="366" y="882"/>
                        </a:lnTo>
                        <a:lnTo>
                          <a:pt x="372" y="882"/>
                        </a:lnTo>
                        <a:lnTo>
                          <a:pt x="372" y="888"/>
                        </a:lnTo>
                        <a:lnTo>
                          <a:pt x="372" y="888"/>
                        </a:lnTo>
                        <a:lnTo>
                          <a:pt x="378" y="894"/>
                        </a:lnTo>
                        <a:lnTo>
                          <a:pt x="378" y="894"/>
                        </a:lnTo>
                        <a:lnTo>
                          <a:pt x="378" y="894"/>
                        </a:lnTo>
                        <a:lnTo>
                          <a:pt x="378" y="900"/>
                        </a:lnTo>
                        <a:lnTo>
                          <a:pt x="384" y="900"/>
                        </a:lnTo>
                        <a:lnTo>
                          <a:pt x="384" y="906"/>
                        </a:lnTo>
                        <a:lnTo>
                          <a:pt x="384" y="906"/>
                        </a:lnTo>
                        <a:lnTo>
                          <a:pt x="390" y="912"/>
                        </a:lnTo>
                        <a:lnTo>
                          <a:pt x="390" y="912"/>
                        </a:lnTo>
                        <a:lnTo>
                          <a:pt x="390" y="918"/>
                        </a:lnTo>
                        <a:lnTo>
                          <a:pt x="390" y="918"/>
                        </a:lnTo>
                        <a:lnTo>
                          <a:pt x="396" y="918"/>
                        </a:lnTo>
                        <a:lnTo>
                          <a:pt x="396" y="924"/>
                        </a:lnTo>
                        <a:lnTo>
                          <a:pt x="396" y="924"/>
                        </a:lnTo>
                        <a:lnTo>
                          <a:pt x="396" y="930"/>
                        </a:lnTo>
                        <a:lnTo>
                          <a:pt x="402" y="930"/>
                        </a:lnTo>
                        <a:lnTo>
                          <a:pt x="402" y="936"/>
                        </a:lnTo>
                        <a:lnTo>
                          <a:pt x="402" y="936"/>
                        </a:lnTo>
                        <a:lnTo>
                          <a:pt x="408" y="936"/>
                        </a:lnTo>
                        <a:lnTo>
                          <a:pt x="408" y="942"/>
                        </a:lnTo>
                        <a:lnTo>
                          <a:pt x="408" y="942"/>
                        </a:lnTo>
                        <a:lnTo>
                          <a:pt x="408" y="948"/>
                        </a:lnTo>
                        <a:lnTo>
                          <a:pt x="414" y="948"/>
                        </a:lnTo>
                        <a:lnTo>
                          <a:pt x="414" y="948"/>
                        </a:lnTo>
                        <a:lnTo>
                          <a:pt x="414" y="954"/>
                        </a:lnTo>
                        <a:lnTo>
                          <a:pt x="420" y="954"/>
                        </a:lnTo>
                        <a:lnTo>
                          <a:pt x="420" y="960"/>
                        </a:lnTo>
                        <a:lnTo>
                          <a:pt x="420" y="960"/>
                        </a:lnTo>
                        <a:lnTo>
                          <a:pt x="420" y="960"/>
                        </a:lnTo>
                        <a:lnTo>
                          <a:pt x="426" y="966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FF00FF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" name="Freeform 40"/>
                  <p:cNvSpPr/>
                  <p:nvPr/>
                </p:nvSpPr>
                <p:spPr bwMode="auto">
                  <a:xfrm>
                    <a:off x="4556" y="3558"/>
                    <a:ext cx="426" cy="336"/>
                  </a:xfrm>
                  <a:custGeom>
                    <a:avLst/>
                    <a:gdLst>
                      <a:gd name="T0" fmla="*/ 6 w 426"/>
                      <a:gd name="T1" fmla="*/ 294 h 336"/>
                      <a:gd name="T2" fmla="*/ 12 w 426"/>
                      <a:gd name="T3" fmla="*/ 300 h 336"/>
                      <a:gd name="T4" fmla="*/ 24 w 426"/>
                      <a:gd name="T5" fmla="*/ 312 h 336"/>
                      <a:gd name="T6" fmla="*/ 30 w 426"/>
                      <a:gd name="T7" fmla="*/ 318 h 336"/>
                      <a:gd name="T8" fmla="*/ 36 w 426"/>
                      <a:gd name="T9" fmla="*/ 324 h 336"/>
                      <a:gd name="T10" fmla="*/ 48 w 426"/>
                      <a:gd name="T11" fmla="*/ 330 h 336"/>
                      <a:gd name="T12" fmla="*/ 54 w 426"/>
                      <a:gd name="T13" fmla="*/ 330 h 336"/>
                      <a:gd name="T14" fmla="*/ 66 w 426"/>
                      <a:gd name="T15" fmla="*/ 336 h 336"/>
                      <a:gd name="T16" fmla="*/ 72 w 426"/>
                      <a:gd name="T17" fmla="*/ 336 h 336"/>
                      <a:gd name="T18" fmla="*/ 78 w 426"/>
                      <a:gd name="T19" fmla="*/ 336 h 336"/>
                      <a:gd name="T20" fmla="*/ 90 w 426"/>
                      <a:gd name="T21" fmla="*/ 336 h 336"/>
                      <a:gd name="T22" fmla="*/ 96 w 426"/>
                      <a:gd name="T23" fmla="*/ 330 h 336"/>
                      <a:gd name="T24" fmla="*/ 108 w 426"/>
                      <a:gd name="T25" fmla="*/ 330 h 336"/>
                      <a:gd name="T26" fmla="*/ 114 w 426"/>
                      <a:gd name="T27" fmla="*/ 324 h 336"/>
                      <a:gd name="T28" fmla="*/ 120 w 426"/>
                      <a:gd name="T29" fmla="*/ 318 h 336"/>
                      <a:gd name="T30" fmla="*/ 132 w 426"/>
                      <a:gd name="T31" fmla="*/ 312 h 336"/>
                      <a:gd name="T32" fmla="*/ 138 w 426"/>
                      <a:gd name="T33" fmla="*/ 300 h 336"/>
                      <a:gd name="T34" fmla="*/ 144 w 426"/>
                      <a:gd name="T35" fmla="*/ 294 h 336"/>
                      <a:gd name="T36" fmla="*/ 156 w 426"/>
                      <a:gd name="T37" fmla="*/ 282 h 336"/>
                      <a:gd name="T38" fmla="*/ 162 w 426"/>
                      <a:gd name="T39" fmla="*/ 270 h 336"/>
                      <a:gd name="T40" fmla="*/ 174 w 426"/>
                      <a:gd name="T41" fmla="*/ 258 h 336"/>
                      <a:gd name="T42" fmla="*/ 180 w 426"/>
                      <a:gd name="T43" fmla="*/ 246 h 336"/>
                      <a:gd name="T44" fmla="*/ 186 w 426"/>
                      <a:gd name="T45" fmla="*/ 234 h 336"/>
                      <a:gd name="T46" fmla="*/ 198 w 426"/>
                      <a:gd name="T47" fmla="*/ 216 h 336"/>
                      <a:gd name="T48" fmla="*/ 204 w 426"/>
                      <a:gd name="T49" fmla="*/ 204 h 336"/>
                      <a:gd name="T50" fmla="*/ 216 w 426"/>
                      <a:gd name="T51" fmla="*/ 192 h 336"/>
                      <a:gd name="T52" fmla="*/ 222 w 426"/>
                      <a:gd name="T53" fmla="*/ 174 h 336"/>
                      <a:gd name="T54" fmla="*/ 228 w 426"/>
                      <a:gd name="T55" fmla="*/ 162 h 336"/>
                      <a:gd name="T56" fmla="*/ 240 w 426"/>
                      <a:gd name="T57" fmla="*/ 150 h 336"/>
                      <a:gd name="T58" fmla="*/ 246 w 426"/>
                      <a:gd name="T59" fmla="*/ 132 h 336"/>
                      <a:gd name="T60" fmla="*/ 258 w 426"/>
                      <a:gd name="T61" fmla="*/ 120 h 336"/>
                      <a:gd name="T62" fmla="*/ 264 w 426"/>
                      <a:gd name="T63" fmla="*/ 108 h 336"/>
                      <a:gd name="T64" fmla="*/ 270 w 426"/>
                      <a:gd name="T65" fmla="*/ 96 h 336"/>
                      <a:gd name="T66" fmla="*/ 282 w 426"/>
                      <a:gd name="T67" fmla="*/ 78 h 336"/>
                      <a:gd name="T68" fmla="*/ 288 w 426"/>
                      <a:gd name="T69" fmla="*/ 72 h 336"/>
                      <a:gd name="T70" fmla="*/ 300 w 426"/>
                      <a:gd name="T71" fmla="*/ 60 h 336"/>
                      <a:gd name="T72" fmla="*/ 306 w 426"/>
                      <a:gd name="T73" fmla="*/ 48 h 336"/>
                      <a:gd name="T74" fmla="*/ 312 w 426"/>
                      <a:gd name="T75" fmla="*/ 42 h 336"/>
                      <a:gd name="T76" fmla="*/ 324 w 426"/>
                      <a:gd name="T77" fmla="*/ 30 h 336"/>
                      <a:gd name="T78" fmla="*/ 330 w 426"/>
                      <a:gd name="T79" fmla="*/ 24 h 336"/>
                      <a:gd name="T80" fmla="*/ 342 w 426"/>
                      <a:gd name="T81" fmla="*/ 18 h 336"/>
                      <a:gd name="T82" fmla="*/ 348 w 426"/>
                      <a:gd name="T83" fmla="*/ 12 h 336"/>
                      <a:gd name="T84" fmla="*/ 354 w 426"/>
                      <a:gd name="T85" fmla="*/ 6 h 336"/>
                      <a:gd name="T86" fmla="*/ 366 w 426"/>
                      <a:gd name="T87" fmla="*/ 6 h 336"/>
                      <a:gd name="T88" fmla="*/ 372 w 426"/>
                      <a:gd name="T89" fmla="*/ 6 h 336"/>
                      <a:gd name="T90" fmla="*/ 384 w 426"/>
                      <a:gd name="T91" fmla="*/ 0 h 336"/>
                      <a:gd name="T92" fmla="*/ 390 w 426"/>
                      <a:gd name="T93" fmla="*/ 0 h 336"/>
                      <a:gd name="T94" fmla="*/ 396 w 426"/>
                      <a:gd name="T95" fmla="*/ 0 h 336"/>
                      <a:gd name="T96" fmla="*/ 408 w 426"/>
                      <a:gd name="T97" fmla="*/ 0 h 336"/>
                      <a:gd name="T98" fmla="*/ 414 w 426"/>
                      <a:gd name="T99" fmla="*/ 0 h 336"/>
                      <a:gd name="T100" fmla="*/ 426 w 426"/>
                      <a:gd name="T101" fmla="*/ 0 h 3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</a:cxnLst>
                    <a:rect l="0" t="0" r="r" b="b"/>
                    <a:pathLst>
                      <a:path w="426" h="336">
                        <a:moveTo>
                          <a:pt x="0" y="288"/>
                        </a:moveTo>
                        <a:lnTo>
                          <a:pt x="0" y="288"/>
                        </a:lnTo>
                        <a:lnTo>
                          <a:pt x="0" y="288"/>
                        </a:lnTo>
                        <a:lnTo>
                          <a:pt x="6" y="294"/>
                        </a:lnTo>
                        <a:lnTo>
                          <a:pt x="6" y="294"/>
                        </a:lnTo>
                        <a:lnTo>
                          <a:pt x="6" y="294"/>
                        </a:lnTo>
                        <a:lnTo>
                          <a:pt x="6" y="300"/>
                        </a:lnTo>
                        <a:lnTo>
                          <a:pt x="12" y="300"/>
                        </a:lnTo>
                        <a:lnTo>
                          <a:pt x="12" y="300"/>
                        </a:lnTo>
                        <a:lnTo>
                          <a:pt x="12" y="300"/>
                        </a:lnTo>
                        <a:lnTo>
                          <a:pt x="12" y="306"/>
                        </a:lnTo>
                        <a:lnTo>
                          <a:pt x="18" y="306"/>
                        </a:lnTo>
                        <a:lnTo>
                          <a:pt x="18" y="306"/>
                        </a:lnTo>
                        <a:lnTo>
                          <a:pt x="18" y="312"/>
                        </a:lnTo>
                        <a:lnTo>
                          <a:pt x="24" y="312"/>
                        </a:lnTo>
                        <a:lnTo>
                          <a:pt x="24" y="312"/>
                        </a:lnTo>
                        <a:lnTo>
                          <a:pt x="24" y="312"/>
                        </a:lnTo>
                        <a:lnTo>
                          <a:pt x="24" y="318"/>
                        </a:lnTo>
                        <a:lnTo>
                          <a:pt x="30" y="318"/>
                        </a:lnTo>
                        <a:lnTo>
                          <a:pt x="30" y="318"/>
                        </a:lnTo>
                        <a:lnTo>
                          <a:pt x="30" y="318"/>
                        </a:lnTo>
                        <a:lnTo>
                          <a:pt x="36" y="318"/>
                        </a:lnTo>
                        <a:lnTo>
                          <a:pt x="36" y="324"/>
                        </a:lnTo>
                        <a:lnTo>
                          <a:pt x="36" y="324"/>
                        </a:lnTo>
                        <a:lnTo>
                          <a:pt x="36" y="324"/>
                        </a:lnTo>
                        <a:lnTo>
                          <a:pt x="42" y="324"/>
                        </a:lnTo>
                        <a:lnTo>
                          <a:pt x="42" y="324"/>
                        </a:lnTo>
                        <a:lnTo>
                          <a:pt x="42" y="324"/>
                        </a:lnTo>
                        <a:lnTo>
                          <a:pt x="42" y="330"/>
                        </a:lnTo>
                        <a:lnTo>
                          <a:pt x="48" y="330"/>
                        </a:lnTo>
                        <a:lnTo>
                          <a:pt x="48" y="330"/>
                        </a:lnTo>
                        <a:lnTo>
                          <a:pt x="48" y="330"/>
                        </a:lnTo>
                        <a:lnTo>
                          <a:pt x="54" y="330"/>
                        </a:lnTo>
                        <a:lnTo>
                          <a:pt x="54" y="330"/>
                        </a:lnTo>
                        <a:lnTo>
                          <a:pt x="54" y="330"/>
                        </a:lnTo>
                        <a:lnTo>
                          <a:pt x="54" y="330"/>
                        </a:lnTo>
                        <a:lnTo>
                          <a:pt x="60" y="336"/>
                        </a:lnTo>
                        <a:lnTo>
                          <a:pt x="60" y="336"/>
                        </a:lnTo>
                        <a:lnTo>
                          <a:pt x="60" y="336"/>
                        </a:lnTo>
                        <a:lnTo>
                          <a:pt x="66" y="336"/>
                        </a:lnTo>
                        <a:lnTo>
                          <a:pt x="66" y="336"/>
                        </a:lnTo>
                        <a:lnTo>
                          <a:pt x="66" y="336"/>
                        </a:lnTo>
                        <a:lnTo>
                          <a:pt x="66" y="336"/>
                        </a:lnTo>
                        <a:lnTo>
                          <a:pt x="72" y="336"/>
                        </a:lnTo>
                        <a:lnTo>
                          <a:pt x="72" y="336"/>
                        </a:lnTo>
                        <a:lnTo>
                          <a:pt x="72" y="336"/>
                        </a:lnTo>
                        <a:lnTo>
                          <a:pt x="78" y="336"/>
                        </a:lnTo>
                        <a:lnTo>
                          <a:pt x="78" y="336"/>
                        </a:lnTo>
                        <a:lnTo>
                          <a:pt x="78" y="336"/>
                        </a:lnTo>
                        <a:lnTo>
                          <a:pt x="78" y="336"/>
                        </a:lnTo>
                        <a:lnTo>
                          <a:pt x="84" y="336"/>
                        </a:lnTo>
                        <a:lnTo>
                          <a:pt x="84" y="336"/>
                        </a:lnTo>
                        <a:lnTo>
                          <a:pt x="84" y="336"/>
                        </a:lnTo>
                        <a:lnTo>
                          <a:pt x="84" y="336"/>
                        </a:lnTo>
                        <a:lnTo>
                          <a:pt x="90" y="336"/>
                        </a:lnTo>
                        <a:lnTo>
                          <a:pt x="90" y="336"/>
                        </a:lnTo>
                        <a:lnTo>
                          <a:pt x="90" y="336"/>
                        </a:lnTo>
                        <a:lnTo>
                          <a:pt x="96" y="330"/>
                        </a:lnTo>
                        <a:lnTo>
                          <a:pt x="96" y="330"/>
                        </a:lnTo>
                        <a:lnTo>
                          <a:pt x="96" y="330"/>
                        </a:lnTo>
                        <a:lnTo>
                          <a:pt x="96" y="330"/>
                        </a:lnTo>
                        <a:lnTo>
                          <a:pt x="102" y="330"/>
                        </a:lnTo>
                        <a:lnTo>
                          <a:pt x="102" y="330"/>
                        </a:lnTo>
                        <a:lnTo>
                          <a:pt x="102" y="330"/>
                        </a:lnTo>
                        <a:lnTo>
                          <a:pt x="108" y="330"/>
                        </a:lnTo>
                        <a:lnTo>
                          <a:pt x="108" y="324"/>
                        </a:lnTo>
                        <a:lnTo>
                          <a:pt x="108" y="324"/>
                        </a:lnTo>
                        <a:lnTo>
                          <a:pt x="108" y="324"/>
                        </a:lnTo>
                        <a:lnTo>
                          <a:pt x="114" y="324"/>
                        </a:lnTo>
                        <a:lnTo>
                          <a:pt x="114" y="324"/>
                        </a:lnTo>
                        <a:lnTo>
                          <a:pt x="114" y="324"/>
                        </a:lnTo>
                        <a:lnTo>
                          <a:pt x="114" y="318"/>
                        </a:lnTo>
                        <a:lnTo>
                          <a:pt x="120" y="318"/>
                        </a:lnTo>
                        <a:lnTo>
                          <a:pt x="120" y="318"/>
                        </a:lnTo>
                        <a:lnTo>
                          <a:pt x="120" y="318"/>
                        </a:lnTo>
                        <a:lnTo>
                          <a:pt x="126" y="318"/>
                        </a:lnTo>
                        <a:lnTo>
                          <a:pt x="126" y="312"/>
                        </a:lnTo>
                        <a:lnTo>
                          <a:pt x="126" y="312"/>
                        </a:lnTo>
                        <a:lnTo>
                          <a:pt x="126" y="312"/>
                        </a:lnTo>
                        <a:lnTo>
                          <a:pt x="132" y="312"/>
                        </a:lnTo>
                        <a:lnTo>
                          <a:pt x="132" y="306"/>
                        </a:lnTo>
                        <a:lnTo>
                          <a:pt x="132" y="306"/>
                        </a:lnTo>
                        <a:lnTo>
                          <a:pt x="138" y="306"/>
                        </a:lnTo>
                        <a:lnTo>
                          <a:pt x="138" y="300"/>
                        </a:lnTo>
                        <a:lnTo>
                          <a:pt x="138" y="300"/>
                        </a:lnTo>
                        <a:lnTo>
                          <a:pt x="138" y="300"/>
                        </a:lnTo>
                        <a:lnTo>
                          <a:pt x="144" y="300"/>
                        </a:lnTo>
                        <a:lnTo>
                          <a:pt x="144" y="294"/>
                        </a:lnTo>
                        <a:lnTo>
                          <a:pt x="144" y="294"/>
                        </a:lnTo>
                        <a:lnTo>
                          <a:pt x="144" y="294"/>
                        </a:lnTo>
                        <a:lnTo>
                          <a:pt x="150" y="288"/>
                        </a:lnTo>
                        <a:lnTo>
                          <a:pt x="150" y="288"/>
                        </a:lnTo>
                        <a:lnTo>
                          <a:pt x="150" y="288"/>
                        </a:lnTo>
                        <a:lnTo>
                          <a:pt x="156" y="282"/>
                        </a:lnTo>
                        <a:lnTo>
                          <a:pt x="156" y="282"/>
                        </a:lnTo>
                        <a:lnTo>
                          <a:pt x="156" y="282"/>
                        </a:lnTo>
                        <a:lnTo>
                          <a:pt x="156" y="276"/>
                        </a:lnTo>
                        <a:lnTo>
                          <a:pt x="162" y="276"/>
                        </a:lnTo>
                        <a:lnTo>
                          <a:pt x="162" y="270"/>
                        </a:lnTo>
                        <a:lnTo>
                          <a:pt x="162" y="270"/>
                        </a:lnTo>
                        <a:lnTo>
                          <a:pt x="168" y="270"/>
                        </a:lnTo>
                        <a:lnTo>
                          <a:pt x="168" y="264"/>
                        </a:lnTo>
                        <a:lnTo>
                          <a:pt x="168" y="264"/>
                        </a:lnTo>
                        <a:lnTo>
                          <a:pt x="168" y="258"/>
                        </a:lnTo>
                        <a:lnTo>
                          <a:pt x="174" y="258"/>
                        </a:lnTo>
                        <a:lnTo>
                          <a:pt x="174" y="258"/>
                        </a:lnTo>
                        <a:lnTo>
                          <a:pt x="174" y="252"/>
                        </a:lnTo>
                        <a:lnTo>
                          <a:pt x="180" y="252"/>
                        </a:lnTo>
                        <a:lnTo>
                          <a:pt x="180" y="246"/>
                        </a:lnTo>
                        <a:lnTo>
                          <a:pt x="180" y="246"/>
                        </a:lnTo>
                        <a:lnTo>
                          <a:pt x="180" y="240"/>
                        </a:lnTo>
                        <a:lnTo>
                          <a:pt x="186" y="240"/>
                        </a:lnTo>
                        <a:lnTo>
                          <a:pt x="186" y="240"/>
                        </a:lnTo>
                        <a:lnTo>
                          <a:pt x="186" y="234"/>
                        </a:lnTo>
                        <a:lnTo>
                          <a:pt x="186" y="234"/>
                        </a:lnTo>
                        <a:lnTo>
                          <a:pt x="192" y="228"/>
                        </a:lnTo>
                        <a:lnTo>
                          <a:pt x="192" y="228"/>
                        </a:lnTo>
                        <a:lnTo>
                          <a:pt x="192" y="222"/>
                        </a:lnTo>
                        <a:lnTo>
                          <a:pt x="198" y="222"/>
                        </a:lnTo>
                        <a:lnTo>
                          <a:pt x="198" y="216"/>
                        </a:lnTo>
                        <a:lnTo>
                          <a:pt x="198" y="216"/>
                        </a:lnTo>
                        <a:lnTo>
                          <a:pt x="198" y="216"/>
                        </a:lnTo>
                        <a:lnTo>
                          <a:pt x="204" y="210"/>
                        </a:lnTo>
                        <a:lnTo>
                          <a:pt x="204" y="210"/>
                        </a:lnTo>
                        <a:lnTo>
                          <a:pt x="204" y="204"/>
                        </a:lnTo>
                        <a:lnTo>
                          <a:pt x="210" y="204"/>
                        </a:lnTo>
                        <a:lnTo>
                          <a:pt x="210" y="198"/>
                        </a:lnTo>
                        <a:lnTo>
                          <a:pt x="210" y="198"/>
                        </a:lnTo>
                        <a:lnTo>
                          <a:pt x="210" y="192"/>
                        </a:lnTo>
                        <a:lnTo>
                          <a:pt x="216" y="192"/>
                        </a:lnTo>
                        <a:lnTo>
                          <a:pt x="216" y="186"/>
                        </a:lnTo>
                        <a:lnTo>
                          <a:pt x="216" y="186"/>
                        </a:lnTo>
                        <a:lnTo>
                          <a:pt x="216" y="180"/>
                        </a:lnTo>
                        <a:lnTo>
                          <a:pt x="222" y="180"/>
                        </a:lnTo>
                        <a:lnTo>
                          <a:pt x="222" y="174"/>
                        </a:lnTo>
                        <a:lnTo>
                          <a:pt x="222" y="174"/>
                        </a:lnTo>
                        <a:lnTo>
                          <a:pt x="228" y="168"/>
                        </a:lnTo>
                        <a:lnTo>
                          <a:pt x="228" y="168"/>
                        </a:lnTo>
                        <a:lnTo>
                          <a:pt x="228" y="162"/>
                        </a:lnTo>
                        <a:lnTo>
                          <a:pt x="228" y="162"/>
                        </a:lnTo>
                        <a:lnTo>
                          <a:pt x="234" y="156"/>
                        </a:lnTo>
                        <a:lnTo>
                          <a:pt x="234" y="156"/>
                        </a:lnTo>
                        <a:lnTo>
                          <a:pt x="234" y="156"/>
                        </a:lnTo>
                        <a:lnTo>
                          <a:pt x="240" y="150"/>
                        </a:lnTo>
                        <a:lnTo>
                          <a:pt x="240" y="150"/>
                        </a:lnTo>
                        <a:lnTo>
                          <a:pt x="240" y="144"/>
                        </a:lnTo>
                        <a:lnTo>
                          <a:pt x="240" y="144"/>
                        </a:lnTo>
                        <a:lnTo>
                          <a:pt x="246" y="138"/>
                        </a:lnTo>
                        <a:lnTo>
                          <a:pt x="246" y="138"/>
                        </a:lnTo>
                        <a:lnTo>
                          <a:pt x="246" y="132"/>
                        </a:lnTo>
                        <a:lnTo>
                          <a:pt x="252" y="132"/>
                        </a:lnTo>
                        <a:lnTo>
                          <a:pt x="252" y="126"/>
                        </a:lnTo>
                        <a:lnTo>
                          <a:pt x="252" y="126"/>
                        </a:lnTo>
                        <a:lnTo>
                          <a:pt x="252" y="120"/>
                        </a:lnTo>
                        <a:lnTo>
                          <a:pt x="258" y="120"/>
                        </a:lnTo>
                        <a:lnTo>
                          <a:pt x="258" y="114"/>
                        </a:lnTo>
                        <a:lnTo>
                          <a:pt x="258" y="114"/>
                        </a:lnTo>
                        <a:lnTo>
                          <a:pt x="258" y="114"/>
                        </a:lnTo>
                        <a:lnTo>
                          <a:pt x="264" y="108"/>
                        </a:lnTo>
                        <a:lnTo>
                          <a:pt x="264" y="108"/>
                        </a:lnTo>
                        <a:lnTo>
                          <a:pt x="264" y="102"/>
                        </a:lnTo>
                        <a:lnTo>
                          <a:pt x="270" y="102"/>
                        </a:lnTo>
                        <a:lnTo>
                          <a:pt x="270" y="96"/>
                        </a:lnTo>
                        <a:lnTo>
                          <a:pt x="270" y="96"/>
                        </a:lnTo>
                        <a:lnTo>
                          <a:pt x="270" y="96"/>
                        </a:lnTo>
                        <a:lnTo>
                          <a:pt x="276" y="90"/>
                        </a:lnTo>
                        <a:lnTo>
                          <a:pt x="276" y="90"/>
                        </a:lnTo>
                        <a:lnTo>
                          <a:pt x="276" y="84"/>
                        </a:lnTo>
                        <a:lnTo>
                          <a:pt x="282" y="84"/>
                        </a:lnTo>
                        <a:lnTo>
                          <a:pt x="282" y="78"/>
                        </a:lnTo>
                        <a:lnTo>
                          <a:pt x="282" y="78"/>
                        </a:lnTo>
                        <a:lnTo>
                          <a:pt x="282" y="78"/>
                        </a:lnTo>
                        <a:lnTo>
                          <a:pt x="288" y="72"/>
                        </a:lnTo>
                        <a:lnTo>
                          <a:pt x="288" y="72"/>
                        </a:lnTo>
                        <a:lnTo>
                          <a:pt x="288" y="72"/>
                        </a:lnTo>
                        <a:lnTo>
                          <a:pt x="288" y="66"/>
                        </a:lnTo>
                        <a:lnTo>
                          <a:pt x="294" y="66"/>
                        </a:lnTo>
                        <a:lnTo>
                          <a:pt x="294" y="60"/>
                        </a:lnTo>
                        <a:lnTo>
                          <a:pt x="294" y="60"/>
                        </a:lnTo>
                        <a:lnTo>
                          <a:pt x="300" y="60"/>
                        </a:lnTo>
                        <a:lnTo>
                          <a:pt x="300" y="54"/>
                        </a:lnTo>
                        <a:lnTo>
                          <a:pt x="300" y="54"/>
                        </a:lnTo>
                        <a:lnTo>
                          <a:pt x="300" y="54"/>
                        </a:lnTo>
                        <a:lnTo>
                          <a:pt x="306" y="48"/>
                        </a:lnTo>
                        <a:lnTo>
                          <a:pt x="306" y="48"/>
                        </a:lnTo>
                        <a:lnTo>
                          <a:pt x="306" y="48"/>
                        </a:lnTo>
                        <a:lnTo>
                          <a:pt x="312" y="42"/>
                        </a:lnTo>
                        <a:lnTo>
                          <a:pt x="312" y="42"/>
                        </a:lnTo>
                        <a:lnTo>
                          <a:pt x="312" y="42"/>
                        </a:lnTo>
                        <a:lnTo>
                          <a:pt x="312" y="42"/>
                        </a:lnTo>
                        <a:lnTo>
                          <a:pt x="318" y="36"/>
                        </a:lnTo>
                        <a:lnTo>
                          <a:pt x="318" y="36"/>
                        </a:lnTo>
                        <a:lnTo>
                          <a:pt x="318" y="36"/>
                        </a:lnTo>
                        <a:lnTo>
                          <a:pt x="324" y="30"/>
                        </a:lnTo>
                        <a:lnTo>
                          <a:pt x="324" y="30"/>
                        </a:lnTo>
                        <a:lnTo>
                          <a:pt x="324" y="30"/>
                        </a:lnTo>
                        <a:lnTo>
                          <a:pt x="324" y="30"/>
                        </a:lnTo>
                        <a:lnTo>
                          <a:pt x="330" y="24"/>
                        </a:lnTo>
                        <a:lnTo>
                          <a:pt x="330" y="24"/>
                        </a:lnTo>
                        <a:lnTo>
                          <a:pt x="330" y="24"/>
                        </a:lnTo>
                        <a:lnTo>
                          <a:pt x="330" y="24"/>
                        </a:lnTo>
                        <a:lnTo>
                          <a:pt x="336" y="24"/>
                        </a:lnTo>
                        <a:lnTo>
                          <a:pt x="336" y="18"/>
                        </a:lnTo>
                        <a:lnTo>
                          <a:pt x="336" y="18"/>
                        </a:lnTo>
                        <a:lnTo>
                          <a:pt x="342" y="18"/>
                        </a:lnTo>
                        <a:lnTo>
                          <a:pt x="342" y="18"/>
                        </a:lnTo>
                        <a:lnTo>
                          <a:pt x="342" y="18"/>
                        </a:lnTo>
                        <a:lnTo>
                          <a:pt x="342" y="12"/>
                        </a:lnTo>
                        <a:lnTo>
                          <a:pt x="348" y="12"/>
                        </a:lnTo>
                        <a:lnTo>
                          <a:pt x="348" y="12"/>
                        </a:lnTo>
                        <a:lnTo>
                          <a:pt x="348" y="12"/>
                        </a:lnTo>
                        <a:lnTo>
                          <a:pt x="354" y="12"/>
                        </a:lnTo>
                        <a:lnTo>
                          <a:pt x="354" y="12"/>
                        </a:lnTo>
                        <a:lnTo>
                          <a:pt x="354" y="12"/>
                        </a:lnTo>
                        <a:lnTo>
                          <a:pt x="354" y="6"/>
                        </a:lnTo>
                        <a:lnTo>
                          <a:pt x="360" y="6"/>
                        </a:lnTo>
                        <a:lnTo>
                          <a:pt x="360" y="6"/>
                        </a:lnTo>
                        <a:lnTo>
                          <a:pt x="360" y="6"/>
                        </a:lnTo>
                        <a:lnTo>
                          <a:pt x="360" y="6"/>
                        </a:lnTo>
                        <a:lnTo>
                          <a:pt x="366" y="6"/>
                        </a:lnTo>
                        <a:lnTo>
                          <a:pt x="366" y="6"/>
                        </a:lnTo>
                        <a:lnTo>
                          <a:pt x="366" y="6"/>
                        </a:lnTo>
                        <a:lnTo>
                          <a:pt x="372" y="6"/>
                        </a:lnTo>
                        <a:lnTo>
                          <a:pt x="372" y="6"/>
                        </a:lnTo>
                        <a:lnTo>
                          <a:pt x="372" y="6"/>
                        </a:lnTo>
                        <a:lnTo>
                          <a:pt x="372" y="0"/>
                        </a:lnTo>
                        <a:lnTo>
                          <a:pt x="378" y="0"/>
                        </a:lnTo>
                        <a:lnTo>
                          <a:pt x="378" y="0"/>
                        </a:lnTo>
                        <a:lnTo>
                          <a:pt x="378" y="0"/>
                        </a:lnTo>
                        <a:lnTo>
                          <a:pt x="384" y="0"/>
                        </a:lnTo>
                        <a:lnTo>
                          <a:pt x="384" y="0"/>
                        </a:lnTo>
                        <a:lnTo>
                          <a:pt x="384" y="0"/>
                        </a:lnTo>
                        <a:lnTo>
                          <a:pt x="384" y="0"/>
                        </a:lnTo>
                        <a:lnTo>
                          <a:pt x="390" y="0"/>
                        </a:lnTo>
                        <a:lnTo>
                          <a:pt x="390" y="0"/>
                        </a:lnTo>
                        <a:lnTo>
                          <a:pt x="390" y="0"/>
                        </a:lnTo>
                        <a:lnTo>
                          <a:pt x="396" y="0"/>
                        </a:lnTo>
                        <a:lnTo>
                          <a:pt x="396" y="0"/>
                        </a:lnTo>
                        <a:lnTo>
                          <a:pt x="396" y="0"/>
                        </a:lnTo>
                        <a:lnTo>
                          <a:pt x="396" y="0"/>
                        </a:lnTo>
                        <a:lnTo>
                          <a:pt x="402" y="0"/>
                        </a:lnTo>
                        <a:lnTo>
                          <a:pt x="402" y="0"/>
                        </a:lnTo>
                        <a:lnTo>
                          <a:pt x="402" y="0"/>
                        </a:lnTo>
                        <a:lnTo>
                          <a:pt x="402" y="0"/>
                        </a:lnTo>
                        <a:lnTo>
                          <a:pt x="408" y="0"/>
                        </a:lnTo>
                        <a:lnTo>
                          <a:pt x="408" y="0"/>
                        </a:lnTo>
                        <a:lnTo>
                          <a:pt x="408" y="0"/>
                        </a:lnTo>
                        <a:lnTo>
                          <a:pt x="414" y="0"/>
                        </a:lnTo>
                        <a:lnTo>
                          <a:pt x="414" y="0"/>
                        </a:lnTo>
                        <a:lnTo>
                          <a:pt x="414" y="0"/>
                        </a:lnTo>
                        <a:lnTo>
                          <a:pt x="414" y="0"/>
                        </a:lnTo>
                        <a:lnTo>
                          <a:pt x="420" y="0"/>
                        </a:lnTo>
                        <a:lnTo>
                          <a:pt x="420" y="0"/>
                        </a:lnTo>
                        <a:lnTo>
                          <a:pt x="420" y="0"/>
                        </a:lnTo>
                        <a:lnTo>
                          <a:pt x="426" y="0"/>
                        </a:lnTo>
                        <a:lnTo>
                          <a:pt x="426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FF00FF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" name="Freeform 41"/>
                  <p:cNvSpPr/>
                  <p:nvPr/>
                </p:nvSpPr>
                <p:spPr bwMode="auto">
                  <a:xfrm>
                    <a:off x="4982" y="2880"/>
                    <a:ext cx="150" cy="678"/>
                  </a:xfrm>
                  <a:custGeom>
                    <a:avLst/>
                    <a:gdLst>
                      <a:gd name="T0" fmla="*/ 0 w 150"/>
                      <a:gd name="T1" fmla="*/ 678 h 678"/>
                      <a:gd name="T2" fmla="*/ 6 w 150"/>
                      <a:gd name="T3" fmla="*/ 678 h 678"/>
                      <a:gd name="T4" fmla="*/ 6 w 150"/>
                      <a:gd name="T5" fmla="*/ 678 h 678"/>
                      <a:gd name="T6" fmla="*/ 12 w 150"/>
                      <a:gd name="T7" fmla="*/ 678 h 678"/>
                      <a:gd name="T8" fmla="*/ 12 w 150"/>
                      <a:gd name="T9" fmla="*/ 678 h 678"/>
                      <a:gd name="T10" fmla="*/ 18 w 150"/>
                      <a:gd name="T11" fmla="*/ 672 h 678"/>
                      <a:gd name="T12" fmla="*/ 18 w 150"/>
                      <a:gd name="T13" fmla="*/ 672 h 678"/>
                      <a:gd name="T14" fmla="*/ 24 w 150"/>
                      <a:gd name="T15" fmla="*/ 672 h 678"/>
                      <a:gd name="T16" fmla="*/ 30 w 150"/>
                      <a:gd name="T17" fmla="*/ 672 h 678"/>
                      <a:gd name="T18" fmla="*/ 30 w 150"/>
                      <a:gd name="T19" fmla="*/ 666 h 678"/>
                      <a:gd name="T20" fmla="*/ 36 w 150"/>
                      <a:gd name="T21" fmla="*/ 666 h 678"/>
                      <a:gd name="T22" fmla="*/ 36 w 150"/>
                      <a:gd name="T23" fmla="*/ 666 h 678"/>
                      <a:gd name="T24" fmla="*/ 42 w 150"/>
                      <a:gd name="T25" fmla="*/ 660 h 678"/>
                      <a:gd name="T26" fmla="*/ 42 w 150"/>
                      <a:gd name="T27" fmla="*/ 660 h 678"/>
                      <a:gd name="T28" fmla="*/ 48 w 150"/>
                      <a:gd name="T29" fmla="*/ 654 h 678"/>
                      <a:gd name="T30" fmla="*/ 48 w 150"/>
                      <a:gd name="T31" fmla="*/ 648 h 678"/>
                      <a:gd name="T32" fmla="*/ 54 w 150"/>
                      <a:gd name="T33" fmla="*/ 642 h 678"/>
                      <a:gd name="T34" fmla="*/ 60 w 150"/>
                      <a:gd name="T35" fmla="*/ 636 h 678"/>
                      <a:gd name="T36" fmla="*/ 60 w 150"/>
                      <a:gd name="T37" fmla="*/ 630 h 678"/>
                      <a:gd name="T38" fmla="*/ 66 w 150"/>
                      <a:gd name="T39" fmla="*/ 624 h 678"/>
                      <a:gd name="T40" fmla="*/ 66 w 150"/>
                      <a:gd name="T41" fmla="*/ 618 h 678"/>
                      <a:gd name="T42" fmla="*/ 72 w 150"/>
                      <a:gd name="T43" fmla="*/ 612 h 678"/>
                      <a:gd name="T44" fmla="*/ 72 w 150"/>
                      <a:gd name="T45" fmla="*/ 600 h 678"/>
                      <a:gd name="T46" fmla="*/ 78 w 150"/>
                      <a:gd name="T47" fmla="*/ 588 h 678"/>
                      <a:gd name="T48" fmla="*/ 78 w 150"/>
                      <a:gd name="T49" fmla="*/ 582 h 678"/>
                      <a:gd name="T50" fmla="*/ 84 w 150"/>
                      <a:gd name="T51" fmla="*/ 570 h 678"/>
                      <a:gd name="T52" fmla="*/ 90 w 150"/>
                      <a:gd name="T53" fmla="*/ 552 h 678"/>
                      <a:gd name="T54" fmla="*/ 90 w 150"/>
                      <a:gd name="T55" fmla="*/ 540 h 678"/>
                      <a:gd name="T56" fmla="*/ 96 w 150"/>
                      <a:gd name="T57" fmla="*/ 528 h 678"/>
                      <a:gd name="T58" fmla="*/ 96 w 150"/>
                      <a:gd name="T59" fmla="*/ 510 h 678"/>
                      <a:gd name="T60" fmla="*/ 102 w 150"/>
                      <a:gd name="T61" fmla="*/ 492 h 678"/>
                      <a:gd name="T62" fmla="*/ 102 w 150"/>
                      <a:gd name="T63" fmla="*/ 474 h 678"/>
                      <a:gd name="T64" fmla="*/ 108 w 150"/>
                      <a:gd name="T65" fmla="*/ 450 h 678"/>
                      <a:gd name="T66" fmla="*/ 114 w 150"/>
                      <a:gd name="T67" fmla="*/ 432 h 678"/>
                      <a:gd name="T68" fmla="*/ 114 w 150"/>
                      <a:gd name="T69" fmla="*/ 408 h 678"/>
                      <a:gd name="T70" fmla="*/ 120 w 150"/>
                      <a:gd name="T71" fmla="*/ 378 h 678"/>
                      <a:gd name="T72" fmla="*/ 120 w 150"/>
                      <a:gd name="T73" fmla="*/ 354 h 678"/>
                      <a:gd name="T74" fmla="*/ 126 w 150"/>
                      <a:gd name="T75" fmla="*/ 324 h 678"/>
                      <a:gd name="T76" fmla="*/ 126 w 150"/>
                      <a:gd name="T77" fmla="*/ 294 h 678"/>
                      <a:gd name="T78" fmla="*/ 132 w 150"/>
                      <a:gd name="T79" fmla="*/ 264 h 678"/>
                      <a:gd name="T80" fmla="*/ 132 w 150"/>
                      <a:gd name="T81" fmla="*/ 228 h 678"/>
                      <a:gd name="T82" fmla="*/ 138 w 150"/>
                      <a:gd name="T83" fmla="*/ 192 h 678"/>
                      <a:gd name="T84" fmla="*/ 144 w 150"/>
                      <a:gd name="T85" fmla="*/ 150 h 678"/>
                      <a:gd name="T86" fmla="*/ 144 w 150"/>
                      <a:gd name="T87" fmla="*/ 114 h 678"/>
                      <a:gd name="T88" fmla="*/ 150 w 150"/>
                      <a:gd name="T89" fmla="*/ 66 h 678"/>
                      <a:gd name="T90" fmla="*/ 150 w 150"/>
                      <a:gd name="T91" fmla="*/ 24 h 6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50" h="678">
                        <a:moveTo>
                          <a:pt x="0" y="678"/>
                        </a:moveTo>
                        <a:lnTo>
                          <a:pt x="0" y="678"/>
                        </a:lnTo>
                        <a:lnTo>
                          <a:pt x="0" y="678"/>
                        </a:lnTo>
                        <a:lnTo>
                          <a:pt x="6" y="678"/>
                        </a:lnTo>
                        <a:lnTo>
                          <a:pt x="6" y="678"/>
                        </a:lnTo>
                        <a:lnTo>
                          <a:pt x="6" y="678"/>
                        </a:lnTo>
                        <a:lnTo>
                          <a:pt x="6" y="678"/>
                        </a:lnTo>
                        <a:lnTo>
                          <a:pt x="12" y="678"/>
                        </a:lnTo>
                        <a:lnTo>
                          <a:pt x="12" y="678"/>
                        </a:lnTo>
                        <a:lnTo>
                          <a:pt x="12" y="678"/>
                        </a:lnTo>
                        <a:lnTo>
                          <a:pt x="18" y="678"/>
                        </a:lnTo>
                        <a:lnTo>
                          <a:pt x="18" y="672"/>
                        </a:lnTo>
                        <a:lnTo>
                          <a:pt x="18" y="672"/>
                        </a:lnTo>
                        <a:lnTo>
                          <a:pt x="18" y="672"/>
                        </a:lnTo>
                        <a:lnTo>
                          <a:pt x="24" y="672"/>
                        </a:lnTo>
                        <a:lnTo>
                          <a:pt x="24" y="672"/>
                        </a:lnTo>
                        <a:lnTo>
                          <a:pt x="24" y="672"/>
                        </a:lnTo>
                        <a:lnTo>
                          <a:pt x="30" y="672"/>
                        </a:lnTo>
                        <a:lnTo>
                          <a:pt x="30" y="672"/>
                        </a:lnTo>
                        <a:lnTo>
                          <a:pt x="30" y="666"/>
                        </a:lnTo>
                        <a:lnTo>
                          <a:pt x="30" y="666"/>
                        </a:lnTo>
                        <a:lnTo>
                          <a:pt x="36" y="666"/>
                        </a:lnTo>
                        <a:lnTo>
                          <a:pt x="36" y="666"/>
                        </a:lnTo>
                        <a:lnTo>
                          <a:pt x="36" y="666"/>
                        </a:lnTo>
                        <a:lnTo>
                          <a:pt x="42" y="660"/>
                        </a:lnTo>
                        <a:lnTo>
                          <a:pt x="42" y="660"/>
                        </a:lnTo>
                        <a:lnTo>
                          <a:pt x="42" y="660"/>
                        </a:lnTo>
                        <a:lnTo>
                          <a:pt x="42" y="660"/>
                        </a:lnTo>
                        <a:lnTo>
                          <a:pt x="48" y="654"/>
                        </a:lnTo>
                        <a:lnTo>
                          <a:pt x="48" y="654"/>
                        </a:lnTo>
                        <a:lnTo>
                          <a:pt x="48" y="654"/>
                        </a:lnTo>
                        <a:lnTo>
                          <a:pt x="48" y="648"/>
                        </a:lnTo>
                        <a:lnTo>
                          <a:pt x="54" y="648"/>
                        </a:lnTo>
                        <a:lnTo>
                          <a:pt x="54" y="642"/>
                        </a:lnTo>
                        <a:lnTo>
                          <a:pt x="54" y="642"/>
                        </a:lnTo>
                        <a:lnTo>
                          <a:pt x="60" y="636"/>
                        </a:lnTo>
                        <a:lnTo>
                          <a:pt x="60" y="636"/>
                        </a:lnTo>
                        <a:lnTo>
                          <a:pt x="60" y="630"/>
                        </a:lnTo>
                        <a:lnTo>
                          <a:pt x="60" y="630"/>
                        </a:lnTo>
                        <a:lnTo>
                          <a:pt x="66" y="624"/>
                        </a:lnTo>
                        <a:lnTo>
                          <a:pt x="66" y="624"/>
                        </a:lnTo>
                        <a:lnTo>
                          <a:pt x="66" y="618"/>
                        </a:lnTo>
                        <a:lnTo>
                          <a:pt x="72" y="612"/>
                        </a:lnTo>
                        <a:lnTo>
                          <a:pt x="72" y="612"/>
                        </a:lnTo>
                        <a:lnTo>
                          <a:pt x="72" y="606"/>
                        </a:lnTo>
                        <a:lnTo>
                          <a:pt x="72" y="600"/>
                        </a:lnTo>
                        <a:lnTo>
                          <a:pt x="78" y="594"/>
                        </a:lnTo>
                        <a:lnTo>
                          <a:pt x="78" y="588"/>
                        </a:lnTo>
                        <a:lnTo>
                          <a:pt x="78" y="588"/>
                        </a:lnTo>
                        <a:lnTo>
                          <a:pt x="78" y="582"/>
                        </a:lnTo>
                        <a:lnTo>
                          <a:pt x="84" y="576"/>
                        </a:lnTo>
                        <a:lnTo>
                          <a:pt x="84" y="570"/>
                        </a:lnTo>
                        <a:lnTo>
                          <a:pt x="84" y="564"/>
                        </a:lnTo>
                        <a:lnTo>
                          <a:pt x="90" y="552"/>
                        </a:lnTo>
                        <a:lnTo>
                          <a:pt x="90" y="546"/>
                        </a:lnTo>
                        <a:lnTo>
                          <a:pt x="90" y="540"/>
                        </a:lnTo>
                        <a:lnTo>
                          <a:pt x="90" y="534"/>
                        </a:lnTo>
                        <a:lnTo>
                          <a:pt x="96" y="528"/>
                        </a:lnTo>
                        <a:lnTo>
                          <a:pt x="96" y="516"/>
                        </a:lnTo>
                        <a:lnTo>
                          <a:pt x="96" y="510"/>
                        </a:lnTo>
                        <a:lnTo>
                          <a:pt x="102" y="498"/>
                        </a:lnTo>
                        <a:lnTo>
                          <a:pt x="102" y="492"/>
                        </a:lnTo>
                        <a:lnTo>
                          <a:pt x="102" y="480"/>
                        </a:lnTo>
                        <a:lnTo>
                          <a:pt x="102" y="474"/>
                        </a:lnTo>
                        <a:lnTo>
                          <a:pt x="108" y="462"/>
                        </a:lnTo>
                        <a:lnTo>
                          <a:pt x="108" y="450"/>
                        </a:lnTo>
                        <a:lnTo>
                          <a:pt x="108" y="438"/>
                        </a:lnTo>
                        <a:lnTo>
                          <a:pt x="114" y="432"/>
                        </a:lnTo>
                        <a:lnTo>
                          <a:pt x="114" y="420"/>
                        </a:lnTo>
                        <a:lnTo>
                          <a:pt x="114" y="408"/>
                        </a:lnTo>
                        <a:lnTo>
                          <a:pt x="114" y="396"/>
                        </a:lnTo>
                        <a:lnTo>
                          <a:pt x="120" y="378"/>
                        </a:lnTo>
                        <a:lnTo>
                          <a:pt x="120" y="366"/>
                        </a:lnTo>
                        <a:lnTo>
                          <a:pt x="120" y="354"/>
                        </a:lnTo>
                        <a:lnTo>
                          <a:pt x="120" y="342"/>
                        </a:lnTo>
                        <a:lnTo>
                          <a:pt x="126" y="324"/>
                        </a:lnTo>
                        <a:lnTo>
                          <a:pt x="126" y="312"/>
                        </a:lnTo>
                        <a:lnTo>
                          <a:pt x="126" y="294"/>
                        </a:lnTo>
                        <a:lnTo>
                          <a:pt x="132" y="276"/>
                        </a:lnTo>
                        <a:lnTo>
                          <a:pt x="132" y="264"/>
                        </a:lnTo>
                        <a:lnTo>
                          <a:pt x="132" y="246"/>
                        </a:lnTo>
                        <a:lnTo>
                          <a:pt x="132" y="228"/>
                        </a:lnTo>
                        <a:lnTo>
                          <a:pt x="138" y="210"/>
                        </a:lnTo>
                        <a:lnTo>
                          <a:pt x="138" y="192"/>
                        </a:lnTo>
                        <a:lnTo>
                          <a:pt x="138" y="174"/>
                        </a:lnTo>
                        <a:lnTo>
                          <a:pt x="144" y="150"/>
                        </a:lnTo>
                        <a:lnTo>
                          <a:pt x="144" y="132"/>
                        </a:lnTo>
                        <a:lnTo>
                          <a:pt x="144" y="114"/>
                        </a:lnTo>
                        <a:lnTo>
                          <a:pt x="144" y="90"/>
                        </a:lnTo>
                        <a:lnTo>
                          <a:pt x="150" y="66"/>
                        </a:lnTo>
                        <a:lnTo>
                          <a:pt x="150" y="48"/>
                        </a:lnTo>
                        <a:lnTo>
                          <a:pt x="150" y="24"/>
                        </a:lnTo>
                        <a:lnTo>
                          <a:pt x="15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FF00FF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" name="Freeform 42"/>
                  <p:cNvSpPr/>
                  <p:nvPr/>
                </p:nvSpPr>
                <p:spPr bwMode="auto">
                  <a:xfrm>
                    <a:off x="4298" y="3558"/>
                    <a:ext cx="336" cy="336"/>
                  </a:xfrm>
                  <a:custGeom>
                    <a:avLst/>
                    <a:gdLst>
                      <a:gd name="T0" fmla="*/ 330 w 336"/>
                      <a:gd name="T1" fmla="*/ 336 h 336"/>
                      <a:gd name="T2" fmla="*/ 324 w 336"/>
                      <a:gd name="T3" fmla="*/ 336 h 336"/>
                      <a:gd name="T4" fmla="*/ 318 w 336"/>
                      <a:gd name="T5" fmla="*/ 336 h 336"/>
                      <a:gd name="T6" fmla="*/ 312 w 336"/>
                      <a:gd name="T7" fmla="*/ 330 h 336"/>
                      <a:gd name="T8" fmla="*/ 300 w 336"/>
                      <a:gd name="T9" fmla="*/ 330 h 336"/>
                      <a:gd name="T10" fmla="*/ 294 w 336"/>
                      <a:gd name="T11" fmla="*/ 324 h 336"/>
                      <a:gd name="T12" fmla="*/ 288 w 336"/>
                      <a:gd name="T13" fmla="*/ 318 h 336"/>
                      <a:gd name="T14" fmla="*/ 282 w 336"/>
                      <a:gd name="T15" fmla="*/ 312 h 336"/>
                      <a:gd name="T16" fmla="*/ 276 w 336"/>
                      <a:gd name="T17" fmla="*/ 306 h 336"/>
                      <a:gd name="T18" fmla="*/ 270 w 336"/>
                      <a:gd name="T19" fmla="*/ 300 h 336"/>
                      <a:gd name="T20" fmla="*/ 264 w 336"/>
                      <a:gd name="T21" fmla="*/ 294 h 336"/>
                      <a:gd name="T22" fmla="*/ 258 w 336"/>
                      <a:gd name="T23" fmla="*/ 288 h 336"/>
                      <a:gd name="T24" fmla="*/ 252 w 336"/>
                      <a:gd name="T25" fmla="*/ 276 h 336"/>
                      <a:gd name="T26" fmla="*/ 240 w 336"/>
                      <a:gd name="T27" fmla="*/ 270 h 336"/>
                      <a:gd name="T28" fmla="*/ 234 w 336"/>
                      <a:gd name="T29" fmla="*/ 258 h 336"/>
                      <a:gd name="T30" fmla="*/ 228 w 336"/>
                      <a:gd name="T31" fmla="*/ 246 h 336"/>
                      <a:gd name="T32" fmla="*/ 222 w 336"/>
                      <a:gd name="T33" fmla="*/ 240 h 336"/>
                      <a:gd name="T34" fmla="*/ 216 w 336"/>
                      <a:gd name="T35" fmla="*/ 228 h 336"/>
                      <a:gd name="T36" fmla="*/ 210 w 336"/>
                      <a:gd name="T37" fmla="*/ 216 h 336"/>
                      <a:gd name="T38" fmla="*/ 204 w 336"/>
                      <a:gd name="T39" fmla="*/ 204 h 336"/>
                      <a:gd name="T40" fmla="*/ 198 w 336"/>
                      <a:gd name="T41" fmla="*/ 192 h 336"/>
                      <a:gd name="T42" fmla="*/ 192 w 336"/>
                      <a:gd name="T43" fmla="*/ 180 h 336"/>
                      <a:gd name="T44" fmla="*/ 180 w 336"/>
                      <a:gd name="T45" fmla="*/ 168 h 336"/>
                      <a:gd name="T46" fmla="*/ 174 w 336"/>
                      <a:gd name="T47" fmla="*/ 156 h 336"/>
                      <a:gd name="T48" fmla="*/ 168 w 336"/>
                      <a:gd name="T49" fmla="*/ 150 h 336"/>
                      <a:gd name="T50" fmla="*/ 162 w 336"/>
                      <a:gd name="T51" fmla="*/ 138 h 336"/>
                      <a:gd name="T52" fmla="*/ 156 w 336"/>
                      <a:gd name="T53" fmla="*/ 126 h 336"/>
                      <a:gd name="T54" fmla="*/ 150 w 336"/>
                      <a:gd name="T55" fmla="*/ 114 h 336"/>
                      <a:gd name="T56" fmla="*/ 144 w 336"/>
                      <a:gd name="T57" fmla="*/ 102 h 336"/>
                      <a:gd name="T58" fmla="*/ 138 w 336"/>
                      <a:gd name="T59" fmla="*/ 96 h 336"/>
                      <a:gd name="T60" fmla="*/ 126 w 336"/>
                      <a:gd name="T61" fmla="*/ 84 h 336"/>
                      <a:gd name="T62" fmla="*/ 120 w 336"/>
                      <a:gd name="T63" fmla="*/ 72 h 336"/>
                      <a:gd name="T64" fmla="*/ 114 w 336"/>
                      <a:gd name="T65" fmla="*/ 66 h 336"/>
                      <a:gd name="T66" fmla="*/ 108 w 336"/>
                      <a:gd name="T67" fmla="*/ 54 h 336"/>
                      <a:gd name="T68" fmla="*/ 102 w 336"/>
                      <a:gd name="T69" fmla="*/ 48 h 336"/>
                      <a:gd name="T70" fmla="*/ 96 w 336"/>
                      <a:gd name="T71" fmla="*/ 42 h 336"/>
                      <a:gd name="T72" fmla="*/ 90 w 336"/>
                      <a:gd name="T73" fmla="*/ 36 h 336"/>
                      <a:gd name="T74" fmla="*/ 84 w 336"/>
                      <a:gd name="T75" fmla="*/ 30 h 336"/>
                      <a:gd name="T76" fmla="*/ 78 w 336"/>
                      <a:gd name="T77" fmla="*/ 24 h 336"/>
                      <a:gd name="T78" fmla="*/ 66 w 336"/>
                      <a:gd name="T79" fmla="*/ 18 h 336"/>
                      <a:gd name="T80" fmla="*/ 60 w 336"/>
                      <a:gd name="T81" fmla="*/ 12 h 336"/>
                      <a:gd name="T82" fmla="*/ 54 w 336"/>
                      <a:gd name="T83" fmla="*/ 12 h 336"/>
                      <a:gd name="T84" fmla="*/ 48 w 336"/>
                      <a:gd name="T85" fmla="*/ 6 h 336"/>
                      <a:gd name="T86" fmla="*/ 42 w 336"/>
                      <a:gd name="T87" fmla="*/ 6 h 336"/>
                      <a:gd name="T88" fmla="*/ 36 w 336"/>
                      <a:gd name="T89" fmla="*/ 6 h 336"/>
                      <a:gd name="T90" fmla="*/ 30 w 336"/>
                      <a:gd name="T91" fmla="*/ 0 h 336"/>
                      <a:gd name="T92" fmla="*/ 24 w 336"/>
                      <a:gd name="T93" fmla="*/ 0 h 336"/>
                      <a:gd name="T94" fmla="*/ 12 w 336"/>
                      <a:gd name="T95" fmla="*/ 0 h 336"/>
                      <a:gd name="T96" fmla="*/ 6 w 336"/>
                      <a:gd name="T97" fmla="*/ 0 h 336"/>
                      <a:gd name="T98" fmla="*/ 0 w 336"/>
                      <a:gd name="T99" fmla="*/ 0 h 3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336" h="336">
                        <a:moveTo>
                          <a:pt x="336" y="336"/>
                        </a:moveTo>
                        <a:lnTo>
                          <a:pt x="330" y="336"/>
                        </a:lnTo>
                        <a:lnTo>
                          <a:pt x="324" y="336"/>
                        </a:lnTo>
                        <a:lnTo>
                          <a:pt x="324" y="336"/>
                        </a:lnTo>
                        <a:lnTo>
                          <a:pt x="318" y="336"/>
                        </a:lnTo>
                        <a:lnTo>
                          <a:pt x="318" y="336"/>
                        </a:lnTo>
                        <a:lnTo>
                          <a:pt x="312" y="330"/>
                        </a:lnTo>
                        <a:lnTo>
                          <a:pt x="312" y="330"/>
                        </a:lnTo>
                        <a:lnTo>
                          <a:pt x="306" y="330"/>
                        </a:lnTo>
                        <a:lnTo>
                          <a:pt x="300" y="330"/>
                        </a:lnTo>
                        <a:lnTo>
                          <a:pt x="300" y="324"/>
                        </a:lnTo>
                        <a:lnTo>
                          <a:pt x="294" y="324"/>
                        </a:lnTo>
                        <a:lnTo>
                          <a:pt x="294" y="324"/>
                        </a:lnTo>
                        <a:lnTo>
                          <a:pt x="288" y="318"/>
                        </a:lnTo>
                        <a:lnTo>
                          <a:pt x="288" y="318"/>
                        </a:lnTo>
                        <a:lnTo>
                          <a:pt x="282" y="312"/>
                        </a:lnTo>
                        <a:lnTo>
                          <a:pt x="282" y="312"/>
                        </a:lnTo>
                        <a:lnTo>
                          <a:pt x="276" y="306"/>
                        </a:lnTo>
                        <a:lnTo>
                          <a:pt x="270" y="306"/>
                        </a:lnTo>
                        <a:lnTo>
                          <a:pt x="270" y="300"/>
                        </a:lnTo>
                        <a:lnTo>
                          <a:pt x="264" y="300"/>
                        </a:lnTo>
                        <a:lnTo>
                          <a:pt x="264" y="294"/>
                        </a:lnTo>
                        <a:lnTo>
                          <a:pt x="258" y="288"/>
                        </a:lnTo>
                        <a:lnTo>
                          <a:pt x="258" y="288"/>
                        </a:lnTo>
                        <a:lnTo>
                          <a:pt x="252" y="282"/>
                        </a:lnTo>
                        <a:lnTo>
                          <a:pt x="252" y="276"/>
                        </a:lnTo>
                        <a:lnTo>
                          <a:pt x="246" y="270"/>
                        </a:lnTo>
                        <a:lnTo>
                          <a:pt x="240" y="270"/>
                        </a:lnTo>
                        <a:lnTo>
                          <a:pt x="240" y="264"/>
                        </a:lnTo>
                        <a:lnTo>
                          <a:pt x="234" y="258"/>
                        </a:lnTo>
                        <a:lnTo>
                          <a:pt x="234" y="252"/>
                        </a:lnTo>
                        <a:lnTo>
                          <a:pt x="228" y="246"/>
                        </a:lnTo>
                        <a:lnTo>
                          <a:pt x="228" y="240"/>
                        </a:lnTo>
                        <a:lnTo>
                          <a:pt x="222" y="240"/>
                        </a:lnTo>
                        <a:lnTo>
                          <a:pt x="222" y="234"/>
                        </a:lnTo>
                        <a:lnTo>
                          <a:pt x="216" y="228"/>
                        </a:lnTo>
                        <a:lnTo>
                          <a:pt x="210" y="222"/>
                        </a:lnTo>
                        <a:lnTo>
                          <a:pt x="210" y="216"/>
                        </a:lnTo>
                        <a:lnTo>
                          <a:pt x="204" y="210"/>
                        </a:lnTo>
                        <a:lnTo>
                          <a:pt x="204" y="204"/>
                        </a:lnTo>
                        <a:lnTo>
                          <a:pt x="198" y="198"/>
                        </a:lnTo>
                        <a:lnTo>
                          <a:pt x="198" y="192"/>
                        </a:lnTo>
                        <a:lnTo>
                          <a:pt x="192" y="186"/>
                        </a:lnTo>
                        <a:lnTo>
                          <a:pt x="192" y="180"/>
                        </a:lnTo>
                        <a:lnTo>
                          <a:pt x="186" y="174"/>
                        </a:lnTo>
                        <a:lnTo>
                          <a:pt x="180" y="168"/>
                        </a:lnTo>
                        <a:lnTo>
                          <a:pt x="180" y="162"/>
                        </a:lnTo>
                        <a:lnTo>
                          <a:pt x="174" y="156"/>
                        </a:lnTo>
                        <a:lnTo>
                          <a:pt x="174" y="156"/>
                        </a:lnTo>
                        <a:lnTo>
                          <a:pt x="168" y="150"/>
                        </a:lnTo>
                        <a:lnTo>
                          <a:pt x="168" y="144"/>
                        </a:lnTo>
                        <a:lnTo>
                          <a:pt x="162" y="138"/>
                        </a:lnTo>
                        <a:lnTo>
                          <a:pt x="156" y="132"/>
                        </a:lnTo>
                        <a:lnTo>
                          <a:pt x="156" y="126"/>
                        </a:lnTo>
                        <a:lnTo>
                          <a:pt x="150" y="120"/>
                        </a:lnTo>
                        <a:lnTo>
                          <a:pt x="150" y="114"/>
                        </a:lnTo>
                        <a:lnTo>
                          <a:pt x="144" y="108"/>
                        </a:lnTo>
                        <a:lnTo>
                          <a:pt x="144" y="102"/>
                        </a:lnTo>
                        <a:lnTo>
                          <a:pt x="138" y="96"/>
                        </a:lnTo>
                        <a:lnTo>
                          <a:pt x="138" y="96"/>
                        </a:lnTo>
                        <a:lnTo>
                          <a:pt x="132" y="90"/>
                        </a:lnTo>
                        <a:lnTo>
                          <a:pt x="126" y="84"/>
                        </a:lnTo>
                        <a:lnTo>
                          <a:pt x="126" y="78"/>
                        </a:lnTo>
                        <a:lnTo>
                          <a:pt x="120" y="72"/>
                        </a:lnTo>
                        <a:lnTo>
                          <a:pt x="120" y="72"/>
                        </a:lnTo>
                        <a:lnTo>
                          <a:pt x="114" y="66"/>
                        </a:lnTo>
                        <a:lnTo>
                          <a:pt x="114" y="60"/>
                        </a:lnTo>
                        <a:lnTo>
                          <a:pt x="108" y="54"/>
                        </a:lnTo>
                        <a:lnTo>
                          <a:pt x="108" y="54"/>
                        </a:lnTo>
                        <a:lnTo>
                          <a:pt x="102" y="48"/>
                        </a:lnTo>
                        <a:lnTo>
                          <a:pt x="96" y="42"/>
                        </a:lnTo>
                        <a:lnTo>
                          <a:pt x="96" y="42"/>
                        </a:lnTo>
                        <a:lnTo>
                          <a:pt x="90" y="36"/>
                        </a:lnTo>
                        <a:lnTo>
                          <a:pt x="90" y="36"/>
                        </a:lnTo>
                        <a:lnTo>
                          <a:pt x="84" y="30"/>
                        </a:lnTo>
                        <a:lnTo>
                          <a:pt x="84" y="30"/>
                        </a:lnTo>
                        <a:lnTo>
                          <a:pt x="78" y="24"/>
                        </a:lnTo>
                        <a:lnTo>
                          <a:pt x="78" y="24"/>
                        </a:lnTo>
                        <a:lnTo>
                          <a:pt x="72" y="18"/>
                        </a:lnTo>
                        <a:lnTo>
                          <a:pt x="66" y="18"/>
                        </a:lnTo>
                        <a:lnTo>
                          <a:pt x="66" y="18"/>
                        </a:lnTo>
                        <a:lnTo>
                          <a:pt x="60" y="12"/>
                        </a:lnTo>
                        <a:lnTo>
                          <a:pt x="60" y="12"/>
                        </a:lnTo>
                        <a:lnTo>
                          <a:pt x="54" y="12"/>
                        </a:lnTo>
                        <a:lnTo>
                          <a:pt x="54" y="6"/>
                        </a:lnTo>
                        <a:lnTo>
                          <a:pt x="48" y="6"/>
                        </a:lnTo>
                        <a:lnTo>
                          <a:pt x="48" y="6"/>
                        </a:lnTo>
                        <a:lnTo>
                          <a:pt x="42" y="6"/>
                        </a:lnTo>
                        <a:lnTo>
                          <a:pt x="36" y="6"/>
                        </a:lnTo>
                        <a:lnTo>
                          <a:pt x="36" y="6"/>
                        </a:lnTo>
                        <a:lnTo>
                          <a:pt x="30" y="0"/>
                        </a:lnTo>
                        <a:lnTo>
                          <a:pt x="30" y="0"/>
                        </a:lnTo>
                        <a:lnTo>
                          <a:pt x="24" y="0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12" y="0"/>
                        </a:lnTo>
                        <a:lnTo>
                          <a:pt x="6" y="0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FF00FF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6" name="Line 43"/>
                <p:cNvSpPr>
                  <a:spLocks noChangeShapeType="1"/>
                </p:cNvSpPr>
                <p:nvPr/>
              </p:nvSpPr>
              <p:spPr bwMode="auto">
                <a:xfrm>
                  <a:off x="4320" y="3568"/>
                  <a:ext cx="0" cy="31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Line 44"/>
                <p:cNvSpPr>
                  <a:spLocks noChangeShapeType="1"/>
                </p:cNvSpPr>
                <p:nvPr/>
              </p:nvSpPr>
              <p:spPr bwMode="auto">
                <a:xfrm>
                  <a:off x="4944" y="3571"/>
                  <a:ext cx="0" cy="31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 autoUpdateAnimBg="0" build="p"/>
      <p:bldP spid="10" grpId="0" autoUpdateAnimBg="0"/>
      <p:bldP spid="12" grpId="0" autoUpdateAnimBg="0"/>
      <p:bldP spid="22" grpId="0" autoUpdateAnimBg="0"/>
      <p:bldP spid="25" grpId="0" bldLvl="0" animBg="1"/>
      <p:bldP spid="2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838336" y="273983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函数的最大值与最小值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320925" y="949325"/>
          <a:ext cx="5181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124358400" imgH="10668000" progId="Equation.DSMT4">
                  <p:embed/>
                </p:oleObj>
              </mc:Choice>
              <mc:Fallback>
                <p:oleObj name="Equation" r:id="rId1" imgW="124358400" imgH="106680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20925" y="949325"/>
                        <a:ext cx="51816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502211" y="871696"/>
            <a:ext cx="2667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则其最值只能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931991" y="1447958"/>
            <a:ext cx="464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极值点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端点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处达到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932305" y="2025015"/>
            <a:ext cx="519303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求函数最值的方法: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7" name="Group 7"/>
          <p:cNvGrpSpPr/>
          <p:nvPr/>
        </p:nvGrpSpPr>
        <p:grpSpPr bwMode="auto">
          <a:xfrm>
            <a:off x="2101536" y="2664618"/>
            <a:ext cx="6629400" cy="522288"/>
            <a:chOff x="166" y="1909"/>
            <a:chExt cx="4176" cy="329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66" y="1909"/>
              <a:ext cx="417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(1)  </a:t>
              </a:r>
              <a:r>
                <a:rPr kumimoji="1" lang="zh-CN" altLang="en-US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求         在         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内的极值可能点</a:t>
              </a:r>
              <a:endPara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855" y="1950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0" name="Equation" r:id="rId3" imgW="17678400" imgH="9448800" progId="Equation.DSMT4">
                    <p:embed/>
                  </p:oleObj>
                </mc:Choice>
                <mc:Fallback>
                  <p:oleObj name="Equation" r:id="rId3" imgW="17678400" imgH="9448800" progId="Equation.DSMT4">
                    <p:embed/>
                    <p:pic>
                      <p:nvPicPr>
                        <p:cNvPr id="0" name="图片 1740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55" y="1950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1594" y="1990"/>
            <a:ext cx="50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1" name="Equation" r:id="rId5" imgW="19202400" imgH="9448800" progId="Equation.DSMT4">
                    <p:embed/>
                  </p:oleObj>
                </mc:Choice>
                <mc:Fallback>
                  <p:oleObj name="Equation" r:id="rId5" imgW="19202400" imgH="9448800" progId="Equation.DSMT4">
                    <p:embed/>
                    <p:pic>
                      <p:nvPicPr>
                        <p:cNvPr id="0" name="图片 174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94" y="1990"/>
                          <a:ext cx="50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523105" y="3212465"/>
          <a:ext cx="2374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56997600" imgH="10363200" progId="Equation.DSMT4">
                  <p:embed/>
                </p:oleObj>
              </mc:Choice>
              <mc:Fallback>
                <p:oleObj name="Equation" r:id="rId7" imgW="56997600" imgH="103632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23105" y="3212465"/>
                        <a:ext cx="2374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219011" y="3626643"/>
            <a:ext cx="2438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最大值</a:t>
            </a:r>
            <a:endParaRPr kumimoji="1"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2795588" y="4210050"/>
          <a:ext cx="71580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171907200" imgH="11582400" progId="Equation.DSMT4">
                  <p:embed/>
                </p:oleObj>
              </mc:Choice>
              <mc:Fallback>
                <p:oleObj name="Equation" r:id="rId9" imgW="171907200" imgH="115824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95588" y="4210050"/>
                        <a:ext cx="7158037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522788" y="4248150"/>
          <a:ext cx="927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11" imgW="22250400" imgH="10363200" progId="Equation.DSMT4">
                  <p:embed/>
                </p:oleObj>
              </mc:Choice>
              <mc:Fallback>
                <p:oleObj name="Equation" r:id="rId11" imgW="22250400" imgH="103632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22788" y="4248150"/>
                        <a:ext cx="927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5545138" y="4248150"/>
          <a:ext cx="965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13" imgW="23164800" imgH="10363200" progId="Equation.DSMT4">
                  <p:embed/>
                </p:oleObj>
              </mc:Choice>
              <mc:Fallback>
                <p:oleObj name="Equation" r:id="rId13" imgW="23164800" imgH="103632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45138" y="4248150"/>
                        <a:ext cx="965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6580188" y="4260850"/>
          <a:ext cx="1460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5" imgW="35052000" imgH="10363200" progId="Equation.DSMT4">
                  <p:embed/>
                </p:oleObj>
              </mc:Choice>
              <mc:Fallback>
                <p:oleObj name="Equation" r:id="rId15" imgW="35052000" imgH="103632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80188" y="4260850"/>
                        <a:ext cx="1460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8107363" y="4298950"/>
          <a:ext cx="85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17" imgW="20421600" imgH="9448800" progId="Equation.DSMT4">
                  <p:embed/>
                </p:oleObj>
              </mc:Choice>
              <mc:Fallback>
                <p:oleObj name="Equation" r:id="rId17" imgW="20421600" imgH="94488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107363" y="4298950"/>
                        <a:ext cx="850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8980488" y="4298950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19" imgW="17373600" imgH="9448800" progId="Equation.DSMT4">
                  <p:embed/>
                </p:oleObj>
              </mc:Choice>
              <mc:Fallback>
                <p:oleObj name="Equation" r:id="rId19" imgW="17373600" imgH="9448800" progId="Equation.DSMT4">
                  <p:embed/>
                  <p:pic>
                    <p:nvPicPr>
                      <p:cNvPr id="0" name="图片 1741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80488" y="4298950"/>
                        <a:ext cx="723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711624" y="4693443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最小值</a:t>
            </a:r>
            <a:endParaRPr kumimoji="1" lang="zh-CN" altLang="en-US" sz="2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2767501" y="5276850"/>
          <a:ext cx="70072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21" imgW="168249600" imgH="11582400" progId="Equation.DSMT4">
                  <p:embed/>
                </p:oleObj>
              </mc:Choice>
              <mc:Fallback>
                <p:oleObj name="Equation" r:id="rId21" imgW="168249600" imgH="11582400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67501" y="5276850"/>
                        <a:ext cx="7007225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340225" y="5308600"/>
          <a:ext cx="927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23" imgW="22250400" imgH="10363200" progId="Equation.DSMT4">
                  <p:embed/>
                </p:oleObj>
              </mc:Choice>
              <mc:Fallback>
                <p:oleObj name="Equation" r:id="rId23" imgW="22250400" imgH="10363200" progId="Equation.DSMT4">
                  <p:embed/>
                  <p:pic>
                    <p:nvPicPr>
                      <p:cNvPr id="0" name="图片 17419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40225" y="5308600"/>
                        <a:ext cx="927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5347335" y="5317490"/>
          <a:ext cx="965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25" imgW="23164800" imgH="10363200" progId="Equation.DSMT4">
                  <p:embed/>
                </p:oleObj>
              </mc:Choice>
              <mc:Fallback>
                <p:oleObj name="Equation" r:id="rId25" imgW="23164800" imgH="10363200" progId="Equation.DSMT4">
                  <p:embed/>
                  <p:pic>
                    <p:nvPicPr>
                      <p:cNvPr id="0" name="图片 17420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47335" y="5317490"/>
                        <a:ext cx="965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6472555" y="5321300"/>
          <a:ext cx="1460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Equation" r:id="rId27" imgW="35052000" imgH="10363200" progId="Equation.DSMT4">
                  <p:embed/>
                </p:oleObj>
              </mc:Choice>
              <mc:Fallback>
                <p:oleObj name="Equation" r:id="rId27" imgW="35052000" imgH="10363200" progId="Equation.DSMT4">
                  <p:embed/>
                  <p:pic>
                    <p:nvPicPr>
                      <p:cNvPr id="0" name="图片 17421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72555" y="5321300"/>
                        <a:ext cx="1460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8019415" y="5359400"/>
          <a:ext cx="85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Equation" r:id="rId29" imgW="20421600" imgH="9448800" progId="Equation.DSMT4">
                  <p:embed/>
                </p:oleObj>
              </mc:Choice>
              <mc:Fallback>
                <p:oleObj name="Equation" r:id="rId29" imgW="20421600" imgH="9448800" progId="Equation.DSMT4">
                  <p:embed/>
                  <p:pic>
                    <p:nvPicPr>
                      <p:cNvPr id="0" name="图片 17422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019415" y="5359400"/>
                        <a:ext cx="850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8907780" y="5359400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Equation" r:id="rId31" imgW="17373600" imgH="9448800" progId="Equation.DSMT4">
                  <p:embed/>
                </p:oleObj>
              </mc:Choice>
              <mc:Fallback>
                <p:oleObj name="Equation" r:id="rId31" imgW="17373600" imgH="9448800" progId="Equation.DSMT4">
                  <p:embed/>
                  <p:pic>
                    <p:nvPicPr>
                      <p:cNvPr id="0" name="图片 17423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907780" y="5359400"/>
                        <a:ext cx="723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图片 25"/>
          <p:cNvPicPr>
            <a:picLocks noChangeAspect="1"/>
          </p:cNvPicPr>
          <p:nvPr/>
        </p:nvPicPr>
        <p:blipFill>
          <a:blip r:embed="rId33"/>
          <a:srcRect l="18519" r="20741" b="4500"/>
          <a:stretch>
            <a:fillRect/>
          </a:stretch>
        </p:blipFill>
        <p:spPr>
          <a:xfrm>
            <a:off x="5797550" y="3246755"/>
            <a:ext cx="260350" cy="36385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3"/>
          <a:srcRect l="18519" r="20741" b="4500"/>
          <a:stretch>
            <a:fillRect/>
          </a:stretch>
        </p:blipFill>
        <p:spPr>
          <a:xfrm>
            <a:off x="6530975" y="4278630"/>
            <a:ext cx="260350" cy="36385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3"/>
          <a:srcRect l="18519" r="20741" b="4500"/>
          <a:stretch>
            <a:fillRect/>
          </a:stretch>
        </p:blipFill>
        <p:spPr>
          <a:xfrm>
            <a:off x="6392545" y="5362575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12" grpId="0" autoUpdateAnimBg="0"/>
      <p:bldP spid="1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84985" y="492125"/>
            <a:ext cx="16764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</a:t>
            </a: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1905000" y="1157289"/>
            <a:ext cx="7086600" cy="522288"/>
            <a:chOff x="144" y="643"/>
            <a:chExt cx="4464" cy="329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44" y="643"/>
              <a:ext cx="446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800" b="1">
                  <a:solidFill>
                    <a:schemeClr val="accent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当         在          内只有</a:t>
              </a:r>
              <a:r>
                <a:rPr kumimoji="1" lang="zh-CN" altLang="en-US" sz="28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一个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极值可能点时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544" y="708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3" name="Equation" r:id="rId1" imgW="17678400" imgH="9448800" progId="Equation.DSMT4">
                    <p:embed/>
                  </p:oleObj>
                </mc:Choice>
                <mc:Fallback>
                  <p:oleObj name="Equation" r:id="rId1" imgW="17678400" imgH="9448800" progId="Equation.DSMT4">
                    <p:embed/>
                    <p:pic>
                      <p:nvPicPr>
                        <p:cNvPr id="0" name="图片 184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44" y="708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1348" y="708"/>
            <a:ext cx="4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4" name="Equation" r:id="rId3" imgW="18288000" imgH="9448800" progId="Equation.DSMT4">
                    <p:embed/>
                  </p:oleObj>
                </mc:Choice>
                <mc:Fallback>
                  <p:oleObj name="Equation" r:id="rId3" imgW="18288000" imgH="9448800" progId="Equation.DSMT4">
                    <p:embed/>
                    <p:pic>
                      <p:nvPicPr>
                        <p:cNvPr id="0" name="图片 1843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48" y="708"/>
                          <a:ext cx="480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7"/>
          <p:cNvGrpSpPr/>
          <p:nvPr/>
        </p:nvGrpSpPr>
        <p:grpSpPr bwMode="auto">
          <a:xfrm>
            <a:off x="1905000" y="2727323"/>
            <a:ext cx="4495800" cy="522288"/>
            <a:chOff x="144" y="1632"/>
            <a:chExt cx="2832" cy="329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44" y="1632"/>
              <a:ext cx="283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800" b="1">
                  <a:solidFill>
                    <a:schemeClr val="accent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当         在          上</a:t>
              </a:r>
              <a:r>
                <a:rPr kumimoji="1" lang="zh-CN" altLang="en-US" sz="28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544" y="1684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5" name="Equation" r:id="rId5" imgW="17678400" imgH="9448800" progId="Equation.DSMT4">
                    <p:embed/>
                  </p:oleObj>
                </mc:Choice>
                <mc:Fallback>
                  <p:oleObj name="Equation" r:id="rId5" imgW="17678400" imgH="9448800" progId="Equation.DSMT4">
                    <p:embed/>
                    <p:pic>
                      <p:nvPicPr>
                        <p:cNvPr id="0" name="图片 184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44" y="1684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1314" y="1668"/>
            <a:ext cx="4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6" name="Equation" r:id="rId7" imgW="18288000" imgH="9448800" progId="Equation.DSMT4">
                    <p:embed/>
                  </p:oleObj>
                </mc:Choice>
                <mc:Fallback>
                  <p:oleObj name="Equation" r:id="rId7" imgW="18288000" imgH="9448800" progId="Equation.DSMT4">
                    <p:embed/>
                    <p:pic>
                      <p:nvPicPr>
                        <p:cNvPr id="0" name="图片 1843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14" y="1668"/>
                          <a:ext cx="480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172200" y="2727325"/>
            <a:ext cx="3581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最值必在端点处达到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133600" y="1812925"/>
            <a:ext cx="7162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若在此点取极大        值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则也是最大       值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689475" y="1812925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kumimoji="1"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905000" y="3641725"/>
            <a:ext cx="7696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en-US" altLang="zh-CN" sz="2800" b="1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对应用问题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有时可根据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实际意义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判别求出的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209800" y="4357688"/>
            <a:ext cx="601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可能点是否为最大值点或最小值点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7772400" y="1828800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kumimoji="1"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880225" y="1901825"/>
          <a:ext cx="1574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37795200" imgH="16459200" progId="Equation.DSMT4">
                  <p:embed/>
                </p:oleObj>
              </mc:Choice>
              <mc:Fallback>
                <p:oleObj name="Equation" r:id="rId1" imgW="37795200" imgH="16459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80225" y="1901825"/>
                        <a:ext cx="15748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7089775" y="2492375"/>
          <a:ext cx="1320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31699200" imgH="16459200" progId="Equation.DSMT4">
                  <p:embed/>
                </p:oleObj>
              </mc:Choice>
              <mc:Fallback>
                <p:oleObj name="Equation" r:id="rId3" imgW="31699200" imgH="164592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89775" y="2492375"/>
                        <a:ext cx="13208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756157" y="3409950"/>
            <a:ext cx="7924800" cy="28194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8886825" y="3117850"/>
          <a:ext cx="1574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37795200" imgH="16459200" progId="Equation.DSMT4">
                  <p:embed/>
                </p:oleObj>
              </mc:Choice>
              <mc:Fallback>
                <p:oleObj name="Equation" r:id="rId5" imgW="37795200" imgH="164592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86825" y="3117850"/>
                        <a:ext cx="15748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9140825" y="3644900"/>
          <a:ext cx="1333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32004000" imgH="16459200" progId="Equation.DSMT4">
                  <p:embed/>
                </p:oleObj>
              </mc:Choice>
              <mc:Fallback>
                <p:oleObj name="Equation" r:id="rId7" imgW="32004000" imgH="16459200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0825" y="3644900"/>
                        <a:ext cx="13335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2"/>
          <p:cNvSpPr txBox="1">
            <a:spLocks noChangeArrowheads="1"/>
          </p:cNvSpPr>
          <p:nvPr/>
        </p:nvSpPr>
        <p:spPr>
          <a:xfrm>
            <a:off x="1756157" y="320993"/>
            <a:ext cx="2438400" cy="6715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32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 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求函数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098925" y="300355"/>
          <a:ext cx="3467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83210400" imgH="14020800" progId="Equation.DSMT4">
                  <p:embed/>
                </p:oleObj>
              </mc:Choice>
              <mc:Fallback>
                <p:oleObj name="Equation" r:id="rId9" imgW="83210400" imgH="14020800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98925" y="300355"/>
                        <a:ext cx="34671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565772" y="317183"/>
            <a:ext cx="18335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在闭区间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9140512" y="235268"/>
          <a:ext cx="1117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1" imgW="26822400" imgH="16459200" progId="Equation.DSMT4">
                  <p:embed/>
                </p:oleObj>
              </mc:Choice>
              <mc:Fallback>
                <p:oleObj name="Equation" r:id="rId11" imgW="26822400" imgH="16459200" progId="Equation.DSMT4">
                  <p:embed/>
                  <p:pic>
                    <p:nvPicPr>
                      <p:cNvPr id="0" name="图片 1946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140512" y="235268"/>
                        <a:ext cx="1117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756157" y="833438"/>
            <a:ext cx="381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上的最大值和最小值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1832357" y="1358900"/>
            <a:ext cx="175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显然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3356610" y="1283335"/>
          <a:ext cx="2514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3" imgW="60350400" imgH="16459200" progId="Equation.DSMT4">
                  <p:embed/>
                </p:oleObj>
              </mc:Choice>
              <mc:Fallback>
                <p:oleObj name="Equation" r:id="rId13" imgW="60350400" imgH="16459200" progId="Equation.DSMT4">
                  <p:embed/>
                  <p:pic>
                    <p:nvPicPr>
                      <p:cNvPr id="0" name="图片 19462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56610" y="1283335"/>
                        <a:ext cx="2514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5947157" y="1365250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2371725" y="2019300"/>
          <a:ext cx="1435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5" imgW="34442400" imgH="24384000" progId="Equation.DSMT4">
                  <p:embed/>
                </p:oleObj>
              </mc:Choice>
              <mc:Fallback>
                <p:oleObj name="Equation" r:id="rId15" imgW="34442400" imgH="24384000" progId="Equation.DSMT4">
                  <p:embed/>
                  <p:pic>
                    <p:nvPicPr>
                      <p:cNvPr id="0" name="图片 19463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71725" y="2019300"/>
                        <a:ext cx="14351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711575" y="1987550"/>
          <a:ext cx="27543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17" imgW="66141600" imgH="10972800" progId="Equation.DSMT4">
                  <p:embed/>
                </p:oleObj>
              </mc:Choice>
              <mc:Fallback>
                <p:oleObj name="Equation" r:id="rId17" imgW="66141600" imgH="10972800" progId="Equation.DSMT4">
                  <p:embed/>
                  <p:pic>
                    <p:nvPicPr>
                      <p:cNvPr id="0" name="图片 1946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11575" y="1987550"/>
                        <a:ext cx="275431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3743325" y="2600325"/>
          <a:ext cx="23606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19" imgW="56692800" imgH="10972800" progId="Equation.DSMT4">
                  <p:embed/>
                </p:oleObj>
              </mc:Choice>
              <mc:Fallback>
                <p:oleObj name="Equation" r:id="rId19" imgW="56692800" imgH="10972800" progId="Equation.DSMT4">
                  <p:embed/>
                  <p:pic>
                    <p:nvPicPr>
                      <p:cNvPr id="0" name="图片 1946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43325" y="2600325"/>
                        <a:ext cx="236061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2302257" y="3212976"/>
          <a:ext cx="1498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21" imgW="35966400" imgH="24384000" progId="Equation.DSMT4">
                  <p:embed/>
                </p:oleObj>
              </mc:Choice>
              <mc:Fallback>
                <p:oleObj name="Equation" r:id="rId21" imgW="35966400" imgH="24384000" progId="Equation.DSMT4">
                  <p:embed/>
                  <p:pic>
                    <p:nvPicPr>
                      <p:cNvPr id="0" name="图片 1946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302257" y="3212976"/>
                        <a:ext cx="14986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3819525" y="3168650"/>
          <a:ext cx="2208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23" imgW="53035200" imgH="10972800" progId="Equation.DSMT4">
                  <p:embed/>
                </p:oleObj>
              </mc:Choice>
              <mc:Fallback>
                <p:oleObj name="Equation" r:id="rId23" imgW="53035200" imgH="109728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19525" y="3168650"/>
                        <a:ext cx="220821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3698875" y="3740150"/>
          <a:ext cx="20685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Equation" r:id="rId25" imgW="49682400" imgH="10972800" progId="Equation.DSMT4">
                  <p:embed/>
                </p:oleObj>
              </mc:Choice>
              <mc:Fallback>
                <p:oleObj name="Equation" r:id="rId25" imgW="49682400" imgH="10972800" progId="Equation.DSMT4">
                  <p:embed/>
                  <p:pic>
                    <p:nvPicPr>
                      <p:cNvPr id="0" name="图片 1946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698875" y="3740150"/>
                        <a:ext cx="206851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2283524" y="4271253"/>
          <a:ext cx="51546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Equation" r:id="rId27" imgW="123748800" imgH="16459200" progId="Equation.DSMT4">
                  <p:embed/>
                </p:oleObj>
              </mc:Choice>
              <mc:Fallback>
                <p:oleObj name="Equation" r:id="rId27" imgW="123748800" imgH="16459200" progId="Equation.DSMT4">
                  <p:embed/>
                  <p:pic>
                    <p:nvPicPr>
                      <p:cNvPr id="0" name="图片 19469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83524" y="4271253"/>
                        <a:ext cx="5154613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7395319" y="4369969"/>
          <a:ext cx="2657025" cy="501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Equation" r:id="rId29" imgW="29565600" imgH="5486400" progId="Equation.DSMT4">
                  <p:embed/>
                </p:oleObj>
              </mc:Choice>
              <mc:Fallback>
                <p:oleObj name="Equation" r:id="rId29" imgW="29565600" imgH="5486400" progId="Equation.DSMT4">
                  <p:embed/>
                  <p:pic>
                    <p:nvPicPr>
                      <p:cNvPr id="0" name="图片 1947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395319" y="4369969"/>
                        <a:ext cx="2657025" cy="50147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2206308" y="5040313"/>
          <a:ext cx="20939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Equation" r:id="rId31" imgW="50292000" imgH="16459200" progId="Equation.DSMT4">
                  <p:embed/>
                </p:oleObj>
              </mc:Choice>
              <mc:Fallback>
                <p:oleObj name="Equation" r:id="rId31" imgW="50292000" imgH="16459200" progId="Equation.DSMT4">
                  <p:embed/>
                  <p:pic>
                    <p:nvPicPr>
                      <p:cNvPr id="0" name="图片 19471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06308" y="5040313"/>
                        <a:ext cx="2093912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4403090" y="5186680"/>
          <a:ext cx="1371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Equation" r:id="rId33" imgW="32918400" imgH="9448800" progId="Equation.DSMT4">
                  <p:embed/>
                </p:oleObj>
              </mc:Choice>
              <mc:Fallback>
                <p:oleObj name="Equation" r:id="rId33" imgW="32918400" imgH="9448800" progId="Equation.DSMT4">
                  <p:embed/>
                  <p:pic>
                    <p:nvPicPr>
                      <p:cNvPr id="0" name="图片 19472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03090" y="5186680"/>
                        <a:ext cx="1371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0"/>
          <p:cNvGraphicFramePr>
            <a:graphicFrameLocks noChangeAspect="1"/>
          </p:cNvGraphicFramePr>
          <p:nvPr/>
        </p:nvGraphicFramePr>
        <p:xfrm>
          <a:off x="5768975" y="5180330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Equation" r:id="rId35" imgW="31089600" imgH="9448800" progId="Equation.DSMT4">
                  <p:embed/>
                </p:oleObj>
              </mc:Choice>
              <mc:Fallback>
                <p:oleObj name="Equation" r:id="rId35" imgW="31089600" imgH="9448800" progId="Equation.DSMT4">
                  <p:embed/>
                  <p:pic>
                    <p:nvPicPr>
                      <p:cNvPr id="0" name="图片 19473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68975" y="5180330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1"/>
          <p:cNvGraphicFramePr>
            <a:graphicFrameLocks noChangeAspect="1"/>
          </p:cNvGraphicFramePr>
          <p:nvPr/>
        </p:nvGraphicFramePr>
        <p:xfrm>
          <a:off x="7127875" y="5180330"/>
          <a:ext cx="1371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Equation" r:id="rId37" imgW="32918400" imgH="9448800" progId="Equation.DSMT4">
                  <p:embed/>
                </p:oleObj>
              </mc:Choice>
              <mc:Fallback>
                <p:oleObj name="Equation" r:id="rId37" imgW="32918400" imgH="9448800" progId="Equation.DSMT4">
                  <p:embed/>
                  <p:pic>
                    <p:nvPicPr>
                      <p:cNvPr id="0" name="图片 19474"/>
                      <p:cNvPicPr>
                        <a:picLocks noChangeAspect="1"/>
                      </p:cNvPicPr>
                      <p:nvPr/>
                    </p:nvPicPr>
                    <p:blipFill>
                      <a:blip r:embed="rId3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127875" y="5180330"/>
                        <a:ext cx="1371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2"/>
          <p:cNvGraphicFramePr>
            <a:graphicFrameLocks noChangeAspect="1"/>
          </p:cNvGraphicFramePr>
          <p:nvPr/>
        </p:nvGraphicFramePr>
        <p:xfrm>
          <a:off x="8562975" y="5040948"/>
          <a:ext cx="1295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Equation" r:id="rId39" imgW="31089600" imgH="16459200" progId="Equation.DSMT4">
                  <p:embed/>
                </p:oleObj>
              </mc:Choice>
              <mc:Fallback>
                <p:oleObj name="Equation" r:id="rId39" imgW="31089600" imgH="16459200" progId="Equation.DSMT4">
                  <p:embed/>
                  <p:pic>
                    <p:nvPicPr>
                      <p:cNvPr id="0" name="图片 19475"/>
                      <p:cNvPicPr>
                        <a:picLocks noChangeAspect="1"/>
                      </p:cNvPicPr>
                      <p:nvPr/>
                    </p:nvPicPr>
                    <p:blipFill>
                      <a:blip r:embed="rId4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562975" y="5040948"/>
                        <a:ext cx="12954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1990472" y="5756910"/>
            <a:ext cx="175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故函数在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4" name="Object 34"/>
          <p:cNvGraphicFramePr>
            <a:graphicFrameLocks noChangeAspect="1"/>
          </p:cNvGraphicFramePr>
          <p:nvPr/>
        </p:nvGraphicFramePr>
        <p:xfrm>
          <a:off x="3585465" y="5829032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Equation" r:id="rId41" imgW="18288000" imgH="9448800" progId="Equation.DSMT4">
                  <p:embed/>
                </p:oleObj>
              </mc:Choice>
              <mc:Fallback>
                <p:oleObj name="Equation" r:id="rId41" imgW="18288000" imgH="9448800" progId="Equation.DSMT4">
                  <p:embed/>
                  <p:pic>
                    <p:nvPicPr>
                      <p:cNvPr id="0" name="图片 19476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585465" y="5829032"/>
                        <a:ext cx="762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4261867" y="5756910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取最小值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;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6" name="Group 36"/>
          <p:cNvGrpSpPr/>
          <p:nvPr/>
        </p:nvGrpSpPr>
        <p:grpSpPr bwMode="auto">
          <a:xfrm>
            <a:off x="6251957" y="5651500"/>
            <a:ext cx="3951288" cy="685800"/>
            <a:chOff x="3120" y="3788"/>
            <a:chExt cx="2489" cy="432"/>
          </a:xfrm>
        </p:grpSpPr>
        <p:sp>
          <p:nvSpPr>
            <p:cNvPr id="37" name="Text Box 37"/>
            <p:cNvSpPr txBox="1">
              <a:spLocks noChangeArrowheads="1"/>
            </p:cNvSpPr>
            <p:nvPr/>
          </p:nvSpPr>
          <p:spPr bwMode="auto">
            <a:xfrm>
              <a:off x="3120" y="3861"/>
              <a:ext cx="48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8" name="Object 38"/>
            <p:cNvGraphicFramePr>
              <a:graphicFrameLocks noChangeAspect="1"/>
            </p:cNvGraphicFramePr>
            <p:nvPr/>
          </p:nvGraphicFramePr>
          <p:xfrm>
            <a:off x="3465" y="3904"/>
            <a:ext cx="4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8" name="Equation" r:id="rId43" imgW="16459200" imgH="7620000" progId="Equation.DSMT4">
                    <p:embed/>
                  </p:oleObj>
                </mc:Choice>
                <mc:Fallback>
                  <p:oleObj name="Equation" r:id="rId43" imgW="16459200" imgH="7620000" progId="Equation.DSMT4">
                    <p:embed/>
                    <p:pic>
                      <p:nvPicPr>
                        <p:cNvPr id="0" name="图片 194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3465" y="3904"/>
                          <a:ext cx="432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Text Box 39"/>
            <p:cNvSpPr txBox="1">
              <a:spLocks noChangeArrowheads="1"/>
            </p:cNvSpPr>
            <p:nvPr/>
          </p:nvSpPr>
          <p:spPr bwMode="auto">
            <a:xfrm>
              <a:off x="3840" y="3840"/>
              <a:ext cx="43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及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0" name="Object 40"/>
            <p:cNvGraphicFramePr>
              <a:graphicFrameLocks noChangeAspect="1"/>
            </p:cNvGraphicFramePr>
            <p:nvPr/>
          </p:nvGraphicFramePr>
          <p:xfrm>
            <a:off x="4145" y="3788"/>
            <a:ext cx="16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9" name="Equation" r:id="rId45" imgW="6400800" imgH="16459200" progId="Equation.DSMT4">
                    <p:embed/>
                  </p:oleObj>
                </mc:Choice>
                <mc:Fallback>
                  <p:oleObj name="Equation" r:id="rId45" imgW="6400800" imgH="16459200" progId="Equation.DSMT4">
                    <p:embed/>
                    <p:pic>
                      <p:nvPicPr>
                        <p:cNvPr id="0" name="图片 194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4145" y="3788"/>
                          <a:ext cx="168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41"/>
            <p:cNvSpPr txBox="1">
              <a:spLocks noChangeArrowheads="1"/>
            </p:cNvSpPr>
            <p:nvPr/>
          </p:nvSpPr>
          <p:spPr bwMode="auto">
            <a:xfrm>
              <a:off x="4313" y="3861"/>
              <a:ext cx="129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取最大值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5.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42" name="Object 42"/>
          <p:cNvGraphicFramePr>
            <a:graphicFrameLocks noChangeAspect="1"/>
          </p:cNvGraphicFramePr>
          <p:nvPr/>
        </p:nvGraphicFramePr>
        <p:xfrm>
          <a:off x="5879976" y="3738077"/>
          <a:ext cx="2280915" cy="448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0" name="Equation" r:id="rId47" imgW="25298400" imgH="4876800" progId="Equation.DSMT4">
                  <p:embed/>
                </p:oleObj>
              </mc:Choice>
              <mc:Fallback>
                <p:oleObj name="Equation" r:id="rId47" imgW="25298400" imgH="4876800" progId="Equation.DSMT4">
                  <p:embed/>
                  <p:pic>
                    <p:nvPicPr>
                      <p:cNvPr id="0" name="图片 19479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879976" y="3738077"/>
                        <a:ext cx="2280915" cy="448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3"/>
          <p:cNvGraphicFramePr>
            <a:graphicFrameLocks noChangeAspect="1"/>
          </p:cNvGraphicFramePr>
          <p:nvPr/>
        </p:nvGraphicFramePr>
        <p:xfrm>
          <a:off x="6178427" y="3208723"/>
          <a:ext cx="2470993" cy="444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Equation" r:id="rId49" imgW="27432000" imgH="4876800" progId="Equation.DSMT4">
                  <p:embed/>
                </p:oleObj>
              </mc:Choice>
              <mc:Fallback>
                <p:oleObj name="Equation" r:id="rId49" imgW="27432000" imgH="4876800" progId="Equation.DSMT4">
                  <p:embed/>
                  <p:pic>
                    <p:nvPicPr>
                      <p:cNvPr id="0" name="图片 19480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6178427" y="3208723"/>
                        <a:ext cx="2470993" cy="44485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7013957" y="1092994"/>
            <a:ext cx="8978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7879715" y="1089660"/>
          <a:ext cx="2459355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2" name="Equation" r:id="rId51" imgW="58826400" imgH="10972800" progId="Equation.DSMT4">
                  <p:embed/>
                </p:oleObj>
              </mc:Choice>
              <mc:Fallback>
                <p:oleObj name="Equation" r:id="rId51" imgW="58826400" imgH="10972800" progId="Equation.DSMT4">
                  <p:embed/>
                  <p:pic>
                    <p:nvPicPr>
                      <p:cNvPr id="0" name="图片 19481"/>
                      <p:cNvPicPr>
                        <a:picLocks noChangeAspect="1"/>
                      </p:cNvPicPr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7879715" y="1089660"/>
                        <a:ext cx="2459355" cy="52641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 autoUpdateAnimBg="0"/>
      <p:bldP spid="19" grpId="0" autoUpdateAnimBg="0"/>
      <p:bldP spid="33" grpId="0" autoUpdateAnimBg="0"/>
      <p:bldP spid="35" grpId="0" autoUpdateAnimBg="0"/>
      <p:bldP spid="44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8089900" y="3726222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为某一常数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7239000" y="1905000"/>
            <a:ext cx="3200400" cy="1143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1703388" y="228600"/>
            <a:ext cx="8964612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铁路上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AB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段的距离为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 km ,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工厂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距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590800" y="762000"/>
            <a:ext cx="1828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⊥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AB 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191000" y="776288"/>
            <a:ext cx="632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要在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AB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线上选定一点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向工厂修一条 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590800" y="1309688"/>
            <a:ext cx="7086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已知铁路与公路每公里货运价之比为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3:5 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9144000" y="1309688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为使货</a:t>
            </a:r>
            <a:endParaRPr kumimoji="1" lang="zh-CN" altLang="en-US" sz="2800" b="1" i="1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828800" y="2362200"/>
            <a:ext cx="464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点应如何选取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  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 bwMode="auto">
          <a:xfrm>
            <a:off x="7277100" y="2005013"/>
            <a:ext cx="3086100" cy="1042987"/>
            <a:chOff x="3624" y="1167"/>
            <a:chExt cx="1944" cy="657"/>
          </a:xfrm>
        </p:grpSpPr>
        <p:grpSp>
          <p:nvGrpSpPr>
            <p:cNvPr id="12" name="Group 12"/>
            <p:cNvGrpSpPr/>
            <p:nvPr/>
          </p:nvGrpSpPr>
          <p:grpSpPr bwMode="auto">
            <a:xfrm>
              <a:off x="3624" y="1167"/>
              <a:ext cx="1944" cy="657"/>
              <a:chOff x="3624" y="1167"/>
              <a:chExt cx="1944" cy="657"/>
            </a:xfrm>
          </p:grpSpPr>
          <p:grpSp>
            <p:nvGrpSpPr>
              <p:cNvPr id="14" name="Group 13"/>
              <p:cNvGrpSpPr/>
              <p:nvPr/>
            </p:nvGrpSpPr>
            <p:grpSpPr bwMode="auto">
              <a:xfrm>
                <a:off x="3624" y="1401"/>
                <a:ext cx="427" cy="336"/>
                <a:chOff x="3264" y="1680"/>
                <a:chExt cx="432" cy="336"/>
              </a:xfrm>
            </p:grpSpPr>
            <p:sp>
              <p:nvSpPr>
                <p:cNvPr id="3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264" y="1680"/>
                  <a:ext cx="432" cy="2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20</a:t>
                  </a:r>
                  <a:endPara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Oval 15"/>
                <p:cNvSpPr>
                  <a:spLocks noChangeArrowheads="1"/>
                </p:cNvSpPr>
                <p:nvPr/>
              </p:nvSpPr>
              <p:spPr bwMode="auto">
                <a:xfrm>
                  <a:off x="3486" y="1964"/>
                  <a:ext cx="52" cy="52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" name="Group 16"/>
              <p:cNvGrpSpPr/>
              <p:nvPr/>
            </p:nvGrpSpPr>
            <p:grpSpPr bwMode="auto">
              <a:xfrm>
                <a:off x="3878" y="1354"/>
                <a:ext cx="1644" cy="27"/>
                <a:chOff x="1296" y="1824"/>
                <a:chExt cx="2079" cy="34"/>
              </a:xfrm>
            </p:grpSpPr>
            <p:grpSp>
              <p:nvGrpSpPr>
                <p:cNvPr id="20" name="Group 17"/>
                <p:cNvGrpSpPr/>
                <p:nvPr/>
              </p:nvGrpSpPr>
              <p:grpSpPr bwMode="auto">
                <a:xfrm>
                  <a:off x="1296" y="1824"/>
                  <a:ext cx="519" cy="34"/>
                  <a:chOff x="1296" y="1824"/>
                  <a:chExt cx="519" cy="34"/>
                </a:xfrm>
              </p:grpSpPr>
              <p:sp>
                <p:nvSpPr>
                  <p:cNvPr id="3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1469" y="1824"/>
                    <a:ext cx="346" cy="3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1296" y="1824"/>
                    <a:ext cx="173" cy="3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1" name="Group 20"/>
                <p:cNvGrpSpPr/>
                <p:nvPr/>
              </p:nvGrpSpPr>
              <p:grpSpPr bwMode="auto">
                <a:xfrm>
                  <a:off x="1813" y="1824"/>
                  <a:ext cx="519" cy="34"/>
                  <a:chOff x="1296" y="1824"/>
                  <a:chExt cx="519" cy="34"/>
                </a:xfrm>
              </p:grpSpPr>
              <p:sp>
                <p:nvSpPr>
                  <p:cNvPr id="28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1469" y="1824"/>
                    <a:ext cx="346" cy="3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296" y="1824"/>
                    <a:ext cx="173" cy="3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2" name="Group 23"/>
                <p:cNvGrpSpPr/>
                <p:nvPr/>
              </p:nvGrpSpPr>
              <p:grpSpPr bwMode="auto">
                <a:xfrm>
                  <a:off x="2335" y="1824"/>
                  <a:ext cx="519" cy="34"/>
                  <a:chOff x="1296" y="1824"/>
                  <a:chExt cx="519" cy="34"/>
                </a:xfrm>
              </p:grpSpPr>
              <p:sp>
                <p:nvSpPr>
                  <p:cNvPr id="2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1469" y="1824"/>
                    <a:ext cx="346" cy="3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296" y="1824"/>
                    <a:ext cx="173" cy="3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3" name="Group 26"/>
                <p:cNvGrpSpPr/>
                <p:nvPr/>
              </p:nvGrpSpPr>
              <p:grpSpPr bwMode="auto">
                <a:xfrm>
                  <a:off x="2856" y="1824"/>
                  <a:ext cx="519" cy="34"/>
                  <a:chOff x="1296" y="1824"/>
                  <a:chExt cx="519" cy="34"/>
                </a:xfrm>
              </p:grpSpPr>
              <p:sp>
                <p:nvSpPr>
                  <p:cNvPr id="24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469" y="1824"/>
                    <a:ext cx="346" cy="3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5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1296" y="1824"/>
                    <a:ext cx="173" cy="3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aphicFrame>
            <p:nvGraphicFramePr>
              <p:cNvPr id="16" name="Object 29"/>
              <p:cNvGraphicFramePr>
                <a:graphicFrameLocks noChangeAspect="1"/>
              </p:cNvGraphicFramePr>
              <p:nvPr/>
            </p:nvGraphicFramePr>
            <p:xfrm>
              <a:off x="3874" y="1167"/>
              <a:ext cx="160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481" name="Equation" r:id="rId1" imgW="323215" imgH="356870" progId="Equation.3">
                      <p:embed/>
                    </p:oleObj>
                  </mc:Choice>
                  <mc:Fallback>
                    <p:oleObj name="Equation" r:id="rId1" imgW="323215" imgH="356870" progId="Equation.3">
                      <p:embed/>
                      <p:pic>
                        <p:nvPicPr>
                          <p:cNvPr id="0" name="图片 2048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874" y="1167"/>
                            <a:ext cx="160" cy="177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Object 30"/>
              <p:cNvGraphicFramePr>
                <a:graphicFrameLocks noChangeAspect="1"/>
              </p:cNvGraphicFramePr>
              <p:nvPr/>
            </p:nvGraphicFramePr>
            <p:xfrm>
              <a:off x="5408" y="1167"/>
              <a:ext cx="160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482" name="Equation" r:id="rId3" imgW="323215" imgH="356870" progId="Equation.3">
                      <p:embed/>
                    </p:oleObj>
                  </mc:Choice>
                  <mc:Fallback>
                    <p:oleObj name="Equation" r:id="rId3" imgW="323215" imgH="356870" progId="Equation.3">
                      <p:embed/>
                      <p:pic>
                        <p:nvPicPr>
                          <p:cNvPr id="0" name="图片 2048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5408" y="1167"/>
                            <a:ext cx="160" cy="177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31"/>
              <p:cNvGraphicFramePr>
                <a:graphicFrameLocks noChangeAspect="1"/>
              </p:cNvGraphicFramePr>
              <p:nvPr/>
            </p:nvGraphicFramePr>
            <p:xfrm>
              <a:off x="4482" y="1392"/>
              <a:ext cx="270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483" name="Equation" r:id="rId5" imgW="635635" imgH="368300" progId="Equation.3">
                      <p:embed/>
                    </p:oleObj>
                  </mc:Choice>
                  <mc:Fallback>
                    <p:oleObj name="Equation" r:id="rId5" imgW="635635" imgH="368300" progId="Equation.3">
                      <p:embed/>
                      <p:pic>
                        <p:nvPicPr>
                          <p:cNvPr id="0" name="图片 2048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482" y="1392"/>
                            <a:ext cx="270" cy="15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Object 32"/>
              <p:cNvGraphicFramePr>
                <a:graphicFrameLocks noChangeAspect="1"/>
              </p:cNvGraphicFramePr>
              <p:nvPr/>
            </p:nvGraphicFramePr>
            <p:xfrm>
              <a:off x="3936" y="1640"/>
              <a:ext cx="167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484" name="Equation" r:id="rId7" imgW="345440" imgH="368300" progId="Equation.3">
                      <p:embed/>
                    </p:oleObj>
                  </mc:Choice>
                  <mc:Fallback>
                    <p:oleObj name="Equation" r:id="rId7" imgW="345440" imgH="368300" progId="Equation.3">
                      <p:embed/>
                      <p:pic>
                        <p:nvPicPr>
                          <p:cNvPr id="0" name="图片 2048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936" y="1640"/>
                            <a:ext cx="167" cy="18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" name="Line 33"/>
            <p:cNvSpPr>
              <a:spLocks noChangeShapeType="1"/>
            </p:cNvSpPr>
            <p:nvPr/>
          </p:nvSpPr>
          <p:spPr bwMode="auto">
            <a:xfrm>
              <a:off x="3870" y="1401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2133600" y="3124200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Object 35"/>
          <p:cNvGraphicFramePr>
            <a:graphicFrameLocks noChangeAspect="1"/>
          </p:cNvGraphicFramePr>
          <p:nvPr/>
        </p:nvGraphicFramePr>
        <p:xfrm>
          <a:off x="3162300" y="3221038"/>
          <a:ext cx="207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49682400" imgH="9448800" progId="Equation.DSMT4">
                  <p:embed/>
                </p:oleObj>
              </mc:Choice>
              <mc:Fallback>
                <p:oleObj name="Equation" r:id="rId9" imgW="49682400" imgH="94488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62300" y="3221038"/>
                        <a:ext cx="2070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6"/>
          <p:cNvGraphicFramePr>
            <a:graphicFrameLocks noChangeAspect="1"/>
          </p:cNvGraphicFramePr>
          <p:nvPr/>
        </p:nvGraphicFramePr>
        <p:xfrm>
          <a:off x="8077200" y="2063750"/>
          <a:ext cx="207963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267335" imgH="278765" progId="Equation.3">
                  <p:embed/>
                </p:oleObj>
              </mc:Choice>
              <mc:Fallback>
                <p:oleObj name="Equation" r:id="rId11" imgW="267335" imgH="278765" progId="Equation.3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77200" y="2063750"/>
                        <a:ext cx="207963" cy="222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37"/>
          <p:cNvSpPr txBox="1">
            <a:spLocks noChangeArrowheads="1"/>
          </p:cNvSpPr>
          <p:nvPr/>
        </p:nvSpPr>
        <p:spPr bwMode="auto">
          <a:xfrm>
            <a:off x="5334000" y="3128963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8" name="Object 38"/>
          <p:cNvGraphicFramePr>
            <a:graphicFrameLocks noChangeAspect="1"/>
          </p:cNvGraphicFramePr>
          <p:nvPr/>
        </p:nvGraphicFramePr>
        <p:xfrm>
          <a:off x="5938838" y="3133725"/>
          <a:ext cx="2324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3" imgW="58521600" imgH="13106400" progId="Equation.DSMT4">
                  <p:embed/>
                </p:oleObj>
              </mc:Choice>
              <mc:Fallback>
                <p:oleObj name="Equation" r:id="rId13" imgW="58521600" imgH="131064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38838" y="3133725"/>
                        <a:ext cx="2324100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9"/>
          <p:cNvGraphicFramePr>
            <a:graphicFrameLocks noChangeAspect="1"/>
          </p:cNvGraphicFramePr>
          <p:nvPr/>
        </p:nvGraphicFramePr>
        <p:xfrm>
          <a:off x="1765300" y="3717032"/>
          <a:ext cx="4368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5" imgW="104851200" imgH="13106400" progId="Equation.DSMT4">
                  <p:embed/>
                </p:oleObj>
              </mc:Choice>
              <mc:Fallback>
                <p:oleObj name="Equation" r:id="rId15" imgW="104851200" imgH="131064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65300" y="3717032"/>
                        <a:ext cx="43688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0"/>
          <p:cNvGraphicFramePr>
            <a:graphicFrameLocks noChangeAspect="1"/>
          </p:cNvGraphicFramePr>
          <p:nvPr/>
        </p:nvGraphicFramePr>
        <p:xfrm>
          <a:off x="6264862" y="3870251"/>
          <a:ext cx="18414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17" imgW="44196000" imgH="9448800" progId="Equation.DSMT4">
                  <p:embed/>
                </p:oleObj>
              </mc:Choice>
              <mc:Fallback>
                <p:oleObj name="Equation" r:id="rId17" imgW="44196000" imgH="94488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264862" y="3870251"/>
                        <a:ext cx="18414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1"/>
          <p:cNvGraphicFramePr>
            <a:graphicFrameLocks noChangeAspect="1"/>
          </p:cNvGraphicFramePr>
          <p:nvPr/>
        </p:nvGraphicFramePr>
        <p:xfrm>
          <a:off x="2523382" y="4245335"/>
          <a:ext cx="3022600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19" imgW="76504800" imgH="24993600" progId="Equation.DSMT4">
                  <p:embed/>
                </p:oleObj>
              </mc:Choice>
              <mc:Fallback>
                <p:oleObj name="Equation" r:id="rId19" imgW="76504800" imgH="249936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23382" y="4245335"/>
                        <a:ext cx="3022600" cy="985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43"/>
          <p:cNvSpPr txBox="1">
            <a:spLocks noChangeArrowheads="1"/>
          </p:cNvSpPr>
          <p:nvPr/>
        </p:nvSpPr>
        <p:spPr bwMode="auto">
          <a:xfrm>
            <a:off x="2695487" y="5320675"/>
            <a:ext cx="64879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4" name="Object 44"/>
          <p:cNvGraphicFramePr>
            <a:graphicFrameLocks noChangeAspect="1"/>
          </p:cNvGraphicFramePr>
          <p:nvPr/>
        </p:nvGraphicFramePr>
        <p:xfrm>
          <a:off x="3134544" y="5379085"/>
          <a:ext cx="927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21" imgW="22250400" imgH="9753600" progId="Equation.DSMT4">
                  <p:embed/>
                </p:oleObj>
              </mc:Choice>
              <mc:Fallback>
                <p:oleObj name="Equation" r:id="rId21" imgW="22250400" imgH="97536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34544" y="5379085"/>
                        <a:ext cx="927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45"/>
          <p:cNvSpPr txBox="1">
            <a:spLocks noChangeArrowheads="1"/>
          </p:cNvSpPr>
          <p:nvPr/>
        </p:nvSpPr>
        <p:spPr bwMode="auto">
          <a:xfrm>
            <a:off x="4094956" y="5320675"/>
            <a:ext cx="203914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kumimoji="1"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唯一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驻点 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6" name="Object 46"/>
          <p:cNvGraphicFramePr>
            <a:graphicFrameLocks noChangeAspect="1"/>
          </p:cNvGraphicFramePr>
          <p:nvPr/>
        </p:nvGraphicFramePr>
        <p:xfrm>
          <a:off x="6045835" y="5391996"/>
          <a:ext cx="96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Equation" r:id="rId23" imgW="23164800" imgH="9448800" progId="Equation.DSMT4">
                  <p:embed/>
                </p:oleObj>
              </mc:Choice>
              <mc:Fallback>
                <p:oleObj name="Equation" r:id="rId23" imgW="23164800" imgH="9448800" progId="Equation.DSMT4">
                  <p:embed/>
                  <p:pic>
                    <p:nvPicPr>
                      <p:cNvPr id="0" name="图片 20491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45835" y="5391996"/>
                        <a:ext cx="965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53"/>
          <p:cNvSpPr txBox="1">
            <a:spLocks noChangeArrowheads="1"/>
          </p:cNvSpPr>
          <p:nvPr/>
        </p:nvSpPr>
        <p:spPr bwMode="auto">
          <a:xfrm>
            <a:off x="3374048" y="5777230"/>
            <a:ext cx="296145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AD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=15 km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Text Box 54"/>
          <p:cNvSpPr txBox="1">
            <a:spLocks noChangeArrowheads="1"/>
          </p:cNvSpPr>
          <p:nvPr/>
        </p:nvSpPr>
        <p:spPr bwMode="auto">
          <a:xfrm>
            <a:off x="8305800" y="3140075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总运费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Text Box 55"/>
          <p:cNvSpPr txBox="1">
            <a:spLocks noChangeArrowheads="1"/>
          </p:cNvSpPr>
          <p:nvPr/>
        </p:nvSpPr>
        <p:spPr bwMode="auto">
          <a:xfrm>
            <a:off x="1752600" y="1843088"/>
            <a:ext cx="502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物从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运到工厂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的运费最省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Text Box 57"/>
          <p:cNvSpPr txBox="1">
            <a:spLocks noChangeArrowheads="1"/>
          </p:cNvSpPr>
          <p:nvPr/>
        </p:nvSpPr>
        <p:spPr bwMode="auto">
          <a:xfrm>
            <a:off x="6518275" y="183515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8" name="Group 58"/>
          <p:cNvGrpSpPr/>
          <p:nvPr/>
        </p:nvGrpSpPr>
        <p:grpSpPr bwMode="auto">
          <a:xfrm>
            <a:off x="7620003" y="1927227"/>
            <a:ext cx="1141413" cy="968375"/>
            <a:chOff x="3840" y="1118"/>
            <a:chExt cx="719" cy="610"/>
          </a:xfrm>
        </p:grpSpPr>
        <p:sp>
          <p:nvSpPr>
            <p:cNvPr id="59" name="Oval 59"/>
            <p:cNvSpPr>
              <a:spLocks noChangeArrowheads="1"/>
            </p:cNvSpPr>
            <p:nvPr/>
          </p:nvSpPr>
          <p:spPr bwMode="auto">
            <a:xfrm>
              <a:off x="4416" y="1340"/>
              <a:ext cx="52" cy="5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Line 60"/>
            <p:cNvSpPr>
              <a:spLocks noChangeShapeType="1"/>
            </p:cNvSpPr>
            <p:nvPr/>
          </p:nvSpPr>
          <p:spPr bwMode="auto">
            <a:xfrm flipV="1">
              <a:off x="3840" y="1386"/>
              <a:ext cx="592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1" name="Object 61"/>
            <p:cNvGraphicFramePr>
              <a:graphicFrameLocks noChangeAspect="1"/>
            </p:cNvGraphicFramePr>
            <p:nvPr/>
          </p:nvGraphicFramePr>
          <p:xfrm>
            <a:off x="4346" y="1118"/>
            <a:ext cx="213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3" name="Equation" r:id="rId25" imgW="3962400" imgH="3962400" progId="Equation.DSMT4">
                    <p:embed/>
                  </p:oleObj>
                </mc:Choice>
                <mc:Fallback>
                  <p:oleObj name="Equation" r:id="rId25" imgW="3962400" imgH="3962400" progId="Equation.DSMT4">
                    <p:embed/>
                    <p:pic>
                      <p:nvPicPr>
                        <p:cNvPr id="0" name="图片 204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346" y="1118"/>
                          <a:ext cx="213" cy="2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" name="Text Box 62"/>
          <p:cNvSpPr txBox="1">
            <a:spLocks noChangeArrowheads="1"/>
          </p:cNvSpPr>
          <p:nvPr/>
        </p:nvSpPr>
        <p:spPr bwMode="auto">
          <a:xfrm>
            <a:off x="1752600" y="762000"/>
            <a:ext cx="8540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km 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3" name="Text Box 63"/>
          <p:cNvSpPr txBox="1">
            <a:spLocks noChangeArrowheads="1"/>
          </p:cNvSpPr>
          <p:nvPr/>
        </p:nvSpPr>
        <p:spPr bwMode="auto">
          <a:xfrm>
            <a:off x="1752600" y="1295400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公路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703388" y="5777230"/>
            <a:ext cx="180181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一定</a:t>
            </a: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107279" y="5777230"/>
            <a:ext cx="17907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运费最省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6" name="对象 65"/>
          <p:cNvGraphicFramePr>
            <a:graphicFrameLocks noChangeAspect="1"/>
          </p:cNvGraphicFramePr>
          <p:nvPr/>
        </p:nvGraphicFramePr>
        <p:xfrm>
          <a:off x="5520819" y="4247754"/>
          <a:ext cx="4562475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Equation" r:id="rId27" imgW="5631180" imgH="1371600" progId="Equation.DSMT4">
                  <p:embed/>
                </p:oleObj>
              </mc:Choice>
              <mc:Fallback>
                <p:oleObj name="Equation" r:id="rId27" imgW="5631180" imgH="1371600" progId="Equation.DSMT4">
                  <p:embed/>
                  <p:pic>
                    <p:nvPicPr>
                      <p:cNvPr id="0" name="图片 2049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20819" y="4247754"/>
                        <a:ext cx="4562475" cy="11064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7010731" y="5316567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根据实际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问题，最小值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4" grpId="0" autoUpdateAnimBg="0"/>
      <p:bldP spid="37" grpId="0" autoUpdateAnimBg="0"/>
      <p:bldP spid="43" grpId="0" autoUpdateAnimBg="0"/>
      <p:bldP spid="45" grpId="0" autoUpdateAnimBg="0"/>
      <p:bldP spid="53" grpId="0" autoUpdateAnimBg="0"/>
      <p:bldP spid="54" grpId="0" autoUpdateAnimBg="0"/>
      <p:bldP spid="64" grpId="0"/>
      <p:bldP spid="65" grpId="0"/>
      <p:bldP spid="6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991371" y="395903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极值与最值问题杂例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91544" y="980728"/>
            <a:ext cx="81051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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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上连续，其导函数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91544" y="1503948"/>
            <a:ext cx="2880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图形如图所示，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71864" y="1503948"/>
            <a:ext cx="55165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的单调减区间、单调增区间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91544" y="2027168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极小值点和极大值点．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 flipV="1">
            <a:off x="8399529" y="4567678"/>
            <a:ext cx="1467485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993889" y="4586730"/>
          <a:ext cx="119380" cy="130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3048000" imgH="3352800" progId="Equation.DSMT4">
                  <p:embed/>
                </p:oleObj>
              </mc:Choice>
              <mc:Fallback>
                <p:oleObj name="Equation" r:id="rId1" imgW="3048000" imgH="33528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993889" y="4586730"/>
                        <a:ext cx="119380" cy="13082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8"/>
          <p:cNvSpPr>
            <a:spLocks noChangeShapeType="1"/>
          </p:cNvSpPr>
          <p:nvPr/>
        </p:nvSpPr>
        <p:spPr bwMode="auto">
          <a:xfrm flipH="1" flipV="1">
            <a:off x="8973569" y="3790342"/>
            <a:ext cx="12700" cy="878948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9663179" y="4563867"/>
          <a:ext cx="137795" cy="151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3048000" imgH="3352800" progId="Equation.DSMT4">
                  <p:embed/>
                </p:oleObj>
              </mc:Choice>
              <mc:Fallback>
                <p:oleObj name="Equation" r:id="rId3" imgW="3048000" imgH="33528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63179" y="4563867"/>
                        <a:ext cx="137795" cy="15178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9066279" y="3986581"/>
          <a:ext cx="473075" cy="260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8229600" imgH="4876800" progId="Equation.DSMT4">
                  <p:embed/>
                </p:oleObj>
              </mc:Choice>
              <mc:Fallback>
                <p:oleObj name="Equation" r:id="rId5" imgW="8229600" imgH="48768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66279" y="3986581"/>
                        <a:ext cx="473075" cy="26038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/>
          <p:cNvGrpSpPr>
            <a:grpSpLocks noChangeAspect="1"/>
          </p:cNvGrpSpPr>
          <p:nvPr/>
        </p:nvGrpSpPr>
        <p:grpSpPr>
          <a:xfrm>
            <a:off x="8314439" y="2351889"/>
            <a:ext cx="1551694" cy="1296000"/>
            <a:chOff x="6790439" y="2351889"/>
            <a:chExt cx="1486535" cy="1241578"/>
          </a:xfrm>
        </p:grpSpPr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6858384" y="2958389"/>
              <a:ext cx="141859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 flipH="1" flipV="1">
              <a:off x="7438139" y="2351889"/>
              <a:ext cx="6985" cy="124157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3"/>
            <p:cNvSpPr/>
            <p:nvPr/>
          </p:nvSpPr>
          <p:spPr bwMode="auto">
            <a:xfrm>
              <a:off x="6790439" y="2409046"/>
              <a:ext cx="530860" cy="1002789"/>
            </a:xfrm>
            <a:custGeom>
              <a:avLst/>
              <a:gdLst>
                <a:gd name="T0" fmla="*/ 0 w 720"/>
                <a:gd name="T1" fmla="*/ 1392 h 1392"/>
                <a:gd name="T2" fmla="*/ 480 w 720"/>
                <a:gd name="T3" fmla="*/ 960 h 1392"/>
                <a:gd name="T4" fmla="*/ 720 w 720"/>
                <a:gd name="T5" fmla="*/ 0 h 1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1392">
                  <a:moveTo>
                    <a:pt x="0" y="1392"/>
                  </a:moveTo>
                  <a:cubicBezTo>
                    <a:pt x="180" y="1292"/>
                    <a:pt x="360" y="1192"/>
                    <a:pt x="480" y="960"/>
                  </a:cubicBezTo>
                  <a:cubicBezTo>
                    <a:pt x="600" y="728"/>
                    <a:pt x="660" y="364"/>
                    <a:pt x="720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/>
          </p:nvGraphicFramePr>
          <p:xfrm>
            <a:off x="7450839" y="2963469"/>
            <a:ext cx="139065" cy="1530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8" name="Equation" r:id="rId7" imgW="3048000" imgH="3352800" progId="Equation.DSMT4">
                    <p:embed/>
                  </p:oleObj>
                </mc:Choice>
                <mc:Fallback>
                  <p:oleObj name="Equation" r:id="rId7" imgW="3048000" imgH="3352800" progId="Equation.DSMT4">
                    <p:embed/>
                    <p:pic>
                      <p:nvPicPr>
                        <p:cNvPr id="0" name="图片 2150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450839" y="2963469"/>
                          <a:ext cx="139065" cy="1530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/>
            <p:cNvGraphicFramePr>
              <a:graphicFrameLocks noChangeAspect="1"/>
            </p:cNvGraphicFramePr>
            <p:nvPr/>
          </p:nvGraphicFramePr>
          <p:xfrm>
            <a:off x="7788024" y="2934256"/>
            <a:ext cx="152400" cy="21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9" name="Equation" r:id="rId9" imgW="3962400" imgH="5486400" progId="Equation.DSMT4">
                    <p:embed/>
                  </p:oleObj>
                </mc:Choice>
                <mc:Fallback>
                  <p:oleObj name="Equation" r:id="rId9" imgW="3962400" imgH="5486400" progId="Equation.DSMT4">
                    <p:embed/>
                    <p:pic>
                      <p:nvPicPr>
                        <p:cNvPr id="0" name="图片 215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788024" y="2934256"/>
                          <a:ext cx="152400" cy="21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/>
          </p:nvGraphicFramePr>
          <p:xfrm>
            <a:off x="7024119" y="2940607"/>
            <a:ext cx="129540" cy="193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0" name="Equation" r:id="rId11" imgW="3657600" imgH="5486400" progId="Equation.DSMT4">
                    <p:embed/>
                  </p:oleObj>
                </mc:Choice>
                <mc:Fallback>
                  <p:oleObj name="Equation" r:id="rId11" imgW="3657600" imgH="5486400" progId="Equation.DSMT4">
                    <p:embed/>
                    <p:pic>
                      <p:nvPicPr>
                        <p:cNvPr id="0" name="图片 2150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024119" y="2940607"/>
                          <a:ext cx="129540" cy="1930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/>
            <p:cNvGraphicFramePr>
              <a:graphicFrameLocks noChangeAspect="1"/>
            </p:cNvGraphicFramePr>
            <p:nvPr/>
          </p:nvGraphicFramePr>
          <p:xfrm>
            <a:off x="7462269" y="2351889"/>
            <a:ext cx="135890" cy="1790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1" name="Equation" r:id="rId13" imgW="3352800" imgH="3962400" progId="Equation.DSMT4">
                    <p:embed/>
                  </p:oleObj>
                </mc:Choice>
                <mc:Fallback>
                  <p:oleObj name="Equation" r:id="rId13" imgW="3352800" imgH="3962400" progId="Equation.DSMT4">
                    <p:embed/>
                    <p:pic>
                      <p:nvPicPr>
                        <p:cNvPr id="0" name="图片 215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462269" y="2351889"/>
                          <a:ext cx="135890" cy="1790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/>
          </p:nvGraphicFramePr>
          <p:xfrm>
            <a:off x="8124574" y="3007290"/>
            <a:ext cx="112395" cy="1238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2" name="Equation" r:id="rId15" imgW="3048000" imgH="3352800" progId="Equation.DSMT4">
                    <p:embed/>
                  </p:oleObj>
                </mc:Choice>
                <mc:Fallback>
                  <p:oleObj name="Equation" r:id="rId15" imgW="3048000" imgH="3352800" progId="Equation.DSMT4">
                    <p:embed/>
                    <p:pic>
                      <p:nvPicPr>
                        <p:cNvPr id="0" name="图片 215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124574" y="3007290"/>
                          <a:ext cx="112395" cy="1238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Freeform 19"/>
            <p:cNvSpPr/>
            <p:nvPr/>
          </p:nvSpPr>
          <p:spPr bwMode="auto">
            <a:xfrm>
              <a:off x="7494019" y="2738652"/>
              <a:ext cx="636270" cy="830683"/>
            </a:xfrm>
            <a:custGeom>
              <a:avLst/>
              <a:gdLst>
                <a:gd name="T0" fmla="*/ 0 w 624"/>
                <a:gd name="T1" fmla="*/ 816 h 816"/>
                <a:gd name="T2" fmla="*/ 96 w 624"/>
                <a:gd name="T3" fmla="*/ 384 h 816"/>
                <a:gd name="T4" fmla="*/ 336 w 624"/>
                <a:gd name="T5" fmla="*/ 144 h 816"/>
                <a:gd name="T6" fmla="*/ 624 w 624"/>
                <a:gd name="T7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4" h="816">
                  <a:moveTo>
                    <a:pt x="0" y="816"/>
                  </a:moveTo>
                  <a:cubicBezTo>
                    <a:pt x="20" y="656"/>
                    <a:pt x="40" y="496"/>
                    <a:pt x="96" y="384"/>
                  </a:cubicBezTo>
                  <a:cubicBezTo>
                    <a:pt x="152" y="272"/>
                    <a:pt x="248" y="208"/>
                    <a:pt x="336" y="144"/>
                  </a:cubicBezTo>
                  <a:cubicBezTo>
                    <a:pt x="424" y="80"/>
                    <a:pt x="524" y="40"/>
                    <a:pt x="624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5" name="Group 20"/>
          <p:cNvGrpSpPr/>
          <p:nvPr/>
        </p:nvGrpSpPr>
        <p:grpSpPr bwMode="auto">
          <a:xfrm>
            <a:off x="8986904" y="2940607"/>
            <a:ext cx="636270" cy="1678512"/>
            <a:chOff x="4656" y="1680"/>
            <a:chExt cx="624" cy="1824"/>
          </a:xfrm>
        </p:grpSpPr>
        <p:sp>
          <p:nvSpPr>
            <p:cNvPr id="30" name="Freeform 21"/>
            <p:cNvSpPr/>
            <p:nvPr/>
          </p:nvSpPr>
          <p:spPr bwMode="auto">
            <a:xfrm>
              <a:off x="4656" y="2784"/>
              <a:ext cx="624" cy="632"/>
            </a:xfrm>
            <a:custGeom>
              <a:avLst/>
              <a:gdLst>
                <a:gd name="T0" fmla="*/ 0 w 624"/>
                <a:gd name="T1" fmla="*/ 0 h 632"/>
                <a:gd name="T2" fmla="*/ 96 w 624"/>
                <a:gd name="T3" fmla="*/ 384 h 632"/>
                <a:gd name="T4" fmla="*/ 288 w 624"/>
                <a:gd name="T5" fmla="*/ 624 h 632"/>
                <a:gd name="T6" fmla="*/ 624 w 624"/>
                <a:gd name="T7" fmla="*/ 432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4" h="632">
                  <a:moveTo>
                    <a:pt x="0" y="0"/>
                  </a:moveTo>
                  <a:cubicBezTo>
                    <a:pt x="24" y="140"/>
                    <a:pt x="48" y="280"/>
                    <a:pt x="96" y="384"/>
                  </a:cubicBezTo>
                  <a:cubicBezTo>
                    <a:pt x="144" y="488"/>
                    <a:pt x="200" y="616"/>
                    <a:pt x="288" y="624"/>
                  </a:cubicBezTo>
                  <a:cubicBezTo>
                    <a:pt x="376" y="632"/>
                    <a:pt x="500" y="532"/>
                    <a:pt x="624" y="432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Line 22"/>
            <p:cNvSpPr>
              <a:spLocks noChangeShapeType="1"/>
            </p:cNvSpPr>
            <p:nvPr/>
          </p:nvSpPr>
          <p:spPr bwMode="auto">
            <a:xfrm flipV="1">
              <a:off x="4944" y="1680"/>
              <a:ext cx="0" cy="182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6" name="Group 23"/>
          <p:cNvGrpSpPr/>
          <p:nvPr/>
        </p:nvGrpSpPr>
        <p:grpSpPr bwMode="auto">
          <a:xfrm>
            <a:off x="8479539" y="2908218"/>
            <a:ext cx="488950" cy="1697565"/>
            <a:chOff x="4176" y="1680"/>
            <a:chExt cx="480" cy="1824"/>
          </a:xfrm>
        </p:grpSpPr>
        <p:sp>
          <p:nvSpPr>
            <p:cNvPr id="28" name="Freeform 24"/>
            <p:cNvSpPr/>
            <p:nvPr/>
          </p:nvSpPr>
          <p:spPr bwMode="auto">
            <a:xfrm>
              <a:off x="4176" y="2784"/>
              <a:ext cx="480" cy="544"/>
            </a:xfrm>
            <a:custGeom>
              <a:avLst/>
              <a:gdLst>
                <a:gd name="T0" fmla="*/ 0 w 720"/>
                <a:gd name="T1" fmla="*/ 192 h 544"/>
                <a:gd name="T2" fmla="*/ 336 w 720"/>
                <a:gd name="T3" fmla="*/ 528 h 544"/>
                <a:gd name="T4" fmla="*/ 624 w 720"/>
                <a:gd name="T5" fmla="*/ 288 h 544"/>
                <a:gd name="T6" fmla="*/ 720 w 720"/>
                <a:gd name="T7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544">
                  <a:moveTo>
                    <a:pt x="0" y="192"/>
                  </a:moveTo>
                  <a:cubicBezTo>
                    <a:pt x="116" y="352"/>
                    <a:pt x="232" y="512"/>
                    <a:pt x="336" y="528"/>
                  </a:cubicBezTo>
                  <a:cubicBezTo>
                    <a:pt x="440" y="544"/>
                    <a:pt x="560" y="376"/>
                    <a:pt x="624" y="288"/>
                  </a:cubicBezTo>
                  <a:cubicBezTo>
                    <a:pt x="688" y="200"/>
                    <a:pt x="704" y="100"/>
                    <a:pt x="720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 flipV="1">
              <a:off x="4416" y="1680"/>
              <a:ext cx="0" cy="182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8939819" y="2492896"/>
          <a:ext cx="540557" cy="297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Equation" r:id="rId17" imgW="8839200" imgH="4876800" progId="Equation.DSMT4">
                  <p:embed/>
                </p:oleObj>
              </mc:Choice>
              <mc:Fallback>
                <p:oleObj name="Equation" r:id="rId17" imgW="8839200" imgH="4876800" progId="Equation.DSMT4">
                  <p:embed/>
                  <p:pic>
                    <p:nvPicPr>
                      <p:cNvPr id="0" name="图片 2151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39819" y="2492896"/>
                        <a:ext cx="540557" cy="29734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4"/>
          <p:cNvSpPr txBox="1">
            <a:spLocks noChangeArrowheads="1"/>
          </p:cNvSpPr>
          <p:nvPr/>
        </p:nvSpPr>
        <p:spPr bwMode="auto">
          <a:xfrm>
            <a:off x="1987885" y="2631070"/>
            <a:ext cx="429708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设大致画出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的图形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43454" y="2631050"/>
            <a:ext cx="17018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（下图）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503984" y="3434420"/>
            <a:ext cx="47364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的单调递减区间为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Rectangle 3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2543488" y="4168568"/>
          <a:ext cx="23288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Equation" r:id="rId19" imgW="56083200" imgH="10363200" progId="Equation.DSMT4">
                  <p:embed/>
                </p:oleObj>
              </mc:Choice>
              <mc:Fallback>
                <p:oleObj name="Equation" r:id="rId19" imgW="56083200" imgH="10363200" progId="Equation.DSMT4">
                  <p:embed/>
                  <p:pic>
                    <p:nvPicPr>
                      <p:cNvPr id="0" name="图片 2151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43488" y="4168568"/>
                        <a:ext cx="2328862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2446185" y="4764153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递增区间为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Rectangle 4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4458360" y="4804158"/>
          <a:ext cx="23574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Equation" r:id="rId21" imgW="56388000" imgH="10363200" progId="Equation.DSMT4">
                  <p:embed/>
                </p:oleObj>
              </mc:Choice>
              <mc:Fallback>
                <p:oleObj name="Equation" r:id="rId21" imgW="56388000" imgH="10363200" progId="Equation.DSMT4">
                  <p:embed/>
                  <p:pic>
                    <p:nvPicPr>
                      <p:cNvPr id="0" name="图片 2151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458360" y="4804158"/>
                        <a:ext cx="2357438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2447340" y="5287373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极小值点为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2" name="Rectangle 4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4443873" y="5325473"/>
          <a:ext cx="8445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Equation" r:id="rId23" imgW="20421600" imgH="10363200" progId="Equation.DSMT4">
                  <p:embed/>
                </p:oleObj>
              </mc:Choice>
              <mc:Fallback>
                <p:oleObj name="Equation" r:id="rId23" imgW="20421600" imgH="10363200" progId="Equation.DSMT4">
                  <p:embed/>
                  <p:pic>
                    <p:nvPicPr>
                      <p:cNvPr id="0" name="图片 2151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443873" y="5325473"/>
                        <a:ext cx="8445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5288135" y="5320126"/>
            <a:ext cx="243801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，极大值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Rectangle 4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7580061" y="5418807"/>
          <a:ext cx="804863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Equation" r:id="rId25" imgW="19507200" imgH="7620000" progId="Equation.DSMT4">
                  <p:embed/>
                </p:oleObj>
              </mc:Choice>
              <mc:Fallback>
                <p:oleObj name="Equation" r:id="rId25" imgW="19507200" imgH="7620000" progId="Equation.DSMT4">
                  <p:embed/>
                  <p:pic>
                    <p:nvPicPr>
                      <p:cNvPr id="0" name="图片 215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580061" y="5418807"/>
                        <a:ext cx="804863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8" name="直接箭头连接符 47"/>
          <p:cNvCxnSpPr/>
          <p:nvPr/>
        </p:nvCxnSpPr>
        <p:spPr>
          <a:xfrm>
            <a:off x="7666890" y="1585213"/>
            <a:ext cx="0" cy="365324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744072" y="1503948"/>
            <a:ext cx="10081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1" grpId="0" bldLvl="0" animBg="1"/>
      <p:bldP spid="13" grpId="0" bldLvl="0" animBg="1"/>
      <p:bldP spid="32" grpId="0"/>
      <p:bldP spid="33" grpId="0"/>
      <p:bldP spid="35" grpId="0"/>
      <p:bldP spid="38" grpId="0"/>
      <p:bldP spid="41" grpId="0"/>
      <p:bldP spid="4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4065" y="336848"/>
            <a:ext cx="8136904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求由方程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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xy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确定的函数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y=y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在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内的极值，已知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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79908" y="1242695"/>
            <a:ext cx="747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27164" y="1242695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方程两边求导得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535935" y="1256010"/>
          <a:ext cx="48498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116128800" imgH="11887200" progId="Equation.DSMT4">
                  <p:embed/>
                </p:oleObj>
              </mc:Choice>
              <mc:Fallback>
                <p:oleObj name="Equation" r:id="rId1" imgW="116128800" imgH="118872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35935" y="1256010"/>
                        <a:ext cx="4849812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34897" y="184482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80274" y="1663045"/>
          <a:ext cx="18462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3" imgW="44500800" imgH="21640800" progId="Equation.DSMT4">
                  <p:embed/>
                </p:oleObj>
              </mc:Choice>
              <mc:Fallback>
                <p:oleObj name="Equation" r:id="rId3" imgW="44500800" imgH="216408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0274" y="1663045"/>
                        <a:ext cx="1846263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934882" y="256490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480239" y="2626489"/>
          <a:ext cx="920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5" imgW="22250400" imgH="9753600" progId="Equation.DSMT4">
                  <p:embed/>
                </p:oleObj>
              </mc:Choice>
              <mc:Fallback>
                <p:oleObj name="Equation" r:id="rId5" imgW="22250400" imgH="9753600" progId="Equation.DSMT4">
                  <p:embed/>
                  <p:pic>
                    <p:nvPicPr>
                      <p:cNvPr id="0" name="图片 225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0239" y="2626489"/>
                        <a:ext cx="92075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575720" y="256490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121062" y="2632838"/>
          <a:ext cx="10366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24688800" imgH="9448800" progId="Equation.DSMT4">
                  <p:embed/>
                </p:oleObj>
              </mc:Choice>
              <mc:Fallback>
                <p:oleObj name="Equation" r:id="rId7" imgW="24688800" imgH="94488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21062" y="2632838"/>
                        <a:ext cx="10366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303912" y="2564904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代入原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方程解得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935034" y="3088124"/>
            <a:ext cx="39357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在（*）式两边再求导得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013308" y="2410046"/>
          <a:ext cx="199866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47548800" imgH="20116800" progId="Equation.DSMT4">
                  <p:embed/>
                </p:oleObj>
              </mc:Choice>
              <mc:Fallback>
                <p:oleObj name="Equation" r:id="rId9" imgW="47548800" imgH="201168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13308" y="2410046"/>
                        <a:ext cx="199866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034908" y="3611344"/>
          <a:ext cx="4978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1" imgW="119481600" imgH="14020800" progId="Equation.DSMT4">
                  <p:embed/>
                </p:oleObj>
              </mc:Choice>
              <mc:Fallback>
                <p:oleObj name="Equation" r:id="rId11" imgW="119481600" imgH="14020800" progId="Equation.DSMT4">
                  <p:embed/>
                  <p:pic>
                    <p:nvPicPr>
                      <p:cNvPr id="0" name="图片 2253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34908" y="3611344"/>
                        <a:ext cx="49784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986784" y="436510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552876" y="4221088"/>
          <a:ext cx="30495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13" imgW="72542400" imgH="20116800" progId="Equation.DSMT4">
                  <p:embed/>
                </p:oleObj>
              </mc:Choice>
              <mc:Fallback>
                <p:oleObj name="Equation" r:id="rId13" imgW="72542400" imgH="20116800" progId="Equation.DSMT4">
                  <p:embed/>
                  <p:pic>
                    <p:nvPicPr>
                      <p:cNvPr id="0" name="图片 2253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52876" y="4221088"/>
                        <a:ext cx="3049587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663952" y="4365104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代入上式解得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7896200" y="4159988"/>
          <a:ext cx="2489200" cy="93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quation" r:id="rId15" imgW="59740800" imgH="22555200" progId="Equation.DSMT4">
                  <p:embed/>
                </p:oleObj>
              </mc:Choice>
              <mc:Fallback>
                <p:oleObj name="Equation" r:id="rId15" imgW="59740800" imgH="22555200" progId="Equation.DSMT4">
                  <p:embed/>
                  <p:pic>
                    <p:nvPicPr>
                      <p:cNvPr id="0" name="图片 2253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96200" y="4159988"/>
                        <a:ext cx="2489200" cy="933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221022" y="5301208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所以，当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3834937" y="5157192"/>
          <a:ext cx="793751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17" imgW="18897600" imgH="20116800" progId="Equation.DSMT4">
                  <p:embed/>
                </p:oleObj>
              </mc:Choice>
              <mc:Fallback>
                <p:oleObj name="Equation" r:id="rId17" imgW="18897600" imgH="20116800" progId="Equation.DSMT4">
                  <p:embed/>
                  <p:pic>
                    <p:nvPicPr>
                      <p:cNvPr id="0" name="图片 2253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834937" y="5157192"/>
                        <a:ext cx="793751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727848" y="5301208"/>
            <a:ext cx="23063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有极大值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6989366" y="5152607"/>
          <a:ext cx="906463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Equation" r:id="rId19" imgW="21945600" imgH="19812000" progId="Equation.DSMT4">
                  <p:embed/>
                </p:oleObj>
              </mc:Choice>
              <mc:Fallback>
                <p:oleObj name="Equation" r:id="rId19" imgW="21945600" imgH="19812000" progId="Equation.DSMT4">
                  <p:embed/>
                  <p:pic>
                    <p:nvPicPr>
                      <p:cNvPr id="0" name="图片 2253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89366" y="5152607"/>
                        <a:ext cx="906463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0" grpId="0"/>
      <p:bldP spid="14" grpId="0"/>
      <p:bldP spid="18" grpId="0"/>
      <p:bldP spid="21" grpId="0"/>
      <p:bldP spid="26" grpId="0"/>
      <p:bldP spid="28" grpId="0"/>
      <p:bldP spid="31" grpId="0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246348" y="260648"/>
                <a:ext cx="4844663" cy="610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800" b="1">
                    <a:solidFill>
                      <a:srgbClr val="7030A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dirty="0" smtClean="0"/>
                  <a:t>例</a:t>
                </a:r>
                <a:r>
                  <a:rPr lang="en-US" altLang="zh-CN" dirty="0"/>
                  <a:t>10. </a:t>
                </a:r>
                <a:r>
                  <a:rPr lang="zh-CN" altLang="en-US" dirty="0" smtClean="0">
                    <a:solidFill>
                      <a:schemeClr val="tx1"/>
                    </a:solidFill>
                    <a:latin typeface="黑体" panose="02010609060101010101" pitchFamily="49" charset="-122"/>
                  </a:rPr>
                  <a:t>求数列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</m:ctrlPr>
                      </m:dPr>
                      <m:e>
                        <m:rad>
                          <m:rad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/>
                              </a:rPr>
                              <m:t>𝒏</m:t>
                            </m:r>
                          </m:deg>
                          <m:e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/>
                              </a:rPr>
                              <m:t>𝒏</m:t>
                            </m:r>
                          </m:e>
                        </m:rad>
                      </m:e>
                    </m:d>
                    <m:r>
                      <a:rPr lang="zh-CN" altLang="en-US">
                        <a:solidFill>
                          <a:schemeClr val="tx1"/>
                        </a:solidFill>
                        <a:latin typeface="Cambria Math" panose="02040503050406030204"/>
                      </a:rPr>
                      <m:t>的最大项．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348" y="260648"/>
                <a:ext cx="4844663" cy="610870"/>
              </a:xfrm>
              <a:prstGeom prst="rect">
                <a:avLst/>
              </a:prstGeom>
              <a:blipFill rotWithShape="1">
                <a:blip r:embed="rId1"/>
                <a:stretch>
                  <a:fillRect l="-7" t="-49" r="1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259798" y="922297"/>
            <a:ext cx="747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15133" y="922297"/>
            <a:ext cx="64401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需转化为无穷区间上函数的最大值问题.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30220" y="1491237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270177" y="1441687"/>
          <a:ext cx="24765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2" imgW="59436000" imgH="12496800" progId="Equation.DSMT4">
                  <p:embed/>
                </p:oleObj>
              </mc:Choice>
              <mc:Fallback>
                <p:oleObj name="Equation" r:id="rId2" imgW="59436000" imgH="124968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70177" y="1441687"/>
                        <a:ext cx="2476500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25859" y="2102758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481148" y="1961752"/>
          <a:ext cx="30861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4" imgW="74066400" imgH="14935200" progId="Equation.DSMT4">
                  <p:embed/>
                </p:oleObj>
              </mc:Choice>
              <mc:Fallback>
                <p:oleObj name="Equation" r:id="rId4" imgW="74066400" imgH="149352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81148" y="1961752"/>
                        <a:ext cx="308610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57335" y="210835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唯一驻点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270468" y="2255704"/>
          <a:ext cx="819151" cy="311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6" imgW="19507200" imgH="7620000" progId="Equation.DSMT4">
                  <p:embed/>
                </p:oleObj>
              </mc:Choice>
              <mc:Fallback>
                <p:oleObj name="Equation" r:id="rId6" imgW="19507200" imgH="76200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70468" y="2255704"/>
                        <a:ext cx="819151" cy="311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272030" y="2713990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8" imgW="17373600" imgH="9448800" progId="Equation.DSMT4">
                  <p:embed/>
                </p:oleObj>
              </mc:Choice>
              <mc:Fallback>
                <p:oleObj name="Equation" r:id="rId8" imgW="17373600" imgH="94488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72030" y="2713990"/>
                        <a:ext cx="723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481228" y="2677172"/>
          <a:ext cx="1187451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10" imgW="28651200" imgH="11582400" progId="Equation.DSMT4">
                  <p:embed/>
                </p:oleObj>
              </mc:Choice>
              <mc:Fallback>
                <p:oleObj name="Equation" r:id="rId10" imgW="28651200" imgH="11582400" progId="Equation.DSMT4">
                  <p:embed/>
                  <p:pic>
                    <p:nvPicPr>
                      <p:cNvPr id="0" name="图片 23556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81228" y="2677172"/>
                        <a:ext cx="1187451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995726" y="2660903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63026" y="2647568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时单调递增；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02689" y="325968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536150" y="3276823"/>
          <a:ext cx="15192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Equation" r:id="rId12" imgW="36271200" imgH="11582400" progId="Equation.DSMT4">
                  <p:embed/>
                </p:oleObj>
              </mc:Choice>
              <mc:Fallback>
                <p:oleObj name="Equation" r:id="rId12" imgW="36271200" imgH="11582400" progId="Equation.DSMT4">
                  <p:embed/>
                  <p:pic>
                    <p:nvPicPr>
                      <p:cNvPr id="0" name="图片 23557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536150" y="3276823"/>
                        <a:ext cx="1519237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55121" y="3232525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时单调递减，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08447" y="323189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7867021" y="3403029"/>
          <a:ext cx="728663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14" imgW="17373600" imgH="5791200" progId="Equation.DSMT4">
                  <p:embed/>
                </p:oleObj>
              </mc:Choice>
              <mc:Fallback>
                <p:oleObj name="Equation" r:id="rId14" imgW="17373600" imgH="5791200" progId="Equation.DSMT4">
                  <p:embed/>
                  <p:pic>
                    <p:nvPicPr>
                      <p:cNvPr id="0" name="图片 23558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867021" y="3403029"/>
                        <a:ext cx="728663" cy="236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616775" y="3259688"/>
            <a:ext cx="20593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为最大值点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798094" y="3887564"/>
          <a:ext cx="965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16" imgW="23164800" imgH="12801600" progId="Equation.DSMT4">
                  <p:embed/>
                </p:oleObj>
              </mc:Choice>
              <mc:Fallback>
                <p:oleObj name="Equation" r:id="rId16" imgW="23164800" imgH="12801600" progId="Equation.DSMT4">
                  <p:embed/>
                  <p:pic>
                    <p:nvPicPr>
                      <p:cNvPr id="0" name="图片 23559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798094" y="3887564"/>
                        <a:ext cx="965200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833938" y="3899014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因此，数列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8679" y="3906634"/>
            <a:ext cx="61639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的最大值只可能在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=3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时取得，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85566" y="458112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3843338" y="4621213"/>
          <a:ext cx="1308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18" imgW="31394400" imgH="10668000" progId="Equation.DSMT4">
                  <p:embed/>
                </p:oleObj>
              </mc:Choice>
              <mc:Fallback>
                <p:oleObj name="Equation" r:id="rId18" imgW="31394400" imgH="10668000" progId="Equation.DSMT4">
                  <p:embed/>
                  <p:pic>
                    <p:nvPicPr>
                      <p:cNvPr id="0" name="图片 23560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43338" y="4621213"/>
                        <a:ext cx="13081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375920" y="4581128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故最大项为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7336554" y="4580561"/>
          <a:ext cx="520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20" imgW="12496800" imgH="10668000" progId="Equation.DSMT4">
                  <p:embed/>
                </p:oleObj>
              </mc:Choice>
              <mc:Fallback>
                <p:oleObj name="Equation" r:id="rId20" imgW="12496800" imgH="10668000" progId="Equation.DSMT4">
                  <p:embed/>
                  <p:pic>
                    <p:nvPicPr>
                      <p:cNvPr id="0" name="图片 23561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336554" y="4580561"/>
                        <a:ext cx="5207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2423592" y="5104348"/>
            <a:ext cx="786828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分析函数时应尽量画草图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用草图检验结果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2636955" y="6339800"/>
            <a:ext cx="303906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2624890" y="5627568"/>
            <a:ext cx="12575" cy="68175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任意多边形 42"/>
          <p:cNvSpPr/>
          <p:nvPr/>
        </p:nvSpPr>
        <p:spPr>
          <a:xfrm>
            <a:off x="2780044" y="5857645"/>
            <a:ext cx="2692958" cy="412526"/>
          </a:xfrm>
          <a:custGeom>
            <a:avLst/>
            <a:gdLst>
              <a:gd name="connsiteX0" fmla="*/ 0 w 2692958"/>
              <a:gd name="connsiteY0" fmla="*/ 251753 h 412526"/>
              <a:gd name="connsiteX1" fmla="*/ 582804 w 2692958"/>
              <a:gd name="connsiteY1" fmla="*/ 544 h 412526"/>
              <a:gd name="connsiteX2" fmla="*/ 1627833 w 2692958"/>
              <a:gd name="connsiteY2" fmla="*/ 312043 h 412526"/>
              <a:gd name="connsiteX3" fmla="*/ 2692958 w 2692958"/>
              <a:gd name="connsiteY3" fmla="*/ 412526 h 41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958" h="412526">
                <a:moveTo>
                  <a:pt x="0" y="251753"/>
                </a:moveTo>
                <a:cubicBezTo>
                  <a:pt x="155749" y="121124"/>
                  <a:pt x="311499" y="-9504"/>
                  <a:pt x="582804" y="544"/>
                </a:cubicBezTo>
                <a:cubicBezTo>
                  <a:pt x="854109" y="10592"/>
                  <a:pt x="1276141" y="243379"/>
                  <a:pt x="1627833" y="312043"/>
                </a:cubicBezTo>
                <a:cubicBezTo>
                  <a:pt x="1979525" y="380707"/>
                  <a:pt x="2336241" y="396616"/>
                  <a:pt x="2692958" y="412526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11" grpId="0"/>
      <p:bldP spid="19" grpId="0"/>
      <p:bldP spid="20" grpId="0"/>
      <p:bldP spid="21" grpId="0"/>
      <p:bldP spid="24" grpId="0"/>
      <p:bldP spid="25" grpId="0"/>
      <p:bldP spid="27" grpId="0"/>
      <p:bldP spid="30" grpId="0"/>
      <p:bldP spid="31" grpId="0"/>
      <p:bldP spid="32" grpId="0"/>
      <p:bldP spid="35" grpId="0"/>
      <p:bldP spid="38" grpId="0" bldLvl="0" animBg="1"/>
      <p:bldP spid="43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4054" y="252393"/>
            <a:ext cx="486219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思考（书上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P171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思考题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3.3.2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75520" y="783868"/>
            <a:ext cx="87849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如果可导函数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在点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极小值，能否推得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1293" y="1247041"/>
            <a:ext cx="37191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两侧“左负右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正”？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02450" y="1303258"/>
            <a:ext cx="17018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不能保证</a:t>
            </a: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975922" y="2734196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333676" y="409412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976115" y="4974570"/>
            <a:ext cx="76225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即在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的任何邻域并不单调而是剧烈振荡的．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085030" y="2303998"/>
          <a:ext cx="4667250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114300000" imgH="34137600" progId="Equation.DSMT4">
                  <p:embed/>
                </p:oleObj>
              </mc:Choice>
              <mc:Fallback>
                <p:oleObj name="Equation" r:id="rId1" imgW="114300000" imgH="341376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85030" y="2303998"/>
                        <a:ext cx="4667250" cy="1430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079069" y="3939176"/>
          <a:ext cx="53371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130454400" imgH="20116800" progId="Equation.DSMT4">
                  <p:embed/>
                </p:oleObj>
              </mc:Choice>
              <mc:Fallback>
                <p:oleObj name="Equation" r:id="rId3" imgW="130454400" imgH="201168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9069" y="3939176"/>
                        <a:ext cx="533717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Group 31"/>
          <p:cNvGrpSpPr/>
          <p:nvPr/>
        </p:nvGrpSpPr>
        <p:grpSpPr bwMode="auto">
          <a:xfrm>
            <a:off x="8606446" y="1639524"/>
            <a:ext cx="2378718" cy="2611042"/>
            <a:chOff x="6999" y="7576"/>
            <a:chExt cx="3131" cy="3204"/>
          </a:xfrm>
        </p:grpSpPr>
        <p:graphicFrame>
          <p:nvGraphicFramePr>
            <p:cNvPr id="43" name="对象 42"/>
            <p:cNvGraphicFramePr>
              <a:graphicFrameLocks noChangeAspect="1"/>
            </p:cNvGraphicFramePr>
            <p:nvPr/>
          </p:nvGraphicFramePr>
          <p:xfrm>
            <a:off x="7311" y="7576"/>
            <a:ext cx="2819" cy="9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9" name="Equation" r:id="rId5" imgW="48768000" imgH="15849600" progId="Equation.DSMT4">
                    <p:embed/>
                  </p:oleObj>
                </mc:Choice>
                <mc:Fallback>
                  <p:oleObj name="Equation" r:id="rId5" imgW="48768000" imgH="15849600" progId="Equation.DSMT4">
                    <p:embed/>
                    <p:pic>
                      <p:nvPicPr>
                        <p:cNvPr id="0" name="图片 245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311" y="7576"/>
                          <a:ext cx="2819" cy="9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4" name="Group 33"/>
            <p:cNvGrpSpPr/>
            <p:nvPr/>
          </p:nvGrpSpPr>
          <p:grpSpPr bwMode="auto">
            <a:xfrm>
              <a:off x="6999" y="7872"/>
              <a:ext cx="2743" cy="2908"/>
              <a:chOff x="4643" y="7949"/>
              <a:chExt cx="2743" cy="2908"/>
            </a:xfrm>
          </p:grpSpPr>
          <p:grpSp>
            <p:nvGrpSpPr>
              <p:cNvPr id="45" name="Group 34"/>
              <p:cNvGrpSpPr/>
              <p:nvPr/>
            </p:nvGrpSpPr>
            <p:grpSpPr bwMode="auto">
              <a:xfrm>
                <a:off x="4834" y="8985"/>
                <a:ext cx="2520" cy="1872"/>
                <a:chOff x="4230" y="1608"/>
                <a:chExt cx="2520" cy="1872"/>
              </a:xfrm>
            </p:grpSpPr>
            <p:grpSp>
              <p:nvGrpSpPr>
                <p:cNvPr id="48" name="Group 35"/>
                <p:cNvGrpSpPr/>
                <p:nvPr/>
              </p:nvGrpSpPr>
              <p:grpSpPr bwMode="auto">
                <a:xfrm>
                  <a:off x="4230" y="1608"/>
                  <a:ext cx="2520" cy="1872"/>
                  <a:chOff x="4230" y="1608"/>
                  <a:chExt cx="2520" cy="1872"/>
                </a:xfrm>
              </p:grpSpPr>
              <p:sp>
                <p:nvSpPr>
                  <p:cNvPr id="53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4230" y="3012"/>
                    <a:ext cx="252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" name="Line 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386" y="1608"/>
                    <a:ext cx="0" cy="187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/>
                  </a:p>
                </p:txBody>
              </p:sp>
            </p:grpSp>
            <p:graphicFrame>
              <p:nvGraphicFramePr>
                <p:cNvPr id="49" name="对象 48"/>
                <p:cNvGraphicFramePr>
                  <a:graphicFrameLocks noChangeAspect="1"/>
                </p:cNvGraphicFramePr>
                <p:nvPr/>
              </p:nvGraphicFramePr>
              <p:xfrm>
                <a:off x="5404" y="2982"/>
                <a:ext cx="282" cy="3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580" name="Equation" r:id="rId7" imgW="3048000" imgH="3352800" progId="Equation.DSMT4">
                        <p:embed/>
                      </p:oleObj>
                    </mc:Choice>
                    <mc:Fallback>
                      <p:oleObj name="Equation" r:id="rId7" imgW="3048000" imgH="3352800" progId="Equation.DSMT4">
                        <p:embed/>
                        <p:pic>
                          <p:nvPicPr>
                            <p:cNvPr id="0" name="图片 24579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404" y="2982"/>
                              <a:ext cx="282" cy="312"/>
                            </a:xfrm>
                            <a:prstGeom prst="rect">
                              <a:avLst/>
                            </a:prstGeom>
                            <a:noFill/>
                            <a:ln w="2857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0" name="对象 49"/>
                <p:cNvGraphicFramePr>
                  <a:graphicFrameLocks noChangeAspect="1"/>
                </p:cNvGraphicFramePr>
                <p:nvPr/>
              </p:nvGraphicFramePr>
              <p:xfrm>
                <a:off x="5416" y="1668"/>
                <a:ext cx="177" cy="1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581" name="Equation" r:id="rId9" imgW="3352800" imgH="3962400" progId="Equation.DSMT4">
                        <p:embed/>
                      </p:oleObj>
                    </mc:Choice>
                    <mc:Fallback>
                      <p:oleObj name="Equation" r:id="rId9" imgW="3352800" imgH="3962400" progId="Equation.DSMT4">
                        <p:embed/>
                        <p:pic>
                          <p:nvPicPr>
                            <p:cNvPr id="0" name="图片 24580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416" y="1668"/>
                              <a:ext cx="177" cy="188"/>
                            </a:xfrm>
                            <a:prstGeom prst="rect">
                              <a:avLst/>
                            </a:prstGeom>
                            <a:noFill/>
                            <a:ln w="2857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" name="对象 50"/>
                <p:cNvGraphicFramePr>
                  <a:graphicFrameLocks noChangeAspect="1"/>
                </p:cNvGraphicFramePr>
                <p:nvPr/>
              </p:nvGraphicFramePr>
              <p:xfrm>
                <a:off x="6510" y="3033"/>
                <a:ext cx="161" cy="1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582" name="Equation" r:id="rId11" imgW="3048000" imgH="3352800" progId="Equation.DSMT4">
                        <p:embed/>
                      </p:oleObj>
                    </mc:Choice>
                    <mc:Fallback>
                      <p:oleObj name="Equation" r:id="rId11" imgW="3048000" imgH="3352800" progId="Equation.DSMT4">
                        <p:embed/>
                        <p:pic>
                          <p:nvPicPr>
                            <p:cNvPr id="0" name="图片 24581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510" y="3033"/>
                              <a:ext cx="161" cy="159"/>
                            </a:xfrm>
                            <a:prstGeom prst="rect">
                              <a:avLst/>
                            </a:prstGeom>
                            <a:noFill/>
                            <a:ln w="2857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46" name="Freeform 42"/>
              <p:cNvSpPr/>
              <p:nvPr/>
            </p:nvSpPr>
            <p:spPr bwMode="auto">
              <a:xfrm>
                <a:off x="6020" y="7949"/>
                <a:ext cx="1366" cy="2203"/>
              </a:xfrm>
              <a:custGeom>
                <a:avLst/>
                <a:gdLst>
                  <a:gd name="T0" fmla="*/ 1366 w 1366"/>
                  <a:gd name="T1" fmla="*/ 493 h 2203"/>
                  <a:gd name="T2" fmla="*/ 1300 w 1366"/>
                  <a:gd name="T3" fmla="*/ 175 h 2203"/>
                  <a:gd name="T4" fmla="*/ 1236 w 1366"/>
                  <a:gd name="T5" fmla="*/ 82 h 2203"/>
                  <a:gd name="T6" fmla="*/ 1174 w 1366"/>
                  <a:gd name="T7" fmla="*/ 274 h 2203"/>
                  <a:gd name="T8" fmla="*/ 960 w 1366"/>
                  <a:gd name="T9" fmla="*/ 1729 h 2203"/>
                  <a:gd name="T10" fmla="*/ 840 w 1366"/>
                  <a:gd name="T11" fmla="*/ 1195 h 2203"/>
                  <a:gd name="T12" fmla="*/ 720 w 1366"/>
                  <a:gd name="T13" fmla="*/ 1951 h 2203"/>
                  <a:gd name="T14" fmla="*/ 640 w 1366"/>
                  <a:gd name="T15" fmla="*/ 1615 h 2203"/>
                  <a:gd name="T16" fmla="*/ 566 w 1366"/>
                  <a:gd name="T17" fmla="*/ 2032 h 2203"/>
                  <a:gd name="T18" fmla="*/ 514 w 1366"/>
                  <a:gd name="T19" fmla="*/ 1822 h 2203"/>
                  <a:gd name="T20" fmla="*/ 474 w 1366"/>
                  <a:gd name="T21" fmla="*/ 2083 h 2203"/>
                  <a:gd name="T22" fmla="*/ 430 w 1366"/>
                  <a:gd name="T23" fmla="*/ 1942 h 2203"/>
                  <a:gd name="T24" fmla="*/ 394 w 1366"/>
                  <a:gd name="T25" fmla="*/ 2116 h 2203"/>
                  <a:gd name="T26" fmla="*/ 366 w 1366"/>
                  <a:gd name="T27" fmla="*/ 2011 h 2203"/>
                  <a:gd name="T28" fmla="*/ 346 w 1366"/>
                  <a:gd name="T29" fmla="*/ 2125 h 2203"/>
                  <a:gd name="T30" fmla="*/ 316 w 1366"/>
                  <a:gd name="T31" fmla="*/ 2059 h 2203"/>
                  <a:gd name="T32" fmla="*/ 300 w 1366"/>
                  <a:gd name="T33" fmla="*/ 2143 h 2203"/>
                  <a:gd name="T34" fmla="*/ 284 w 1366"/>
                  <a:gd name="T35" fmla="*/ 2086 h 2203"/>
                  <a:gd name="T36" fmla="*/ 274 w 1366"/>
                  <a:gd name="T37" fmla="*/ 2155 h 2203"/>
                  <a:gd name="T38" fmla="*/ 254 w 1366"/>
                  <a:gd name="T39" fmla="*/ 2110 h 2203"/>
                  <a:gd name="T40" fmla="*/ 244 w 1366"/>
                  <a:gd name="T41" fmla="*/ 2161 h 2203"/>
                  <a:gd name="T42" fmla="*/ 230 w 1366"/>
                  <a:gd name="T43" fmla="*/ 2131 h 2203"/>
                  <a:gd name="T44" fmla="*/ 224 w 1366"/>
                  <a:gd name="T45" fmla="*/ 2173 h 2203"/>
                  <a:gd name="T46" fmla="*/ 204 w 1366"/>
                  <a:gd name="T47" fmla="*/ 2146 h 2203"/>
                  <a:gd name="T48" fmla="*/ 200 w 1366"/>
                  <a:gd name="T49" fmla="*/ 2176 h 2203"/>
                  <a:gd name="T50" fmla="*/ 190 w 1366"/>
                  <a:gd name="T51" fmla="*/ 2149 h 2203"/>
                  <a:gd name="T52" fmla="*/ 186 w 1366"/>
                  <a:gd name="T53" fmla="*/ 2185 h 2203"/>
                  <a:gd name="T54" fmla="*/ 176 w 1366"/>
                  <a:gd name="T55" fmla="*/ 2161 h 2203"/>
                  <a:gd name="T56" fmla="*/ 174 w 1366"/>
                  <a:gd name="T57" fmla="*/ 2182 h 2203"/>
                  <a:gd name="T58" fmla="*/ 156 w 1366"/>
                  <a:gd name="T59" fmla="*/ 2167 h 2203"/>
                  <a:gd name="T60" fmla="*/ 150 w 1366"/>
                  <a:gd name="T61" fmla="*/ 2191 h 2203"/>
                  <a:gd name="T62" fmla="*/ 140 w 1366"/>
                  <a:gd name="T63" fmla="*/ 2170 h 2203"/>
                  <a:gd name="T64" fmla="*/ 136 w 1366"/>
                  <a:gd name="T65" fmla="*/ 2191 h 2203"/>
                  <a:gd name="T66" fmla="*/ 100 w 1366"/>
                  <a:gd name="T67" fmla="*/ 2197 h 2203"/>
                  <a:gd name="T68" fmla="*/ 80 w 1366"/>
                  <a:gd name="T69" fmla="*/ 2182 h 2203"/>
                  <a:gd name="T70" fmla="*/ 66 w 1366"/>
                  <a:gd name="T71" fmla="*/ 2197 h 2203"/>
                  <a:gd name="T72" fmla="*/ 44 w 1366"/>
                  <a:gd name="T73" fmla="*/ 2200 h 2203"/>
                  <a:gd name="T74" fmla="*/ 26 w 1366"/>
                  <a:gd name="T75" fmla="*/ 2200 h 2203"/>
                  <a:gd name="T76" fmla="*/ 0 w 1366"/>
                  <a:gd name="T77" fmla="*/ 2203 h 2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6" h="2203">
                    <a:moveTo>
                      <a:pt x="1366" y="493"/>
                    </a:moveTo>
                    <a:cubicBezTo>
                      <a:pt x="1344" y="368"/>
                      <a:pt x="1322" y="243"/>
                      <a:pt x="1300" y="175"/>
                    </a:cubicBezTo>
                    <a:cubicBezTo>
                      <a:pt x="1278" y="107"/>
                      <a:pt x="1257" y="66"/>
                      <a:pt x="1236" y="82"/>
                    </a:cubicBezTo>
                    <a:cubicBezTo>
                      <a:pt x="1215" y="98"/>
                      <a:pt x="1220" y="0"/>
                      <a:pt x="1174" y="274"/>
                    </a:cubicBezTo>
                    <a:cubicBezTo>
                      <a:pt x="1128" y="548"/>
                      <a:pt x="1016" y="1575"/>
                      <a:pt x="960" y="1729"/>
                    </a:cubicBezTo>
                    <a:cubicBezTo>
                      <a:pt x="904" y="1883"/>
                      <a:pt x="880" y="1158"/>
                      <a:pt x="840" y="1195"/>
                    </a:cubicBezTo>
                    <a:cubicBezTo>
                      <a:pt x="800" y="1232"/>
                      <a:pt x="753" y="1881"/>
                      <a:pt x="720" y="1951"/>
                    </a:cubicBezTo>
                    <a:cubicBezTo>
                      <a:pt x="687" y="2021"/>
                      <a:pt x="666" y="1602"/>
                      <a:pt x="640" y="1615"/>
                    </a:cubicBezTo>
                    <a:cubicBezTo>
                      <a:pt x="614" y="1628"/>
                      <a:pt x="587" y="1998"/>
                      <a:pt x="566" y="2032"/>
                    </a:cubicBezTo>
                    <a:cubicBezTo>
                      <a:pt x="545" y="2066"/>
                      <a:pt x="529" y="1813"/>
                      <a:pt x="514" y="1822"/>
                    </a:cubicBezTo>
                    <a:cubicBezTo>
                      <a:pt x="499" y="1831"/>
                      <a:pt x="488" y="2063"/>
                      <a:pt x="474" y="2083"/>
                    </a:cubicBezTo>
                    <a:cubicBezTo>
                      <a:pt x="460" y="2103"/>
                      <a:pt x="443" y="1937"/>
                      <a:pt x="430" y="1942"/>
                    </a:cubicBezTo>
                    <a:cubicBezTo>
                      <a:pt x="417" y="1947"/>
                      <a:pt x="405" y="2105"/>
                      <a:pt x="394" y="2116"/>
                    </a:cubicBezTo>
                    <a:cubicBezTo>
                      <a:pt x="383" y="2127"/>
                      <a:pt x="374" y="2009"/>
                      <a:pt x="366" y="2011"/>
                    </a:cubicBezTo>
                    <a:cubicBezTo>
                      <a:pt x="358" y="2013"/>
                      <a:pt x="354" y="2117"/>
                      <a:pt x="346" y="2125"/>
                    </a:cubicBezTo>
                    <a:cubicBezTo>
                      <a:pt x="338" y="2133"/>
                      <a:pt x="324" y="2056"/>
                      <a:pt x="316" y="2059"/>
                    </a:cubicBezTo>
                    <a:cubicBezTo>
                      <a:pt x="308" y="2062"/>
                      <a:pt x="305" y="2139"/>
                      <a:pt x="300" y="2143"/>
                    </a:cubicBezTo>
                    <a:cubicBezTo>
                      <a:pt x="295" y="2147"/>
                      <a:pt x="288" y="2084"/>
                      <a:pt x="284" y="2086"/>
                    </a:cubicBezTo>
                    <a:cubicBezTo>
                      <a:pt x="280" y="2088"/>
                      <a:pt x="279" y="2151"/>
                      <a:pt x="274" y="2155"/>
                    </a:cubicBezTo>
                    <a:cubicBezTo>
                      <a:pt x="269" y="2159"/>
                      <a:pt x="259" y="2109"/>
                      <a:pt x="254" y="2110"/>
                    </a:cubicBezTo>
                    <a:cubicBezTo>
                      <a:pt x="249" y="2111"/>
                      <a:pt x="248" y="2158"/>
                      <a:pt x="244" y="2161"/>
                    </a:cubicBezTo>
                    <a:cubicBezTo>
                      <a:pt x="240" y="2164"/>
                      <a:pt x="233" y="2129"/>
                      <a:pt x="230" y="2131"/>
                    </a:cubicBezTo>
                    <a:cubicBezTo>
                      <a:pt x="227" y="2133"/>
                      <a:pt x="228" y="2170"/>
                      <a:pt x="224" y="2173"/>
                    </a:cubicBezTo>
                    <a:cubicBezTo>
                      <a:pt x="220" y="2176"/>
                      <a:pt x="208" y="2145"/>
                      <a:pt x="204" y="2146"/>
                    </a:cubicBezTo>
                    <a:cubicBezTo>
                      <a:pt x="200" y="2147"/>
                      <a:pt x="202" y="2175"/>
                      <a:pt x="200" y="2176"/>
                    </a:cubicBezTo>
                    <a:cubicBezTo>
                      <a:pt x="198" y="2177"/>
                      <a:pt x="192" y="2148"/>
                      <a:pt x="190" y="2149"/>
                    </a:cubicBezTo>
                    <a:cubicBezTo>
                      <a:pt x="188" y="2150"/>
                      <a:pt x="188" y="2183"/>
                      <a:pt x="186" y="2185"/>
                    </a:cubicBezTo>
                    <a:cubicBezTo>
                      <a:pt x="184" y="2187"/>
                      <a:pt x="178" y="2162"/>
                      <a:pt x="176" y="2161"/>
                    </a:cubicBezTo>
                    <a:cubicBezTo>
                      <a:pt x="174" y="2160"/>
                      <a:pt x="177" y="2181"/>
                      <a:pt x="174" y="2182"/>
                    </a:cubicBezTo>
                    <a:cubicBezTo>
                      <a:pt x="171" y="2183"/>
                      <a:pt x="160" y="2166"/>
                      <a:pt x="156" y="2167"/>
                    </a:cubicBezTo>
                    <a:cubicBezTo>
                      <a:pt x="152" y="2168"/>
                      <a:pt x="153" y="2191"/>
                      <a:pt x="150" y="2191"/>
                    </a:cubicBezTo>
                    <a:cubicBezTo>
                      <a:pt x="147" y="2191"/>
                      <a:pt x="142" y="2170"/>
                      <a:pt x="140" y="2170"/>
                    </a:cubicBezTo>
                    <a:cubicBezTo>
                      <a:pt x="138" y="2170"/>
                      <a:pt x="143" y="2187"/>
                      <a:pt x="136" y="2191"/>
                    </a:cubicBezTo>
                    <a:cubicBezTo>
                      <a:pt x="129" y="2195"/>
                      <a:pt x="109" y="2199"/>
                      <a:pt x="100" y="2197"/>
                    </a:cubicBezTo>
                    <a:cubicBezTo>
                      <a:pt x="91" y="2195"/>
                      <a:pt x="86" y="2182"/>
                      <a:pt x="80" y="2182"/>
                    </a:cubicBezTo>
                    <a:cubicBezTo>
                      <a:pt x="74" y="2182"/>
                      <a:pt x="72" y="2194"/>
                      <a:pt x="66" y="2197"/>
                    </a:cubicBezTo>
                    <a:cubicBezTo>
                      <a:pt x="60" y="2200"/>
                      <a:pt x="51" y="2199"/>
                      <a:pt x="44" y="2200"/>
                    </a:cubicBezTo>
                    <a:cubicBezTo>
                      <a:pt x="37" y="2201"/>
                      <a:pt x="33" y="2199"/>
                      <a:pt x="26" y="2200"/>
                    </a:cubicBezTo>
                    <a:cubicBezTo>
                      <a:pt x="19" y="2201"/>
                      <a:pt x="5" y="2203"/>
                      <a:pt x="0" y="2203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43"/>
              <p:cNvSpPr/>
              <p:nvPr/>
            </p:nvSpPr>
            <p:spPr bwMode="auto">
              <a:xfrm flipH="1">
                <a:off x="4643" y="7949"/>
                <a:ext cx="1366" cy="2203"/>
              </a:xfrm>
              <a:custGeom>
                <a:avLst/>
                <a:gdLst>
                  <a:gd name="T0" fmla="*/ 1366 w 1366"/>
                  <a:gd name="T1" fmla="*/ 493 h 2203"/>
                  <a:gd name="T2" fmla="*/ 1300 w 1366"/>
                  <a:gd name="T3" fmla="*/ 175 h 2203"/>
                  <a:gd name="T4" fmla="*/ 1236 w 1366"/>
                  <a:gd name="T5" fmla="*/ 82 h 2203"/>
                  <a:gd name="T6" fmla="*/ 1174 w 1366"/>
                  <a:gd name="T7" fmla="*/ 274 h 2203"/>
                  <a:gd name="T8" fmla="*/ 960 w 1366"/>
                  <a:gd name="T9" fmla="*/ 1729 h 2203"/>
                  <a:gd name="T10" fmla="*/ 840 w 1366"/>
                  <a:gd name="T11" fmla="*/ 1195 h 2203"/>
                  <a:gd name="T12" fmla="*/ 720 w 1366"/>
                  <a:gd name="T13" fmla="*/ 1951 h 2203"/>
                  <a:gd name="T14" fmla="*/ 640 w 1366"/>
                  <a:gd name="T15" fmla="*/ 1615 h 2203"/>
                  <a:gd name="T16" fmla="*/ 566 w 1366"/>
                  <a:gd name="T17" fmla="*/ 2032 h 2203"/>
                  <a:gd name="T18" fmla="*/ 514 w 1366"/>
                  <a:gd name="T19" fmla="*/ 1822 h 2203"/>
                  <a:gd name="T20" fmla="*/ 474 w 1366"/>
                  <a:gd name="T21" fmla="*/ 2083 h 2203"/>
                  <a:gd name="T22" fmla="*/ 430 w 1366"/>
                  <a:gd name="T23" fmla="*/ 1942 h 2203"/>
                  <a:gd name="T24" fmla="*/ 394 w 1366"/>
                  <a:gd name="T25" fmla="*/ 2116 h 2203"/>
                  <a:gd name="T26" fmla="*/ 366 w 1366"/>
                  <a:gd name="T27" fmla="*/ 2011 h 2203"/>
                  <a:gd name="T28" fmla="*/ 346 w 1366"/>
                  <a:gd name="T29" fmla="*/ 2125 h 2203"/>
                  <a:gd name="T30" fmla="*/ 316 w 1366"/>
                  <a:gd name="T31" fmla="*/ 2059 h 2203"/>
                  <a:gd name="T32" fmla="*/ 300 w 1366"/>
                  <a:gd name="T33" fmla="*/ 2143 h 2203"/>
                  <a:gd name="T34" fmla="*/ 284 w 1366"/>
                  <a:gd name="T35" fmla="*/ 2086 h 2203"/>
                  <a:gd name="T36" fmla="*/ 274 w 1366"/>
                  <a:gd name="T37" fmla="*/ 2155 h 2203"/>
                  <a:gd name="T38" fmla="*/ 254 w 1366"/>
                  <a:gd name="T39" fmla="*/ 2110 h 2203"/>
                  <a:gd name="T40" fmla="*/ 244 w 1366"/>
                  <a:gd name="T41" fmla="*/ 2161 h 2203"/>
                  <a:gd name="T42" fmla="*/ 230 w 1366"/>
                  <a:gd name="T43" fmla="*/ 2131 h 2203"/>
                  <a:gd name="T44" fmla="*/ 224 w 1366"/>
                  <a:gd name="T45" fmla="*/ 2173 h 2203"/>
                  <a:gd name="T46" fmla="*/ 204 w 1366"/>
                  <a:gd name="T47" fmla="*/ 2146 h 2203"/>
                  <a:gd name="T48" fmla="*/ 200 w 1366"/>
                  <a:gd name="T49" fmla="*/ 2176 h 2203"/>
                  <a:gd name="T50" fmla="*/ 190 w 1366"/>
                  <a:gd name="T51" fmla="*/ 2149 h 2203"/>
                  <a:gd name="T52" fmla="*/ 186 w 1366"/>
                  <a:gd name="T53" fmla="*/ 2185 h 2203"/>
                  <a:gd name="T54" fmla="*/ 176 w 1366"/>
                  <a:gd name="T55" fmla="*/ 2161 h 2203"/>
                  <a:gd name="T56" fmla="*/ 174 w 1366"/>
                  <a:gd name="T57" fmla="*/ 2182 h 2203"/>
                  <a:gd name="T58" fmla="*/ 156 w 1366"/>
                  <a:gd name="T59" fmla="*/ 2167 h 2203"/>
                  <a:gd name="T60" fmla="*/ 150 w 1366"/>
                  <a:gd name="T61" fmla="*/ 2191 h 2203"/>
                  <a:gd name="T62" fmla="*/ 140 w 1366"/>
                  <a:gd name="T63" fmla="*/ 2170 h 2203"/>
                  <a:gd name="T64" fmla="*/ 136 w 1366"/>
                  <a:gd name="T65" fmla="*/ 2191 h 2203"/>
                  <a:gd name="T66" fmla="*/ 100 w 1366"/>
                  <a:gd name="T67" fmla="*/ 2197 h 2203"/>
                  <a:gd name="T68" fmla="*/ 80 w 1366"/>
                  <a:gd name="T69" fmla="*/ 2182 h 2203"/>
                  <a:gd name="T70" fmla="*/ 66 w 1366"/>
                  <a:gd name="T71" fmla="*/ 2197 h 2203"/>
                  <a:gd name="T72" fmla="*/ 44 w 1366"/>
                  <a:gd name="T73" fmla="*/ 2200 h 2203"/>
                  <a:gd name="T74" fmla="*/ 26 w 1366"/>
                  <a:gd name="T75" fmla="*/ 2200 h 2203"/>
                  <a:gd name="T76" fmla="*/ 0 w 1366"/>
                  <a:gd name="T77" fmla="*/ 2203 h 2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6" h="2203">
                    <a:moveTo>
                      <a:pt x="1366" y="493"/>
                    </a:moveTo>
                    <a:cubicBezTo>
                      <a:pt x="1344" y="368"/>
                      <a:pt x="1322" y="243"/>
                      <a:pt x="1300" y="175"/>
                    </a:cubicBezTo>
                    <a:cubicBezTo>
                      <a:pt x="1278" y="107"/>
                      <a:pt x="1257" y="66"/>
                      <a:pt x="1236" y="82"/>
                    </a:cubicBezTo>
                    <a:cubicBezTo>
                      <a:pt x="1215" y="98"/>
                      <a:pt x="1220" y="0"/>
                      <a:pt x="1174" y="274"/>
                    </a:cubicBezTo>
                    <a:cubicBezTo>
                      <a:pt x="1128" y="548"/>
                      <a:pt x="1016" y="1575"/>
                      <a:pt x="960" y="1729"/>
                    </a:cubicBezTo>
                    <a:cubicBezTo>
                      <a:pt x="904" y="1883"/>
                      <a:pt x="880" y="1158"/>
                      <a:pt x="840" y="1195"/>
                    </a:cubicBezTo>
                    <a:cubicBezTo>
                      <a:pt x="800" y="1232"/>
                      <a:pt x="753" y="1881"/>
                      <a:pt x="720" y="1951"/>
                    </a:cubicBezTo>
                    <a:cubicBezTo>
                      <a:pt x="687" y="2021"/>
                      <a:pt x="666" y="1602"/>
                      <a:pt x="640" y="1615"/>
                    </a:cubicBezTo>
                    <a:cubicBezTo>
                      <a:pt x="614" y="1628"/>
                      <a:pt x="587" y="1998"/>
                      <a:pt x="566" y="2032"/>
                    </a:cubicBezTo>
                    <a:cubicBezTo>
                      <a:pt x="545" y="2066"/>
                      <a:pt x="529" y="1813"/>
                      <a:pt x="514" y="1822"/>
                    </a:cubicBezTo>
                    <a:cubicBezTo>
                      <a:pt x="499" y="1831"/>
                      <a:pt x="488" y="2063"/>
                      <a:pt x="474" y="2083"/>
                    </a:cubicBezTo>
                    <a:cubicBezTo>
                      <a:pt x="460" y="2103"/>
                      <a:pt x="443" y="1937"/>
                      <a:pt x="430" y="1942"/>
                    </a:cubicBezTo>
                    <a:cubicBezTo>
                      <a:pt x="417" y="1947"/>
                      <a:pt x="405" y="2105"/>
                      <a:pt x="394" y="2116"/>
                    </a:cubicBezTo>
                    <a:cubicBezTo>
                      <a:pt x="383" y="2127"/>
                      <a:pt x="374" y="2009"/>
                      <a:pt x="366" y="2011"/>
                    </a:cubicBezTo>
                    <a:cubicBezTo>
                      <a:pt x="358" y="2013"/>
                      <a:pt x="354" y="2117"/>
                      <a:pt x="346" y="2125"/>
                    </a:cubicBezTo>
                    <a:cubicBezTo>
                      <a:pt x="338" y="2133"/>
                      <a:pt x="324" y="2056"/>
                      <a:pt x="316" y="2059"/>
                    </a:cubicBezTo>
                    <a:cubicBezTo>
                      <a:pt x="308" y="2062"/>
                      <a:pt x="305" y="2139"/>
                      <a:pt x="300" y="2143"/>
                    </a:cubicBezTo>
                    <a:cubicBezTo>
                      <a:pt x="295" y="2147"/>
                      <a:pt x="288" y="2084"/>
                      <a:pt x="284" y="2086"/>
                    </a:cubicBezTo>
                    <a:cubicBezTo>
                      <a:pt x="280" y="2088"/>
                      <a:pt x="279" y="2151"/>
                      <a:pt x="274" y="2155"/>
                    </a:cubicBezTo>
                    <a:cubicBezTo>
                      <a:pt x="269" y="2159"/>
                      <a:pt x="259" y="2109"/>
                      <a:pt x="254" y="2110"/>
                    </a:cubicBezTo>
                    <a:cubicBezTo>
                      <a:pt x="249" y="2111"/>
                      <a:pt x="248" y="2158"/>
                      <a:pt x="244" y="2161"/>
                    </a:cubicBezTo>
                    <a:cubicBezTo>
                      <a:pt x="240" y="2164"/>
                      <a:pt x="233" y="2129"/>
                      <a:pt x="230" y="2131"/>
                    </a:cubicBezTo>
                    <a:cubicBezTo>
                      <a:pt x="227" y="2133"/>
                      <a:pt x="228" y="2170"/>
                      <a:pt x="224" y="2173"/>
                    </a:cubicBezTo>
                    <a:cubicBezTo>
                      <a:pt x="220" y="2176"/>
                      <a:pt x="208" y="2145"/>
                      <a:pt x="204" y="2146"/>
                    </a:cubicBezTo>
                    <a:cubicBezTo>
                      <a:pt x="200" y="2147"/>
                      <a:pt x="202" y="2175"/>
                      <a:pt x="200" y="2176"/>
                    </a:cubicBezTo>
                    <a:cubicBezTo>
                      <a:pt x="198" y="2177"/>
                      <a:pt x="192" y="2148"/>
                      <a:pt x="190" y="2149"/>
                    </a:cubicBezTo>
                    <a:cubicBezTo>
                      <a:pt x="188" y="2150"/>
                      <a:pt x="188" y="2183"/>
                      <a:pt x="186" y="2185"/>
                    </a:cubicBezTo>
                    <a:cubicBezTo>
                      <a:pt x="184" y="2187"/>
                      <a:pt x="178" y="2162"/>
                      <a:pt x="176" y="2161"/>
                    </a:cubicBezTo>
                    <a:cubicBezTo>
                      <a:pt x="174" y="2160"/>
                      <a:pt x="177" y="2181"/>
                      <a:pt x="174" y="2182"/>
                    </a:cubicBezTo>
                    <a:cubicBezTo>
                      <a:pt x="171" y="2183"/>
                      <a:pt x="160" y="2166"/>
                      <a:pt x="156" y="2167"/>
                    </a:cubicBezTo>
                    <a:cubicBezTo>
                      <a:pt x="152" y="2168"/>
                      <a:pt x="153" y="2191"/>
                      <a:pt x="150" y="2191"/>
                    </a:cubicBezTo>
                    <a:cubicBezTo>
                      <a:pt x="147" y="2191"/>
                      <a:pt x="142" y="2170"/>
                      <a:pt x="140" y="2170"/>
                    </a:cubicBezTo>
                    <a:cubicBezTo>
                      <a:pt x="138" y="2170"/>
                      <a:pt x="143" y="2187"/>
                      <a:pt x="136" y="2191"/>
                    </a:cubicBezTo>
                    <a:cubicBezTo>
                      <a:pt x="129" y="2195"/>
                      <a:pt x="109" y="2199"/>
                      <a:pt x="100" y="2197"/>
                    </a:cubicBezTo>
                    <a:cubicBezTo>
                      <a:pt x="91" y="2195"/>
                      <a:pt x="86" y="2182"/>
                      <a:pt x="80" y="2182"/>
                    </a:cubicBezTo>
                    <a:cubicBezTo>
                      <a:pt x="74" y="2182"/>
                      <a:pt x="72" y="2194"/>
                      <a:pt x="66" y="2197"/>
                    </a:cubicBezTo>
                    <a:cubicBezTo>
                      <a:pt x="60" y="2200"/>
                      <a:pt x="51" y="2199"/>
                      <a:pt x="44" y="2200"/>
                    </a:cubicBezTo>
                    <a:cubicBezTo>
                      <a:pt x="37" y="2201"/>
                      <a:pt x="33" y="2199"/>
                      <a:pt x="26" y="2200"/>
                    </a:cubicBezTo>
                    <a:cubicBezTo>
                      <a:pt x="19" y="2201"/>
                      <a:pt x="5" y="2203"/>
                      <a:pt x="0" y="2203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9" grpId="0"/>
      <p:bldP spid="12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4629645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练习3.3.1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246438" y="908050"/>
          <a:ext cx="6715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" imgW="16459200" imgH="9448800" progId="Equation.DSMT4">
                  <p:embed/>
                </p:oleObj>
              </mc:Choice>
              <mc:Fallback>
                <p:oleObj name="Equation" r:id="rId1" imgW="16459200" imgH="94488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46438" y="908050"/>
                        <a:ext cx="671512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951284" y="809625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552315" y="889000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35661600" imgH="9753600" progId="Equation.DSMT4">
                  <p:embed/>
                </p:oleObj>
              </mc:Choice>
              <mc:Fallback>
                <p:oleObj name="Equation" r:id="rId3" imgW="35661600" imgH="9753600" progId="Equation.DSMT4">
                  <p:embed/>
                  <p:pic>
                    <p:nvPicPr>
                      <p:cNvPr id="0" name="图片 256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52315" y="889000"/>
                        <a:ext cx="1485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151559" y="831533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633964" y="879951"/>
          <a:ext cx="208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5" imgW="49987200" imgH="9753600" progId="Equation.DSMT4">
                  <p:embed/>
                </p:oleObj>
              </mc:Choice>
              <mc:Fallback>
                <p:oleObj name="Equation" r:id="rId5" imgW="49987200" imgH="9753600" progId="Equation.DSMT4">
                  <p:embed/>
                  <p:pic>
                    <p:nvPicPr>
                      <p:cNvPr id="0" name="图片 256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33964" y="879951"/>
                        <a:ext cx="2082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8554403" y="898525"/>
          <a:ext cx="165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7" imgW="39624000" imgH="9448800" progId="Equation.DSMT4">
                  <p:embed/>
                </p:oleObj>
              </mc:Choice>
              <mc:Fallback>
                <p:oleObj name="Equation" r:id="rId7" imgW="39624000" imgH="94488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54403" y="898525"/>
                        <a:ext cx="1651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757041" y="1423988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351088" y="1477328"/>
          <a:ext cx="165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9" imgW="39624000" imgH="9448800" progId="Equation.DSMT4">
                  <p:embed/>
                </p:oleObj>
              </mc:Choice>
              <mc:Fallback>
                <p:oleObj name="Equation" r:id="rId9" imgW="39624000" imgH="9448800" progId="Equation.DSMT4">
                  <p:embed/>
                  <p:pic>
                    <p:nvPicPr>
                      <p:cNvPr id="0" name="图片 2560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51088" y="1477328"/>
                        <a:ext cx="1651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966841" y="1423988"/>
            <a:ext cx="3581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的大小顺序是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       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1737938" y="2017055"/>
          <a:ext cx="43529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1" imgW="104546400" imgH="9753600" progId="Equation.DSMT4">
                  <p:embed/>
                </p:oleObj>
              </mc:Choice>
              <mc:Fallback>
                <p:oleObj name="Equation" r:id="rId11" imgW="104546400" imgH="9753600" progId="Equation.DSMT4">
                  <p:embed/>
                  <p:pic>
                    <p:nvPicPr>
                      <p:cNvPr id="0" name="图片 2560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37938" y="2017055"/>
                        <a:ext cx="4352925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6286500" y="2017055"/>
          <a:ext cx="43529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3" imgW="104546400" imgH="9753600" progId="Equation.DSMT4">
                  <p:embed/>
                </p:oleObj>
              </mc:Choice>
              <mc:Fallback>
                <p:oleObj name="Equation" r:id="rId13" imgW="104546400" imgH="9753600" progId="Equation.DSMT4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86500" y="2017055"/>
                        <a:ext cx="4352925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1737938" y="2528900"/>
          <a:ext cx="43513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15" imgW="104546400" imgH="9753600" progId="Equation.DSMT4">
                  <p:embed/>
                </p:oleObj>
              </mc:Choice>
              <mc:Fallback>
                <p:oleObj name="Equation" r:id="rId15" imgW="104546400" imgH="97536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37938" y="2528900"/>
                        <a:ext cx="4351338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286500" y="2528900"/>
          <a:ext cx="438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17" imgW="105156000" imgH="9753600" progId="Equation.DSMT4">
                  <p:embed/>
                </p:oleObj>
              </mc:Choice>
              <mc:Fallback>
                <p:oleObj name="Equation" r:id="rId17" imgW="105156000" imgH="9753600" progId="Equation.DSMT4">
                  <p:embed/>
                  <p:pic>
                    <p:nvPicPr>
                      <p:cNvPr id="0" name="图片 2560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86500" y="2528900"/>
                        <a:ext cx="4381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823841" y="3102298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583832" y="3108172"/>
          <a:ext cx="852496" cy="477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19" imgW="8839200" imgH="4876800" progId="Equation.DSMT4">
                  <p:embed/>
                </p:oleObj>
              </mc:Choice>
              <mc:Fallback>
                <p:oleObj name="Equation" r:id="rId19" imgW="8839200" imgH="4876800" progId="Equation.DSMT4">
                  <p:embed/>
                  <p:pic>
                    <p:nvPicPr>
                      <p:cNvPr id="0" name="图片 2560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83832" y="3108172"/>
                        <a:ext cx="852496" cy="4779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5414641" y="3068960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单调增加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719736" y="3743172"/>
          <a:ext cx="4383037" cy="477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Equation" r:id="rId21" imgW="45720000" imgH="4876800" progId="Equation.DSMT4">
                  <p:embed/>
                </p:oleObj>
              </mc:Choice>
              <mc:Fallback>
                <p:oleObj name="Equation" r:id="rId21" imgW="45720000" imgH="4876800" progId="Equation.DSMT4">
                  <p:embed/>
                  <p:pic>
                    <p:nvPicPr>
                      <p:cNvPr id="0" name="图片 2561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19736" y="3743172"/>
                        <a:ext cx="4383037" cy="4779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7167241" y="3070548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6557641" y="1454150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en-US" altLang="zh-CN" sz="2800" b="1" i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2082161" y="831850"/>
            <a:ext cx="11645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19536" y="3070548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33876" y="4206483"/>
            <a:ext cx="85623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写出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=ln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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的单调区间并判断零点的个数．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91544" y="4744308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222303" y="4806443"/>
          <a:ext cx="1238251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23" imgW="29565600" imgH="11582400" progId="Equation.DSMT4">
                  <p:embed/>
                </p:oleObj>
              </mc:Choice>
              <mc:Fallback>
                <p:oleObj name="Equation" r:id="rId23" imgW="29565600" imgH="11582400" progId="Equation.DSMT4">
                  <p:embed/>
                  <p:pic>
                    <p:nvPicPr>
                      <p:cNvPr id="0" name="图片 2561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22303" y="4806443"/>
                        <a:ext cx="1238251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468631" y="4748338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时递增，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5908288" y="4800865"/>
          <a:ext cx="15113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quation" r:id="rId25" imgW="36271200" imgH="11582400" progId="Equation.DSMT4">
                  <p:embed/>
                </p:oleObj>
              </mc:Choice>
              <mc:Fallback>
                <p:oleObj name="Equation" r:id="rId25" imgW="36271200" imgH="11582400" progId="Equation.DSMT4">
                  <p:embed/>
                  <p:pic>
                    <p:nvPicPr>
                      <p:cNvPr id="0" name="图片 2561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908288" y="4800865"/>
                        <a:ext cx="15113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7548241" y="4766596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时递减，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351584" y="5373216"/>
            <a:ext cx="45618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这两个区间上各有一个零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8256240" y="5896436"/>
            <a:ext cx="1949423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V="1">
            <a:off x="8256240" y="4869160"/>
            <a:ext cx="0" cy="136815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 40"/>
          <p:cNvSpPr/>
          <p:nvPr/>
        </p:nvSpPr>
        <p:spPr>
          <a:xfrm>
            <a:off x="8407121" y="5466107"/>
            <a:ext cx="733530" cy="804064"/>
          </a:xfrm>
          <a:custGeom>
            <a:avLst/>
            <a:gdLst>
              <a:gd name="connsiteX0" fmla="*/ 0 w 733530"/>
              <a:gd name="connsiteY0" fmla="*/ 743774 h 804064"/>
              <a:gd name="connsiteX1" fmla="*/ 271305 w 733530"/>
              <a:gd name="connsiteY1" fmla="*/ 196 h 804064"/>
              <a:gd name="connsiteX2" fmla="*/ 733530 w 733530"/>
              <a:gd name="connsiteY2" fmla="*/ 804064 h 80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530" h="804064">
                <a:moveTo>
                  <a:pt x="0" y="743774"/>
                </a:moveTo>
                <a:cubicBezTo>
                  <a:pt x="74525" y="366961"/>
                  <a:pt x="149050" y="-9852"/>
                  <a:pt x="271305" y="196"/>
                </a:cubicBezTo>
                <a:cubicBezTo>
                  <a:pt x="393560" y="10244"/>
                  <a:pt x="563545" y="407154"/>
                  <a:pt x="733530" y="804064"/>
                </a:cubicBezTo>
              </a:path>
            </a:pathLst>
          </a:cu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>
            <a:off x="8653351" y="5441589"/>
            <a:ext cx="9862" cy="48297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Object 3"/>
          <p:cNvGraphicFramePr>
            <a:graphicFrameLocks noChangeAspect="1"/>
          </p:cNvGraphicFramePr>
          <p:nvPr/>
        </p:nvGraphicFramePr>
        <p:xfrm>
          <a:off x="8642019" y="5994400"/>
          <a:ext cx="93563" cy="20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Equation" r:id="rId27" imgW="3352800" imgH="7315200" progId="Equation.DSMT4">
                  <p:embed/>
                </p:oleObj>
              </mc:Choice>
              <mc:Fallback>
                <p:oleObj name="Equation" r:id="rId27" imgW="3352800" imgH="7315200" progId="Equation.DSMT4">
                  <p:embed/>
                  <p:pic>
                    <p:nvPicPr>
                      <p:cNvPr id="0" name="Object 10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642019" y="5994400"/>
                        <a:ext cx="93563" cy="2067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8" grpId="0" autoUpdateAnimBg="0"/>
      <p:bldP spid="20" grpId="0" autoUpdateAnimBg="0"/>
      <p:bldP spid="21" grpId="0" autoUpdateAnimBg="0"/>
      <p:bldP spid="23" grpId="0"/>
      <p:bldP spid="25" grpId="0"/>
      <p:bldP spid="31" grpId="0"/>
      <p:bldP spid="34" grpId="0"/>
      <p:bldP spid="35" grpId="0"/>
      <p:bldP spid="41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043867" y="534670"/>
            <a:ext cx="8103528" cy="1076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3.3.2 曲线的凹凸性   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函数图形的描绘   曲率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18706" y="1718388"/>
            <a:ext cx="3657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4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289611" y="2409080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一．曲线的凹凸性与拐点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289611" y="3173656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二．函数图形的描绘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289611" y="3938232"/>
            <a:ext cx="618430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*三.曲线的曲率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571164" y="250617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曲线的凹凸性与拐点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516008" y="3960898"/>
            <a:ext cx="3151992" cy="2171492"/>
          </a:xfrm>
          <a:prstGeom prst="rect">
            <a:avLst/>
          </a:prstGeom>
          <a:solidFill>
            <a:srgbClr val="56B6B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631494" y="740777"/>
            <a:ext cx="38595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1.曲线凹凸性的定义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631504" y="1357929"/>
            <a:ext cx="305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3.3.2.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3"/>
          <p:cNvGraphicFramePr>
            <a:graphicFrameLocks noChangeAspect="1"/>
          </p:cNvGraphicFramePr>
          <p:nvPr/>
        </p:nvGraphicFramePr>
        <p:xfrm>
          <a:off x="4367821" y="1421905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17678400" imgH="9448800" progId="Equation.DSMT4">
                  <p:embed/>
                </p:oleObj>
              </mc:Choice>
              <mc:Fallback>
                <p:oleObj name="Equation" r:id="rId1" imgW="17678400" imgH="94488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67821" y="1421905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5020586" y="1357929"/>
            <a:ext cx="3581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5"/>
          <p:cNvGraphicFramePr>
            <a:graphicFrameLocks noChangeAspect="1"/>
          </p:cNvGraphicFramePr>
          <p:nvPr/>
        </p:nvGraphicFramePr>
        <p:xfrm>
          <a:off x="7787005" y="1402398"/>
          <a:ext cx="158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38100000" imgH="10363200" progId="Equation.DSMT4">
                  <p:embed/>
                </p:oleObj>
              </mc:Choice>
              <mc:Fallback>
                <p:oleObj name="Equation" r:id="rId3" imgW="38100000" imgH="103632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787005" y="1402398"/>
                        <a:ext cx="1587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2355491" y="1960862"/>
            <a:ext cx="2514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若恒有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7"/>
          <p:cNvGraphicFramePr>
            <a:graphicFrameLocks noChangeAspect="1"/>
          </p:cNvGraphicFramePr>
          <p:nvPr/>
        </p:nvGraphicFramePr>
        <p:xfrm>
          <a:off x="4216400" y="1879283"/>
          <a:ext cx="3937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94488000" imgH="19812000" progId="Equation.DSMT4">
                  <p:embed/>
                </p:oleObj>
              </mc:Choice>
              <mc:Fallback>
                <p:oleObj name="Equation" r:id="rId5" imgW="94488000" imgH="198120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16400" y="1879283"/>
                        <a:ext cx="39370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8259721" y="2031347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19"/>
          <p:cNvGraphicFramePr>
            <a:graphicFrameLocks noChangeAspect="1"/>
          </p:cNvGraphicFramePr>
          <p:nvPr/>
        </p:nvGraphicFramePr>
        <p:xfrm>
          <a:off x="9131935" y="2076133"/>
          <a:ext cx="106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25603200" imgH="10363200" progId="Equation.DSMT4">
                  <p:embed/>
                </p:oleObj>
              </mc:Choice>
              <mc:Fallback>
                <p:oleObj name="Equation" r:id="rId7" imgW="25603200" imgH="103632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131935" y="2076133"/>
                        <a:ext cx="1066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3003191" y="2705399"/>
            <a:ext cx="399256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图形是（向上）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凹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2431691" y="3467399"/>
            <a:ext cx="2438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若恒有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22"/>
          <p:cNvGraphicFramePr>
            <a:graphicFrameLocks noChangeAspect="1"/>
          </p:cNvGraphicFramePr>
          <p:nvPr/>
        </p:nvGraphicFramePr>
        <p:xfrm>
          <a:off x="4216400" y="3315018"/>
          <a:ext cx="3937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94488000" imgH="19812000" progId="Equation.DSMT4">
                  <p:embed/>
                </p:oleObj>
              </mc:Choice>
              <mc:Fallback>
                <p:oleObj name="Equation" r:id="rId9" imgW="94488000" imgH="198120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16400" y="3315018"/>
                        <a:ext cx="39370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8203206" y="3467399"/>
            <a:ext cx="10287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24"/>
          <p:cNvGraphicFramePr>
            <a:graphicFrameLocks noChangeAspect="1"/>
          </p:cNvGraphicFramePr>
          <p:nvPr/>
        </p:nvGraphicFramePr>
        <p:xfrm>
          <a:off x="9022080" y="3511868"/>
          <a:ext cx="106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25603200" imgH="10363200" progId="Equation.DSMT4">
                  <p:embed/>
                </p:oleObj>
              </mc:Choice>
              <mc:Fallback>
                <p:oleObj name="Equation" r:id="rId11" imgW="25603200" imgH="10363200" progId="Equation.DSMT4">
                  <p:embed/>
                  <p:pic>
                    <p:nvPicPr>
                      <p:cNvPr id="0" name="图片 2662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022080" y="3511868"/>
                        <a:ext cx="1066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1796490" y="4767244"/>
            <a:ext cx="5486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连续曲线上凹凸分界点称为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拐点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3003191" y="4141134"/>
            <a:ext cx="4279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图形是（向上）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凸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9" name="Group 27"/>
          <p:cNvGrpSpPr/>
          <p:nvPr/>
        </p:nvGrpSpPr>
        <p:grpSpPr bwMode="auto">
          <a:xfrm>
            <a:off x="7516008" y="4141115"/>
            <a:ext cx="2987675" cy="2005013"/>
            <a:chOff x="3638" y="3024"/>
            <a:chExt cx="1882" cy="1263"/>
          </a:xfrm>
          <a:solidFill>
            <a:srgbClr val="00B050"/>
          </a:solidFill>
        </p:grpSpPr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V="1">
              <a:off x="4272" y="3285"/>
              <a:ext cx="76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1" name="Group 29"/>
            <p:cNvGrpSpPr/>
            <p:nvPr/>
          </p:nvGrpSpPr>
          <p:grpSpPr bwMode="auto">
            <a:xfrm>
              <a:off x="3638" y="3024"/>
              <a:ext cx="1882" cy="1104"/>
              <a:chOff x="3638" y="3024"/>
              <a:chExt cx="1882" cy="1104"/>
            </a:xfrm>
            <a:grpFill/>
          </p:grpSpPr>
          <p:sp>
            <p:nvSpPr>
              <p:cNvPr id="40" name="Line 30"/>
              <p:cNvSpPr>
                <a:spLocks noChangeShapeType="1"/>
              </p:cNvSpPr>
              <p:nvPr/>
            </p:nvSpPr>
            <p:spPr bwMode="auto">
              <a:xfrm>
                <a:off x="3840" y="3909"/>
                <a:ext cx="163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Line 31"/>
              <p:cNvSpPr>
                <a:spLocks noChangeShapeType="1"/>
              </p:cNvSpPr>
              <p:nvPr/>
            </p:nvSpPr>
            <p:spPr bwMode="auto">
              <a:xfrm flipV="1">
                <a:off x="3840" y="3141"/>
                <a:ext cx="0" cy="76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2" name="Object 32"/>
              <p:cNvGraphicFramePr>
                <a:graphicFrameLocks noChangeAspect="1"/>
              </p:cNvGraphicFramePr>
              <p:nvPr/>
            </p:nvGraphicFramePr>
            <p:xfrm>
              <a:off x="3638" y="3024"/>
              <a:ext cx="202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31" name="公式" r:id="rId13" imgW="167005" imgH="189865" progId="Equation.3">
                      <p:embed/>
                    </p:oleObj>
                  </mc:Choice>
                  <mc:Fallback>
                    <p:oleObj name="公式" r:id="rId13" imgW="167005" imgH="189865" progId="Equation.3">
                      <p:embed/>
                      <p:pic>
                        <p:nvPicPr>
                          <p:cNvPr id="0" name="图片 2663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638" y="3024"/>
                            <a:ext cx="202" cy="23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33"/>
              <p:cNvGraphicFramePr>
                <a:graphicFrameLocks noChangeAspect="1"/>
              </p:cNvGraphicFramePr>
              <p:nvPr/>
            </p:nvGraphicFramePr>
            <p:xfrm>
              <a:off x="3658" y="3804"/>
              <a:ext cx="181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32" name="公式" r:id="rId15" imgW="144780" imgH="167005" progId="Equation.3">
                      <p:embed/>
                    </p:oleObj>
                  </mc:Choice>
                  <mc:Fallback>
                    <p:oleObj name="公式" r:id="rId15" imgW="144780" imgH="167005" progId="Equation.3">
                      <p:embed/>
                      <p:pic>
                        <p:nvPicPr>
                          <p:cNvPr id="0" name="图片 2663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658" y="3804"/>
                            <a:ext cx="181" cy="20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Object 34"/>
              <p:cNvGraphicFramePr>
                <a:graphicFrameLocks noChangeAspect="1"/>
              </p:cNvGraphicFramePr>
              <p:nvPr/>
            </p:nvGraphicFramePr>
            <p:xfrm>
              <a:off x="5339" y="3927"/>
              <a:ext cx="181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33" name="公式" r:id="rId17" imgW="144780" imgH="167005" progId="Equation.3">
                      <p:embed/>
                    </p:oleObj>
                  </mc:Choice>
                  <mc:Fallback>
                    <p:oleObj name="公式" r:id="rId17" imgW="144780" imgH="167005" progId="Equation.3">
                      <p:embed/>
                      <p:pic>
                        <p:nvPicPr>
                          <p:cNvPr id="0" name="图片 2663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339" y="3927"/>
                            <a:ext cx="181" cy="20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2" name="Group 35"/>
            <p:cNvGrpSpPr/>
            <p:nvPr/>
          </p:nvGrpSpPr>
          <p:grpSpPr bwMode="auto">
            <a:xfrm>
              <a:off x="4080" y="3141"/>
              <a:ext cx="1118" cy="1146"/>
              <a:chOff x="4080" y="3141"/>
              <a:chExt cx="1118" cy="1146"/>
            </a:xfrm>
            <a:grpFill/>
          </p:grpSpPr>
          <p:sp>
            <p:nvSpPr>
              <p:cNvPr id="33" name="Freeform 36"/>
              <p:cNvSpPr/>
              <p:nvPr/>
            </p:nvSpPr>
            <p:spPr bwMode="auto">
              <a:xfrm>
                <a:off x="4080" y="3141"/>
                <a:ext cx="1056" cy="544"/>
              </a:xfrm>
              <a:custGeom>
                <a:avLst/>
                <a:gdLst>
                  <a:gd name="T0" fmla="*/ 0 w 1056"/>
                  <a:gd name="T1" fmla="*/ 144 h 544"/>
                  <a:gd name="T2" fmla="*/ 288 w 1056"/>
                  <a:gd name="T3" fmla="*/ 384 h 544"/>
                  <a:gd name="T4" fmla="*/ 672 w 1056"/>
                  <a:gd name="T5" fmla="*/ 480 h 544"/>
                  <a:gd name="T6" fmla="*/ 1056 w 1056"/>
                  <a:gd name="T7" fmla="*/ 0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56" h="544">
                    <a:moveTo>
                      <a:pt x="0" y="144"/>
                    </a:moveTo>
                    <a:cubicBezTo>
                      <a:pt x="88" y="236"/>
                      <a:pt x="176" y="328"/>
                      <a:pt x="288" y="384"/>
                    </a:cubicBezTo>
                    <a:cubicBezTo>
                      <a:pt x="400" y="440"/>
                      <a:pt x="544" y="544"/>
                      <a:pt x="672" y="480"/>
                    </a:cubicBezTo>
                    <a:cubicBezTo>
                      <a:pt x="800" y="416"/>
                      <a:pt x="992" y="80"/>
                      <a:pt x="1056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Line 37"/>
              <p:cNvSpPr>
                <a:spLocks noChangeShapeType="1"/>
              </p:cNvSpPr>
              <p:nvPr/>
            </p:nvSpPr>
            <p:spPr bwMode="auto">
              <a:xfrm>
                <a:off x="4272" y="3477"/>
                <a:ext cx="0" cy="43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Line 38"/>
              <p:cNvSpPr>
                <a:spLocks noChangeShapeType="1"/>
              </p:cNvSpPr>
              <p:nvPr/>
            </p:nvSpPr>
            <p:spPr bwMode="auto">
              <a:xfrm>
                <a:off x="5040" y="3285"/>
                <a:ext cx="0" cy="624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Line 39"/>
              <p:cNvSpPr>
                <a:spLocks noChangeShapeType="1"/>
              </p:cNvSpPr>
              <p:nvPr/>
            </p:nvSpPr>
            <p:spPr bwMode="auto">
              <a:xfrm flipV="1">
                <a:off x="4656" y="3628"/>
                <a:ext cx="0" cy="279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7" name="Object 40"/>
              <p:cNvGraphicFramePr>
                <a:graphicFrameLocks noChangeAspect="1"/>
              </p:cNvGraphicFramePr>
              <p:nvPr/>
            </p:nvGraphicFramePr>
            <p:xfrm>
              <a:off x="4944" y="3847"/>
              <a:ext cx="254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34" name="公式" r:id="rId19" imgW="212090" imgH="256540" progId="Equation.3">
                      <p:embed/>
                    </p:oleObj>
                  </mc:Choice>
                  <mc:Fallback>
                    <p:oleObj name="公式" r:id="rId19" imgW="212090" imgH="256540" progId="Equation.3">
                      <p:embed/>
                      <p:pic>
                        <p:nvPicPr>
                          <p:cNvPr id="0" name="图片 2663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944" y="3847"/>
                            <a:ext cx="254" cy="30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Object 41"/>
              <p:cNvGraphicFramePr>
                <a:graphicFrameLocks noChangeAspect="1"/>
              </p:cNvGraphicFramePr>
              <p:nvPr/>
            </p:nvGraphicFramePr>
            <p:xfrm>
              <a:off x="4176" y="3841"/>
              <a:ext cx="217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35" name="公式" r:id="rId21" imgW="178435" imgH="256540" progId="Equation.3">
                      <p:embed/>
                    </p:oleObj>
                  </mc:Choice>
                  <mc:Fallback>
                    <p:oleObj name="公式" r:id="rId21" imgW="178435" imgH="256540" progId="Equation.3">
                      <p:embed/>
                      <p:pic>
                        <p:nvPicPr>
                          <p:cNvPr id="0" name="图片 2663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176" y="3841"/>
                            <a:ext cx="217" cy="30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42"/>
              <p:cNvGraphicFramePr>
                <a:graphicFrameLocks noChangeAspect="1"/>
              </p:cNvGraphicFramePr>
              <p:nvPr/>
            </p:nvGraphicFramePr>
            <p:xfrm>
              <a:off x="4416" y="3865"/>
              <a:ext cx="501" cy="4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36" name="公式" r:id="rId23" imgW="390525" imgH="323215" progId="Equation.3">
                      <p:embed/>
                    </p:oleObj>
                  </mc:Choice>
                  <mc:Fallback>
                    <p:oleObj name="公式" r:id="rId23" imgW="390525" imgH="323215" progId="Equation.3">
                      <p:embed/>
                      <p:pic>
                        <p:nvPicPr>
                          <p:cNvPr id="0" name="图片 2663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416" y="3865"/>
                            <a:ext cx="501" cy="42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5" name="Group 43"/>
          <p:cNvGrpSpPr/>
          <p:nvPr/>
        </p:nvGrpSpPr>
        <p:grpSpPr bwMode="auto">
          <a:xfrm>
            <a:off x="7379335" y="3960945"/>
            <a:ext cx="3505200" cy="2133600"/>
            <a:chOff x="3551" y="2953"/>
            <a:chExt cx="2208" cy="1344"/>
          </a:xfrm>
          <a:solidFill>
            <a:srgbClr val="00B0F0"/>
          </a:solidFill>
        </p:grpSpPr>
        <p:grpSp>
          <p:nvGrpSpPr>
            <p:cNvPr id="46" name="Group 44"/>
            <p:cNvGrpSpPr/>
            <p:nvPr/>
          </p:nvGrpSpPr>
          <p:grpSpPr bwMode="auto">
            <a:xfrm>
              <a:off x="3551" y="2953"/>
              <a:ext cx="2208" cy="1344"/>
              <a:chOff x="3552" y="2953"/>
              <a:chExt cx="2208" cy="1344"/>
            </a:xfrm>
            <a:grpFill/>
          </p:grpSpPr>
          <p:sp useBgFill="1">
            <p:nvSpPr>
              <p:cNvPr id="48" name="Rectangle 45"/>
              <p:cNvSpPr>
                <a:spLocks noChangeArrowheads="1"/>
              </p:cNvSpPr>
              <p:nvPr/>
            </p:nvSpPr>
            <p:spPr bwMode="auto">
              <a:xfrm>
                <a:off x="3552" y="2953"/>
                <a:ext cx="2208" cy="1344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9" name="Group 46"/>
              <p:cNvGrpSpPr/>
              <p:nvPr/>
            </p:nvGrpSpPr>
            <p:grpSpPr bwMode="auto">
              <a:xfrm>
                <a:off x="3638" y="3024"/>
                <a:ext cx="1882" cy="1263"/>
                <a:chOff x="3638" y="3024"/>
                <a:chExt cx="1882" cy="1263"/>
              </a:xfrm>
              <a:grpFill/>
            </p:grpSpPr>
            <p:grpSp>
              <p:nvGrpSpPr>
                <p:cNvPr id="50" name="Group 47"/>
                <p:cNvGrpSpPr/>
                <p:nvPr/>
              </p:nvGrpSpPr>
              <p:grpSpPr bwMode="auto">
                <a:xfrm>
                  <a:off x="3638" y="3024"/>
                  <a:ext cx="1882" cy="1263"/>
                  <a:chOff x="3638" y="3024"/>
                  <a:chExt cx="1882" cy="1263"/>
                </a:xfrm>
                <a:grpFill/>
              </p:grpSpPr>
              <p:grpSp>
                <p:nvGrpSpPr>
                  <p:cNvPr id="52" name="Group 48"/>
                  <p:cNvGrpSpPr/>
                  <p:nvPr/>
                </p:nvGrpSpPr>
                <p:grpSpPr bwMode="auto">
                  <a:xfrm>
                    <a:off x="3638" y="3024"/>
                    <a:ext cx="1882" cy="1104"/>
                    <a:chOff x="3638" y="3024"/>
                    <a:chExt cx="1882" cy="1104"/>
                  </a:xfrm>
                  <a:grpFill/>
                </p:grpSpPr>
                <p:sp>
                  <p:nvSpPr>
                    <p:cNvPr id="59" name="Line 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3909"/>
                      <a:ext cx="1632" cy="0"/>
                    </a:xfrm>
                    <a:prstGeom prst="line">
                      <a:avLst/>
                    </a:prstGeom>
                    <a:grpFill/>
                    <a:ln w="9525">
                      <a:solidFill>
                        <a:schemeClr val="tx1"/>
                      </a:solidFill>
                      <a:round/>
                      <a:tailEnd type="triangl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60" name="Line 5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840" y="3141"/>
                      <a:ext cx="0" cy="768"/>
                    </a:xfrm>
                    <a:prstGeom prst="line">
                      <a:avLst/>
                    </a:prstGeom>
                    <a:grpFill/>
                    <a:ln w="9525">
                      <a:solidFill>
                        <a:schemeClr val="tx1"/>
                      </a:solidFill>
                      <a:round/>
                      <a:tailEnd type="triangl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p:txBody>
                </p:sp>
                <p:graphicFrame>
                  <p:nvGraphicFramePr>
                    <p:cNvPr id="61" name="Object 51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638" y="3024"/>
                    <a:ext cx="202" cy="23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6637" name="公式" r:id="rId25" imgW="167005" imgH="189865" progId="Equation.3">
                            <p:embed/>
                          </p:oleObj>
                        </mc:Choice>
                        <mc:Fallback>
                          <p:oleObj name="公式" r:id="rId25" imgW="167005" imgH="189865" progId="Equation.3">
                            <p:embed/>
                            <p:pic>
                              <p:nvPicPr>
                                <p:cNvPr id="0" name="图片 26636"/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26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3638" y="3024"/>
                                  <a:ext cx="202" cy="236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62" name="Object 52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658" y="3804"/>
                    <a:ext cx="181" cy="20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6638" name="公式" r:id="rId27" imgW="144780" imgH="167005" progId="Equation.3">
                            <p:embed/>
                          </p:oleObj>
                        </mc:Choice>
                        <mc:Fallback>
                          <p:oleObj name="公式" r:id="rId27" imgW="144780" imgH="167005" progId="Equation.3">
                            <p:embed/>
                            <p:pic>
                              <p:nvPicPr>
                                <p:cNvPr id="0" name="图片 26637"/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2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3658" y="3804"/>
                                  <a:ext cx="181" cy="201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63" name="Object 53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5339" y="3927"/>
                    <a:ext cx="181" cy="20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6639" name="公式" r:id="rId29" imgW="144780" imgH="167005" progId="Equation.3">
                            <p:embed/>
                          </p:oleObj>
                        </mc:Choice>
                        <mc:Fallback>
                          <p:oleObj name="公式" r:id="rId29" imgW="144780" imgH="167005" progId="Equation.3">
                            <p:embed/>
                            <p:pic>
                              <p:nvPicPr>
                                <p:cNvPr id="0" name="图片 26638"/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30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5339" y="3927"/>
                                  <a:ext cx="181" cy="201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sp>
                <p:nvSpPr>
                  <p:cNvPr id="53" name="Freeform 54"/>
                  <p:cNvSpPr/>
                  <p:nvPr/>
                </p:nvSpPr>
                <p:spPr bwMode="auto">
                  <a:xfrm rot="10800000">
                    <a:off x="4224" y="3141"/>
                    <a:ext cx="1056" cy="544"/>
                  </a:xfrm>
                  <a:custGeom>
                    <a:avLst/>
                    <a:gdLst>
                      <a:gd name="T0" fmla="*/ 0 w 1056"/>
                      <a:gd name="T1" fmla="*/ 144 h 544"/>
                      <a:gd name="T2" fmla="*/ 288 w 1056"/>
                      <a:gd name="T3" fmla="*/ 384 h 544"/>
                      <a:gd name="T4" fmla="*/ 672 w 1056"/>
                      <a:gd name="T5" fmla="*/ 480 h 544"/>
                      <a:gd name="T6" fmla="*/ 1056 w 1056"/>
                      <a:gd name="T7" fmla="*/ 0 h 5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56" h="544">
                        <a:moveTo>
                          <a:pt x="0" y="144"/>
                        </a:moveTo>
                        <a:cubicBezTo>
                          <a:pt x="88" y="236"/>
                          <a:pt x="176" y="328"/>
                          <a:pt x="288" y="384"/>
                        </a:cubicBezTo>
                        <a:cubicBezTo>
                          <a:pt x="400" y="440"/>
                          <a:pt x="544" y="544"/>
                          <a:pt x="672" y="480"/>
                        </a:cubicBezTo>
                        <a:cubicBezTo>
                          <a:pt x="800" y="416"/>
                          <a:pt x="992" y="80"/>
                          <a:pt x="1056" y="0"/>
                        </a:cubicBezTo>
                      </a:path>
                    </a:pathLst>
                  </a:custGeom>
                  <a:grpFill/>
                  <a:ln w="19050" cmpd="sng">
                    <a:solidFill>
                      <a:srgbClr val="FF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4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272" y="3648"/>
                    <a:ext cx="0" cy="261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prstDash val="dash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5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5040" y="3360"/>
                    <a:ext cx="0" cy="549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prstDash val="dash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6" name="Line 5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56" y="3216"/>
                    <a:ext cx="0" cy="691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prstDash val="dash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graphicFrame>
                <p:nvGraphicFramePr>
                  <p:cNvPr id="57" name="Object 58"/>
                  <p:cNvGraphicFramePr>
                    <a:graphicFrameLocks noChangeAspect="1"/>
                  </p:cNvGraphicFramePr>
                  <p:nvPr/>
                </p:nvGraphicFramePr>
                <p:xfrm>
                  <a:off x="4176" y="3841"/>
                  <a:ext cx="217" cy="30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640" name="公式" r:id="rId31" imgW="178435" imgH="256540" progId="Equation.3">
                          <p:embed/>
                        </p:oleObj>
                      </mc:Choice>
                      <mc:Fallback>
                        <p:oleObj name="公式" r:id="rId31" imgW="178435" imgH="256540" progId="Equation.3">
                          <p:embed/>
                          <p:pic>
                            <p:nvPicPr>
                              <p:cNvPr id="0" name="图片 2663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176" y="3841"/>
                                <a:ext cx="217" cy="308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8" name="Object 59"/>
                  <p:cNvGraphicFramePr>
                    <a:graphicFrameLocks noChangeAspect="1"/>
                  </p:cNvGraphicFramePr>
                  <p:nvPr/>
                </p:nvGraphicFramePr>
                <p:xfrm>
                  <a:off x="4416" y="3865"/>
                  <a:ext cx="501" cy="42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641" name="公式" r:id="rId33" imgW="390525" imgH="323215" progId="Equation.3">
                          <p:embed/>
                        </p:oleObj>
                      </mc:Choice>
                      <mc:Fallback>
                        <p:oleObj name="公式" r:id="rId33" imgW="390525" imgH="323215" progId="Equation.3">
                          <p:embed/>
                          <p:pic>
                            <p:nvPicPr>
                              <p:cNvPr id="0" name="图片 26640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416" y="3865"/>
                                <a:ext cx="501" cy="422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51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4272" y="3360"/>
                  <a:ext cx="768" cy="288"/>
                </a:xfrm>
                <a:prstGeom prst="line">
                  <a:avLst/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graphicFrame>
          <p:nvGraphicFramePr>
            <p:cNvPr id="47" name="Object 61"/>
            <p:cNvGraphicFramePr>
              <a:graphicFrameLocks noChangeAspect="1"/>
            </p:cNvGraphicFramePr>
            <p:nvPr/>
          </p:nvGraphicFramePr>
          <p:xfrm>
            <a:off x="4944" y="3847"/>
            <a:ext cx="25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2" name="公式" r:id="rId35" imgW="212090" imgH="256540" progId="Equation.3">
                    <p:embed/>
                  </p:oleObj>
                </mc:Choice>
                <mc:Fallback>
                  <p:oleObj name="公式" r:id="rId35" imgW="212090" imgH="256540" progId="Equation.3">
                    <p:embed/>
                    <p:pic>
                      <p:nvPicPr>
                        <p:cNvPr id="0" name="图片 266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4944" y="3847"/>
                          <a:ext cx="254" cy="3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Group 62"/>
          <p:cNvGrpSpPr/>
          <p:nvPr/>
        </p:nvGrpSpPr>
        <p:grpSpPr bwMode="auto">
          <a:xfrm>
            <a:off x="7455492" y="4069995"/>
            <a:ext cx="3200400" cy="1981200"/>
            <a:chOff x="3558" y="3216"/>
            <a:chExt cx="2016" cy="1248"/>
          </a:xfrm>
          <a:solidFill>
            <a:srgbClr val="92D050"/>
          </a:solidFill>
        </p:grpSpPr>
        <p:sp useBgFill="1">
          <p:nvSpPr>
            <p:cNvPr id="65" name="Rectangle 63"/>
            <p:cNvSpPr>
              <a:spLocks noChangeArrowheads="1"/>
            </p:cNvSpPr>
            <p:nvPr/>
          </p:nvSpPr>
          <p:spPr bwMode="auto">
            <a:xfrm>
              <a:off x="3558" y="3216"/>
              <a:ext cx="2016" cy="124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6" name="Group 64"/>
            <p:cNvGrpSpPr/>
            <p:nvPr/>
          </p:nvGrpSpPr>
          <p:grpSpPr bwMode="auto">
            <a:xfrm>
              <a:off x="3661" y="3288"/>
              <a:ext cx="1822" cy="990"/>
              <a:chOff x="3661" y="3240"/>
              <a:chExt cx="1822" cy="990"/>
            </a:xfrm>
            <a:grpFill/>
          </p:grpSpPr>
          <p:sp>
            <p:nvSpPr>
              <p:cNvPr id="67" name="Line 65"/>
              <p:cNvSpPr>
                <a:spLocks noChangeShapeType="1"/>
              </p:cNvSpPr>
              <p:nvPr/>
            </p:nvSpPr>
            <p:spPr bwMode="auto">
              <a:xfrm>
                <a:off x="3846" y="4072"/>
                <a:ext cx="163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Line 66"/>
              <p:cNvSpPr>
                <a:spLocks noChangeShapeType="1"/>
              </p:cNvSpPr>
              <p:nvPr/>
            </p:nvSpPr>
            <p:spPr bwMode="auto">
              <a:xfrm flipV="1">
                <a:off x="3846" y="3316"/>
                <a:ext cx="0" cy="76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69" name="Object 67"/>
              <p:cNvGraphicFramePr>
                <a:graphicFrameLocks noChangeAspect="1"/>
              </p:cNvGraphicFramePr>
              <p:nvPr/>
            </p:nvGraphicFramePr>
            <p:xfrm>
              <a:off x="3661" y="3240"/>
              <a:ext cx="202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43" name="公式" r:id="rId37" imgW="167005" imgH="189865" progId="Equation.3">
                      <p:embed/>
                    </p:oleObj>
                  </mc:Choice>
                  <mc:Fallback>
                    <p:oleObj name="公式" r:id="rId37" imgW="167005" imgH="189865" progId="Equation.3">
                      <p:embed/>
                      <p:pic>
                        <p:nvPicPr>
                          <p:cNvPr id="0" name="图片 2664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3661" y="3240"/>
                            <a:ext cx="202" cy="23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0" name="Object 68"/>
              <p:cNvGraphicFramePr>
                <a:graphicFrameLocks noChangeAspect="1"/>
              </p:cNvGraphicFramePr>
              <p:nvPr/>
            </p:nvGraphicFramePr>
            <p:xfrm>
              <a:off x="3671" y="3968"/>
              <a:ext cx="181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44" name="公式" r:id="rId39" imgW="144780" imgH="167005" progId="Equation.3">
                      <p:embed/>
                    </p:oleObj>
                  </mc:Choice>
                  <mc:Fallback>
                    <p:oleObj name="公式" r:id="rId39" imgW="144780" imgH="167005" progId="Equation.3">
                      <p:embed/>
                      <p:pic>
                        <p:nvPicPr>
                          <p:cNvPr id="0" name="图片 2664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3671" y="3968"/>
                            <a:ext cx="181" cy="20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Object 69"/>
              <p:cNvGraphicFramePr>
                <a:graphicFrameLocks noChangeAspect="1"/>
              </p:cNvGraphicFramePr>
              <p:nvPr/>
            </p:nvGraphicFramePr>
            <p:xfrm>
              <a:off x="5302" y="4029"/>
              <a:ext cx="181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45" name="公式" r:id="rId41" imgW="144780" imgH="167005" progId="Equation.3">
                      <p:embed/>
                    </p:oleObj>
                  </mc:Choice>
                  <mc:Fallback>
                    <p:oleObj name="公式" r:id="rId41" imgW="144780" imgH="167005" progId="Equation.3">
                      <p:embed/>
                      <p:pic>
                        <p:nvPicPr>
                          <p:cNvPr id="0" name="图片 2664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5302" y="4029"/>
                            <a:ext cx="181" cy="20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72" name="Freeform 70"/>
          <p:cNvSpPr/>
          <p:nvPr/>
        </p:nvSpPr>
        <p:spPr bwMode="auto">
          <a:xfrm>
            <a:off x="8203099" y="4549077"/>
            <a:ext cx="1676400" cy="812800"/>
          </a:xfrm>
          <a:custGeom>
            <a:avLst/>
            <a:gdLst>
              <a:gd name="T0" fmla="*/ 0 w 1056"/>
              <a:gd name="T1" fmla="*/ 360 h 512"/>
              <a:gd name="T2" fmla="*/ 240 w 1056"/>
              <a:gd name="T3" fmla="*/ 504 h 512"/>
              <a:gd name="T4" fmla="*/ 432 w 1056"/>
              <a:gd name="T5" fmla="*/ 408 h 512"/>
              <a:gd name="T6" fmla="*/ 480 w 1056"/>
              <a:gd name="T7" fmla="*/ 264 h 512"/>
              <a:gd name="T8" fmla="*/ 576 w 1056"/>
              <a:gd name="T9" fmla="*/ 72 h 512"/>
              <a:gd name="T10" fmla="*/ 816 w 1056"/>
              <a:gd name="T11" fmla="*/ 24 h 512"/>
              <a:gd name="T12" fmla="*/ 1056 w 1056"/>
              <a:gd name="T13" fmla="*/ 216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56" h="512">
                <a:moveTo>
                  <a:pt x="0" y="360"/>
                </a:moveTo>
                <a:cubicBezTo>
                  <a:pt x="84" y="428"/>
                  <a:pt x="168" y="496"/>
                  <a:pt x="240" y="504"/>
                </a:cubicBezTo>
                <a:cubicBezTo>
                  <a:pt x="312" y="512"/>
                  <a:pt x="392" y="448"/>
                  <a:pt x="432" y="408"/>
                </a:cubicBezTo>
                <a:cubicBezTo>
                  <a:pt x="472" y="368"/>
                  <a:pt x="456" y="320"/>
                  <a:pt x="480" y="264"/>
                </a:cubicBezTo>
                <a:cubicBezTo>
                  <a:pt x="504" y="208"/>
                  <a:pt x="520" y="112"/>
                  <a:pt x="576" y="72"/>
                </a:cubicBezTo>
                <a:cubicBezTo>
                  <a:pt x="632" y="32"/>
                  <a:pt x="736" y="0"/>
                  <a:pt x="816" y="24"/>
                </a:cubicBezTo>
                <a:cubicBezTo>
                  <a:pt x="896" y="48"/>
                  <a:pt x="1016" y="184"/>
                  <a:pt x="1056" y="21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3" name="Oval 71"/>
          <p:cNvSpPr>
            <a:spLocks noChangeArrowheads="1"/>
          </p:cNvSpPr>
          <p:nvPr/>
        </p:nvSpPr>
        <p:spPr bwMode="auto">
          <a:xfrm>
            <a:off x="8950716" y="4921371"/>
            <a:ext cx="71437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 bldLvl="0" animBg="1" autoUpdateAnimBg="0"/>
      <p:bldP spid="16" grpId="0" bldLvl="0" animBg="1" autoUpdateAnimBg="0"/>
      <p:bldP spid="18" grpId="0" bldLvl="0" animBg="1" autoUpdateAnimBg="0"/>
      <p:bldP spid="20" grpId="0" autoUpdateAnimBg="0" build="p"/>
      <p:bldP spid="22" grpId="0" bldLvl="0" animBg="1" autoUpdateAnimBg="0"/>
      <p:bldP spid="23" grpId="0" bldLvl="0" animBg="1" autoUpdateAnimBg="0"/>
      <p:bldP spid="25" grpId="0" autoUpdateAnimBg="0" uiExpand="1" build="p"/>
      <p:bldP spid="27" grpId="0" autoUpdateAnimBg="0" build="p"/>
      <p:bldP spid="28" grpId="0" bldLvl="0" animBg="1" autoUpdateAnimBg="0"/>
      <p:bldP spid="72" grpId="0" bldLvl="0" animBg="1"/>
      <p:bldP spid="73" grpId="0" bldLvl="0" animBg="1"/>
      <p:bldP spid="7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1831498" y="3090227"/>
            <a:ext cx="21971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(已证）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Rectangle 22"/>
          <p:cNvSpPr>
            <a:spLocks noChangeArrowheads="1"/>
          </p:cNvSpPr>
          <p:nvPr/>
        </p:nvSpPr>
        <p:spPr bwMode="auto">
          <a:xfrm>
            <a:off x="1786730" y="3724275"/>
            <a:ext cx="1295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2855640" y="3797300"/>
            <a:ext cx="424973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二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阶导数等于零的点</a:t>
            </a:r>
            <a:endParaRPr lang="zh-CN" altLang="en-US" sz="28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6313963" y="3797935"/>
            <a:ext cx="7921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25"/>
          <p:cNvSpPr txBox="1">
            <a:spLocks noChangeArrowheads="1"/>
          </p:cNvSpPr>
          <p:nvPr/>
        </p:nvSpPr>
        <p:spPr bwMode="auto">
          <a:xfrm>
            <a:off x="2869405" y="4446587"/>
            <a:ext cx="51101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都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可能</a:t>
            </a: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是凹凸区间的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分界点</a:t>
            </a:r>
            <a:endParaRPr lang="zh-CN" altLang="en-US" sz="2800" b="1">
              <a:solidFill>
                <a:srgbClr val="FF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26"/>
          <p:cNvSpPr txBox="1">
            <a:spLocks noChangeArrowheads="1"/>
          </p:cNvSpPr>
          <p:nvPr/>
        </p:nvSpPr>
        <p:spPr bwMode="auto">
          <a:xfrm>
            <a:off x="6884510" y="3798252"/>
            <a:ext cx="36004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二阶导数不存在的点</a:t>
            </a:r>
            <a:endParaRPr lang="zh-CN" altLang="en-US" sz="28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2804318" y="5173662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28"/>
          <p:cNvGraphicFramePr>
            <a:graphicFrameLocks noChangeAspect="1"/>
          </p:cNvGraphicFramePr>
          <p:nvPr/>
        </p:nvGraphicFramePr>
        <p:xfrm>
          <a:off x="3859213" y="5094288"/>
          <a:ext cx="12636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11277600" imgH="5486400" progId="Equation.DSMT4">
                  <p:embed/>
                </p:oleObj>
              </mc:Choice>
              <mc:Fallback>
                <p:oleObj name="Equation" r:id="rId1" imgW="11277600" imgH="54864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59213" y="5094288"/>
                        <a:ext cx="1263650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9"/>
          <p:cNvGraphicFramePr>
            <a:graphicFrameLocks noChangeAspect="1"/>
          </p:cNvGraphicFramePr>
          <p:nvPr/>
        </p:nvGraphicFramePr>
        <p:xfrm>
          <a:off x="5299075" y="5094288"/>
          <a:ext cx="12636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3" imgW="11277600" imgH="5486400" progId="Equation.DSMT4">
                  <p:embed/>
                </p:oleObj>
              </mc:Choice>
              <mc:Fallback>
                <p:oleObj name="Equation" r:id="rId3" imgW="11277600" imgH="5486400" progId="Equation.DSMT4">
                  <p:embed/>
                  <p:pic>
                    <p:nvPicPr>
                      <p:cNvPr id="0" name="图片 2764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99075" y="5094288"/>
                        <a:ext cx="1263650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0"/>
          <p:cNvGraphicFramePr>
            <a:graphicFrameLocks noChangeAspect="1"/>
          </p:cNvGraphicFramePr>
          <p:nvPr/>
        </p:nvGraphicFramePr>
        <p:xfrm>
          <a:off x="8362950" y="4805363"/>
          <a:ext cx="13303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5" imgW="11887200" imgH="7924800" progId="Equation.DSMT4">
                  <p:embed/>
                </p:oleObj>
              </mc:Choice>
              <mc:Fallback>
                <p:oleObj name="Equation" r:id="rId5" imgW="11887200" imgH="79248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362950" y="4805363"/>
                        <a:ext cx="133032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1"/>
          <p:cNvGraphicFramePr>
            <a:graphicFrameLocks noChangeAspect="1"/>
          </p:cNvGraphicFramePr>
          <p:nvPr/>
        </p:nvGraphicFramePr>
        <p:xfrm>
          <a:off x="6811963" y="4805363"/>
          <a:ext cx="13303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Equation" r:id="rId7" imgW="11887200" imgH="7924800" progId="Equation.DSMT4">
                  <p:embed/>
                </p:oleObj>
              </mc:Choice>
              <mc:Fallback>
                <p:oleObj name="Equation" r:id="rId7" imgW="11887200" imgH="7924800" progId="Equation.DSMT4">
                  <p:embed/>
                  <p:pic>
                    <p:nvPicPr>
                      <p:cNvPr id="0" name="图片 27651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811963" y="4805363"/>
                        <a:ext cx="133032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3"/>
          <p:cNvSpPr txBox="1">
            <a:spLocks noChangeArrowheads="1"/>
          </p:cNvSpPr>
          <p:nvPr/>
        </p:nvSpPr>
        <p:spPr bwMode="auto">
          <a:xfrm>
            <a:off x="1831180" y="546100"/>
            <a:ext cx="29749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3.3.4.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34"/>
          <p:cNvGraphicFramePr>
            <a:graphicFrameLocks noChangeAspect="1"/>
          </p:cNvGraphicFramePr>
          <p:nvPr/>
        </p:nvGraphicFramePr>
        <p:xfrm>
          <a:off x="4612397" y="610031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Equation" r:id="rId9" imgW="17678400" imgH="9448800" progId="Equation.DSMT4">
                  <p:embed/>
                </p:oleObj>
              </mc:Choice>
              <mc:Fallback>
                <p:oleObj name="Equation" r:id="rId9" imgW="17678400" imgH="9448800" progId="Equation.DSMT4">
                  <p:embed/>
                  <p:pic>
                    <p:nvPicPr>
                      <p:cNvPr id="0" name="图片 27652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12397" y="610031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5"/>
          <p:cNvGraphicFramePr>
            <a:graphicFrameLocks noChangeAspect="1"/>
          </p:cNvGraphicFramePr>
          <p:nvPr/>
        </p:nvGraphicFramePr>
        <p:xfrm>
          <a:off x="4099243" y="1659255"/>
          <a:ext cx="16906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11" imgW="15240000" imgH="4876800" progId="Equation.DSMT4">
                  <p:embed/>
                </p:oleObj>
              </mc:Choice>
              <mc:Fallback>
                <p:oleObj name="Equation" r:id="rId11" imgW="15240000" imgH="4876800" progId="Equation.DSMT4">
                  <p:embed/>
                  <p:pic>
                    <p:nvPicPr>
                      <p:cNvPr id="0" name="图片 2765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99243" y="1659255"/>
                        <a:ext cx="1690687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6"/>
          <p:cNvSpPr txBox="1">
            <a:spLocks noChangeArrowheads="1"/>
          </p:cNvSpPr>
          <p:nvPr/>
        </p:nvSpPr>
        <p:spPr bwMode="auto">
          <a:xfrm>
            <a:off x="5298832" y="546417"/>
            <a:ext cx="571023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37"/>
          <p:cNvSpPr txBox="1">
            <a:spLocks noChangeArrowheads="1"/>
          </p:cNvSpPr>
          <p:nvPr/>
        </p:nvSpPr>
        <p:spPr bwMode="auto">
          <a:xfrm>
            <a:off x="1751170" y="1661795"/>
            <a:ext cx="266541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38"/>
          <p:cNvSpPr txBox="1">
            <a:spLocks noChangeArrowheads="1"/>
          </p:cNvSpPr>
          <p:nvPr/>
        </p:nvSpPr>
        <p:spPr bwMode="auto">
          <a:xfrm>
            <a:off x="5677693" y="1668145"/>
            <a:ext cx="475138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，则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f(x)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上为凹的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39"/>
          <p:cNvSpPr txBox="1">
            <a:spLocks noChangeArrowheads="1"/>
          </p:cNvSpPr>
          <p:nvPr/>
        </p:nvSpPr>
        <p:spPr bwMode="auto">
          <a:xfrm>
            <a:off x="1786730" y="2382837"/>
            <a:ext cx="266541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40"/>
          <p:cNvSpPr txBox="1">
            <a:spLocks noChangeArrowheads="1"/>
          </p:cNvSpPr>
          <p:nvPr/>
        </p:nvSpPr>
        <p:spPr bwMode="auto">
          <a:xfrm>
            <a:off x="5677693" y="2386647"/>
            <a:ext cx="475138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，则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f(x)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上为凸的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41"/>
          <p:cNvSpPr txBox="1">
            <a:spLocks noChangeArrowheads="1"/>
          </p:cNvSpPr>
          <p:nvPr/>
        </p:nvSpPr>
        <p:spPr bwMode="auto">
          <a:xfrm>
            <a:off x="1810860" y="1068387"/>
            <a:ext cx="475138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具有一阶和二阶导数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42"/>
          <p:cNvGraphicFramePr>
            <a:graphicFrameLocks noChangeAspect="1"/>
          </p:cNvGraphicFramePr>
          <p:nvPr/>
        </p:nvGraphicFramePr>
        <p:xfrm>
          <a:off x="4099243" y="2373313"/>
          <a:ext cx="16906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13" imgW="15240000" imgH="4876800" progId="Equation.DSMT4">
                  <p:embed/>
                </p:oleObj>
              </mc:Choice>
              <mc:Fallback>
                <p:oleObj name="Equation" r:id="rId13" imgW="15240000" imgH="4876800" progId="Equation.DSMT4">
                  <p:embed/>
                  <p:pic>
                    <p:nvPicPr>
                      <p:cNvPr id="0" name="图片 27654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99243" y="2373313"/>
                        <a:ext cx="1690687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3" grpId="0" bldLvl="0" animBg="1"/>
      <p:bldP spid="4" grpId="0" autoUpdateAnimBg="0"/>
      <p:bldP spid="5" grpId="0" autoUpdateAnimBg="0"/>
      <p:bldP spid="6" grpId="0" autoUpdateAnimBg="0"/>
      <p:bldP spid="7" grpId="0"/>
      <p:bldP spid="8" grpId="0" autoUpdateAnimBg="0"/>
      <p:bldP spid="16" grpId="0" advAuto="0" autoUpdateAnimBg="0" uiExpand="1" build="p"/>
      <p:bldP spid="17" grpId="0" advAuto="0" autoUpdateAnimBg="0" uiExpand="1" build="p"/>
      <p:bldP spid="18" grpId="0" advAuto="0" autoUpdateAnimBg="0" uiExpand="1" build="p"/>
      <p:bldP spid="19" grpId="0" advAuto="0" autoUpdateAnimBg="0" build="p"/>
      <p:bldP spid="20" grpId="0" advAuto="0" autoUpdateAnimBg="0" uiExpand="1" build="p"/>
      <p:bldP spid="21" grpId="0" advAuto="0" autoUpdateAnimBg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64214" y="533083"/>
            <a:ext cx="33839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11.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证明不等式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2414905" y="1078389"/>
          <a:ext cx="8061325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75590400" imgH="11277600" progId="Equation.DSMT4">
                  <p:embed/>
                </p:oleObj>
              </mc:Choice>
              <mc:Fallback>
                <p:oleObj name="Equation" r:id="rId1" imgW="75590400" imgH="112776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14905" y="1078389"/>
                        <a:ext cx="8061325" cy="1201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264214" y="2377455"/>
            <a:ext cx="24514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证：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构造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4715193" y="2341563"/>
          <a:ext cx="39973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3" imgW="37490400" imgH="5486400" progId="Equation.DSMT4">
                  <p:embed/>
                </p:oleObj>
              </mc:Choice>
              <mc:Fallback>
                <p:oleObj name="Equation" r:id="rId3" imgW="37490400" imgH="5486400" progId="Equation.DSMT4">
                  <p:embed/>
                  <p:pic>
                    <p:nvPicPr>
                      <p:cNvPr id="0" name="图片 2867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15193" y="2341563"/>
                        <a:ext cx="3997325" cy="5857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2264594" y="3615423"/>
            <a:ext cx="130236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18"/>
          <p:cNvGraphicFramePr>
            <a:graphicFrameLocks noChangeAspect="1"/>
          </p:cNvGraphicFramePr>
          <p:nvPr/>
        </p:nvGraphicFramePr>
        <p:xfrm>
          <a:off x="3408363" y="3553778"/>
          <a:ext cx="29876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5" imgW="28041600" imgH="6096000" progId="Equation.DSMT4">
                  <p:embed/>
                </p:oleObj>
              </mc:Choice>
              <mc:Fallback>
                <p:oleObj name="Equation" r:id="rId5" imgW="28041600" imgH="6096000" progId="Equation.DSMT4">
                  <p:embed/>
                  <p:pic>
                    <p:nvPicPr>
                      <p:cNvPr id="0" name="图片 2867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08363" y="3553778"/>
                        <a:ext cx="2987675" cy="650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9"/>
          <p:cNvSpPr txBox="1">
            <a:spLocks noChangeArrowheads="1"/>
          </p:cNvSpPr>
          <p:nvPr/>
        </p:nvSpPr>
        <p:spPr bwMode="auto">
          <a:xfrm>
            <a:off x="6396480" y="3632567"/>
            <a:ext cx="151216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为凹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709823" y="2939911"/>
          <a:ext cx="3643313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7" imgW="33832800" imgH="5486400" progId="Equation.DSMT4">
                  <p:embed/>
                </p:oleObj>
              </mc:Choice>
              <mc:Fallback>
                <p:oleObj name="Equation" r:id="rId7" imgW="33832800" imgH="5486400" progId="Equation.DSMT4">
                  <p:embed/>
                  <p:pic>
                    <p:nvPicPr>
                      <p:cNvPr id="0" name="图片 28675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09823" y="2939911"/>
                        <a:ext cx="3643313" cy="601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64582" y="2996317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302353" y="4137466"/>
          <a:ext cx="8286750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9" imgW="77724000" imgH="10363200" progId="Equation.DSMT4">
                  <p:embed/>
                </p:oleObj>
              </mc:Choice>
              <mc:Fallback>
                <p:oleObj name="Equation" r:id="rId9" imgW="77724000" imgH="10363200" progId="Equation.DSMT4">
                  <p:embed/>
                  <p:pic>
                    <p:nvPicPr>
                      <p:cNvPr id="0" name="图片 2867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02353" y="4137466"/>
                        <a:ext cx="8286750" cy="11064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302694" y="545957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069590" y="5218748"/>
          <a:ext cx="3251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1" imgW="78028800" imgH="24079200" progId="Equation.DSMT4">
                  <p:embed/>
                </p:oleObj>
              </mc:Choice>
              <mc:Fallback>
                <p:oleObj name="Equation" r:id="rId11" imgW="78028800" imgH="240792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69590" y="5218748"/>
                        <a:ext cx="3251200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547614" y="5507583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 build="p"/>
      <p:bldP spid="7" grpId="0"/>
      <p:bldP spid="9" grpId="0"/>
      <p:bldP spid="11" grpId="0"/>
      <p:bldP spid="14" grpId="0"/>
      <p:bldP spid="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203076" y="3059296"/>
            <a:ext cx="5331554" cy="5232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2711624" y="2987934"/>
            <a:ext cx="1656184" cy="6570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995493" y="253932"/>
            <a:ext cx="26346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2.曲线的拐点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 Box 81"/>
          <p:cNvSpPr txBox="1">
            <a:spLocks noChangeArrowheads="1"/>
          </p:cNvSpPr>
          <p:nvPr/>
        </p:nvSpPr>
        <p:spPr bwMode="auto">
          <a:xfrm>
            <a:off x="1995786" y="837307"/>
            <a:ext cx="431623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拐点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为平面中的点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82"/>
          <p:cNvGraphicFramePr>
            <a:graphicFrameLocks noChangeAspect="1"/>
          </p:cNvGraphicFramePr>
          <p:nvPr/>
        </p:nvGraphicFramePr>
        <p:xfrm>
          <a:off x="5735960" y="808755"/>
          <a:ext cx="173037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17373600" imgH="6096000" progId="Equation.DSMT4">
                  <p:embed/>
                </p:oleObj>
              </mc:Choice>
              <mc:Fallback>
                <p:oleObj name="Equation" r:id="rId1" imgW="17373600" imgH="60960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35960" y="808755"/>
                        <a:ext cx="1730375" cy="608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95786" y="1356420"/>
            <a:ext cx="885274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3.3.5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（拐点的必要条件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在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处二阶可导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996122" y="1960265"/>
          <a:ext cx="19367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46329600" imgH="10363200" progId="Equation.DSMT4">
                  <p:embed/>
                </p:oleObj>
              </mc:Choice>
              <mc:Fallback>
                <p:oleObj name="Equation" r:id="rId3" imgW="46329600" imgH="10363200" progId="Equation.DSMT4">
                  <p:embed/>
                  <p:pic>
                    <p:nvPicPr>
                      <p:cNvPr id="0" name="图片 296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6122" y="1960265"/>
                        <a:ext cx="19367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33349" y="1905675"/>
            <a:ext cx="3220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的拐点，则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105402" y="1950630"/>
          <a:ext cx="15700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37490400" imgH="10363200" progId="Equation.DSMT4">
                  <p:embed/>
                </p:oleObj>
              </mc:Choice>
              <mc:Fallback>
                <p:oleObj name="Equation" r:id="rId5" imgW="37490400" imgH="10363200" progId="Equation.DSMT4">
                  <p:embed/>
                  <p:pic>
                    <p:nvPicPr>
                      <p:cNvPr id="0" name="图片 296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05402" y="1950630"/>
                        <a:ext cx="1570038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039928" y="2446541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但是一般地，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783632" y="3107536"/>
          <a:ext cx="1492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35661600" imgH="10363200" progId="Equation.DSMT4">
                  <p:embed/>
                </p:oleObj>
              </mc:Choice>
              <mc:Fallback>
                <p:oleObj name="Equation" r:id="rId7" imgW="35661600" imgH="10363200" progId="Equation.DSMT4">
                  <p:embed/>
                  <p:pic>
                    <p:nvPicPr>
                      <p:cNvPr id="0" name="图片 296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83632" y="3107536"/>
                        <a:ext cx="14922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32778" y="307326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238025" y="3050164"/>
            <a:ext cx="4732497" cy="521970"/>
            <a:chOff x="3644810" y="2987934"/>
            <a:chExt cx="4732497" cy="521970"/>
          </a:xfrm>
        </p:grpSpPr>
        <p:graphicFrame>
          <p:nvGraphicFramePr>
            <p:cNvPr id="17" name="对象 16"/>
            <p:cNvGraphicFramePr>
              <a:graphicFrameLocks noChangeAspect="1"/>
            </p:cNvGraphicFramePr>
            <p:nvPr/>
          </p:nvGraphicFramePr>
          <p:xfrm>
            <a:off x="3644810" y="3033644"/>
            <a:ext cx="1936751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01" name="Equation" r:id="rId9" imgW="46329600" imgH="10363200" progId="Equation.DSMT4">
                    <p:embed/>
                  </p:oleObj>
                </mc:Choice>
                <mc:Fallback>
                  <p:oleObj name="Equation" r:id="rId9" imgW="46329600" imgH="10363200" progId="Equation.DSMT4">
                    <p:embed/>
                    <p:pic>
                      <p:nvPicPr>
                        <p:cNvPr id="0" name="图片 297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44810" y="3033644"/>
                          <a:ext cx="1936751" cy="4318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Box 17"/>
            <p:cNvSpPr txBox="1"/>
            <p:nvPr/>
          </p:nvSpPr>
          <p:spPr>
            <a:xfrm>
              <a:off x="5693797" y="2987934"/>
              <a:ext cx="268351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y</a:t>
              </a:r>
              <a:r>
                <a: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) </a:t>
              </a:r>
              <a:r>
                <a:rPr lang="zh-CN" altLang="en-US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的拐点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039601" y="3718302"/>
            <a:ext cx="42043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既不充分又不必要条件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37718" y="431391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392549" y="4273907"/>
          <a:ext cx="6281737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1" imgW="152095200" imgH="16764000" progId="Equation.DSMT4">
                  <p:embed/>
                </p:oleObj>
              </mc:Choice>
              <mc:Fallback>
                <p:oleObj name="Equation" r:id="rId11" imgW="152095200" imgH="16764000" progId="Equation.DSMT4">
                  <p:embed/>
                  <p:pic>
                    <p:nvPicPr>
                      <p:cNvPr id="0" name="图片 297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92549" y="4273907"/>
                        <a:ext cx="6281737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392549" y="5204946"/>
          <a:ext cx="62753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13" imgW="150266400" imgH="10972800" progId="Equation.DSMT4">
                  <p:embed/>
                </p:oleObj>
              </mc:Choice>
              <mc:Fallback>
                <p:oleObj name="Equation" r:id="rId13" imgW="150266400" imgH="10972800" progId="Equation.DSMT4">
                  <p:embed/>
                  <p:pic>
                    <p:nvPicPr>
                      <p:cNvPr id="0" name="图片 297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92549" y="5204946"/>
                        <a:ext cx="6275387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2" grpId="0" bldLvl="0" animBg="1"/>
      <p:bldP spid="3" grpId="0" autoUpdateAnimBg="0" uiExpand="1" build="p"/>
      <p:bldP spid="6" grpId="0"/>
      <p:bldP spid="10" grpId="0"/>
      <p:bldP spid="13" grpId="0"/>
      <p:bldP spid="16" grpId="0"/>
      <p:bldP spid="24" grpId="0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5695950" y="1012825"/>
          <a:ext cx="227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" imgW="54559200" imgH="10972800" progId="Equation.DSMT4">
                  <p:embed/>
                </p:oleObj>
              </mc:Choice>
              <mc:Fallback>
                <p:oleObj name="Equation" r:id="rId1" imgW="54559200" imgH="10972800" progId="Equation.DSMT4">
                  <p:embed/>
                  <p:pic>
                    <p:nvPicPr>
                      <p:cNvPr id="0" name="图片 3072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95950" y="1012825"/>
                        <a:ext cx="2273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7969225" y="1004401"/>
          <a:ext cx="1858839" cy="552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3" imgW="18897600" imgH="5486400" progId="Equation.DSMT4">
                  <p:embed/>
                </p:oleObj>
              </mc:Choice>
              <mc:Fallback>
                <p:oleObj name="Equation" r:id="rId3" imgW="18897600" imgH="5486400" progId="Equation.DSMT4">
                  <p:embed/>
                  <p:pic>
                    <p:nvPicPr>
                      <p:cNvPr id="0" name="图片 307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69225" y="1004401"/>
                        <a:ext cx="1858839" cy="55239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1905000" y="304800"/>
            <a:ext cx="2606675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求曲线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4279583" y="351790"/>
          <a:ext cx="2349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5" imgW="56388000" imgH="10972800" progId="Equation.DSMT4">
                  <p:embed/>
                </p:oleObj>
              </mc:Choice>
              <mc:Fallback>
                <p:oleObj name="Equation" r:id="rId5" imgW="56388000" imgH="10972800" progId="Equation.DSMT4">
                  <p:embed/>
                  <p:pic>
                    <p:nvPicPr>
                      <p:cNvPr id="0" name="图片 3072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79583" y="351790"/>
                        <a:ext cx="2349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686233" y="319088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的凹凸区间及拐点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135505" y="948055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973705" y="1052195"/>
          <a:ext cx="2374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7" imgW="56997600" imgH="10972800" progId="Equation.DSMT4">
                  <p:embed/>
                </p:oleObj>
              </mc:Choice>
              <mc:Fallback>
                <p:oleObj name="Equation" r:id="rId7" imgW="56997600" imgH="10972800" progId="Equation.DSMT4">
                  <p:embed/>
                  <p:pic>
                    <p:nvPicPr>
                      <p:cNvPr id="0" name="图片 307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73705" y="1052195"/>
                        <a:ext cx="2374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2705100" y="1794352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3175000" y="1876425"/>
          <a:ext cx="901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Equation" r:id="rId9" imgW="21640800" imgH="9753600" progId="Equation.DSMT4">
                  <p:embed/>
                </p:oleObj>
              </mc:Choice>
              <mc:Fallback>
                <p:oleObj name="Equation" r:id="rId9" imgW="21640800" imgH="9753600" progId="Equation.DSMT4">
                  <p:embed/>
                  <p:pic>
                    <p:nvPicPr>
                      <p:cNvPr id="0" name="图片 307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75000" y="1876425"/>
                        <a:ext cx="901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4083050" y="1794669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5"/>
          <p:cNvGraphicFramePr>
            <a:graphicFrameLocks noChangeAspect="1"/>
          </p:cNvGraphicFramePr>
          <p:nvPr/>
        </p:nvGraphicFramePr>
        <p:xfrm>
          <a:off x="4622800" y="1736725"/>
          <a:ext cx="2082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11" imgW="49987200" imgH="16459200" progId="Equation.DSMT4">
                  <p:embed/>
                </p:oleObj>
              </mc:Choice>
              <mc:Fallback>
                <p:oleObj name="Equation" r:id="rId11" imgW="49987200" imgH="16459200" progId="Equation.DSMT4">
                  <p:embed/>
                  <p:pic>
                    <p:nvPicPr>
                      <p:cNvPr id="0" name="图片 307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22800" y="1736725"/>
                        <a:ext cx="20828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6750050" y="1794669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7588250" y="1739900"/>
          <a:ext cx="2133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13" imgW="51206400" imgH="16459200" progId="Equation.DSMT4">
                  <p:embed/>
                </p:oleObj>
              </mc:Choice>
              <mc:Fallback>
                <p:oleObj name="Equation" r:id="rId13" imgW="51206400" imgH="16459200" progId="Equation.DSMT4">
                  <p:embed/>
                  <p:pic>
                    <p:nvPicPr>
                      <p:cNvPr id="0" name="图片 307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88250" y="1739900"/>
                        <a:ext cx="2133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9"/>
          <p:cNvGrpSpPr/>
          <p:nvPr/>
        </p:nvGrpSpPr>
        <p:grpSpPr bwMode="auto">
          <a:xfrm>
            <a:off x="3911600" y="2422687"/>
            <a:ext cx="4946650" cy="687388"/>
            <a:chOff x="1048" y="2152"/>
            <a:chExt cx="3116" cy="433"/>
          </a:xfrm>
        </p:grpSpPr>
        <p:graphicFrame>
          <p:nvGraphicFramePr>
            <p:cNvPr id="18" name="Object 20"/>
            <p:cNvGraphicFramePr>
              <a:graphicFrameLocks noChangeAspect="1"/>
            </p:cNvGraphicFramePr>
            <p:nvPr/>
          </p:nvGraphicFramePr>
          <p:xfrm>
            <a:off x="1048" y="2277"/>
            <a:ext cx="67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8" name="Equation" r:id="rId15" imgW="25603200" imgH="9448800" progId="Equation.DSMT4">
                    <p:embed/>
                  </p:oleObj>
                </mc:Choice>
                <mc:Fallback>
                  <p:oleObj name="Equation" r:id="rId15" imgW="25603200" imgH="9448800" progId="Equation.DSMT4">
                    <p:embed/>
                    <p:pic>
                      <p:nvPicPr>
                        <p:cNvPr id="0" name="图片 307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048" y="2277"/>
                          <a:ext cx="672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1"/>
            <p:cNvGraphicFramePr>
              <a:graphicFrameLocks noChangeAspect="1"/>
            </p:cNvGraphicFramePr>
            <p:nvPr/>
          </p:nvGraphicFramePr>
          <p:xfrm>
            <a:off x="2336" y="2153"/>
            <a:ext cx="552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9" name="Equation" r:id="rId17" imgW="21031200" imgH="16459200" progId="Equation.DSMT4">
                    <p:embed/>
                  </p:oleObj>
                </mc:Choice>
                <mc:Fallback>
                  <p:oleObj name="Equation" r:id="rId17" imgW="21031200" imgH="16459200" progId="Equation.DSMT4">
                    <p:embed/>
                    <p:pic>
                      <p:nvPicPr>
                        <p:cNvPr id="0" name="图片 3072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336" y="2153"/>
                          <a:ext cx="552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2"/>
            <p:cNvGraphicFramePr>
              <a:graphicFrameLocks noChangeAspect="1"/>
            </p:cNvGraphicFramePr>
            <p:nvPr/>
          </p:nvGraphicFramePr>
          <p:xfrm>
            <a:off x="3396" y="2152"/>
            <a:ext cx="76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0" name="Equation" r:id="rId19" imgW="29260800" imgH="16459200" progId="Equation.DSMT4">
                    <p:embed/>
                  </p:oleObj>
                </mc:Choice>
                <mc:Fallback>
                  <p:oleObj name="Equation" r:id="rId19" imgW="29260800" imgH="16459200" progId="Equation.DSMT4">
                    <p:embed/>
                    <p:pic>
                      <p:nvPicPr>
                        <p:cNvPr id="0" name="图片 307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96" y="2152"/>
                          <a:ext cx="768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23"/>
          <p:cNvGrpSpPr/>
          <p:nvPr/>
        </p:nvGrpSpPr>
        <p:grpSpPr bwMode="auto">
          <a:xfrm>
            <a:off x="3240088" y="2572544"/>
            <a:ext cx="5673725" cy="1655763"/>
            <a:chOff x="579" y="2240"/>
            <a:chExt cx="3574" cy="1043"/>
          </a:xfrm>
        </p:grpSpPr>
        <p:sp>
          <p:nvSpPr>
            <p:cNvPr id="22" name="Line 24"/>
            <p:cNvSpPr>
              <a:spLocks noChangeShapeType="1"/>
            </p:cNvSpPr>
            <p:nvPr/>
          </p:nvSpPr>
          <p:spPr bwMode="auto">
            <a:xfrm flipV="1">
              <a:off x="579" y="2578"/>
              <a:ext cx="3574" cy="0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3" name="Group 25"/>
            <p:cNvGrpSpPr/>
            <p:nvPr/>
          </p:nvGrpSpPr>
          <p:grpSpPr bwMode="auto">
            <a:xfrm>
              <a:off x="632" y="2240"/>
              <a:ext cx="280" cy="1043"/>
              <a:chOff x="632" y="2240"/>
              <a:chExt cx="280" cy="1043"/>
            </a:xfrm>
          </p:grpSpPr>
          <p:sp>
            <p:nvSpPr>
              <p:cNvPr id="24" name="Line 26"/>
              <p:cNvSpPr>
                <a:spLocks noChangeShapeType="1"/>
              </p:cNvSpPr>
              <p:nvPr/>
            </p:nvSpPr>
            <p:spPr bwMode="auto">
              <a:xfrm>
                <a:off x="912" y="2240"/>
                <a:ext cx="0" cy="1043"/>
              </a:xfrm>
              <a:prstGeom prst="line">
                <a:avLst/>
              </a:prstGeom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5" name="Object 27"/>
              <p:cNvGraphicFramePr>
                <a:graphicFrameLocks noChangeAspect="1"/>
              </p:cNvGraphicFramePr>
              <p:nvPr/>
            </p:nvGraphicFramePr>
            <p:xfrm>
              <a:off x="632" y="2629"/>
              <a:ext cx="232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31" name="Equation" r:id="rId21" imgW="8839200" imgH="9753600" progId="Equation.DSMT4">
                      <p:embed/>
                    </p:oleObj>
                  </mc:Choice>
                  <mc:Fallback>
                    <p:oleObj name="Equation" r:id="rId21" imgW="8839200" imgH="9753600" progId="Equation.DSMT4">
                      <p:embed/>
                      <p:pic>
                        <p:nvPicPr>
                          <p:cNvPr id="0" name="图片 3073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632" y="2629"/>
                            <a:ext cx="232" cy="25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28"/>
              <p:cNvGraphicFramePr>
                <a:graphicFrameLocks noChangeAspect="1"/>
              </p:cNvGraphicFramePr>
              <p:nvPr/>
            </p:nvGraphicFramePr>
            <p:xfrm>
              <a:off x="672" y="2317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32" name="Equation" r:id="rId23" imgW="5486400" imgH="7315200" progId="Equation.DSMT4">
                      <p:embed/>
                    </p:oleObj>
                  </mc:Choice>
                  <mc:Fallback>
                    <p:oleObj name="Equation" r:id="rId23" imgW="5486400" imgH="7315200" progId="Equation.DSMT4">
                      <p:embed/>
                      <p:pic>
                        <p:nvPicPr>
                          <p:cNvPr id="0" name="图片 3073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672" y="2317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29"/>
              <p:cNvGraphicFramePr>
                <a:graphicFrameLocks noChangeAspect="1"/>
              </p:cNvGraphicFramePr>
              <p:nvPr/>
            </p:nvGraphicFramePr>
            <p:xfrm>
              <a:off x="660" y="3004"/>
              <a:ext cx="16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33" name="Equation" r:id="rId25" imgW="6096000" imgH="7315200" progId="Equation.DSMT4">
                      <p:embed/>
                    </p:oleObj>
                  </mc:Choice>
                  <mc:Fallback>
                    <p:oleObj name="Equation" r:id="rId25" imgW="6096000" imgH="7315200" progId="Equation.DSMT4">
                      <p:embed/>
                      <p:pic>
                        <p:nvPicPr>
                          <p:cNvPr id="0" name="图片 3073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660" y="3004"/>
                            <a:ext cx="160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8" name="Group 30"/>
          <p:cNvGrpSpPr/>
          <p:nvPr/>
        </p:nvGrpSpPr>
        <p:grpSpPr bwMode="auto">
          <a:xfrm>
            <a:off x="5381625" y="2434432"/>
            <a:ext cx="2044700" cy="685800"/>
            <a:chOff x="1928" y="2153"/>
            <a:chExt cx="1288" cy="432"/>
          </a:xfrm>
        </p:grpSpPr>
        <p:graphicFrame>
          <p:nvGraphicFramePr>
            <p:cNvPr id="29" name="Object 31"/>
            <p:cNvGraphicFramePr>
              <a:graphicFrameLocks noChangeAspect="1"/>
            </p:cNvGraphicFramePr>
            <p:nvPr/>
          </p:nvGraphicFramePr>
          <p:xfrm>
            <a:off x="1928" y="2265"/>
            <a:ext cx="1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4" name="Equation" r:id="rId27" imgW="5181600" imgH="9448800" progId="Equation.DSMT4">
                    <p:embed/>
                  </p:oleObj>
                </mc:Choice>
                <mc:Fallback>
                  <p:oleObj name="Equation" r:id="rId27" imgW="5181600" imgH="9448800" progId="Equation.DSMT4">
                    <p:embed/>
                    <p:pic>
                      <p:nvPicPr>
                        <p:cNvPr id="0" name="图片 3073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928" y="2265"/>
                          <a:ext cx="13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2"/>
            <p:cNvGraphicFramePr>
              <a:graphicFrameLocks noChangeAspect="1"/>
            </p:cNvGraphicFramePr>
            <p:nvPr/>
          </p:nvGraphicFramePr>
          <p:xfrm>
            <a:off x="3048" y="2153"/>
            <a:ext cx="16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5" name="Equation" r:id="rId29" imgW="6400800" imgH="16459200" progId="Equation.DSMT4">
                    <p:embed/>
                  </p:oleObj>
                </mc:Choice>
                <mc:Fallback>
                  <p:oleObj name="Equation" r:id="rId29" imgW="6400800" imgH="16459200" progId="Equation.DSMT4">
                    <p:embed/>
                    <p:pic>
                      <p:nvPicPr>
                        <p:cNvPr id="0" name="图片 307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048" y="2153"/>
                          <a:ext cx="168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Group 33"/>
          <p:cNvGrpSpPr/>
          <p:nvPr/>
        </p:nvGrpSpPr>
        <p:grpSpPr bwMode="auto">
          <a:xfrm>
            <a:off x="5105400" y="2572544"/>
            <a:ext cx="2514600" cy="1655763"/>
            <a:chOff x="1776" y="2240"/>
            <a:chExt cx="1584" cy="1043"/>
          </a:xfrm>
        </p:grpSpPr>
        <p:sp>
          <p:nvSpPr>
            <p:cNvPr id="32" name="Line 34"/>
            <p:cNvSpPr>
              <a:spLocks noChangeShapeType="1"/>
            </p:cNvSpPr>
            <p:nvPr/>
          </p:nvSpPr>
          <p:spPr bwMode="auto">
            <a:xfrm>
              <a:off x="1776" y="2240"/>
              <a:ext cx="0" cy="1043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>
              <a:off x="2208" y="2240"/>
              <a:ext cx="0" cy="1043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2928" y="2240"/>
              <a:ext cx="0" cy="1043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>
              <a:off x="3360" y="2240"/>
              <a:ext cx="0" cy="1043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6" name="Object 38"/>
          <p:cNvGraphicFramePr>
            <a:graphicFrameLocks noChangeAspect="1"/>
          </p:cNvGraphicFramePr>
          <p:nvPr/>
        </p:nvGraphicFramePr>
        <p:xfrm>
          <a:off x="4359275" y="3201988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6" name="Equation" r:id="rId31" imgW="6096000" imgH="7924800" progId="Equation.DSMT4">
                  <p:embed/>
                </p:oleObj>
              </mc:Choice>
              <mc:Fallback>
                <p:oleObj name="Equation" r:id="rId31" imgW="6096000" imgH="7924800" progId="Equation.DSMT4">
                  <p:embed/>
                  <p:pic>
                    <p:nvPicPr>
                      <p:cNvPr id="0" name="图片 3073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359275" y="3201988"/>
                        <a:ext cx="254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39"/>
          <p:cNvGrpSpPr/>
          <p:nvPr/>
        </p:nvGrpSpPr>
        <p:grpSpPr bwMode="auto">
          <a:xfrm>
            <a:off x="5381625" y="3131360"/>
            <a:ext cx="2032000" cy="395289"/>
            <a:chOff x="1928" y="2592"/>
            <a:chExt cx="1280" cy="249"/>
          </a:xfrm>
        </p:grpSpPr>
        <p:graphicFrame>
          <p:nvGraphicFramePr>
            <p:cNvPr id="38" name="Object 40"/>
            <p:cNvGraphicFramePr>
              <a:graphicFrameLocks noChangeAspect="1"/>
            </p:cNvGraphicFramePr>
            <p:nvPr/>
          </p:nvGraphicFramePr>
          <p:xfrm>
            <a:off x="1928" y="2593"/>
            <a:ext cx="1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7" name="Equation" r:id="rId33" imgW="5181600" imgH="9448800" progId="Equation.DSMT4">
                    <p:embed/>
                  </p:oleObj>
                </mc:Choice>
                <mc:Fallback>
                  <p:oleObj name="Equation" r:id="rId33" imgW="5181600" imgH="9448800" progId="Equation.DSMT4">
                    <p:embed/>
                    <p:pic>
                      <p:nvPicPr>
                        <p:cNvPr id="0" name="图片 307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928" y="2593"/>
                          <a:ext cx="13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41"/>
            <p:cNvGraphicFramePr>
              <a:graphicFrameLocks noChangeAspect="1"/>
            </p:cNvGraphicFramePr>
            <p:nvPr/>
          </p:nvGraphicFramePr>
          <p:xfrm>
            <a:off x="3072" y="2592"/>
            <a:ext cx="1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8" name="Equation" r:id="rId35" imgW="5181600" imgH="9448800" progId="Equation.DSMT4">
                    <p:embed/>
                  </p:oleObj>
                </mc:Choice>
                <mc:Fallback>
                  <p:oleObj name="Equation" r:id="rId35" imgW="5181600" imgH="9448800" progId="Equation.DSMT4">
                    <p:embed/>
                    <p:pic>
                      <p:nvPicPr>
                        <p:cNvPr id="0" name="图片 3073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072" y="2592"/>
                          <a:ext cx="13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Group 42"/>
          <p:cNvGrpSpPr/>
          <p:nvPr/>
        </p:nvGrpSpPr>
        <p:grpSpPr bwMode="auto">
          <a:xfrm>
            <a:off x="5445125" y="3552032"/>
            <a:ext cx="2070100" cy="685800"/>
            <a:chOff x="1968" y="2857"/>
            <a:chExt cx="1304" cy="432"/>
          </a:xfrm>
        </p:grpSpPr>
        <p:graphicFrame>
          <p:nvGraphicFramePr>
            <p:cNvPr id="41" name="Object 43"/>
            <p:cNvGraphicFramePr>
              <a:graphicFrameLocks noChangeAspect="1"/>
            </p:cNvGraphicFramePr>
            <p:nvPr/>
          </p:nvGraphicFramePr>
          <p:xfrm>
            <a:off x="1968" y="2933"/>
            <a:ext cx="9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9" name="Equation" r:id="rId37" imgW="3657600" imgH="9448800" progId="Equation.DSMT4">
                    <p:embed/>
                  </p:oleObj>
                </mc:Choice>
                <mc:Fallback>
                  <p:oleObj name="Equation" r:id="rId37" imgW="3657600" imgH="9448800" progId="Equation.DSMT4">
                    <p:embed/>
                    <p:pic>
                      <p:nvPicPr>
                        <p:cNvPr id="0" name="图片 3073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1968" y="2933"/>
                          <a:ext cx="9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44"/>
            <p:cNvGraphicFramePr>
              <a:graphicFrameLocks noChangeAspect="1"/>
            </p:cNvGraphicFramePr>
            <p:nvPr/>
          </p:nvGraphicFramePr>
          <p:xfrm>
            <a:off x="2984" y="2857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0" name="Equation" r:id="rId39" imgW="10972800" imgH="16459200" progId="Equation.DSMT4">
                    <p:embed/>
                  </p:oleObj>
                </mc:Choice>
                <mc:Fallback>
                  <p:oleObj name="Equation" r:id="rId39" imgW="10972800" imgH="16459200" progId="Equation.DSMT4">
                    <p:embed/>
                    <p:pic>
                      <p:nvPicPr>
                        <p:cNvPr id="0" name="图片 307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2984" y="2857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" name="Object 45"/>
          <p:cNvGraphicFramePr>
            <a:graphicFrameLocks noChangeAspect="1"/>
          </p:cNvGraphicFramePr>
          <p:nvPr/>
        </p:nvGraphicFramePr>
        <p:xfrm>
          <a:off x="6362700" y="3253423"/>
          <a:ext cx="2286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1" name="Equation" r:id="rId41" imgW="5486400" imgH="3657600" progId="Equation.DSMT4">
                  <p:embed/>
                </p:oleObj>
              </mc:Choice>
              <mc:Fallback>
                <p:oleObj name="Equation" r:id="rId41" imgW="5486400" imgH="3657600" progId="Equation.DSMT4">
                  <p:embed/>
                  <p:pic>
                    <p:nvPicPr>
                      <p:cNvPr id="0" name="图片 30740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6362700" y="3253423"/>
                        <a:ext cx="228600" cy="15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6"/>
          <p:cNvGraphicFramePr>
            <a:graphicFrameLocks noChangeAspect="1"/>
          </p:cNvGraphicFramePr>
          <p:nvPr/>
        </p:nvGraphicFramePr>
        <p:xfrm>
          <a:off x="8204200" y="3189923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2" name="Equation" r:id="rId43" imgW="6096000" imgH="7924800" progId="Equation.DSMT4">
                  <p:embed/>
                </p:oleObj>
              </mc:Choice>
              <mc:Fallback>
                <p:oleObj name="Equation" r:id="rId43" imgW="6096000" imgH="7924800" progId="Equation.DSMT4">
                  <p:embed/>
                  <p:pic>
                    <p:nvPicPr>
                      <p:cNvPr id="0" name="图片 30741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8204200" y="3189923"/>
                        <a:ext cx="254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47"/>
          <p:cNvSpPr txBox="1">
            <a:spLocks noChangeArrowheads="1"/>
          </p:cNvSpPr>
          <p:nvPr/>
        </p:nvSpPr>
        <p:spPr bwMode="auto">
          <a:xfrm>
            <a:off x="1905000" y="4336257"/>
            <a:ext cx="2438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故该曲线在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/>
        </p:nvGraphicFramePr>
        <p:xfrm>
          <a:off x="3873500" y="4405313"/>
          <a:ext cx="1066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3" name="Equation" r:id="rId45" imgW="25603200" imgH="9448800" progId="Equation.DSMT4">
                  <p:embed/>
                </p:oleObj>
              </mc:Choice>
              <mc:Fallback>
                <p:oleObj name="Equation" r:id="rId45" imgW="25603200" imgH="9448800" progId="Equation.DSMT4">
                  <p:embed/>
                  <p:pic>
                    <p:nvPicPr>
                      <p:cNvPr id="0" name="图片 30742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3873500" y="4405313"/>
                        <a:ext cx="1066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9"/>
          <p:cNvGraphicFramePr>
            <a:graphicFrameLocks noChangeAspect="1"/>
          </p:cNvGraphicFramePr>
          <p:nvPr/>
        </p:nvGraphicFramePr>
        <p:xfrm>
          <a:off x="5467350" y="4310063"/>
          <a:ext cx="1219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4" name="Equation" r:id="rId47" imgW="29260800" imgH="16459200" progId="Equation.DSMT4">
                  <p:embed/>
                </p:oleObj>
              </mc:Choice>
              <mc:Fallback>
                <p:oleObj name="Equation" r:id="rId47" imgW="29260800" imgH="16459200" progId="Equation.DSMT4">
                  <p:embed/>
                  <p:pic>
                    <p:nvPicPr>
                      <p:cNvPr id="0" name="图片 30743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467350" y="4310063"/>
                        <a:ext cx="12192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50"/>
          <p:cNvSpPr txBox="1">
            <a:spLocks noChangeArrowheads="1"/>
          </p:cNvSpPr>
          <p:nvPr/>
        </p:nvSpPr>
        <p:spPr bwMode="auto">
          <a:xfrm>
            <a:off x="4967288" y="4336257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Text Box 51"/>
          <p:cNvSpPr txBox="1">
            <a:spLocks noChangeArrowheads="1"/>
          </p:cNvSpPr>
          <p:nvPr/>
        </p:nvSpPr>
        <p:spPr bwMode="auto">
          <a:xfrm>
            <a:off x="6629400" y="4321969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上为凹的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" name="Text Box 52"/>
          <p:cNvSpPr txBox="1">
            <a:spLocks noChangeArrowheads="1"/>
          </p:cNvSpPr>
          <p:nvPr/>
        </p:nvSpPr>
        <p:spPr bwMode="auto">
          <a:xfrm>
            <a:off x="1905000" y="5055394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为凸的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Text Box 53"/>
          <p:cNvSpPr txBox="1">
            <a:spLocks noChangeArrowheads="1"/>
          </p:cNvSpPr>
          <p:nvPr/>
        </p:nvSpPr>
        <p:spPr bwMode="auto">
          <a:xfrm>
            <a:off x="3276600" y="5063332"/>
            <a:ext cx="228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( 0 , 1 )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2" name="Object 54"/>
          <p:cNvGraphicFramePr>
            <a:graphicFrameLocks noChangeAspect="1"/>
          </p:cNvGraphicFramePr>
          <p:nvPr/>
        </p:nvGraphicFramePr>
        <p:xfrm>
          <a:off x="5395595" y="4933315"/>
          <a:ext cx="123348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5" name="Equation" r:id="rId49" imgW="25908000" imgH="16459200" progId="Equation.DSMT4">
                  <p:embed/>
                </p:oleObj>
              </mc:Choice>
              <mc:Fallback>
                <p:oleObj name="Equation" r:id="rId49" imgW="25908000" imgH="16459200" progId="Equation.DSMT4">
                  <p:embed/>
                  <p:pic>
                    <p:nvPicPr>
                      <p:cNvPr id="0" name="图片 30744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395595" y="4933315"/>
                        <a:ext cx="1233488" cy="782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55"/>
          <p:cNvSpPr txBox="1">
            <a:spLocks noChangeArrowheads="1"/>
          </p:cNvSpPr>
          <p:nvPr/>
        </p:nvSpPr>
        <p:spPr bwMode="auto">
          <a:xfrm>
            <a:off x="6591300" y="5064284"/>
            <a:ext cx="190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均为拐点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4" name="Object 56"/>
          <p:cNvGraphicFramePr>
            <a:graphicFrameLocks noChangeAspect="1"/>
          </p:cNvGraphicFramePr>
          <p:nvPr/>
        </p:nvGraphicFramePr>
        <p:xfrm>
          <a:off x="8272463" y="4256088"/>
          <a:ext cx="1625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6" name="Equation" r:id="rId51" imgW="39014400" imgH="16459200" progId="Equation.DSMT4">
                  <p:embed/>
                </p:oleObj>
              </mc:Choice>
              <mc:Fallback>
                <p:oleObj name="Equation" r:id="rId51" imgW="39014400" imgH="16459200" progId="Equation.DSMT4">
                  <p:embed/>
                  <p:pic>
                    <p:nvPicPr>
                      <p:cNvPr id="0" name="图片 30745"/>
                      <p:cNvPicPr>
                        <a:picLocks noChangeAspect="1"/>
                      </p:cNvPicPr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8272463" y="4256088"/>
                        <a:ext cx="1625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57"/>
          <p:cNvSpPr txBox="1">
            <a:spLocks noChangeArrowheads="1"/>
          </p:cNvSpPr>
          <p:nvPr/>
        </p:nvSpPr>
        <p:spPr bwMode="auto">
          <a:xfrm>
            <a:off x="4175125" y="3672999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凹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Text Box 58"/>
          <p:cNvSpPr txBox="1">
            <a:spLocks noChangeArrowheads="1"/>
          </p:cNvSpPr>
          <p:nvPr/>
        </p:nvSpPr>
        <p:spPr bwMode="auto">
          <a:xfrm>
            <a:off x="8060690" y="363426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凹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Text Box 59"/>
          <p:cNvSpPr txBox="1">
            <a:spLocks noChangeArrowheads="1"/>
          </p:cNvSpPr>
          <p:nvPr/>
        </p:nvSpPr>
        <p:spPr bwMode="auto">
          <a:xfrm>
            <a:off x="6207125" y="363299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凸</a:t>
            </a:r>
            <a:endParaRPr kumimoji="1" lang="zh-CN" altLang="en-US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0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500"/>
                            </p:stCondLst>
                            <p:childTnLst>
                              <p:par>
                                <p:cTn id="1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4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30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 autoUpdateAnimBg="0"/>
      <p:bldP spid="11" grpId="0" bldLvl="0" animBg="1" autoUpdateAnimBg="0"/>
      <p:bldP spid="13" grpId="0" bldLvl="0" animBg="1" autoUpdateAnimBg="0"/>
      <p:bldP spid="15" grpId="0" bldLvl="0" animBg="1" autoUpdateAnimBg="0"/>
      <p:bldP spid="45" grpId="0" autoUpdateAnimBg="0" build="p"/>
      <p:bldP spid="48" grpId="0" advAuto="0" autoUpdateAnimBg="0" build="p"/>
      <p:bldP spid="49" grpId="0" advAuto="0" autoUpdateAnimBg="0" build="p"/>
      <p:bldP spid="50" grpId="0" bldLvl="0" animBg="1" autoUpdateAnimBg="0"/>
      <p:bldP spid="51" grpId="0" bldLvl="0" animBg="1" autoUpdateAnimBg="0"/>
      <p:bldP spid="53" grpId="0" bldLvl="0" animBg="1" autoUpdateAnimBg="0"/>
      <p:bldP spid="55" grpId="0" autoUpdateAnimBg="0" uiExpand="1" build="p"/>
      <p:bldP spid="56" grpId="0" autoUpdateAnimBg="0" uiExpand="1" build="p"/>
      <p:bldP spid="57" grpId="0" autoUpdateAnimBg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092375" y="301417"/>
            <a:ext cx="432048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函数图形的描绘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092220" y="885349"/>
            <a:ext cx="22796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绘图步骤 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92220" y="1407319"/>
            <a:ext cx="248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054475" y="1497013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tion" r:id="rId1" imgW="31089600" imgH="9448800" progId="Equation.DSMT4">
                  <p:embed/>
                </p:oleObj>
              </mc:Choice>
              <mc:Fallback>
                <p:oleObj name="Equation" r:id="rId1" imgW="31089600" imgH="9448800" progId="Equation.DSMT4">
                  <p:embed/>
                  <p:pic>
                    <p:nvPicPr>
                      <p:cNvPr id="0" name="图片 317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54475" y="1497013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286270" y="1396206"/>
            <a:ext cx="2311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的定义域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492270" y="1974056"/>
            <a:ext cx="1346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期性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092220" y="2616994"/>
            <a:ext cx="12192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032125" y="2719388"/>
          <a:ext cx="190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3" imgW="45720000" imgH="9753600" progId="Equation.DSMT4">
                  <p:embed/>
                </p:oleObj>
              </mc:Choice>
              <mc:Fallback>
                <p:oleObj name="Equation" r:id="rId3" imgW="45720000" imgH="9753600" progId="Equation.DSMT4">
                  <p:embed/>
                  <p:pic>
                    <p:nvPicPr>
                      <p:cNvPr id="0" name="图片 3174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32125" y="2719388"/>
                        <a:ext cx="1905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4937020" y="2644616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并求出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042025" y="2724468"/>
          <a:ext cx="80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Equation" r:id="rId5" imgW="19202400" imgH="9753600" progId="Equation.DSMT4">
                  <p:embed/>
                </p:oleObj>
              </mc:Choice>
              <mc:Fallback>
                <p:oleObj name="Equation" r:id="rId5" imgW="19202400" imgH="9753600" progId="Equation.DSMT4">
                  <p:embed/>
                  <p:pic>
                    <p:nvPicPr>
                      <p:cNvPr id="0" name="图片 3174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42025" y="2724468"/>
                        <a:ext cx="800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6842020" y="2650331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7296150" y="2702243"/>
          <a:ext cx="850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7" imgW="20421600" imgH="9753600" progId="Equation.DSMT4">
                  <p:embed/>
                </p:oleObj>
              </mc:Choice>
              <mc:Fallback>
                <p:oleObj name="Equation" r:id="rId7" imgW="20421600" imgH="9753600" progId="Equation.DSMT4">
                  <p:embed/>
                  <p:pic>
                    <p:nvPicPr>
                      <p:cNvPr id="0" name="图片 3174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296150" y="2702243"/>
                        <a:ext cx="850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092220" y="3893344"/>
            <a:ext cx="75374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列表判别增减及凹凸区间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求出极值和拐点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092325" y="4502785"/>
            <a:ext cx="36163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考察渐近线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092220" y="5112544"/>
            <a:ext cx="57848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确定某些特殊点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描绘函数图形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8146945" y="2649696"/>
            <a:ext cx="2362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和不存在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2466870" y="3245644"/>
            <a:ext cx="1371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的点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6971560" y="1407001"/>
            <a:ext cx="3581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并考察其对称性及周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4" grpId="0" bldLvl="0" animBg="1" autoUpdateAnimBg="0"/>
      <p:bldP spid="6" grpId="0" bldLvl="0" animBg="1" autoUpdateAnimBg="0"/>
      <p:bldP spid="7" grpId="0" bldLvl="0" animBg="1" autoUpdateAnimBg="0"/>
      <p:bldP spid="8" grpId="0" bldLvl="0" animBg="1" autoUpdateAnimBg="0"/>
      <p:bldP spid="10" grpId="0" bldLvl="0" animBg="1" autoUpdateAnimBg="0"/>
      <p:bldP spid="12" grpId="0" bldLvl="0" animBg="1" autoUpdateAnimBg="0"/>
      <p:bldP spid="14" grpId="0" bldLvl="0" animBg="1" autoUpdateAnimBg="0"/>
      <p:bldP spid="15" grpId="0" bldLvl="0" animBg="1" autoUpdateAnimBg="0"/>
      <p:bldP spid="16" grpId="0" bldLvl="0" animBg="1" autoUpdateAnimBg="0"/>
      <p:bldP spid="17" grpId="0" bldLvl="0" animBg="1" autoUpdateAnimBg="0"/>
      <p:bldP spid="18" grpId="0" bldLvl="0" animBg="1" autoUpdateAnimBg="0"/>
      <p:bldP spid="19" grpId="0" bldLvl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133600" y="192088"/>
            <a:ext cx="1905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13.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描绘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054475" y="127000"/>
          <a:ext cx="2324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Equation" r:id="rId1" imgW="55778400" imgH="16459200" progId="Equation.DSMT4">
                  <p:embed/>
                </p:oleObj>
              </mc:Choice>
              <mc:Fallback>
                <p:oleObj name="Equation" r:id="rId1" imgW="55778400" imgH="16459200" progId="Equation.DSMT4">
                  <p:embed/>
                  <p:pic>
                    <p:nvPicPr>
                      <p:cNvPr id="0" name="图片 3276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54475" y="127000"/>
                        <a:ext cx="23241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380389" y="188714"/>
            <a:ext cx="1524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的图形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133600" y="762000"/>
            <a:ext cx="2819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定义域为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622800" y="844550"/>
          <a:ext cx="152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Equation" r:id="rId3" imgW="36576000" imgH="9448800" progId="Equation.DSMT4">
                  <p:embed/>
                </p:oleObj>
              </mc:Choice>
              <mc:Fallback>
                <p:oleObj name="Equation" r:id="rId3" imgW="36576000" imgH="9448800" progId="Equation.DSMT4">
                  <p:embed/>
                  <p:pic>
                    <p:nvPicPr>
                      <p:cNvPr id="0" name="图片 3276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22800" y="844550"/>
                        <a:ext cx="1524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085840" y="761683"/>
            <a:ext cx="3352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无对称性及周期性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209800" y="1371600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711450" y="1401763"/>
          <a:ext cx="1803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Equation" r:id="rId5" imgW="43281600" imgH="10972800" progId="Equation.DSMT4">
                  <p:embed/>
                </p:oleObj>
              </mc:Choice>
              <mc:Fallback>
                <p:oleObj name="Equation" r:id="rId5" imgW="43281600" imgH="10972800" progId="Equation.DSMT4">
                  <p:embed/>
                  <p:pic>
                    <p:nvPicPr>
                      <p:cNvPr id="0" name="图片 327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1450" y="1401763"/>
                        <a:ext cx="1803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667250" y="1454150"/>
          <a:ext cx="170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Equation" r:id="rId7" imgW="40843200" imgH="9753600" progId="Equation.DSMT4">
                  <p:embed/>
                </p:oleObj>
              </mc:Choice>
              <mc:Fallback>
                <p:oleObj name="Equation" r:id="rId7" imgW="40843200" imgH="9753600" progId="Equation.DSMT4">
                  <p:embed/>
                  <p:pic>
                    <p:nvPicPr>
                      <p:cNvPr id="0" name="图片 327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67250" y="1454150"/>
                        <a:ext cx="1701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698750" y="1981200"/>
          <a:ext cx="1346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Equation" r:id="rId9" imgW="32308800" imgH="10668000" progId="Equation.DSMT4">
                  <p:embed/>
                </p:oleObj>
              </mc:Choice>
              <mc:Fallback>
                <p:oleObj name="Equation" r:id="rId9" imgW="32308800" imgH="10668000" progId="Equation.DSMT4">
                  <p:embed/>
                  <p:pic>
                    <p:nvPicPr>
                      <p:cNvPr id="0" name="图片 327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98750" y="1981200"/>
                        <a:ext cx="13462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140200" y="2000250"/>
          <a:ext cx="1562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Equation" r:id="rId11" imgW="37490400" imgH="10363200" progId="Equation.DSMT4">
                  <p:embed/>
                </p:oleObj>
              </mc:Choice>
              <mc:Fallback>
                <p:oleObj name="Equation" r:id="rId11" imgW="37490400" imgH="10363200" progId="Equation.DSMT4">
                  <p:embed/>
                  <p:pic>
                    <p:nvPicPr>
                      <p:cNvPr id="0" name="图片 3277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40200" y="2000250"/>
                        <a:ext cx="1562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2622550" y="2527300"/>
          <a:ext cx="1384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Equation" r:id="rId13" imgW="33223200" imgH="10668000" progId="Equation.DSMT4">
                  <p:embed/>
                </p:oleObj>
              </mc:Choice>
              <mc:Fallback>
                <p:oleObj name="Equation" r:id="rId13" imgW="33223200" imgH="10668000" progId="Equation.DSMT4">
                  <p:embed/>
                  <p:pic>
                    <p:nvPicPr>
                      <p:cNvPr id="0" name="图片 327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22550" y="2527300"/>
                        <a:ext cx="13843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127500" y="2520950"/>
          <a:ext cx="107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Equation" r:id="rId15" imgW="25908000" imgH="10363200" progId="Equation.DSMT4">
                  <p:embed/>
                </p:oleObj>
              </mc:Choice>
              <mc:Fallback>
                <p:oleObj name="Equation" r:id="rId15" imgW="25908000" imgH="10363200" progId="Equation.DSMT4">
                  <p:embed/>
                  <p:pic>
                    <p:nvPicPr>
                      <p:cNvPr id="0" name="图片 3277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27500" y="2520950"/>
                        <a:ext cx="1079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209800" y="3048000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6" name="Group 16"/>
          <p:cNvGrpSpPr/>
          <p:nvPr/>
        </p:nvGrpSpPr>
        <p:grpSpPr bwMode="auto">
          <a:xfrm>
            <a:off x="2895600" y="3200400"/>
            <a:ext cx="7315200" cy="2016125"/>
            <a:chOff x="864" y="2016"/>
            <a:chExt cx="4608" cy="127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864" y="2256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1152" y="2016"/>
              <a:ext cx="0" cy="1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944" y="2044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7" name="Equation" r:id="rId17" imgW="5486400" imgH="7315200" progId="Equation.DSMT4">
                    <p:embed/>
                  </p:oleObj>
                </mc:Choice>
                <mc:Fallback>
                  <p:oleObj name="Equation" r:id="rId17" imgW="5486400" imgH="7315200" progId="Equation.DSMT4">
                    <p:embed/>
                    <p:pic>
                      <p:nvPicPr>
                        <p:cNvPr id="0" name="图片 327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944" y="2044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876" y="2328"/>
            <a:ext cx="20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8" name="Equation" r:id="rId19" imgW="7924800" imgH="9753600" progId="Equation.DSMT4">
                    <p:embed/>
                  </p:oleObj>
                </mc:Choice>
                <mc:Fallback>
                  <p:oleObj name="Equation" r:id="rId19" imgW="7924800" imgH="9753600" progId="Equation.DSMT4">
                    <p:embed/>
                    <p:pic>
                      <p:nvPicPr>
                        <p:cNvPr id="0" name="图片 327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76" y="2328"/>
                          <a:ext cx="208" cy="2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872" y="2664"/>
            <a:ext cx="23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9" name="Equation" r:id="rId21" imgW="8839200" imgH="9753600" progId="Equation.DSMT4">
                    <p:embed/>
                  </p:oleObj>
                </mc:Choice>
                <mc:Fallback>
                  <p:oleObj name="Equation" r:id="rId21" imgW="8839200" imgH="9753600" progId="Equation.DSMT4">
                    <p:embed/>
                    <p:pic>
                      <p:nvPicPr>
                        <p:cNvPr id="0" name="图片 327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72" y="2664"/>
                          <a:ext cx="232" cy="2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900" y="3028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0" name="Equation" r:id="rId23" imgW="6096000" imgH="7315200" progId="Equation.DSMT4">
                    <p:embed/>
                  </p:oleObj>
                </mc:Choice>
                <mc:Fallback>
                  <p:oleObj name="Equation" r:id="rId23" imgW="6096000" imgH="7315200" progId="Equation.DSMT4">
                    <p:embed/>
                    <p:pic>
                      <p:nvPicPr>
                        <p:cNvPr id="0" name="图片 3277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900" y="3028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3"/>
          <p:cNvGrpSpPr/>
          <p:nvPr/>
        </p:nvGrpSpPr>
        <p:grpSpPr bwMode="auto">
          <a:xfrm>
            <a:off x="5016501" y="3141670"/>
            <a:ext cx="3671888" cy="434976"/>
            <a:chOff x="2200" y="1992"/>
            <a:chExt cx="2313" cy="274"/>
          </a:xfrm>
        </p:grpSpPr>
        <p:graphicFrame>
          <p:nvGraphicFramePr>
            <p:cNvPr id="24" name="Object 24"/>
            <p:cNvGraphicFramePr>
              <a:graphicFrameLocks noChangeAspect="1"/>
            </p:cNvGraphicFramePr>
            <p:nvPr/>
          </p:nvGraphicFramePr>
          <p:xfrm>
            <a:off x="2200" y="1992"/>
            <a:ext cx="193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1" name="Equation" r:id="rId25" imgW="3048000" imgH="4267200" progId="Equation.DSMT4">
                    <p:embed/>
                  </p:oleObj>
                </mc:Choice>
                <mc:Fallback>
                  <p:oleObj name="Equation" r:id="rId25" imgW="3048000" imgH="4267200" progId="Equation.DSMT4">
                    <p:embed/>
                    <p:pic>
                      <p:nvPicPr>
                        <p:cNvPr id="0" name="图片 327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200" y="1992"/>
                          <a:ext cx="193" cy="27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5"/>
            <p:cNvGraphicFramePr>
              <a:graphicFrameLocks noChangeAspect="1"/>
            </p:cNvGraphicFramePr>
            <p:nvPr/>
          </p:nvGraphicFramePr>
          <p:xfrm>
            <a:off x="3288" y="2033"/>
            <a:ext cx="143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2" name="Equation" r:id="rId27" imgW="2133600" imgH="3962400" progId="Equation.DSMT4">
                    <p:embed/>
                  </p:oleObj>
                </mc:Choice>
                <mc:Fallback>
                  <p:oleObj name="Equation" r:id="rId27" imgW="2133600" imgH="3962400" progId="Equation.DSMT4">
                    <p:embed/>
                    <p:pic>
                      <p:nvPicPr>
                        <p:cNvPr id="0" name="图片 3278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288" y="2033"/>
                          <a:ext cx="143" cy="2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6"/>
            <p:cNvGraphicFramePr>
              <a:graphicFrameLocks noChangeAspect="1"/>
            </p:cNvGraphicFramePr>
            <p:nvPr/>
          </p:nvGraphicFramePr>
          <p:xfrm>
            <a:off x="4328" y="1992"/>
            <a:ext cx="185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3" name="Equation" r:id="rId29" imgW="3048000" imgH="3962400" progId="Equation.DSMT4">
                    <p:embed/>
                  </p:oleObj>
                </mc:Choice>
                <mc:Fallback>
                  <p:oleObj name="Equation" r:id="rId29" imgW="3048000" imgH="3962400" progId="Equation.DSMT4">
                    <p:embed/>
                    <p:pic>
                      <p:nvPicPr>
                        <p:cNvPr id="0" name="图片 3278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328" y="1992"/>
                          <a:ext cx="185" cy="2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27"/>
          <p:cNvGrpSpPr/>
          <p:nvPr/>
        </p:nvGrpSpPr>
        <p:grpSpPr bwMode="auto">
          <a:xfrm>
            <a:off x="3568700" y="3216275"/>
            <a:ext cx="6502400" cy="393700"/>
            <a:chOff x="1288" y="2026"/>
            <a:chExt cx="4096" cy="248"/>
          </a:xfrm>
        </p:grpSpPr>
        <p:graphicFrame>
          <p:nvGraphicFramePr>
            <p:cNvPr id="28" name="Object 28"/>
            <p:cNvGraphicFramePr>
              <a:graphicFrameLocks noChangeAspect="1"/>
            </p:cNvGraphicFramePr>
            <p:nvPr/>
          </p:nvGraphicFramePr>
          <p:xfrm>
            <a:off x="1288" y="2026"/>
            <a:ext cx="67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4" name="Equation" r:id="rId31" imgW="25603200" imgH="9448800" progId="Equation.DSMT4">
                    <p:embed/>
                  </p:oleObj>
                </mc:Choice>
                <mc:Fallback>
                  <p:oleObj name="Equation" r:id="rId31" imgW="25603200" imgH="9448800" progId="Equation.DSMT4">
                    <p:embed/>
                    <p:pic>
                      <p:nvPicPr>
                        <p:cNvPr id="0" name="图片 3278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288" y="2026"/>
                          <a:ext cx="672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9"/>
            <p:cNvGraphicFramePr>
              <a:graphicFrameLocks noChangeAspect="1"/>
            </p:cNvGraphicFramePr>
            <p:nvPr/>
          </p:nvGraphicFramePr>
          <p:xfrm>
            <a:off x="2596" y="2026"/>
            <a:ext cx="45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5" name="Equation" r:id="rId33" imgW="17373600" imgH="9448800" progId="Equation.DSMT4">
                    <p:embed/>
                  </p:oleObj>
                </mc:Choice>
                <mc:Fallback>
                  <p:oleObj name="Equation" r:id="rId33" imgW="17373600" imgH="9448800" progId="Equation.DSMT4">
                    <p:embed/>
                    <p:pic>
                      <p:nvPicPr>
                        <p:cNvPr id="0" name="图片 3278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2596" y="2026"/>
                          <a:ext cx="45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0"/>
            <p:cNvGraphicFramePr>
              <a:graphicFrameLocks noChangeAspect="1"/>
            </p:cNvGraphicFramePr>
            <p:nvPr/>
          </p:nvGraphicFramePr>
          <p:xfrm>
            <a:off x="3656" y="2026"/>
            <a:ext cx="45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6" name="Equation" r:id="rId35" imgW="17373600" imgH="9448800" progId="Equation.DSMT4">
                    <p:embed/>
                  </p:oleObj>
                </mc:Choice>
                <mc:Fallback>
                  <p:oleObj name="Equation" r:id="rId35" imgW="17373600" imgH="9448800" progId="Equation.DSMT4">
                    <p:embed/>
                    <p:pic>
                      <p:nvPicPr>
                        <p:cNvPr id="0" name="图片 3278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656" y="2026"/>
                          <a:ext cx="45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1"/>
            <p:cNvGraphicFramePr>
              <a:graphicFrameLocks noChangeAspect="1"/>
            </p:cNvGraphicFramePr>
            <p:nvPr/>
          </p:nvGraphicFramePr>
          <p:xfrm>
            <a:off x="4664" y="2026"/>
            <a:ext cx="72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7" name="Equation" r:id="rId37" imgW="27432000" imgH="9448800" progId="Equation.DSMT4">
                    <p:embed/>
                  </p:oleObj>
                </mc:Choice>
                <mc:Fallback>
                  <p:oleObj name="Equation" r:id="rId37" imgW="27432000" imgH="9448800" progId="Equation.DSMT4">
                    <p:embed/>
                    <p:pic>
                      <p:nvPicPr>
                        <p:cNvPr id="0" name="图片 3278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664" y="2026"/>
                          <a:ext cx="720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32"/>
          <p:cNvGrpSpPr/>
          <p:nvPr/>
        </p:nvGrpSpPr>
        <p:grpSpPr bwMode="auto">
          <a:xfrm>
            <a:off x="4879975" y="3198813"/>
            <a:ext cx="3959225" cy="2016125"/>
            <a:chOff x="2064" y="1968"/>
            <a:chExt cx="2688" cy="1392"/>
          </a:xfrm>
        </p:grpSpPr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2064" y="196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2496" y="196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>
              <a:off x="3168" y="196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3600" y="196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4320" y="196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4752" y="196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Group 39"/>
          <p:cNvGrpSpPr/>
          <p:nvPr/>
        </p:nvGrpSpPr>
        <p:grpSpPr bwMode="auto">
          <a:xfrm>
            <a:off x="5072063" y="3686175"/>
            <a:ext cx="3598862" cy="390525"/>
            <a:chOff x="2235" y="2322"/>
            <a:chExt cx="2267" cy="246"/>
          </a:xfrm>
        </p:grpSpPr>
        <p:graphicFrame>
          <p:nvGraphicFramePr>
            <p:cNvPr id="40" name="Object 40"/>
            <p:cNvGraphicFramePr>
              <a:graphicFrameLocks noChangeAspect="1"/>
            </p:cNvGraphicFramePr>
            <p:nvPr/>
          </p:nvGraphicFramePr>
          <p:xfrm>
            <a:off x="2235" y="2322"/>
            <a:ext cx="13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8" name="Equation" r:id="rId39" imgW="5181600" imgH="9448800" progId="Equation.DSMT4">
                    <p:embed/>
                  </p:oleObj>
                </mc:Choice>
                <mc:Fallback>
                  <p:oleObj name="Equation" r:id="rId39" imgW="5181600" imgH="9448800" progId="Equation.DSMT4">
                    <p:embed/>
                    <p:pic>
                      <p:nvPicPr>
                        <p:cNvPr id="0" name="图片 3278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2235" y="2322"/>
                          <a:ext cx="134" cy="24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41"/>
            <p:cNvGraphicFramePr>
              <a:graphicFrameLocks noChangeAspect="1"/>
            </p:cNvGraphicFramePr>
            <p:nvPr/>
          </p:nvGraphicFramePr>
          <p:xfrm>
            <a:off x="4368" y="2322"/>
            <a:ext cx="13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9" name="Equation" r:id="rId41" imgW="5181600" imgH="9448800" progId="Equation.DSMT4">
                    <p:embed/>
                  </p:oleObj>
                </mc:Choice>
                <mc:Fallback>
                  <p:oleObj name="Equation" r:id="rId41" imgW="5181600" imgH="9448800" progId="Equation.DSMT4">
                    <p:embed/>
                    <p:pic>
                      <p:nvPicPr>
                        <p:cNvPr id="0" name="图片 327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4368" y="2322"/>
                          <a:ext cx="134" cy="24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Object 42"/>
          <p:cNvGraphicFramePr>
            <a:graphicFrameLocks noChangeAspect="1"/>
          </p:cNvGraphicFramePr>
          <p:nvPr/>
        </p:nvGraphicFramePr>
        <p:xfrm>
          <a:off x="3916363" y="3752850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0" name="Equation" r:id="rId43" imgW="6096000" imgH="7924800" progId="Equation.DSMT4">
                  <p:embed/>
                </p:oleObj>
              </mc:Choice>
              <mc:Fallback>
                <p:oleObj name="Equation" r:id="rId43" imgW="6096000" imgH="7924800" progId="Equation.DSMT4">
                  <p:embed/>
                  <p:pic>
                    <p:nvPicPr>
                      <p:cNvPr id="0" name="图片 32789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916363" y="3752850"/>
                        <a:ext cx="254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3"/>
          <p:cNvGraphicFramePr>
            <a:graphicFrameLocks noChangeAspect="1"/>
          </p:cNvGraphicFramePr>
          <p:nvPr/>
        </p:nvGraphicFramePr>
        <p:xfrm>
          <a:off x="5862638" y="3797300"/>
          <a:ext cx="24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1" name="Equation" r:id="rId45" imgW="5791200" imgH="5791200" progId="Equation.DSMT4">
                  <p:embed/>
                </p:oleObj>
              </mc:Choice>
              <mc:Fallback>
                <p:oleObj name="Equation" r:id="rId45" imgW="5791200" imgH="5791200" progId="Equation.DSMT4">
                  <p:embed/>
                  <p:pic>
                    <p:nvPicPr>
                      <p:cNvPr id="0" name="图片 32790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862638" y="3797300"/>
                        <a:ext cx="2413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4"/>
          <p:cNvGraphicFramePr>
            <a:graphicFrameLocks noChangeAspect="1"/>
          </p:cNvGraphicFramePr>
          <p:nvPr/>
        </p:nvGraphicFramePr>
        <p:xfrm>
          <a:off x="7543800" y="3797300"/>
          <a:ext cx="24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2" name="Equation" r:id="rId47" imgW="5791200" imgH="5791200" progId="Equation.DSMT4">
                  <p:embed/>
                </p:oleObj>
              </mc:Choice>
              <mc:Fallback>
                <p:oleObj name="Equation" r:id="rId47" imgW="5791200" imgH="5791200" progId="Equation.DSMT4">
                  <p:embed/>
                  <p:pic>
                    <p:nvPicPr>
                      <p:cNvPr id="0" name="图片 32791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7543800" y="3797300"/>
                        <a:ext cx="2413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5"/>
          <p:cNvGraphicFramePr>
            <a:graphicFrameLocks noChangeAspect="1"/>
          </p:cNvGraphicFramePr>
          <p:nvPr/>
        </p:nvGraphicFramePr>
        <p:xfrm>
          <a:off x="9290050" y="3752850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3" name="Equation" r:id="rId49" imgW="6096000" imgH="7924800" progId="Equation.DSMT4">
                  <p:embed/>
                </p:oleObj>
              </mc:Choice>
              <mc:Fallback>
                <p:oleObj name="Equation" r:id="rId49" imgW="6096000" imgH="7924800" progId="Equation.DSMT4">
                  <p:embed/>
                  <p:pic>
                    <p:nvPicPr>
                      <p:cNvPr id="0" name="图片 32792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9290050" y="3752850"/>
                        <a:ext cx="254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6"/>
          <p:cNvGraphicFramePr>
            <a:graphicFrameLocks noChangeAspect="1"/>
          </p:cNvGraphicFramePr>
          <p:nvPr/>
        </p:nvGraphicFramePr>
        <p:xfrm>
          <a:off x="3935413" y="4330700"/>
          <a:ext cx="24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4" name="Equation" r:id="rId51" imgW="5791200" imgH="5791200" progId="Equation.DSMT4">
                  <p:embed/>
                </p:oleObj>
              </mc:Choice>
              <mc:Fallback>
                <p:oleObj name="Equation" r:id="rId51" imgW="5791200" imgH="5791200" progId="Equation.DSMT4">
                  <p:embed/>
                  <p:pic>
                    <p:nvPicPr>
                      <p:cNvPr id="0" name="图片 32793"/>
                      <p:cNvPicPr>
                        <a:picLocks noChangeAspect="1"/>
                      </p:cNvPicPr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3935413" y="4330700"/>
                        <a:ext cx="2413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7"/>
          <p:cNvGraphicFramePr>
            <a:graphicFrameLocks noChangeAspect="1"/>
          </p:cNvGraphicFramePr>
          <p:nvPr/>
        </p:nvGraphicFramePr>
        <p:xfrm>
          <a:off x="5854700" y="4330700"/>
          <a:ext cx="24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5" name="Equation" r:id="rId53" imgW="5791200" imgH="5791200" progId="Equation.DSMT4">
                  <p:embed/>
                </p:oleObj>
              </mc:Choice>
              <mc:Fallback>
                <p:oleObj name="Equation" r:id="rId53" imgW="5791200" imgH="5791200" progId="Equation.DSMT4">
                  <p:embed/>
                  <p:pic>
                    <p:nvPicPr>
                      <p:cNvPr id="0" name="图片 32794"/>
                      <p:cNvPicPr>
                        <a:picLocks noChangeAspect="1"/>
                      </p:cNvPicPr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5854700" y="4330700"/>
                        <a:ext cx="2413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8"/>
          <p:cNvGraphicFramePr>
            <a:graphicFrameLocks noChangeAspect="1"/>
          </p:cNvGraphicFramePr>
          <p:nvPr/>
        </p:nvGraphicFramePr>
        <p:xfrm>
          <a:off x="7524750" y="4286250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6" name="Equation" r:id="rId55" imgW="6096000" imgH="7924800" progId="Equation.DSMT4">
                  <p:embed/>
                </p:oleObj>
              </mc:Choice>
              <mc:Fallback>
                <p:oleObj name="Equation" r:id="rId55" imgW="6096000" imgH="7924800" progId="Equation.DSMT4">
                  <p:embed/>
                  <p:pic>
                    <p:nvPicPr>
                      <p:cNvPr id="0" name="图片 32795"/>
                      <p:cNvPicPr>
                        <a:picLocks noChangeAspect="1"/>
                      </p:cNvPicPr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7524750" y="4286250"/>
                        <a:ext cx="254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9"/>
          <p:cNvGraphicFramePr>
            <a:graphicFrameLocks noChangeAspect="1"/>
          </p:cNvGraphicFramePr>
          <p:nvPr/>
        </p:nvGraphicFramePr>
        <p:xfrm>
          <a:off x="9290050" y="4286250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7" name="Equation" r:id="rId57" imgW="6096000" imgH="7924800" progId="Equation.DSMT4">
                  <p:embed/>
                </p:oleObj>
              </mc:Choice>
              <mc:Fallback>
                <p:oleObj name="Equation" r:id="rId57" imgW="6096000" imgH="7924800" progId="Equation.DSMT4">
                  <p:embed/>
                  <p:pic>
                    <p:nvPicPr>
                      <p:cNvPr id="0" name="图片 32796"/>
                      <p:cNvPicPr>
                        <a:picLocks noChangeAspect="1"/>
                      </p:cNvPicPr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9290050" y="4286250"/>
                        <a:ext cx="254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Freeform 50"/>
          <p:cNvSpPr/>
          <p:nvPr/>
        </p:nvSpPr>
        <p:spPr bwMode="auto">
          <a:xfrm>
            <a:off x="3657600" y="4760913"/>
            <a:ext cx="454025" cy="468312"/>
          </a:xfrm>
          <a:custGeom>
            <a:avLst/>
            <a:gdLst>
              <a:gd name="T0" fmla="*/ 0 w 240"/>
              <a:gd name="T1" fmla="*/ 336 h 336"/>
              <a:gd name="T2" fmla="*/ 48 w 240"/>
              <a:gd name="T3" fmla="*/ 144 h 336"/>
              <a:gd name="T4" fmla="*/ 240 w 240"/>
              <a:gd name="T5" fmla="*/ 0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" h="336">
                <a:moveTo>
                  <a:pt x="0" y="336"/>
                </a:moveTo>
                <a:cubicBezTo>
                  <a:pt x="4" y="268"/>
                  <a:pt x="8" y="200"/>
                  <a:pt x="48" y="144"/>
                </a:cubicBezTo>
                <a:cubicBezTo>
                  <a:pt x="88" y="88"/>
                  <a:pt x="208" y="24"/>
                  <a:pt x="24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Freeform 51"/>
          <p:cNvSpPr/>
          <p:nvPr/>
        </p:nvSpPr>
        <p:spPr bwMode="auto">
          <a:xfrm>
            <a:off x="5791200" y="4724400"/>
            <a:ext cx="457200" cy="381000"/>
          </a:xfrm>
          <a:custGeom>
            <a:avLst/>
            <a:gdLst>
              <a:gd name="T0" fmla="*/ 0 w 288"/>
              <a:gd name="T1" fmla="*/ 0 h 240"/>
              <a:gd name="T2" fmla="*/ 192 w 288"/>
              <a:gd name="T3" fmla="*/ 48 h 240"/>
              <a:gd name="T4" fmla="*/ 288 w 288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8" h="240">
                <a:moveTo>
                  <a:pt x="0" y="0"/>
                </a:moveTo>
                <a:cubicBezTo>
                  <a:pt x="72" y="4"/>
                  <a:pt x="144" y="8"/>
                  <a:pt x="192" y="48"/>
                </a:cubicBezTo>
                <a:cubicBezTo>
                  <a:pt x="240" y="88"/>
                  <a:pt x="272" y="208"/>
                  <a:pt x="288" y="24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Freeform 52"/>
          <p:cNvSpPr/>
          <p:nvPr/>
        </p:nvSpPr>
        <p:spPr bwMode="auto">
          <a:xfrm>
            <a:off x="7467600" y="4724400"/>
            <a:ext cx="609600" cy="381000"/>
          </a:xfrm>
          <a:custGeom>
            <a:avLst/>
            <a:gdLst>
              <a:gd name="T0" fmla="*/ 0 w 384"/>
              <a:gd name="T1" fmla="*/ 0 h 240"/>
              <a:gd name="T2" fmla="*/ 144 w 384"/>
              <a:gd name="T3" fmla="*/ 192 h 240"/>
              <a:gd name="T4" fmla="*/ 384 w 38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4" h="240">
                <a:moveTo>
                  <a:pt x="0" y="0"/>
                </a:moveTo>
                <a:cubicBezTo>
                  <a:pt x="40" y="76"/>
                  <a:pt x="80" y="152"/>
                  <a:pt x="144" y="192"/>
                </a:cubicBezTo>
                <a:cubicBezTo>
                  <a:pt x="208" y="232"/>
                  <a:pt x="344" y="232"/>
                  <a:pt x="384" y="24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Freeform 53"/>
          <p:cNvSpPr/>
          <p:nvPr/>
        </p:nvSpPr>
        <p:spPr bwMode="auto">
          <a:xfrm>
            <a:off x="9144000" y="4800600"/>
            <a:ext cx="685800" cy="355600"/>
          </a:xfrm>
          <a:custGeom>
            <a:avLst/>
            <a:gdLst>
              <a:gd name="T0" fmla="*/ 0 w 432"/>
              <a:gd name="T1" fmla="*/ 192 h 224"/>
              <a:gd name="T2" fmla="*/ 240 w 432"/>
              <a:gd name="T3" fmla="*/ 192 h 224"/>
              <a:gd name="T4" fmla="*/ 432 w 432"/>
              <a:gd name="T5" fmla="*/ 0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" h="224">
                <a:moveTo>
                  <a:pt x="0" y="192"/>
                </a:moveTo>
                <a:cubicBezTo>
                  <a:pt x="84" y="208"/>
                  <a:pt x="168" y="224"/>
                  <a:pt x="240" y="192"/>
                </a:cubicBezTo>
                <a:cubicBezTo>
                  <a:pt x="312" y="160"/>
                  <a:pt x="400" y="32"/>
                  <a:pt x="432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4" name="Object 54"/>
          <p:cNvGraphicFramePr>
            <a:graphicFrameLocks noChangeAspect="1"/>
          </p:cNvGraphicFramePr>
          <p:nvPr/>
        </p:nvGraphicFramePr>
        <p:xfrm>
          <a:off x="5035550" y="4756150"/>
          <a:ext cx="228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8" name="Equation" r:id="rId59" imgW="5486400" imgH="9448800" progId="Equation.DSMT4">
                  <p:embed/>
                </p:oleObj>
              </mc:Choice>
              <mc:Fallback>
                <p:oleObj name="Equation" r:id="rId59" imgW="5486400" imgH="9448800" progId="Equation.DSMT4">
                  <p:embed/>
                  <p:pic>
                    <p:nvPicPr>
                      <p:cNvPr id="0" name="图片 32797"/>
                      <p:cNvPicPr>
                        <a:picLocks noChangeAspect="1"/>
                      </p:cNvPicPr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5035550" y="4756150"/>
                        <a:ext cx="228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5"/>
          <p:cNvGraphicFramePr>
            <a:graphicFrameLocks noChangeAspect="1"/>
          </p:cNvGraphicFramePr>
          <p:nvPr/>
        </p:nvGraphicFramePr>
        <p:xfrm>
          <a:off x="6673850" y="4559300"/>
          <a:ext cx="266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9" name="Equation" r:id="rId61" imgW="6400800" imgH="16459200" progId="Equation.DSMT4">
                  <p:embed/>
                </p:oleObj>
              </mc:Choice>
              <mc:Fallback>
                <p:oleObj name="Equation" r:id="rId61" imgW="6400800" imgH="16459200" progId="Equation.DSMT4">
                  <p:embed/>
                  <p:pic>
                    <p:nvPicPr>
                      <p:cNvPr id="0" name="图片 32798"/>
                      <p:cNvPicPr>
                        <a:picLocks noChangeAspect="1"/>
                      </p:cNvPicPr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6673850" y="4559300"/>
                        <a:ext cx="266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60"/>
          <p:cNvGraphicFramePr>
            <a:graphicFrameLocks noChangeAspect="1"/>
          </p:cNvGraphicFramePr>
          <p:nvPr/>
        </p:nvGraphicFramePr>
        <p:xfrm>
          <a:off x="8426450" y="4559300"/>
          <a:ext cx="266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0" name="Equation" r:id="rId63" imgW="6400800" imgH="16459200" progId="Equation.DSMT4">
                  <p:embed/>
                </p:oleObj>
              </mc:Choice>
              <mc:Fallback>
                <p:oleObj name="Equation" r:id="rId63" imgW="6400800" imgH="16459200" progId="Equation.DSMT4">
                  <p:embed/>
                  <p:pic>
                    <p:nvPicPr>
                      <p:cNvPr id="0" name="图片 32799"/>
                      <p:cNvPicPr>
                        <a:picLocks noChangeAspect="1"/>
                      </p:cNvPicPr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8426450" y="4559300"/>
                        <a:ext cx="266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64"/>
          <p:cNvSpPr txBox="1">
            <a:spLocks noChangeArrowheads="1"/>
          </p:cNvSpPr>
          <p:nvPr/>
        </p:nvSpPr>
        <p:spPr bwMode="auto">
          <a:xfrm>
            <a:off x="2209799" y="5713413"/>
            <a:ext cx="230187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取特殊点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8" name="Group 65"/>
          <p:cNvGrpSpPr/>
          <p:nvPr/>
        </p:nvGrpSpPr>
        <p:grpSpPr bwMode="auto">
          <a:xfrm>
            <a:off x="4211918" y="5630863"/>
            <a:ext cx="1676400" cy="914400"/>
            <a:chOff x="912" y="3408"/>
            <a:chExt cx="1056" cy="576"/>
          </a:xfrm>
        </p:grpSpPr>
        <p:sp>
          <p:nvSpPr>
            <p:cNvPr id="59" name="Line 66"/>
            <p:cNvSpPr>
              <a:spLocks noChangeShapeType="1"/>
            </p:cNvSpPr>
            <p:nvPr/>
          </p:nvSpPr>
          <p:spPr bwMode="auto">
            <a:xfrm>
              <a:off x="912" y="3648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Line 67"/>
            <p:cNvSpPr>
              <a:spLocks noChangeShapeType="1"/>
            </p:cNvSpPr>
            <p:nvPr/>
          </p:nvSpPr>
          <p:spPr bwMode="auto">
            <a:xfrm>
              <a:off x="1152" y="340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1" name="Object 68"/>
            <p:cNvGraphicFramePr>
              <a:graphicFrameLocks noChangeAspect="1"/>
            </p:cNvGraphicFramePr>
            <p:nvPr/>
          </p:nvGraphicFramePr>
          <p:xfrm>
            <a:off x="960" y="3448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1" name="Equation" r:id="rId65" imgW="5486400" imgH="7315200" progId="Equation.DSMT4">
                    <p:embed/>
                  </p:oleObj>
                </mc:Choice>
                <mc:Fallback>
                  <p:oleObj name="Equation" r:id="rId65" imgW="5486400" imgH="7315200" progId="Equation.DSMT4">
                    <p:embed/>
                    <p:pic>
                      <p:nvPicPr>
                        <p:cNvPr id="0" name="图片 328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6"/>
                        <a:stretch>
                          <a:fillRect/>
                        </a:stretch>
                      </p:blipFill>
                      <p:spPr>
                        <a:xfrm>
                          <a:off x="960" y="3448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69"/>
            <p:cNvGraphicFramePr>
              <a:graphicFrameLocks noChangeAspect="1"/>
            </p:cNvGraphicFramePr>
            <p:nvPr/>
          </p:nvGraphicFramePr>
          <p:xfrm>
            <a:off x="948" y="3748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2" name="Equation" r:id="rId67" imgW="6096000" imgH="7315200" progId="Equation.DSMT4">
                    <p:embed/>
                  </p:oleObj>
                </mc:Choice>
                <mc:Fallback>
                  <p:oleObj name="Equation" r:id="rId67" imgW="6096000" imgH="7315200" progId="Equation.DSMT4">
                    <p:embed/>
                    <p:pic>
                      <p:nvPicPr>
                        <p:cNvPr id="0" name="图片 328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8"/>
                        <a:stretch>
                          <a:fillRect/>
                        </a:stretch>
                      </p:blipFill>
                      <p:spPr>
                        <a:xfrm>
                          <a:off x="948" y="3748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" name="Object 70"/>
          <p:cNvGraphicFramePr>
            <a:graphicFrameLocks noChangeAspect="1"/>
          </p:cNvGraphicFramePr>
          <p:nvPr/>
        </p:nvGraphicFramePr>
        <p:xfrm>
          <a:off x="4719918" y="5586413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3" name="Equation" r:id="rId69" imgW="9448800" imgH="9448800" progId="Equation.DSMT4">
                  <p:embed/>
                </p:oleObj>
              </mc:Choice>
              <mc:Fallback>
                <p:oleObj name="Equation" r:id="rId69" imgW="9448800" imgH="9448800" progId="Equation.DSMT4">
                  <p:embed/>
                  <p:pic>
                    <p:nvPicPr>
                      <p:cNvPr id="0" name="图片 32802"/>
                      <p:cNvPicPr>
                        <a:picLocks noChangeAspect="1"/>
                      </p:cNvPicPr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4719918" y="5586413"/>
                        <a:ext cx="393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71"/>
          <p:cNvGraphicFramePr>
            <a:graphicFrameLocks noChangeAspect="1"/>
          </p:cNvGraphicFramePr>
          <p:nvPr/>
        </p:nvGraphicFramePr>
        <p:xfrm>
          <a:off x="5483506" y="5592763"/>
          <a:ext cx="203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4" name="Equation" r:id="rId71" imgW="4876800" imgH="9448800" progId="Equation.DSMT4">
                  <p:embed/>
                </p:oleObj>
              </mc:Choice>
              <mc:Fallback>
                <p:oleObj name="Equation" r:id="rId71" imgW="4876800" imgH="9448800" progId="Equation.DSMT4">
                  <p:embed/>
                  <p:pic>
                    <p:nvPicPr>
                      <p:cNvPr id="0" name="图片 32803"/>
                      <p:cNvPicPr>
                        <a:picLocks noChangeAspect="1"/>
                      </p:cNvPicPr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5483506" y="5592763"/>
                        <a:ext cx="203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72"/>
          <p:cNvGraphicFramePr>
            <a:graphicFrameLocks noChangeAspect="1"/>
          </p:cNvGraphicFramePr>
          <p:nvPr/>
        </p:nvGraphicFramePr>
        <p:xfrm>
          <a:off x="4815168" y="5972175"/>
          <a:ext cx="266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5" name="Equation" r:id="rId73" imgW="6400800" imgH="16459200" progId="Equation.DSMT4">
                  <p:embed/>
                </p:oleObj>
              </mc:Choice>
              <mc:Fallback>
                <p:oleObj name="Equation" r:id="rId73" imgW="6400800" imgH="16459200" progId="Equation.DSMT4">
                  <p:embed/>
                  <p:pic>
                    <p:nvPicPr>
                      <p:cNvPr id="0" name="图片 32804"/>
                      <p:cNvPicPr>
                        <a:picLocks noChangeAspect="1"/>
                      </p:cNvPicPr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4815168" y="5972175"/>
                        <a:ext cx="266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73"/>
          <p:cNvGraphicFramePr>
            <a:graphicFrameLocks noChangeAspect="1"/>
          </p:cNvGraphicFramePr>
          <p:nvPr/>
        </p:nvGraphicFramePr>
        <p:xfrm>
          <a:off x="5437468" y="6084888"/>
          <a:ext cx="228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6" name="Equation" r:id="rId75" imgW="5486400" imgH="9448800" progId="Equation.DSMT4">
                  <p:embed/>
                </p:oleObj>
              </mc:Choice>
              <mc:Fallback>
                <p:oleObj name="Equation" r:id="rId75" imgW="5486400" imgH="9448800" progId="Equation.DSMT4">
                  <p:embed/>
                  <p:pic>
                    <p:nvPicPr>
                      <p:cNvPr id="0" name="图片 32805"/>
                      <p:cNvPicPr>
                        <a:picLocks noChangeAspect="1"/>
                      </p:cNvPicPr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5437468" y="6084888"/>
                        <a:ext cx="228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74"/>
          <p:cNvGraphicFramePr>
            <a:graphicFrameLocks noChangeAspect="1"/>
          </p:cNvGraphicFramePr>
          <p:nvPr/>
        </p:nvGraphicFramePr>
        <p:xfrm>
          <a:off x="6705600" y="4160838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7" name="Equation" r:id="rId77" imgW="5181600" imgH="9448800" progId="Equation.DSMT4">
                  <p:embed/>
                </p:oleObj>
              </mc:Choice>
              <mc:Fallback>
                <p:oleObj name="Equation" r:id="rId77" imgW="5181600" imgH="9448800" progId="Equation.DSMT4">
                  <p:embed/>
                  <p:pic>
                    <p:nvPicPr>
                      <p:cNvPr id="0" name="图片 32806"/>
                      <p:cNvPicPr>
                        <a:picLocks noChangeAspect="1"/>
                      </p:cNvPicPr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6705600" y="4160838"/>
                        <a:ext cx="21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" name="Group 82"/>
          <p:cNvGrpSpPr/>
          <p:nvPr/>
        </p:nvGrpSpPr>
        <p:grpSpPr bwMode="auto">
          <a:xfrm>
            <a:off x="9057323" y="1271588"/>
            <a:ext cx="2130425" cy="1870075"/>
            <a:chOff x="4193" y="775"/>
            <a:chExt cx="1342" cy="1178"/>
          </a:xfrm>
          <a:solidFill>
            <a:schemeClr val="accent5">
              <a:lumMod val="20000"/>
              <a:lumOff val="80000"/>
            </a:schemeClr>
          </a:solidFill>
        </p:grpSpPr>
        <p:graphicFrame>
          <p:nvGraphicFramePr>
            <p:cNvPr id="69" name="Object 83"/>
            <p:cNvGraphicFramePr>
              <a:graphicFrameLocks noChangeAspect="1"/>
            </p:cNvGraphicFramePr>
            <p:nvPr/>
          </p:nvGraphicFramePr>
          <p:xfrm>
            <a:off x="4193" y="775"/>
            <a:ext cx="1342" cy="1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8" name="BMP 图象" r:id="rId79" imgW="2952750" imgH="2590800" progId="PBrush">
                    <p:embed/>
                  </p:oleObj>
                </mc:Choice>
                <mc:Fallback>
                  <p:oleObj name="BMP 图象" r:id="rId79" imgW="2952750" imgH="2590800" progId="PBrush">
                    <p:embed/>
                    <p:pic>
                      <p:nvPicPr>
                        <p:cNvPr id="0" name="图片 3280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0"/>
                        <a:stretch>
                          <a:fillRect/>
                        </a:stretch>
                      </p:blipFill>
                      <p:spPr>
                        <a:xfrm>
                          <a:off x="4193" y="775"/>
                          <a:ext cx="1342" cy="1178"/>
                        </a:xfrm>
                        <a:prstGeom prst="rect">
                          <a:avLst/>
                        </a:prstGeom>
                        <a:noFill/>
                        <a:ln w="38100" cap="flat" cmpd="dbl">
                          <a:solidFill>
                            <a:srgbClr val="C0504D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84"/>
            <p:cNvGraphicFramePr>
              <a:graphicFrameLocks noChangeAspect="1"/>
            </p:cNvGraphicFramePr>
            <p:nvPr/>
          </p:nvGraphicFramePr>
          <p:xfrm>
            <a:off x="4785" y="1682"/>
            <a:ext cx="62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9" name="Equation" r:id="rId81" imgW="178435" imgH="356870" progId="Equation.3">
                    <p:embed/>
                  </p:oleObj>
                </mc:Choice>
                <mc:Fallback>
                  <p:oleObj name="Equation" r:id="rId81" imgW="178435" imgH="356870" progId="Equation.3">
                    <p:embed/>
                    <p:pic>
                      <p:nvPicPr>
                        <p:cNvPr id="0" name="图片 328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2"/>
                        <a:stretch>
                          <a:fillRect/>
                        </a:stretch>
                      </p:blipFill>
                      <p:spPr>
                        <a:xfrm>
                          <a:off x="4785" y="1682"/>
                          <a:ext cx="62" cy="1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85"/>
            <p:cNvGraphicFramePr>
              <a:graphicFrameLocks noChangeAspect="1"/>
            </p:cNvGraphicFramePr>
            <p:nvPr/>
          </p:nvGraphicFramePr>
          <p:xfrm>
            <a:off x="4998" y="1682"/>
            <a:ext cx="88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10" name="Equation" r:id="rId83" imgW="256540" imgH="356870" progId="Equation.3">
                    <p:embed/>
                  </p:oleObj>
                </mc:Choice>
                <mc:Fallback>
                  <p:oleObj name="Equation" r:id="rId83" imgW="256540" imgH="356870" progId="Equation.3">
                    <p:embed/>
                    <p:pic>
                      <p:nvPicPr>
                        <p:cNvPr id="0" name="图片 3280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4"/>
                        <a:stretch>
                          <a:fillRect/>
                        </a:stretch>
                      </p:blipFill>
                      <p:spPr>
                        <a:xfrm>
                          <a:off x="4998" y="1682"/>
                          <a:ext cx="88" cy="1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86"/>
            <p:cNvGraphicFramePr>
              <a:graphicFrameLocks noChangeAspect="1"/>
            </p:cNvGraphicFramePr>
            <p:nvPr/>
          </p:nvGraphicFramePr>
          <p:xfrm>
            <a:off x="5232" y="1682"/>
            <a:ext cx="78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11" name="Equation" r:id="rId85" imgW="222885" imgH="368300" progId="Equation.3">
                    <p:embed/>
                  </p:oleObj>
                </mc:Choice>
                <mc:Fallback>
                  <p:oleObj name="Equation" r:id="rId85" imgW="222885" imgH="368300" progId="Equation.3">
                    <p:embed/>
                    <p:pic>
                      <p:nvPicPr>
                        <p:cNvPr id="0" name="图片 328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6"/>
                        <a:stretch>
                          <a:fillRect/>
                        </a:stretch>
                      </p:blipFill>
                      <p:spPr>
                        <a:xfrm>
                          <a:off x="5232" y="1682"/>
                          <a:ext cx="78" cy="1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87"/>
            <p:cNvGraphicFramePr>
              <a:graphicFrameLocks noChangeAspect="1"/>
            </p:cNvGraphicFramePr>
            <p:nvPr/>
          </p:nvGraphicFramePr>
          <p:xfrm>
            <a:off x="4262" y="1683"/>
            <a:ext cx="171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12" name="Equation" r:id="rId87" imgW="490855" imgH="356870" progId="Equation.3">
                    <p:embed/>
                  </p:oleObj>
                </mc:Choice>
                <mc:Fallback>
                  <p:oleObj name="Equation" r:id="rId87" imgW="490855" imgH="356870" progId="Equation.3">
                    <p:embed/>
                    <p:pic>
                      <p:nvPicPr>
                        <p:cNvPr id="0" name="图片 328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8"/>
                        <a:stretch>
                          <a:fillRect/>
                        </a:stretch>
                      </p:blipFill>
                      <p:spPr>
                        <a:xfrm>
                          <a:off x="4262" y="1683"/>
                          <a:ext cx="171" cy="1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" name="Text Box 88"/>
          <p:cNvSpPr txBox="1">
            <a:spLocks noChangeArrowheads="1"/>
          </p:cNvSpPr>
          <p:nvPr/>
        </p:nvSpPr>
        <p:spPr bwMode="auto">
          <a:xfrm>
            <a:off x="4511675" y="5157788"/>
            <a:ext cx="1524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极大值</a:t>
            </a: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Text Box 89"/>
          <p:cNvSpPr txBox="1">
            <a:spLocks noChangeArrowheads="1"/>
          </p:cNvSpPr>
          <p:nvPr/>
        </p:nvSpPr>
        <p:spPr bwMode="auto">
          <a:xfrm>
            <a:off x="6096000" y="5229225"/>
            <a:ext cx="1524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拐点</a:t>
            </a: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" name="Text Box 90"/>
          <p:cNvSpPr txBox="1">
            <a:spLocks noChangeArrowheads="1"/>
          </p:cNvSpPr>
          <p:nvPr/>
        </p:nvSpPr>
        <p:spPr bwMode="auto">
          <a:xfrm>
            <a:off x="7812088" y="5229225"/>
            <a:ext cx="1524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极小值</a:t>
            </a: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7" grpId="0" bldLvl="0" animBg="1" autoUpdateAnimBg="0"/>
      <p:bldP spid="8" grpId="0" bldLvl="0" animBg="1" autoUpdateAnimBg="0"/>
      <p:bldP spid="15" grpId="0" bldLvl="0" animBg="1" autoUpdateAnimBg="0"/>
      <p:bldP spid="50" grpId="0" bldLvl="0" animBg="1"/>
      <p:bldP spid="51" grpId="0" bldLvl="0" animBg="1"/>
      <p:bldP spid="52" grpId="0" bldLvl="0" animBg="1"/>
      <p:bldP spid="53" grpId="0" bldLvl="0" animBg="1"/>
      <p:bldP spid="57" grpId="0" bldLvl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19300" y="319507"/>
            <a:ext cx="2895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14.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描绘函数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5129213" y="115888"/>
          <a:ext cx="736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Equation" r:id="rId1" imgW="17678400" imgH="21336000" progId="Equation.DSMT4">
                  <p:embed/>
                </p:oleObj>
              </mc:Choice>
              <mc:Fallback>
                <p:oleObj name="Equation" r:id="rId1" imgW="17678400" imgH="21336000" progId="Equation.DSMT4">
                  <p:embed/>
                  <p:pic>
                    <p:nvPicPr>
                      <p:cNvPr id="0" name="图片 337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29213" y="115888"/>
                        <a:ext cx="7366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546600" y="509588"/>
          <a:ext cx="533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Equation" r:id="rId3" imgW="12801600" imgH="7315200" progId="Equation.DSMT4">
                  <p:embed/>
                </p:oleObj>
              </mc:Choice>
              <mc:Fallback>
                <p:oleObj name="Equation" r:id="rId3" imgW="12801600" imgH="7315200" progId="Equation.DSMT4">
                  <p:embed/>
                  <p:pic>
                    <p:nvPicPr>
                      <p:cNvPr id="0" name="图片 3379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46600" y="509588"/>
                        <a:ext cx="5334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5937250" y="230823"/>
          <a:ext cx="533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Equation" r:id="rId5" imgW="12801600" imgH="12192000" progId="Equation.DSMT4">
                  <p:embed/>
                </p:oleObj>
              </mc:Choice>
              <mc:Fallback>
                <p:oleObj name="Equation" r:id="rId5" imgW="12801600" imgH="12192000" progId="Equation.DSMT4">
                  <p:embed/>
                  <p:pic>
                    <p:nvPicPr>
                      <p:cNvPr id="0" name="图片 3379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37250" y="230823"/>
                        <a:ext cx="5334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819900" y="319190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的图形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057400" y="905295"/>
            <a:ext cx="2819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定义域为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591050" y="987425"/>
          <a:ext cx="152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Equation" r:id="rId7" imgW="36576000" imgH="9448800" progId="Equation.DSMT4">
                  <p:embed/>
                </p:oleObj>
              </mc:Choice>
              <mc:Fallback>
                <p:oleObj name="Equation" r:id="rId7" imgW="36576000" imgH="9448800" progId="Equation.DSMT4">
                  <p:embed/>
                  <p:pic>
                    <p:nvPicPr>
                      <p:cNvPr id="0" name="图片 33795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91050" y="987425"/>
                        <a:ext cx="1524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334679" y="981495"/>
            <a:ext cx="2895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图形对称于</a:t>
            </a:r>
            <a:r>
              <a:rPr kumimoji="1"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057400" y="1438695"/>
            <a:ext cx="2514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求关键点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584450" y="2109788"/>
          <a:ext cx="60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Equation" r:id="rId9" imgW="14630400" imgH="9753600" progId="Equation.DSMT4">
                  <p:embed/>
                </p:oleObj>
              </mc:Choice>
              <mc:Fallback>
                <p:oleObj name="Equation" r:id="rId9" imgW="14630400" imgH="9753600" progId="Equation.DSMT4">
                  <p:embed/>
                  <p:pic>
                    <p:nvPicPr>
                      <p:cNvPr id="0" name="图片 337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84450" y="2109788"/>
                        <a:ext cx="609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292475" y="1843088"/>
          <a:ext cx="977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Equation" r:id="rId11" imgW="23469600" imgH="21336000" progId="Equation.DSMT4">
                  <p:embed/>
                </p:oleObj>
              </mc:Choice>
              <mc:Fallback>
                <p:oleObj name="Equation" r:id="rId11" imgW="23469600" imgH="21336000" progId="Equation.DSMT4">
                  <p:embed/>
                  <p:pic>
                    <p:nvPicPr>
                      <p:cNvPr id="0" name="图片 337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92475" y="1843088"/>
                        <a:ext cx="977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362450" y="1849438"/>
          <a:ext cx="901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Equation" r:id="rId13" imgW="21640800" imgH="14020800" progId="Equation.DSMT4">
                  <p:embed/>
                </p:oleObj>
              </mc:Choice>
              <mc:Fallback>
                <p:oleObj name="Equation" r:id="rId13" imgW="21640800" imgH="14020800" progId="Equation.DSMT4">
                  <p:embed/>
                  <p:pic>
                    <p:nvPicPr>
                      <p:cNvPr id="0" name="图片 337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62450" y="1849438"/>
                        <a:ext cx="9017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6172200" y="2065338"/>
          <a:ext cx="647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15" imgW="15544800" imgH="9753600" progId="Equation.DSMT4">
                  <p:embed/>
                </p:oleObj>
              </mc:Choice>
              <mc:Fallback>
                <p:oleObj name="Equation" r:id="rId15" imgW="15544800" imgH="9753600" progId="Equation.DSMT4">
                  <p:embed/>
                  <p:pic>
                    <p:nvPicPr>
                      <p:cNvPr id="0" name="图片 3379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72200" y="2065338"/>
                        <a:ext cx="647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959600" y="1830388"/>
          <a:ext cx="977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1" name="Equation" r:id="rId17" imgW="23469600" imgH="21336000" progId="Equation.DSMT4">
                  <p:embed/>
                </p:oleObj>
              </mc:Choice>
              <mc:Fallback>
                <p:oleObj name="Equation" r:id="rId17" imgW="23469600" imgH="21336000" progId="Equation.DSMT4">
                  <p:embed/>
                  <p:pic>
                    <p:nvPicPr>
                      <p:cNvPr id="0" name="图片 3380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59600" y="1830388"/>
                        <a:ext cx="977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8026400" y="1811338"/>
          <a:ext cx="533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2" name="Equation" r:id="rId19" imgW="12801600" imgH="12192000" progId="Equation.DSMT4">
                  <p:embed/>
                </p:oleObj>
              </mc:Choice>
              <mc:Fallback>
                <p:oleObj name="Equation" r:id="rId19" imgW="12801600" imgH="12192000" progId="Equation.DSMT4">
                  <p:embed/>
                  <p:pic>
                    <p:nvPicPr>
                      <p:cNvPr id="0" name="图片 3380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026400" y="1811338"/>
                        <a:ext cx="5334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8680450" y="2017713"/>
          <a:ext cx="1054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3" name="Equation" r:id="rId21" imgW="25298400" imgH="10972800" progId="Equation.DSMT4">
                  <p:embed/>
                </p:oleObj>
              </mc:Choice>
              <mc:Fallback>
                <p:oleObj name="Equation" r:id="rId21" imgW="25298400" imgH="10972800" progId="Equation.DSMT4">
                  <p:embed/>
                  <p:pic>
                    <p:nvPicPr>
                      <p:cNvPr id="0" name="图片 3380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680450" y="2017713"/>
                        <a:ext cx="1054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2470150" y="2960688"/>
          <a:ext cx="161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4" name="Equation" r:id="rId23" imgW="38709600" imgH="10668000" progId="Equation.DSMT4">
                  <p:embed/>
                </p:oleObj>
              </mc:Choice>
              <mc:Fallback>
                <p:oleObj name="Equation" r:id="rId23" imgW="38709600" imgH="10668000" progId="Equation.DSMT4">
                  <p:embed/>
                  <p:pic>
                    <p:nvPicPr>
                      <p:cNvPr id="0" name="图片 3380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470150" y="2960688"/>
                        <a:ext cx="16129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4223792" y="2954525"/>
          <a:ext cx="932005" cy="47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5" name="Equation" r:id="rId25" imgW="9753600" imgH="4876800" progId="Equation.DSMT4">
                  <p:embed/>
                </p:oleObj>
              </mc:Choice>
              <mc:Fallback>
                <p:oleObj name="Equation" r:id="rId25" imgW="9753600" imgH="4876800" progId="Equation.DSMT4">
                  <p:embed/>
                  <p:pic>
                    <p:nvPicPr>
                      <p:cNvPr id="0" name="图片 3380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223792" y="2954525"/>
                        <a:ext cx="932005" cy="474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5308600" y="2924175"/>
          <a:ext cx="165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6" name="Equation" r:id="rId27" imgW="39624000" imgH="10668000" progId="Equation.DSMT4">
                  <p:embed/>
                </p:oleObj>
              </mc:Choice>
              <mc:Fallback>
                <p:oleObj name="Equation" r:id="rId27" imgW="39624000" imgH="10668000" progId="Equation.DSMT4">
                  <p:embed/>
                  <p:pic>
                    <p:nvPicPr>
                      <p:cNvPr id="0" name="图片 3380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308600" y="2924175"/>
                        <a:ext cx="16510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7039701" y="2924190"/>
          <a:ext cx="987077" cy="419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7" name="Equation" r:id="rId29" imgW="10363200" imgH="4267200" progId="Equation.DSMT4">
                  <p:embed/>
                </p:oleObj>
              </mc:Choice>
              <mc:Fallback>
                <p:oleObj name="Equation" r:id="rId29" imgW="10363200" imgH="4267200" progId="Equation.DSMT4">
                  <p:embed/>
                  <p:pic>
                    <p:nvPicPr>
                      <p:cNvPr id="0" name="图片 3380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039701" y="2924190"/>
                        <a:ext cx="987077" cy="41940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9"/>
          <p:cNvGraphicFramePr>
            <a:graphicFrameLocks noChangeAspect="1"/>
          </p:cNvGraphicFramePr>
          <p:nvPr/>
        </p:nvGraphicFramePr>
        <p:xfrm>
          <a:off x="7296150" y="4230688"/>
          <a:ext cx="24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8" name="Equation" r:id="rId31" imgW="5791200" imgH="5791200" progId="Equation.DSMT4">
                  <p:embed/>
                </p:oleObj>
              </mc:Choice>
              <mc:Fallback>
                <p:oleObj name="Equation" r:id="rId31" imgW="5791200" imgH="5791200" progId="Equation.DSMT4">
                  <p:embed/>
                  <p:pic>
                    <p:nvPicPr>
                      <p:cNvPr id="0" name="图片 3380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296150" y="4230688"/>
                        <a:ext cx="2413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0"/>
          <p:cNvGraphicFramePr>
            <a:graphicFrameLocks noChangeAspect="1"/>
          </p:cNvGraphicFramePr>
          <p:nvPr/>
        </p:nvGraphicFramePr>
        <p:xfrm>
          <a:off x="9442450" y="4230688"/>
          <a:ext cx="24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9" name="Equation" r:id="rId33" imgW="5791200" imgH="5791200" progId="Equation.DSMT4">
                  <p:embed/>
                </p:oleObj>
              </mc:Choice>
              <mc:Fallback>
                <p:oleObj name="Equation" r:id="rId33" imgW="5791200" imgH="5791200" progId="Equation.DSMT4">
                  <p:embed/>
                  <p:pic>
                    <p:nvPicPr>
                      <p:cNvPr id="0" name="图片 3380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442450" y="4230688"/>
                        <a:ext cx="2413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1"/>
          <p:cNvGraphicFramePr>
            <a:graphicFrameLocks noChangeAspect="1"/>
          </p:cNvGraphicFramePr>
          <p:nvPr/>
        </p:nvGraphicFramePr>
        <p:xfrm>
          <a:off x="7296150" y="4687888"/>
          <a:ext cx="24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0" name="Equation" r:id="rId35" imgW="5791200" imgH="5791200" progId="Equation.DSMT4">
                  <p:embed/>
                </p:oleObj>
              </mc:Choice>
              <mc:Fallback>
                <p:oleObj name="Equation" r:id="rId35" imgW="5791200" imgH="5791200" progId="Equation.DSMT4">
                  <p:embed/>
                  <p:pic>
                    <p:nvPicPr>
                      <p:cNvPr id="0" name="图片 33809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296150" y="4687888"/>
                        <a:ext cx="2413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2"/>
          <p:cNvGraphicFramePr>
            <a:graphicFrameLocks noChangeAspect="1"/>
          </p:cNvGraphicFramePr>
          <p:nvPr/>
        </p:nvGraphicFramePr>
        <p:xfrm>
          <a:off x="9442450" y="4656138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1" name="Equation" r:id="rId37" imgW="6096000" imgH="7924800" progId="Equation.DSMT4">
                  <p:embed/>
                </p:oleObj>
              </mc:Choice>
              <mc:Fallback>
                <p:oleObj name="Equation" r:id="rId37" imgW="6096000" imgH="7924800" progId="Equation.DSMT4">
                  <p:embed/>
                  <p:pic>
                    <p:nvPicPr>
                      <p:cNvPr id="0" name="图片 33810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9442450" y="4656138"/>
                        <a:ext cx="254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3"/>
          <p:cNvGraphicFramePr>
            <a:graphicFrameLocks noChangeAspect="1"/>
          </p:cNvGraphicFramePr>
          <p:nvPr/>
        </p:nvGraphicFramePr>
        <p:xfrm>
          <a:off x="6191250" y="5167313"/>
          <a:ext cx="5207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2" name="Equation" r:id="rId39" imgW="12496800" imgH="13106400" progId="Equation.DSMT4">
                  <p:embed/>
                </p:oleObj>
              </mc:Choice>
              <mc:Fallback>
                <p:oleObj name="Equation" r:id="rId39" imgW="12496800" imgH="13106400" progId="Equation.DSMT4">
                  <p:embed/>
                  <p:pic>
                    <p:nvPicPr>
                      <p:cNvPr id="0" name="图片 33811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191250" y="5167313"/>
                        <a:ext cx="520700" cy="549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4"/>
          <p:cNvGraphicFramePr>
            <a:graphicFrameLocks noChangeAspect="1"/>
          </p:cNvGraphicFramePr>
          <p:nvPr/>
        </p:nvGraphicFramePr>
        <p:xfrm>
          <a:off x="6330950" y="4129088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3" name="Equation" r:id="rId41" imgW="5181600" imgH="9448800" progId="Equation.DSMT4">
                  <p:embed/>
                </p:oleObj>
              </mc:Choice>
              <mc:Fallback>
                <p:oleObj name="Equation" r:id="rId41" imgW="5181600" imgH="9448800" progId="Equation.DSMT4">
                  <p:embed/>
                  <p:pic>
                    <p:nvPicPr>
                      <p:cNvPr id="0" name="图片 33812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6330950" y="4129088"/>
                        <a:ext cx="21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5"/>
          <p:cNvGraphicFramePr>
            <a:graphicFrameLocks noChangeAspect="1"/>
          </p:cNvGraphicFramePr>
          <p:nvPr/>
        </p:nvGraphicFramePr>
        <p:xfrm>
          <a:off x="8299450" y="4573588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4" name="Equation" r:id="rId43" imgW="5181600" imgH="9448800" progId="Equation.DSMT4">
                  <p:embed/>
                </p:oleObj>
              </mc:Choice>
              <mc:Fallback>
                <p:oleObj name="Equation" r:id="rId43" imgW="5181600" imgH="9448800" progId="Equation.DSMT4">
                  <p:embed/>
                  <p:pic>
                    <p:nvPicPr>
                      <p:cNvPr id="0" name="图片 33813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8299450" y="4573588"/>
                        <a:ext cx="21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6"/>
          <p:cNvGraphicFramePr>
            <a:graphicFrameLocks noChangeAspect="1"/>
          </p:cNvGraphicFramePr>
          <p:nvPr/>
        </p:nvGraphicFramePr>
        <p:xfrm>
          <a:off x="8159750" y="5132388"/>
          <a:ext cx="5969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5" name="Equation" r:id="rId45" imgW="14325600" imgH="13106400" progId="Equation.DSMT4">
                  <p:embed/>
                </p:oleObj>
              </mc:Choice>
              <mc:Fallback>
                <p:oleObj name="Equation" r:id="rId45" imgW="14325600" imgH="13106400" progId="Equation.DSMT4">
                  <p:embed/>
                  <p:pic>
                    <p:nvPicPr>
                      <p:cNvPr id="0" name="图片 33814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8159750" y="5132388"/>
                        <a:ext cx="596900" cy="549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Freeform 37"/>
          <p:cNvSpPr/>
          <p:nvPr/>
        </p:nvSpPr>
        <p:spPr bwMode="auto">
          <a:xfrm>
            <a:off x="7080250" y="5234407"/>
            <a:ext cx="762000" cy="457200"/>
          </a:xfrm>
          <a:custGeom>
            <a:avLst/>
            <a:gdLst>
              <a:gd name="T0" fmla="*/ 0 w 480"/>
              <a:gd name="T1" fmla="*/ 0 h 336"/>
              <a:gd name="T2" fmla="*/ 336 w 480"/>
              <a:gd name="T3" fmla="*/ 96 h 336"/>
              <a:gd name="T4" fmla="*/ 480 w 480"/>
              <a:gd name="T5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0" h="336">
                <a:moveTo>
                  <a:pt x="0" y="0"/>
                </a:moveTo>
                <a:cubicBezTo>
                  <a:pt x="128" y="20"/>
                  <a:pt x="256" y="40"/>
                  <a:pt x="336" y="96"/>
                </a:cubicBezTo>
                <a:cubicBezTo>
                  <a:pt x="416" y="152"/>
                  <a:pt x="456" y="296"/>
                  <a:pt x="480" y="33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1" name="Group 38"/>
          <p:cNvGrpSpPr/>
          <p:nvPr/>
        </p:nvGrpSpPr>
        <p:grpSpPr bwMode="auto">
          <a:xfrm>
            <a:off x="5327650" y="3558007"/>
            <a:ext cx="5105400" cy="2209800"/>
            <a:chOff x="2160" y="336"/>
            <a:chExt cx="3216" cy="1392"/>
          </a:xfrm>
        </p:grpSpPr>
        <p:grpSp>
          <p:nvGrpSpPr>
            <p:cNvPr id="32" name="Group 39"/>
            <p:cNvGrpSpPr/>
            <p:nvPr/>
          </p:nvGrpSpPr>
          <p:grpSpPr bwMode="auto">
            <a:xfrm>
              <a:off x="2160" y="336"/>
              <a:ext cx="3216" cy="1392"/>
              <a:chOff x="2160" y="336"/>
              <a:chExt cx="3216" cy="1392"/>
            </a:xfrm>
          </p:grpSpPr>
          <p:sp>
            <p:nvSpPr>
              <p:cNvPr id="34" name="Line 40"/>
              <p:cNvSpPr>
                <a:spLocks noChangeShapeType="1"/>
              </p:cNvSpPr>
              <p:nvPr/>
            </p:nvSpPr>
            <p:spPr bwMode="auto">
              <a:xfrm flipV="1">
                <a:off x="2160" y="624"/>
                <a:ext cx="3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Line 41"/>
              <p:cNvSpPr>
                <a:spLocks noChangeShapeType="1"/>
              </p:cNvSpPr>
              <p:nvPr/>
            </p:nvSpPr>
            <p:spPr bwMode="auto">
              <a:xfrm>
                <a:off x="2544" y="336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6" name="Object 42"/>
              <p:cNvGraphicFramePr>
                <a:graphicFrameLocks noChangeAspect="1"/>
              </p:cNvGraphicFramePr>
              <p:nvPr/>
            </p:nvGraphicFramePr>
            <p:xfrm>
              <a:off x="2277" y="409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16" name="Equation" r:id="rId47" imgW="5486400" imgH="7315200" progId="Equation.DSMT4">
                      <p:embed/>
                    </p:oleObj>
                  </mc:Choice>
                  <mc:Fallback>
                    <p:oleObj name="Equation" r:id="rId47" imgW="5486400" imgH="7315200" progId="Equation.DSMT4">
                      <p:embed/>
                      <p:pic>
                        <p:nvPicPr>
                          <p:cNvPr id="0" name="图片 3381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8"/>
                          <a:stretch>
                            <a:fillRect/>
                          </a:stretch>
                        </p:blipFill>
                        <p:spPr>
                          <a:xfrm>
                            <a:off x="2277" y="409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43"/>
              <p:cNvGraphicFramePr>
                <a:graphicFrameLocks noChangeAspect="1"/>
              </p:cNvGraphicFramePr>
              <p:nvPr/>
            </p:nvGraphicFramePr>
            <p:xfrm>
              <a:off x="2257" y="700"/>
              <a:ext cx="208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17" name="Equation" r:id="rId49" imgW="7924800" imgH="9753600" progId="Equation.DSMT4">
                      <p:embed/>
                    </p:oleObj>
                  </mc:Choice>
                  <mc:Fallback>
                    <p:oleObj name="Equation" r:id="rId49" imgW="7924800" imgH="9753600" progId="Equation.DSMT4">
                      <p:embed/>
                      <p:pic>
                        <p:nvPicPr>
                          <p:cNvPr id="0" name="图片 3381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50"/>
                          <a:stretch>
                            <a:fillRect/>
                          </a:stretch>
                        </p:blipFill>
                        <p:spPr>
                          <a:xfrm>
                            <a:off x="2257" y="700"/>
                            <a:ext cx="208" cy="25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Object 44"/>
              <p:cNvGraphicFramePr>
                <a:graphicFrameLocks noChangeAspect="1"/>
              </p:cNvGraphicFramePr>
              <p:nvPr/>
            </p:nvGraphicFramePr>
            <p:xfrm>
              <a:off x="2264" y="1036"/>
              <a:ext cx="232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18" name="Equation" r:id="rId51" imgW="8839200" imgH="9753600" progId="Equation.DSMT4">
                      <p:embed/>
                    </p:oleObj>
                  </mc:Choice>
                  <mc:Fallback>
                    <p:oleObj name="Equation" r:id="rId51" imgW="8839200" imgH="9753600" progId="Equation.DSMT4">
                      <p:embed/>
                      <p:pic>
                        <p:nvPicPr>
                          <p:cNvPr id="0" name="图片 3381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52"/>
                          <a:stretch>
                            <a:fillRect/>
                          </a:stretch>
                        </p:blipFill>
                        <p:spPr>
                          <a:xfrm>
                            <a:off x="2264" y="1036"/>
                            <a:ext cx="232" cy="25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45"/>
              <p:cNvGraphicFramePr>
                <a:graphicFrameLocks noChangeAspect="1"/>
              </p:cNvGraphicFramePr>
              <p:nvPr/>
            </p:nvGraphicFramePr>
            <p:xfrm>
              <a:off x="2292" y="1436"/>
              <a:ext cx="16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19" name="Equation" r:id="rId53" imgW="6096000" imgH="7315200" progId="Equation.DSMT4">
                      <p:embed/>
                    </p:oleObj>
                  </mc:Choice>
                  <mc:Fallback>
                    <p:oleObj name="Equation" r:id="rId53" imgW="6096000" imgH="7315200" progId="Equation.DSMT4">
                      <p:embed/>
                      <p:pic>
                        <p:nvPicPr>
                          <p:cNvPr id="0" name="图片 3381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54"/>
                          <a:stretch>
                            <a:fillRect/>
                          </a:stretch>
                        </p:blipFill>
                        <p:spPr>
                          <a:xfrm>
                            <a:off x="2292" y="1436"/>
                            <a:ext cx="160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" name="Object 46"/>
              <p:cNvGraphicFramePr>
                <a:graphicFrameLocks noChangeAspect="1"/>
              </p:cNvGraphicFramePr>
              <p:nvPr/>
            </p:nvGraphicFramePr>
            <p:xfrm>
              <a:off x="4039" y="391"/>
              <a:ext cx="238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20" name="Equation" r:id="rId55" imgW="2133600" imgH="3962400" progId="Equation.DSMT4">
                      <p:embed/>
                    </p:oleObj>
                  </mc:Choice>
                  <mc:Fallback>
                    <p:oleObj name="Equation" r:id="rId55" imgW="2133600" imgH="3962400" progId="Equation.DSMT4">
                      <p:embed/>
                      <p:pic>
                        <p:nvPicPr>
                          <p:cNvPr id="0" name="图片 3381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56"/>
                          <a:stretch>
                            <a:fillRect/>
                          </a:stretch>
                        </p:blipFill>
                        <p:spPr>
                          <a:xfrm>
                            <a:off x="4039" y="391"/>
                            <a:ext cx="238" cy="22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" name="Line 47"/>
              <p:cNvSpPr>
                <a:spLocks noChangeShapeType="1"/>
              </p:cNvSpPr>
              <p:nvPr/>
            </p:nvSpPr>
            <p:spPr bwMode="auto">
              <a:xfrm>
                <a:off x="3168" y="336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Line 48"/>
              <p:cNvSpPr>
                <a:spLocks noChangeShapeType="1"/>
              </p:cNvSpPr>
              <p:nvPr/>
            </p:nvSpPr>
            <p:spPr bwMode="auto">
              <a:xfrm>
                <a:off x="3840" y="336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Line 49"/>
              <p:cNvSpPr>
                <a:spLocks noChangeShapeType="1"/>
              </p:cNvSpPr>
              <p:nvPr/>
            </p:nvSpPr>
            <p:spPr bwMode="auto">
              <a:xfrm>
                <a:off x="4464" y="336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4" name="Object 50"/>
              <p:cNvGraphicFramePr>
                <a:graphicFrameLocks noChangeAspect="1"/>
              </p:cNvGraphicFramePr>
              <p:nvPr/>
            </p:nvGraphicFramePr>
            <p:xfrm>
              <a:off x="2750" y="345"/>
              <a:ext cx="227" cy="2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21" name="Equation" r:id="rId57" imgW="3048000" imgH="4267200" progId="Equation.DSMT4">
                      <p:embed/>
                    </p:oleObj>
                  </mc:Choice>
                  <mc:Fallback>
                    <p:oleObj name="Equation" r:id="rId57" imgW="3048000" imgH="4267200" progId="Equation.DSMT4">
                      <p:embed/>
                      <p:pic>
                        <p:nvPicPr>
                          <p:cNvPr id="0" name="图片 3382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58"/>
                          <a:stretch>
                            <a:fillRect/>
                          </a:stretch>
                        </p:blipFill>
                        <p:spPr>
                          <a:xfrm>
                            <a:off x="2750" y="345"/>
                            <a:ext cx="227" cy="26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Object 51"/>
              <p:cNvGraphicFramePr>
                <a:graphicFrameLocks noChangeAspect="1"/>
              </p:cNvGraphicFramePr>
              <p:nvPr/>
            </p:nvGraphicFramePr>
            <p:xfrm>
              <a:off x="3188" y="395"/>
              <a:ext cx="481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22" name="Equation" r:id="rId59" imgW="8839200" imgH="4876800" progId="Equation.DSMT4">
                      <p:embed/>
                    </p:oleObj>
                  </mc:Choice>
                  <mc:Fallback>
                    <p:oleObj name="Equation" r:id="rId59" imgW="8839200" imgH="4876800" progId="Equation.DSMT4">
                      <p:embed/>
                      <p:pic>
                        <p:nvPicPr>
                          <p:cNvPr id="0" name="图片 3382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0"/>
                          <a:stretch>
                            <a:fillRect/>
                          </a:stretch>
                        </p:blipFill>
                        <p:spPr>
                          <a:xfrm>
                            <a:off x="3188" y="395"/>
                            <a:ext cx="481" cy="26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Object 52"/>
              <p:cNvGraphicFramePr>
                <a:graphicFrameLocks noChangeAspect="1"/>
              </p:cNvGraphicFramePr>
              <p:nvPr/>
            </p:nvGraphicFramePr>
            <p:xfrm>
              <a:off x="4539" y="345"/>
              <a:ext cx="645" cy="2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23" name="Equation" r:id="rId61" imgW="12496800" imgH="4876800" progId="Equation.DSMT4">
                      <p:embed/>
                    </p:oleObj>
                  </mc:Choice>
                  <mc:Fallback>
                    <p:oleObj name="Equation" r:id="rId61" imgW="12496800" imgH="4876800" progId="Equation.DSMT4">
                      <p:embed/>
                      <p:pic>
                        <p:nvPicPr>
                          <p:cNvPr id="0" name="图片 3382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2"/>
                          <a:stretch>
                            <a:fillRect/>
                          </a:stretch>
                        </p:blipFill>
                        <p:spPr>
                          <a:xfrm>
                            <a:off x="4539" y="345"/>
                            <a:ext cx="645" cy="25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3" name="Rectangle 53"/>
            <p:cNvSpPr>
              <a:spLocks noChangeArrowheads="1"/>
            </p:cNvSpPr>
            <p:nvPr/>
          </p:nvSpPr>
          <p:spPr bwMode="auto">
            <a:xfrm>
              <a:off x="2160" y="336"/>
              <a:ext cx="3216" cy="13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Freeform 54"/>
          <p:cNvSpPr/>
          <p:nvPr/>
        </p:nvSpPr>
        <p:spPr bwMode="auto">
          <a:xfrm>
            <a:off x="9290050" y="5310607"/>
            <a:ext cx="762000" cy="381000"/>
          </a:xfrm>
          <a:custGeom>
            <a:avLst/>
            <a:gdLst>
              <a:gd name="T0" fmla="*/ 0 w 480"/>
              <a:gd name="T1" fmla="*/ 0 h 240"/>
              <a:gd name="T2" fmla="*/ 144 w 480"/>
              <a:gd name="T3" fmla="*/ 192 h 240"/>
              <a:gd name="T4" fmla="*/ 480 w 480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0" h="240">
                <a:moveTo>
                  <a:pt x="0" y="0"/>
                </a:moveTo>
                <a:cubicBezTo>
                  <a:pt x="32" y="76"/>
                  <a:pt x="64" y="152"/>
                  <a:pt x="144" y="192"/>
                </a:cubicBezTo>
                <a:cubicBezTo>
                  <a:pt x="224" y="232"/>
                  <a:pt x="352" y="236"/>
                  <a:pt x="480" y="240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Text Box 55"/>
          <p:cNvSpPr txBox="1">
            <a:spLocks noChangeArrowheads="1"/>
          </p:cNvSpPr>
          <p:nvPr/>
        </p:nvSpPr>
        <p:spPr bwMode="auto">
          <a:xfrm>
            <a:off x="2110740" y="3852647"/>
            <a:ext cx="27127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判别曲线形态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Rectangle 56"/>
          <p:cNvSpPr>
            <a:spLocks noChangeArrowheads="1"/>
          </p:cNvSpPr>
          <p:nvPr/>
        </p:nvSpPr>
        <p:spPr bwMode="auto">
          <a:xfrm>
            <a:off x="5861050" y="5767807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极大值</a:t>
            </a: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" name="Rectangle 57"/>
          <p:cNvSpPr>
            <a:spLocks noChangeArrowheads="1"/>
          </p:cNvSpPr>
          <p:nvPr/>
        </p:nvSpPr>
        <p:spPr bwMode="auto">
          <a:xfrm>
            <a:off x="7937500" y="5767807"/>
            <a:ext cx="1062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拐点</a:t>
            </a: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9" grpId="0" bldLvl="0" animBg="1" autoUpdateAnimBg="0"/>
      <p:bldP spid="10" grpId="0" bldLvl="0" animBg="1" autoUpdateAnimBg="0"/>
      <p:bldP spid="30" grpId="0" bldLvl="0" animBg="1"/>
      <p:bldP spid="47" grpId="0" bldLvl="0" animBg="1"/>
      <p:bldP spid="48" grpId="0" autoUpdateAnimBg="0" build="p"/>
      <p:bldP spid="49" grpId="0" bldLvl="0" animBg="1" autoUpdateAnimBg="0"/>
      <p:bldP spid="50" grpId="0" bldLvl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687638" y="962025"/>
          <a:ext cx="133667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7" name="Equation" r:id="rId1" imgW="32308800" imgH="13106400" progId="Equation.DSMT4">
                  <p:embed/>
                </p:oleObj>
              </mc:Choice>
              <mc:Fallback>
                <p:oleObj name="Equation" r:id="rId1" imgW="32308800" imgH="13106400" progId="Equation.DSMT4">
                  <p:embed/>
                  <p:pic>
                    <p:nvPicPr>
                      <p:cNvPr id="0" name="图片 348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87638" y="962025"/>
                        <a:ext cx="1336675" cy="544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2612309" y="1730400"/>
          <a:ext cx="7572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Equation" r:id="rId3" imgW="18288000" imgH="9448800" progId="Equation.DSMT4">
                  <p:embed/>
                </p:oleObj>
              </mc:Choice>
              <mc:Fallback>
                <p:oleObj name="Equation" r:id="rId3" imgW="18288000" imgH="9448800" progId="Equation.DSMT4">
                  <p:embed/>
                  <p:pic>
                    <p:nvPicPr>
                      <p:cNvPr id="0" name="图片 348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2309" y="1730400"/>
                        <a:ext cx="757238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3369547" y="1628800"/>
            <a:ext cx="2514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为水平渐近线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226547" y="2314600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作图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8"/>
          <p:cNvSpPr txBox="1">
            <a:spLocks noChangeArrowheads="1"/>
          </p:cNvSpPr>
          <p:nvPr/>
        </p:nvSpPr>
        <p:spPr>
          <a:xfrm>
            <a:off x="2150347" y="257200"/>
            <a:ext cx="212725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4) </a:t>
            </a:r>
            <a:r>
              <a:rPr lang="zh-CN" altLang="en-US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求渐近线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43"/>
          <p:cNvSpPr>
            <a:spLocks noChangeArrowheads="1"/>
          </p:cNvSpPr>
          <p:nvPr/>
        </p:nvSpPr>
        <p:spPr bwMode="auto">
          <a:xfrm>
            <a:off x="4223792" y="2708920"/>
            <a:ext cx="4524375" cy="2286000"/>
          </a:xfrm>
          <a:prstGeom prst="rect">
            <a:avLst/>
          </a:prstGeom>
          <a:solidFill>
            <a:srgbClr val="00B0F0"/>
          </a:solidFill>
          <a:ln w="38100" cmpd="dbl">
            <a:solidFill>
              <a:schemeClr val="accent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44"/>
          <p:cNvGraphicFramePr>
            <a:graphicFrameLocks noChangeAspect="1"/>
          </p:cNvGraphicFramePr>
          <p:nvPr/>
        </p:nvGraphicFramePr>
        <p:xfrm>
          <a:off x="6847930" y="2854970"/>
          <a:ext cx="16684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Equation" r:id="rId5" imgW="2174240" imgH="1104265" progId="Equation.3">
                  <p:embed/>
                </p:oleObj>
              </mc:Choice>
              <mc:Fallback>
                <p:oleObj name="Equation" r:id="rId5" imgW="2174240" imgH="1104265" progId="Equation.3">
                  <p:embed/>
                  <p:pic>
                    <p:nvPicPr>
                      <p:cNvPr id="0" name="图片 348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47930" y="2854970"/>
                        <a:ext cx="1668462" cy="844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45"/>
          <p:cNvGrpSpPr/>
          <p:nvPr/>
        </p:nvGrpSpPr>
        <p:grpSpPr bwMode="auto">
          <a:xfrm>
            <a:off x="4671467" y="2864495"/>
            <a:ext cx="3808413" cy="1978025"/>
            <a:chOff x="3066" y="2210"/>
            <a:chExt cx="2399" cy="1246"/>
          </a:xfrm>
        </p:grpSpPr>
        <p:graphicFrame>
          <p:nvGraphicFramePr>
            <p:cNvPr id="10" name="Object 46"/>
            <p:cNvGraphicFramePr>
              <a:graphicFrameLocks noChangeAspect="1"/>
            </p:cNvGraphicFramePr>
            <p:nvPr/>
          </p:nvGraphicFramePr>
          <p:xfrm>
            <a:off x="5328" y="3312"/>
            <a:ext cx="13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0" name="Equation" r:id="rId7" imgW="267335" imgH="278765" progId="Equation.3">
                    <p:embed/>
                  </p:oleObj>
                </mc:Choice>
                <mc:Fallback>
                  <p:oleObj name="Equation" r:id="rId7" imgW="267335" imgH="278765" progId="Equation.3">
                    <p:embed/>
                    <p:pic>
                      <p:nvPicPr>
                        <p:cNvPr id="0" name="图片 348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328" y="3312"/>
                          <a:ext cx="137" cy="1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47"/>
            <p:cNvGraphicFramePr>
              <a:graphicFrameLocks noChangeAspect="1"/>
            </p:cNvGraphicFramePr>
            <p:nvPr/>
          </p:nvGraphicFramePr>
          <p:xfrm>
            <a:off x="3984" y="2210"/>
            <a:ext cx="144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1" name="Equation" r:id="rId9" imgW="278765" imgH="368300" progId="Equation.3">
                    <p:embed/>
                  </p:oleObj>
                </mc:Choice>
                <mc:Fallback>
                  <p:oleObj name="Equation" r:id="rId9" imgW="278765" imgH="368300" progId="Equation.3">
                    <p:embed/>
                    <p:pic>
                      <p:nvPicPr>
                        <p:cNvPr id="0" name="图片 348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84" y="2210"/>
                          <a:ext cx="144" cy="1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48"/>
            <p:cNvGraphicFramePr>
              <a:graphicFrameLocks noChangeAspect="1"/>
            </p:cNvGraphicFramePr>
            <p:nvPr/>
          </p:nvGraphicFramePr>
          <p:xfrm>
            <a:off x="4032" y="3287"/>
            <a:ext cx="12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2" name="Equation" r:id="rId11" imgW="256540" imgH="278765" progId="Equation.3">
                    <p:embed/>
                  </p:oleObj>
                </mc:Choice>
                <mc:Fallback>
                  <p:oleObj name="Equation" r:id="rId11" imgW="256540" imgH="278765" progId="Equation.3">
                    <p:embed/>
                    <p:pic>
                      <p:nvPicPr>
                        <p:cNvPr id="0" name="图片 348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32" y="3287"/>
                          <a:ext cx="129" cy="1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49"/>
            <p:cNvSpPr>
              <a:spLocks noChangeShapeType="1"/>
            </p:cNvSpPr>
            <p:nvPr/>
          </p:nvSpPr>
          <p:spPr bwMode="auto">
            <a:xfrm>
              <a:off x="3066" y="3267"/>
              <a:ext cx="2358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Line 50"/>
            <p:cNvSpPr>
              <a:spLocks noChangeShapeType="1"/>
            </p:cNvSpPr>
            <p:nvPr/>
          </p:nvSpPr>
          <p:spPr bwMode="auto">
            <a:xfrm>
              <a:off x="4170" y="2256"/>
              <a:ext cx="1" cy="1179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51"/>
          <p:cNvGrpSpPr/>
          <p:nvPr/>
        </p:nvGrpSpPr>
        <p:grpSpPr bwMode="auto">
          <a:xfrm>
            <a:off x="6422480" y="3775720"/>
            <a:ext cx="1781175" cy="762000"/>
            <a:chOff x="2442" y="1875"/>
            <a:chExt cx="1122" cy="480"/>
          </a:xfrm>
        </p:grpSpPr>
        <p:sp>
          <p:nvSpPr>
            <p:cNvPr id="16" name="Freeform 52"/>
            <p:cNvSpPr/>
            <p:nvPr/>
          </p:nvSpPr>
          <p:spPr bwMode="auto">
            <a:xfrm>
              <a:off x="2442" y="1875"/>
              <a:ext cx="288" cy="138"/>
            </a:xfrm>
            <a:custGeom>
              <a:avLst/>
              <a:gdLst>
                <a:gd name="T0" fmla="*/ 6 w 288"/>
                <a:gd name="T1" fmla="*/ 0 h 138"/>
                <a:gd name="T2" fmla="*/ 12 w 288"/>
                <a:gd name="T3" fmla="*/ 0 h 138"/>
                <a:gd name="T4" fmla="*/ 18 w 288"/>
                <a:gd name="T5" fmla="*/ 0 h 138"/>
                <a:gd name="T6" fmla="*/ 24 w 288"/>
                <a:gd name="T7" fmla="*/ 0 h 138"/>
                <a:gd name="T8" fmla="*/ 24 w 288"/>
                <a:gd name="T9" fmla="*/ 0 h 138"/>
                <a:gd name="T10" fmla="*/ 30 w 288"/>
                <a:gd name="T11" fmla="*/ 0 h 138"/>
                <a:gd name="T12" fmla="*/ 36 w 288"/>
                <a:gd name="T13" fmla="*/ 0 h 138"/>
                <a:gd name="T14" fmla="*/ 42 w 288"/>
                <a:gd name="T15" fmla="*/ 6 h 138"/>
                <a:gd name="T16" fmla="*/ 48 w 288"/>
                <a:gd name="T17" fmla="*/ 6 h 138"/>
                <a:gd name="T18" fmla="*/ 54 w 288"/>
                <a:gd name="T19" fmla="*/ 6 h 138"/>
                <a:gd name="T20" fmla="*/ 60 w 288"/>
                <a:gd name="T21" fmla="*/ 6 h 138"/>
                <a:gd name="T22" fmla="*/ 66 w 288"/>
                <a:gd name="T23" fmla="*/ 6 h 138"/>
                <a:gd name="T24" fmla="*/ 72 w 288"/>
                <a:gd name="T25" fmla="*/ 12 h 138"/>
                <a:gd name="T26" fmla="*/ 78 w 288"/>
                <a:gd name="T27" fmla="*/ 12 h 138"/>
                <a:gd name="T28" fmla="*/ 84 w 288"/>
                <a:gd name="T29" fmla="*/ 12 h 138"/>
                <a:gd name="T30" fmla="*/ 90 w 288"/>
                <a:gd name="T31" fmla="*/ 18 h 138"/>
                <a:gd name="T32" fmla="*/ 96 w 288"/>
                <a:gd name="T33" fmla="*/ 18 h 138"/>
                <a:gd name="T34" fmla="*/ 102 w 288"/>
                <a:gd name="T35" fmla="*/ 18 h 138"/>
                <a:gd name="T36" fmla="*/ 108 w 288"/>
                <a:gd name="T37" fmla="*/ 24 h 138"/>
                <a:gd name="T38" fmla="*/ 114 w 288"/>
                <a:gd name="T39" fmla="*/ 24 h 138"/>
                <a:gd name="T40" fmla="*/ 114 w 288"/>
                <a:gd name="T41" fmla="*/ 24 h 138"/>
                <a:gd name="T42" fmla="*/ 120 w 288"/>
                <a:gd name="T43" fmla="*/ 30 h 138"/>
                <a:gd name="T44" fmla="*/ 126 w 288"/>
                <a:gd name="T45" fmla="*/ 30 h 138"/>
                <a:gd name="T46" fmla="*/ 132 w 288"/>
                <a:gd name="T47" fmla="*/ 36 h 138"/>
                <a:gd name="T48" fmla="*/ 138 w 288"/>
                <a:gd name="T49" fmla="*/ 36 h 138"/>
                <a:gd name="T50" fmla="*/ 144 w 288"/>
                <a:gd name="T51" fmla="*/ 42 h 138"/>
                <a:gd name="T52" fmla="*/ 150 w 288"/>
                <a:gd name="T53" fmla="*/ 42 h 138"/>
                <a:gd name="T54" fmla="*/ 156 w 288"/>
                <a:gd name="T55" fmla="*/ 48 h 138"/>
                <a:gd name="T56" fmla="*/ 162 w 288"/>
                <a:gd name="T57" fmla="*/ 48 h 138"/>
                <a:gd name="T58" fmla="*/ 168 w 288"/>
                <a:gd name="T59" fmla="*/ 54 h 138"/>
                <a:gd name="T60" fmla="*/ 174 w 288"/>
                <a:gd name="T61" fmla="*/ 54 h 138"/>
                <a:gd name="T62" fmla="*/ 180 w 288"/>
                <a:gd name="T63" fmla="*/ 60 h 138"/>
                <a:gd name="T64" fmla="*/ 186 w 288"/>
                <a:gd name="T65" fmla="*/ 66 h 138"/>
                <a:gd name="T66" fmla="*/ 192 w 288"/>
                <a:gd name="T67" fmla="*/ 66 h 138"/>
                <a:gd name="T68" fmla="*/ 198 w 288"/>
                <a:gd name="T69" fmla="*/ 72 h 138"/>
                <a:gd name="T70" fmla="*/ 198 w 288"/>
                <a:gd name="T71" fmla="*/ 72 h 138"/>
                <a:gd name="T72" fmla="*/ 204 w 288"/>
                <a:gd name="T73" fmla="*/ 78 h 138"/>
                <a:gd name="T74" fmla="*/ 210 w 288"/>
                <a:gd name="T75" fmla="*/ 84 h 138"/>
                <a:gd name="T76" fmla="*/ 216 w 288"/>
                <a:gd name="T77" fmla="*/ 84 h 138"/>
                <a:gd name="T78" fmla="*/ 222 w 288"/>
                <a:gd name="T79" fmla="*/ 90 h 138"/>
                <a:gd name="T80" fmla="*/ 228 w 288"/>
                <a:gd name="T81" fmla="*/ 96 h 138"/>
                <a:gd name="T82" fmla="*/ 234 w 288"/>
                <a:gd name="T83" fmla="*/ 102 h 138"/>
                <a:gd name="T84" fmla="*/ 240 w 288"/>
                <a:gd name="T85" fmla="*/ 102 h 138"/>
                <a:gd name="T86" fmla="*/ 246 w 288"/>
                <a:gd name="T87" fmla="*/ 108 h 138"/>
                <a:gd name="T88" fmla="*/ 252 w 288"/>
                <a:gd name="T89" fmla="*/ 114 h 138"/>
                <a:gd name="T90" fmla="*/ 258 w 288"/>
                <a:gd name="T91" fmla="*/ 114 h 138"/>
                <a:gd name="T92" fmla="*/ 264 w 288"/>
                <a:gd name="T93" fmla="*/ 120 h 138"/>
                <a:gd name="T94" fmla="*/ 270 w 288"/>
                <a:gd name="T95" fmla="*/ 126 h 138"/>
                <a:gd name="T96" fmla="*/ 276 w 288"/>
                <a:gd name="T97" fmla="*/ 132 h 138"/>
                <a:gd name="T98" fmla="*/ 282 w 288"/>
                <a:gd name="T99" fmla="*/ 132 h 138"/>
                <a:gd name="T100" fmla="*/ 282 w 288"/>
                <a:gd name="T101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8" h="138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20" y="30"/>
                  </a:lnTo>
                  <a:lnTo>
                    <a:pt x="120" y="30"/>
                  </a:lnTo>
                  <a:lnTo>
                    <a:pt x="120" y="30"/>
                  </a:lnTo>
                  <a:lnTo>
                    <a:pt x="120" y="30"/>
                  </a:lnTo>
                  <a:lnTo>
                    <a:pt x="120" y="3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32" y="30"/>
                  </a:lnTo>
                  <a:lnTo>
                    <a:pt x="132" y="30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44" y="36"/>
                  </a:lnTo>
                  <a:lnTo>
                    <a:pt x="144" y="42"/>
                  </a:lnTo>
                  <a:lnTo>
                    <a:pt x="144" y="42"/>
                  </a:lnTo>
                  <a:lnTo>
                    <a:pt x="144" y="42"/>
                  </a:lnTo>
                  <a:lnTo>
                    <a:pt x="144" y="42"/>
                  </a:lnTo>
                  <a:lnTo>
                    <a:pt x="144" y="42"/>
                  </a:lnTo>
                  <a:lnTo>
                    <a:pt x="150" y="42"/>
                  </a:lnTo>
                  <a:lnTo>
                    <a:pt x="150" y="42"/>
                  </a:lnTo>
                  <a:lnTo>
                    <a:pt x="150" y="42"/>
                  </a:lnTo>
                  <a:lnTo>
                    <a:pt x="150" y="42"/>
                  </a:lnTo>
                  <a:lnTo>
                    <a:pt x="150" y="42"/>
                  </a:lnTo>
                  <a:lnTo>
                    <a:pt x="156" y="48"/>
                  </a:lnTo>
                  <a:lnTo>
                    <a:pt x="156" y="48"/>
                  </a:lnTo>
                  <a:lnTo>
                    <a:pt x="156" y="48"/>
                  </a:lnTo>
                  <a:lnTo>
                    <a:pt x="156" y="48"/>
                  </a:lnTo>
                  <a:lnTo>
                    <a:pt x="156" y="48"/>
                  </a:lnTo>
                  <a:lnTo>
                    <a:pt x="162" y="48"/>
                  </a:lnTo>
                  <a:lnTo>
                    <a:pt x="162" y="48"/>
                  </a:lnTo>
                  <a:lnTo>
                    <a:pt x="162" y="48"/>
                  </a:lnTo>
                  <a:lnTo>
                    <a:pt x="162" y="48"/>
                  </a:lnTo>
                  <a:lnTo>
                    <a:pt x="162" y="54"/>
                  </a:lnTo>
                  <a:lnTo>
                    <a:pt x="162" y="54"/>
                  </a:lnTo>
                  <a:lnTo>
                    <a:pt x="168" y="54"/>
                  </a:lnTo>
                  <a:lnTo>
                    <a:pt x="168" y="54"/>
                  </a:lnTo>
                  <a:lnTo>
                    <a:pt x="168" y="54"/>
                  </a:lnTo>
                  <a:lnTo>
                    <a:pt x="168" y="54"/>
                  </a:lnTo>
                  <a:lnTo>
                    <a:pt x="168" y="54"/>
                  </a:lnTo>
                  <a:lnTo>
                    <a:pt x="174" y="54"/>
                  </a:lnTo>
                  <a:lnTo>
                    <a:pt x="174" y="54"/>
                  </a:lnTo>
                  <a:lnTo>
                    <a:pt x="174" y="60"/>
                  </a:lnTo>
                  <a:lnTo>
                    <a:pt x="174" y="60"/>
                  </a:lnTo>
                  <a:lnTo>
                    <a:pt x="174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92" y="66"/>
                  </a:lnTo>
                  <a:lnTo>
                    <a:pt x="192" y="66"/>
                  </a:lnTo>
                  <a:lnTo>
                    <a:pt x="192" y="66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10" y="78"/>
                  </a:lnTo>
                  <a:lnTo>
                    <a:pt x="210" y="78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90"/>
                  </a:lnTo>
                  <a:lnTo>
                    <a:pt x="222" y="90"/>
                  </a:lnTo>
                  <a:lnTo>
                    <a:pt x="222" y="90"/>
                  </a:lnTo>
                  <a:lnTo>
                    <a:pt x="222" y="90"/>
                  </a:lnTo>
                  <a:lnTo>
                    <a:pt x="222" y="90"/>
                  </a:lnTo>
                  <a:lnTo>
                    <a:pt x="222" y="90"/>
                  </a:lnTo>
                  <a:lnTo>
                    <a:pt x="228" y="90"/>
                  </a:lnTo>
                  <a:lnTo>
                    <a:pt x="228" y="96"/>
                  </a:lnTo>
                  <a:lnTo>
                    <a:pt x="228" y="96"/>
                  </a:lnTo>
                  <a:lnTo>
                    <a:pt x="228" y="96"/>
                  </a:lnTo>
                  <a:lnTo>
                    <a:pt x="228" y="96"/>
                  </a:lnTo>
                  <a:lnTo>
                    <a:pt x="234" y="96"/>
                  </a:lnTo>
                  <a:lnTo>
                    <a:pt x="234" y="96"/>
                  </a:lnTo>
                  <a:lnTo>
                    <a:pt x="234" y="96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40" y="102"/>
                  </a:lnTo>
                  <a:lnTo>
                    <a:pt x="240" y="102"/>
                  </a:lnTo>
                  <a:lnTo>
                    <a:pt x="240" y="102"/>
                  </a:lnTo>
                  <a:lnTo>
                    <a:pt x="240" y="102"/>
                  </a:lnTo>
                  <a:lnTo>
                    <a:pt x="240" y="102"/>
                  </a:lnTo>
                  <a:lnTo>
                    <a:pt x="246" y="108"/>
                  </a:lnTo>
                  <a:lnTo>
                    <a:pt x="246" y="108"/>
                  </a:lnTo>
                  <a:lnTo>
                    <a:pt x="246" y="108"/>
                  </a:lnTo>
                  <a:lnTo>
                    <a:pt x="246" y="108"/>
                  </a:lnTo>
                  <a:lnTo>
                    <a:pt x="246" y="108"/>
                  </a:lnTo>
                  <a:lnTo>
                    <a:pt x="252" y="108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8" y="114"/>
                  </a:lnTo>
                  <a:lnTo>
                    <a:pt x="258" y="114"/>
                  </a:lnTo>
                  <a:lnTo>
                    <a:pt x="258" y="120"/>
                  </a:lnTo>
                  <a:lnTo>
                    <a:pt x="258" y="120"/>
                  </a:lnTo>
                  <a:lnTo>
                    <a:pt x="258" y="120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64" y="126"/>
                  </a:lnTo>
                  <a:lnTo>
                    <a:pt x="270" y="126"/>
                  </a:lnTo>
                  <a:lnTo>
                    <a:pt x="270" y="126"/>
                  </a:lnTo>
                  <a:lnTo>
                    <a:pt x="270" y="126"/>
                  </a:lnTo>
                  <a:lnTo>
                    <a:pt x="270" y="126"/>
                  </a:lnTo>
                  <a:lnTo>
                    <a:pt x="270" y="126"/>
                  </a:lnTo>
                  <a:lnTo>
                    <a:pt x="270" y="126"/>
                  </a:lnTo>
                  <a:lnTo>
                    <a:pt x="276" y="132"/>
                  </a:lnTo>
                  <a:lnTo>
                    <a:pt x="276" y="132"/>
                  </a:lnTo>
                  <a:lnTo>
                    <a:pt x="276" y="132"/>
                  </a:lnTo>
                  <a:lnTo>
                    <a:pt x="276" y="132"/>
                  </a:lnTo>
                  <a:lnTo>
                    <a:pt x="276" y="132"/>
                  </a:lnTo>
                  <a:lnTo>
                    <a:pt x="282" y="132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8" y="138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 53"/>
            <p:cNvSpPr/>
            <p:nvPr/>
          </p:nvSpPr>
          <p:spPr bwMode="auto">
            <a:xfrm>
              <a:off x="2730" y="2013"/>
              <a:ext cx="282" cy="222"/>
            </a:xfrm>
            <a:custGeom>
              <a:avLst/>
              <a:gdLst>
                <a:gd name="T0" fmla="*/ 0 w 282"/>
                <a:gd name="T1" fmla="*/ 6 h 222"/>
                <a:gd name="T2" fmla="*/ 6 w 282"/>
                <a:gd name="T3" fmla="*/ 12 h 222"/>
                <a:gd name="T4" fmla="*/ 12 w 282"/>
                <a:gd name="T5" fmla="*/ 12 h 222"/>
                <a:gd name="T6" fmla="*/ 18 w 282"/>
                <a:gd name="T7" fmla="*/ 18 h 222"/>
                <a:gd name="T8" fmla="*/ 24 w 282"/>
                <a:gd name="T9" fmla="*/ 24 h 222"/>
                <a:gd name="T10" fmla="*/ 30 w 282"/>
                <a:gd name="T11" fmla="*/ 30 h 222"/>
                <a:gd name="T12" fmla="*/ 36 w 282"/>
                <a:gd name="T13" fmla="*/ 36 h 222"/>
                <a:gd name="T14" fmla="*/ 42 w 282"/>
                <a:gd name="T15" fmla="*/ 36 h 222"/>
                <a:gd name="T16" fmla="*/ 48 w 282"/>
                <a:gd name="T17" fmla="*/ 42 h 222"/>
                <a:gd name="T18" fmla="*/ 54 w 282"/>
                <a:gd name="T19" fmla="*/ 48 h 222"/>
                <a:gd name="T20" fmla="*/ 60 w 282"/>
                <a:gd name="T21" fmla="*/ 54 h 222"/>
                <a:gd name="T22" fmla="*/ 66 w 282"/>
                <a:gd name="T23" fmla="*/ 60 h 222"/>
                <a:gd name="T24" fmla="*/ 72 w 282"/>
                <a:gd name="T25" fmla="*/ 60 h 222"/>
                <a:gd name="T26" fmla="*/ 78 w 282"/>
                <a:gd name="T27" fmla="*/ 66 h 222"/>
                <a:gd name="T28" fmla="*/ 84 w 282"/>
                <a:gd name="T29" fmla="*/ 72 h 222"/>
                <a:gd name="T30" fmla="*/ 84 w 282"/>
                <a:gd name="T31" fmla="*/ 78 h 222"/>
                <a:gd name="T32" fmla="*/ 90 w 282"/>
                <a:gd name="T33" fmla="*/ 78 h 222"/>
                <a:gd name="T34" fmla="*/ 96 w 282"/>
                <a:gd name="T35" fmla="*/ 84 h 222"/>
                <a:gd name="T36" fmla="*/ 102 w 282"/>
                <a:gd name="T37" fmla="*/ 90 h 222"/>
                <a:gd name="T38" fmla="*/ 108 w 282"/>
                <a:gd name="T39" fmla="*/ 96 h 222"/>
                <a:gd name="T40" fmla="*/ 114 w 282"/>
                <a:gd name="T41" fmla="*/ 102 h 222"/>
                <a:gd name="T42" fmla="*/ 120 w 282"/>
                <a:gd name="T43" fmla="*/ 102 h 222"/>
                <a:gd name="T44" fmla="*/ 126 w 282"/>
                <a:gd name="T45" fmla="*/ 108 h 222"/>
                <a:gd name="T46" fmla="*/ 132 w 282"/>
                <a:gd name="T47" fmla="*/ 114 h 222"/>
                <a:gd name="T48" fmla="*/ 138 w 282"/>
                <a:gd name="T49" fmla="*/ 120 h 222"/>
                <a:gd name="T50" fmla="*/ 144 w 282"/>
                <a:gd name="T51" fmla="*/ 120 h 222"/>
                <a:gd name="T52" fmla="*/ 150 w 282"/>
                <a:gd name="T53" fmla="*/ 126 h 222"/>
                <a:gd name="T54" fmla="*/ 156 w 282"/>
                <a:gd name="T55" fmla="*/ 132 h 222"/>
                <a:gd name="T56" fmla="*/ 162 w 282"/>
                <a:gd name="T57" fmla="*/ 138 h 222"/>
                <a:gd name="T58" fmla="*/ 168 w 282"/>
                <a:gd name="T59" fmla="*/ 138 h 222"/>
                <a:gd name="T60" fmla="*/ 168 w 282"/>
                <a:gd name="T61" fmla="*/ 144 h 222"/>
                <a:gd name="T62" fmla="*/ 174 w 282"/>
                <a:gd name="T63" fmla="*/ 150 h 222"/>
                <a:gd name="T64" fmla="*/ 180 w 282"/>
                <a:gd name="T65" fmla="*/ 150 h 222"/>
                <a:gd name="T66" fmla="*/ 186 w 282"/>
                <a:gd name="T67" fmla="*/ 156 h 222"/>
                <a:gd name="T68" fmla="*/ 192 w 282"/>
                <a:gd name="T69" fmla="*/ 162 h 222"/>
                <a:gd name="T70" fmla="*/ 198 w 282"/>
                <a:gd name="T71" fmla="*/ 162 h 222"/>
                <a:gd name="T72" fmla="*/ 204 w 282"/>
                <a:gd name="T73" fmla="*/ 168 h 222"/>
                <a:gd name="T74" fmla="*/ 210 w 282"/>
                <a:gd name="T75" fmla="*/ 174 h 222"/>
                <a:gd name="T76" fmla="*/ 216 w 282"/>
                <a:gd name="T77" fmla="*/ 174 h 222"/>
                <a:gd name="T78" fmla="*/ 222 w 282"/>
                <a:gd name="T79" fmla="*/ 180 h 222"/>
                <a:gd name="T80" fmla="*/ 228 w 282"/>
                <a:gd name="T81" fmla="*/ 186 h 222"/>
                <a:gd name="T82" fmla="*/ 234 w 282"/>
                <a:gd name="T83" fmla="*/ 186 h 222"/>
                <a:gd name="T84" fmla="*/ 240 w 282"/>
                <a:gd name="T85" fmla="*/ 192 h 222"/>
                <a:gd name="T86" fmla="*/ 246 w 282"/>
                <a:gd name="T87" fmla="*/ 198 h 222"/>
                <a:gd name="T88" fmla="*/ 252 w 282"/>
                <a:gd name="T89" fmla="*/ 198 h 222"/>
                <a:gd name="T90" fmla="*/ 258 w 282"/>
                <a:gd name="T91" fmla="*/ 204 h 222"/>
                <a:gd name="T92" fmla="*/ 258 w 282"/>
                <a:gd name="T93" fmla="*/ 204 h 222"/>
                <a:gd name="T94" fmla="*/ 264 w 282"/>
                <a:gd name="T95" fmla="*/ 210 h 222"/>
                <a:gd name="T96" fmla="*/ 270 w 282"/>
                <a:gd name="T97" fmla="*/ 216 h 222"/>
                <a:gd name="T98" fmla="*/ 276 w 282"/>
                <a:gd name="T99" fmla="*/ 216 h 222"/>
                <a:gd name="T100" fmla="*/ 282 w 282"/>
                <a:gd name="T101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2" h="222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36" y="30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42" y="36"/>
                  </a:lnTo>
                  <a:lnTo>
                    <a:pt x="42" y="36"/>
                  </a:lnTo>
                  <a:lnTo>
                    <a:pt x="42" y="36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8"/>
                  </a:lnTo>
                  <a:lnTo>
                    <a:pt x="54" y="48"/>
                  </a:lnTo>
                  <a:lnTo>
                    <a:pt x="54" y="48"/>
                  </a:lnTo>
                  <a:lnTo>
                    <a:pt x="54" y="48"/>
                  </a:lnTo>
                  <a:lnTo>
                    <a:pt x="54" y="48"/>
                  </a:lnTo>
                  <a:lnTo>
                    <a:pt x="54" y="48"/>
                  </a:lnTo>
                  <a:lnTo>
                    <a:pt x="60" y="54"/>
                  </a:lnTo>
                  <a:lnTo>
                    <a:pt x="60" y="54"/>
                  </a:lnTo>
                  <a:lnTo>
                    <a:pt x="60" y="54"/>
                  </a:lnTo>
                  <a:lnTo>
                    <a:pt x="60" y="54"/>
                  </a:lnTo>
                  <a:lnTo>
                    <a:pt x="60" y="54"/>
                  </a:lnTo>
                  <a:lnTo>
                    <a:pt x="66" y="54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72" y="60"/>
                  </a:lnTo>
                  <a:lnTo>
                    <a:pt x="72" y="60"/>
                  </a:lnTo>
                  <a:lnTo>
                    <a:pt x="72" y="66"/>
                  </a:lnTo>
                  <a:lnTo>
                    <a:pt x="72" y="66"/>
                  </a:lnTo>
                  <a:lnTo>
                    <a:pt x="72" y="66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78" y="72"/>
                  </a:lnTo>
                  <a:lnTo>
                    <a:pt x="78" y="72"/>
                  </a:lnTo>
                  <a:lnTo>
                    <a:pt x="84" y="72"/>
                  </a:lnTo>
                  <a:lnTo>
                    <a:pt x="84" y="72"/>
                  </a:lnTo>
                  <a:lnTo>
                    <a:pt x="84" y="72"/>
                  </a:lnTo>
                  <a:lnTo>
                    <a:pt x="84" y="72"/>
                  </a:lnTo>
                  <a:lnTo>
                    <a:pt x="84" y="78"/>
                  </a:lnTo>
                  <a:lnTo>
                    <a:pt x="84" y="78"/>
                  </a:lnTo>
                  <a:lnTo>
                    <a:pt x="90" y="78"/>
                  </a:lnTo>
                  <a:lnTo>
                    <a:pt x="90" y="78"/>
                  </a:lnTo>
                  <a:lnTo>
                    <a:pt x="90" y="78"/>
                  </a:lnTo>
                  <a:lnTo>
                    <a:pt x="90" y="78"/>
                  </a:lnTo>
                  <a:lnTo>
                    <a:pt x="90" y="78"/>
                  </a:lnTo>
                  <a:lnTo>
                    <a:pt x="96" y="84"/>
                  </a:lnTo>
                  <a:lnTo>
                    <a:pt x="96" y="84"/>
                  </a:lnTo>
                  <a:lnTo>
                    <a:pt x="96" y="84"/>
                  </a:lnTo>
                  <a:lnTo>
                    <a:pt x="96" y="84"/>
                  </a:lnTo>
                  <a:lnTo>
                    <a:pt x="96" y="84"/>
                  </a:lnTo>
                  <a:lnTo>
                    <a:pt x="102" y="84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8" y="90"/>
                  </a:lnTo>
                  <a:lnTo>
                    <a:pt x="108" y="90"/>
                  </a:lnTo>
                  <a:lnTo>
                    <a:pt x="108" y="96"/>
                  </a:lnTo>
                  <a:lnTo>
                    <a:pt x="108" y="96"/>
                  </a:lnTo>
                  <a:lnTo>
                    <a:pt x="108" y="96"/>
                  </a:lnTo>
                  <a:lnTo>
                    <a:pt x="114" y="96"/>
                  </a:lnTo>
                  <a:lnTo>
                    <a:pt x="114" y="96"/>
                  </a:lnTo>
                  <a:lnTo>
                    <a:pt x="114" y="96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8"/>
                  </a:lnTo>
                  <a:lnTo>
                    <a:pt x="126" y="108"/>
                  </a:lnTo>
                  <a:lnTo>
                    <a:pt x="126" y="108"/>
                  </a:lnTo>
                  <a:lnTo>
                    <a:pt x="126" y="108"/>
                  </a:lnTo>
                  <a:lnTo>
                    <a:pt x="126" y="108"/>
                  </a:lnTo>
                  <a:lnTo>
                    <a:pt x="126" y="108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8" y="114"/>
                  </a:lnTo>
                  <a:lnTo>
                    <a:pt x="138" y="120"/>
                  </a:lnTo>
                  <a:lnTo>
                    <a:pt x="138" y="120"/>
                  </a:lnTo>
                  <a:lnTo>
                    <a:pt x="138" y="120"/>
                  </a:lnTo>
                  <a:lnTo>
                    <a:pt x="138" y="120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4" y="126"/>
                  </a:lnTo>
                  <a:lnTo>
                    <a:pt x="144" y="126"/>
                  </a:lnTo>
                  <a:lnTo>
                    <a:pt x="150" y="126"/>
                  </a:lnTo>
                  <a:lnTo>
                    <a:pt x="150" y="126"/>
                  </a:lnTo>
                  <a:lnTo>
                    <a:pt x="150" y="126"/>
                  </a:lnTo>
                  <a:lnTo>
                    <a:pt x="150" y="126"/>
                  </a:lnTo>
                  <a:lnTo>
                    <a:pt x="150" y="132"/>
                  </a:lnTo>
                  <a:lnTo>
                    <a:pt x="150" y="132"/>
                  </a:lnTo>
                  <a:lnTo>
                    <a:pt x="156" y="132"/>
                  </a:lnTo>
                  <a:lnTo>
                    <a:pt x="156" y="132"/>
                  </a:lnTo>
                  <a:lnTo>
                    <a:pt x="156" y="132"/>
                  </a:lnTo>
                  <a:lnTo>
                    <a:pt x="156" y="132"/>
                  </a:lnTo>
                  <a:lnTo>
                    <a:pt x="156" y="132"/>
                  </a:lnTo>
                  <a:lnTo>
                    <a:pt x="162" y="138"/>
                  </a:lnTo>
                  <a:lnTo>
                    <a:pt x="162" y="138"/>
                  </a:lnTo>
                  <a:lnTo>
                    <a:pt x="162" y="138"/>
                  </a:lnTo>
                  <a:lnTo>
                    <a:pt x="162" y="138"/>
                  </a:lnTo>
                  <a:lnTo>
                    <a:pt x="162" y="138"/>
                  </a:lnTo>
                  <a:lnTo>
                    <a:pt x="168" y="138"/>
                  </a:lnTo>
                  <a:lnTo>
                    <a:pt x="168" y="138"/>
                  </a:lnTo>
                  <a:lnTo>
                    <a:pt x="168" y="144"/>
                  </a:lnTo>
                  <a:lnTo>
                    <a:pt x="168" y="144"/>
                  </a:lnTo>
                  <a:lnTo>
                    <a:pt x="168" y="144"/>
                  </a:lnTo>
                  <a:lnTo>
                    <a:pt x="168" y="144"/>
                  </a:lnTo>
                  <a:lnTo>
                    <a:pt x="174" y="144"/>
                  </a:lnTo>
                  <a:lnTo>
                    <a:pt x="174" y="144"/>
                  </a:lnTo>
                  <a:lnTo>
                    <a:pt x="174" y="144"/>
                  </a:lnTo>
                  <a:lnTo>
                    <a:pt x="174" y="150"/>
                  </a:lnTo>
                  <a:lnTo>
                    <a:pt x="174" y="150"/>
                  </a:lnTo>
                  <a:lnTo>
                    <a:pt x="180" y="150"/>
                  </a:lnTo>
                  <a:lnTo>
                    <a:pt x="180" y="150"/>
                  </a:lnTo>
                  <a:lnTo>
                    <a:pt x="180" y="150"/>
                  </a:lnTo>
                  <a:lnTo>
                    <a:pt x="180" y="150"/>
                  </a:lnTo>
                  <a:lnTo>
                    <a:pt x="180" y="150"/>
                  </a:lnTo>
                  <a:lnTo>
                    <a:pt x="186" y="156"/>
                  </a:lnTo>
                  <a:lnTo>
                    <a:pt x="186" y="156"/>
                  </a:lnTo>
                  <a:lnTo>
                    <a:pt x="186" y="156"/>
                  </a:lnTo>
                  <a:lnTo>
                    <a:pt x="186" y="156"/>
                  </a:lnTo>
                  <a:lnTo>
                    <a:pt x="186" y="156"/>
                  </a:lnTo>
                  <a:lnTo>
                    <a:pt x="186" y="156"/>
                  </a:lnTo>
                  <a:lnTo>
                    <a:pt x="192" y="156"/>
                  </a:lnTo>
                  <a:lnTo>
                    <a:pt x="192" y="162"/>
                  </a:lnTo>
                  <a:lnTo>
                    <a:pt x="192" y="162"/>
                  </a:lnTo>
                  <a:lnTo>
                    <a:pt x="192" y="162"/>
                  </a:lnTo>
                  <a:lnTo>
                    <a:pt x="192" y="162"/>
                  </a:lnTo>
                  <a:lnTo>
                    <a:pt x="198" y="162"/>
                  </a:lnTo>
                  <a:lnTo>
                    <a:pt x="198" y="162"/>
                  </a:lnTo>
                  <a:lnTo>
                    <a:pt x="198" y="162"/>
                  </a:lnTo>
                  <a:lnTo>
                    <a:pt x="198" y="162"/>
                  </a:lnTo>
                  <a:lnTo>
                    <a:pt x="198" y="168"/>
                  </a:lnTo>
                  <a:lnTo>
                    <a:pt x="204" y="168"/>
                  </a:lnTo>
                  <a:lnTo>
                    <a:pt x="204" y="168"/>
                  </a:lnTo>
                  <a:lnTo>
                    <a:pt x="204" y="168"/>
                  </a:lnTo>
                  <a:lnTo>
                    <a:pt x="204" y="168"/>
                  </a:lnTo>
                  <a:lnTo>
                    <a:pt x="204" y="168"/>
                  </a:lnTo>
                  <a:lnTo>
                    <a:pt x="204" y="168"/>
                  </a:lnTo>
                  <a:lnTo>
                    <a:pt x="210" y="174"/>
                  </a:lnTo>
                  <a:lnTo>
                    <a:pt x="210" y="174"/>
                  </a:lnTo>
                  <a:lnTo>
                    <a:pt x="210" y="174"/>
                  </a:lnTo>
                  <a:lnTo>
                    <a:pt x="210" y="174"/>
                  </a:lnTo>
                  <a:lnTo>
                    <a:pt x="210" y="174"/>
                  </a:lnTo>
                  <a:lnTo>
                    <a:pt x="216" y="174"/>
                  </a:lnTo>
                  <a:lnTo>
                    <a:pt x="216" y="174"/>
                  </a:lnTo>
                  <a:lnTo>
                    <a:pt x="216" y="174"/>
                  </a:lnTo>
                  <a:lnTo>
                    <a:pt x="216" y="180"/>
                  </a:lnTo>
                  <a:lnTo>
                    <a:pt x="216" y="180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28" y="186"/>
                  </a:lnTo>
                  <a:lnTo>
                    <a:pt x="228" y="186"/>
                  </a:lnTo>
                  <a:lnTo>
                    <a:pt x="228" y="186"/>
                  </a:lnTo>
                  <a:lnTo>
                    <a:pt x="228" y="186"/>
                  </a:lnTo>
                  <a:lnTo>
                    <a:pt x="228" y="186"/>
                  </a:lnTo>
                  <a:lnTo>
                    <a:pt x="234" y="186"/>
                  </a:lnTo>
                  <a:lnTo>
                    <a:pt x="234" y="186"/>
                  </a:lnTo>
                  <a:lnTo>
                    <a:pt x="234" y="192"/>
                  </a:lnTo>
                  <a:lnTo>
                    <a:pt x="234" y="192"/>
                  </a:lnTo>
                  <a:lnTo>
                    <a:pt x="234" y="192"/>
                  </a:lnTo>
                  <a:lnTo>
                    <a:pt x="240" y="192"/>
                  </a:lnTo>
                  <a:lnTo>
                    <a:pt x="240" y="192"/>
                  </a:lnTo>
                  <a:lnTo>
                    <a:pt x="240" y="192"/>
                  </a:lnTo>
                  <a:lnTo>
                    <a:pt x="240" y="192"/>
                  </a:lnTo>
                  <a:lnTo>
                    <a:pt x="240" y="192"/>
                  </a:lnTo>
                  <a:lnTo>
                    <a:pt x="240" y="198"/>
                  </a:lnTo>
                  <a:lnTo>
                    <a:pt x="246" y="198"/>
                  </a:lnTo>
                  <a:lnTo>
                    <a:pt x="246" y="198"/>
                  </a:lnTo>
                  <a:lnTo>
                    <a:pt x="246" y="198"/>
                  </a:lnTo>
                  <a:lnTo>
                    <a:pt x="246" y="198"/>
                  </a:lnTo>
                  <a:lnTo>
                    <a:pt x="246" y="198"/>
                  </a:lnTo>
                  <a:lnTo>
                    <a:pt x="252" y="198"/>
                  </a:lnTo>
                  <a:lnTo>
                    <a:pt x="252" y="198"/>
                  </a:lnTo>
                  <a:lnTo>
                    <a:pt x="252" y="198"/>
                  </a:lnTo>
                  <a:lnTo>
                    <a:pt x="252" y="204"/>
                  </a:lnTo>
                  <a:lnTo>
                    <a:pt x="252" y="204"/>
                  </a:lnTo>
                  <a:lnTo>
                    <a:pt x="258" y="204"/>
                  </a:lnTo>
                  <a:lnTo>
                    <a:pt x="258" y="204"/>
                  </a:lnTo>
                  <a:lnTo>
                    <a:pt x="258" y="204"/>
                  </a:lnTo>
                  <a:lnTo>
                    <a:pt x="258" y="204"/>
                  </a:lnTo>
                  <a:lnTo>
                    <a:pt x="258" y="204"/>
                  </a:lnTo>
                  <a:lnTo>
                    <a:pt x="258" y="204"/>
                  </a:lnTo>
                  <a:lnTo>
                    <a:pt x="264" y="210"/>
                  </a:lnTo>
                  <a:lnTo>
                    <a:pt x="264" y="210"/>
                  </a:lnTo>
                  <a:lnTo>
                    <a:pt x="264" y="210"/>
                  </a:lnTo>
                  <a:lnTo>
                    <a:pt x="264" y="210"/>
                  </a:lnTo>
                  <a:lnTo>
                    <a:pt x="264" y="210"/>
                  </a:lnTo>
                  <a:lnTo>
                    <a:pt x="270" y="210"/>
                  </a:lnTo>
                  <a:lnTo>
                    <a:pt x="270" y="210"/>
                  </a:lnTo>
                  <a:lnTo>
                    <a:pt x="270" y="210"/>
                  </a:lnTo>
                  <a:lnTo>
                    <a:pt x="270" y="210"/>
                  </a:lnTo>
                  <a:lnTo>
                    <a:pt x="270" y="216"/>
                  </a:lnTo>
                  <a:lnTo>
                    <a:pt x="276" y="216"/>
                  </a:lnTo>
                  <a:lnTo>
                    <a:pt x="276" y="216"/>
                  </a:lnTo>
                  <a:lnTo>
                    <a:pt x="276" y="216"/>
                  </a:lnTo>
                  <a:lnTo>
                    <a:pt x="276" y="216"/>
                  </a:lnTo>
                  <a:lnTo>
                    <a:pt x="276" y="216"/>
                  </a:lnTo>
                  <a:lnTo>
                    <a:pt x="276" y="216"/>
                  </a:lnTo>
                  <a:lnTo>
                    <a:pt x="282" y="216"/>
                  </a:lnTo>
                  <a:lnTo>
                    <a:pt x="282" y="216"/>
                  </a:lnTo>
                  <a:lnTo>
                    <a:pt x="282" y="222"/>
                  </a:lnTo>
                  <a:lnTo>
                    <a:pt x="282" y="222"/>
                  </a:lnTo>
                  <a:lnTo>
                    <a:pt x="282" y="222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54"/>
            <p:cNvSpPr/>
            <p:nvPr/>
          </p:nvSpPr>
          <p:spPr bwMode="auto">
            <a:xfrm>
              <a:off x="3012" y="2235"/>
              <a:ext cx="288" cy="96"/>
            </a:xfrm>
            <a:custGeom>
              <a:avLst/>
              <a:gdLst>
                <a:gd name="T0" fmla="*/ 6 w 288"/>
                <a:gd name="T1" fmla="*/ 0 h 96"/>
                <a:gd name="T2" fmla="*/ 12 w 288"/>
                <a:gd name="T3" fmla="*/ 6 h 96"/>
                <a:gd name="T4" fmla="*/ 18 w 288"/>
                <a:gd name="T5" fmla="*/ 6 h 96"/>
                <a:gd name="T6" fmla="*/ 24 w 288"/>
                <a:gd name="T7" fmla="*/ 12 h 96"/>
                <a:gd name="T8" fmla="*/ 30 w 288"/>
                <a:gd name="T9" fmla="*/ 12 h 96"/>
                <a:gd name="T10" fmla="*/ 36 w 288"/>
                <a:gd name="T11" fmla="*/ 18 h 96"/>
                <a:gd name="T12" fmla="*/ 42 w 288"/>
                <a:gd name="T13" fmla="*/ 18 h 96"/>
                <a:gd name="T14" fmla="*/ 48 w 288"/>
                <a:gd name="T15" fmla="*/ 24 h 96"/>
                <a:gd name="T16" fmla="*/ 54 w 288"/>
                <a:gd name="T17" fmla="*/ 24 h 96"/>
                <a:gd name="T18" fmla="*/ 60 w 288"/>
                <a:gd name="T19" fmla="*/ 30 h 96"/>
                <a:gd name="T20" fmla="*/ 60 w 288"/>
                <a:gd name="T21" fmla="*/ 30 h 96"/>
                <a:gd name="T22" fmla="*/ 66 w 288"/>
                <a:gd name="T23" fmla="*/ 36 h 96"/>
                <a:gd name="T24" fmla="*/ 72 w 288"/>
                <a:gd name="T25" fmla="*/ 36 h 96"/>
                <a:gd name="T26" fmla="*/ 78 w 288"/>
                <a:gd name="T27" fmla="*/ 36 h 96"/>
                <a:gd name="T28" fmla="*/ 84 w 288"/>
                <a:gd name="T29" fmla="*/ 42 h 96"/>
                <a:gd name="T30" fmla="*/ 90 w 288"/>
                <a:gd name="T31" fmla="*/ 42 h 96"/>
                <a:gd name="T32" fmla="*/ 96 w 288"/>
                <a:gd name="T33" fmla="*/ 48 h 96"/>
                <a:gd name="T34" fmla="*/ 102 w 288"/>
                <a:gd name="T35" fmla="*/ 48 h 96"/>
                <a:gd name="T36" fmla="*/ 108 w 288"/>
                <a:gd name="T37" fmla="*/ 48 h 96"/>
                <a:gd name="T38" fmla="*/ 114 w 288"/>
                <a:gd name="T39" fmla="*/ 54 h 96"/>
                <a:gd name="T40" fmla="*/ 120 w 288"/>
                <a:gd name="T41" fmla="*/ 54 h 96"/>
                <a:gd name="T42" fmla="*/ 126 w 288"/>
                <a:gd name="T43" fmla="*/ 54 h 96"/>
                <a:gd name="T44" fmla="*/ 132 w 288"/>
                <a:gd name="T45" fmla="*/ 60 h 96"/>
                <a:gd name="T46" fmla="*/ 138 w 288"/>
                <a:gd name="T47" fmla="*/ 60 h 96"/>
                <a:gd name="T48" fmla="*/ 144 w 288"/>
                <a:gd name="T49" fmla="*/ 60 h 96"/>
                <a:gd name="T50" fmla="*/ 144 w 288"/>
                <a:gd name="T51" fmla="*/ 66 h 96"/>
                <a:gd name="T52" fmla="*/ 150 w 288"/>
                <a:gd name="T53" fmla="*/ 66 h 96"/>
                <a:gd name="T54" fmla="*/ 156 w 288"/>
                <a:gd name="T55" fmla="*/ 66 h 96"/>
                <a:gd name="T56" fmla="*/ 162 w 288"/>
                <a:gd name="T57" fmla="*/ 72 h 96"/>
                <a:gd name="T58" fmla="*/ 168 w 288"/>
                <a:gd name="T59" fmla="*/ 72 h 96"/>
                <a:gd name="T60" fmla="*/ 174 w 288"/>
                <a:gd name="T61" fmla="*/ 72 h 96"/>
                <a:gd name="T62" fmla="*/ 180 w 288"/>
                <a:gd name="T63" fmla="*/ 78 h 96"/>
                <a:gd name="T64" fmla="*/ 186 w 288"/>
                <a:gd name="T65" fmla="*/ 78 h 96"/>
                <a:gd name="T66" fmla="*/ 192 w 288"/>
                <a:gd name="T67" fmla="*/ 78 h 96"/>
                <a:gd name="T68" fmla="*/ 198 w 288"/>
                <a:gd name="T69" fmla="*/ 78 h 96"/>
                <a:gd name="T70" fmla="*/ 204 w 288"/>
                <a:gd name="T71" fmla="*/ 84 h 96"/>
                <a:gd name="T72" fmla="*/ 210 w 288"/>
                <a:gd name="T73" fmla="*/ 84 h 96"/>
                <a:gd name="T74" fmla="*/ 216 w 288"/>
                <a:gd name="T75" fmla="*/ 84 h 96"/>
                <a:gd name="T76" fmla="*/ 222 w 288"/>
                <a:gd name="T77" fmla="*/ 84 h 96"/>
                <a:gd name="T78" fmla="*/ 228 w 288"/>
                <a:gd name="T79" fmla="*/ 84 h 96"/>
                <a:gd name="T80" fmla="*/ 234 w 288"/>
                <a:gd name="T81" fmla="*/ 90 h 96"/>
                <a:gd name="T82" fmla="*/ 234 w 288"/>
                <a:gd name="T83" fmla="*/ 90 h 96"/>
                <a:gd name="T84" fmla="*/ 240 w 288"/>
                <a:gd name="T85" fmla="*/ 90 h 96"/>
                <a:gd name="T86" fmla="*/ 246 w 288"/>
                <a:gd name="T87" fmla="*/ 90 h 96"/>
                <a:gd name="T88" fmla="*/ 252 w 288"/>
                <a:gd name="T89" fmla="*/ 90 h 96"/>
                <a:gd name="T90" fmla="*/ 258 w 288"/>
                <a:gd name="T91" fmla="*/ 96 h 96"/>
                <a:gd name="T92" fmla="*/ 264 w 288"/>
                <a:gd name="T93" fmla="*/ 96 h 96"/>
                <a:gd name="T94" fmla="*/ 270 w 288"/>
                <a:gd name="T95" fmla="*/ 96 h 96"/>
                <a:gd name="T96" fmla="*/ 276 w 288"/>
                <a:gd name="T97" fmla="*/ 96 h 96"/>
                <a:gd name="T98" fmla="*/ 282 w 288"/>
                <a:gd name="T99" fmla="*/ 96 h 96"/>
                <a:gd name="T100" fmla="*/ 288 w 288"/>
                <a:gd name="T10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8" h="96">
                  <a:moveTo>
                    <a:pt x="0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30"/>
                  </a:lnTo>
                  <a:lnTo>
                    <a:pt x="54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6" y="30"/>
                  </a:lnTo>
                  <a:lnTo>
                    <a:pt x="66" y="30"/>
                  </a:lnTo>
                  <a:lnTo>
                    <a:pt x="66" y="30"/>
                  </a:lnTo>
                  <a:lnTo>
                    <a:pt x="66" y="30"/>
                  </a:lnTo>
                  <a:lnTo>
                    <a:pt x="66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8" y="36"/>
                  </a:lnTo>
                  <a:lnTo>
                    <a:pt x="78" y="36"/>
                  </a:lnTo>
                  <a:lnTo>
                    <a:pt x="78" y="36"/>
                  </a:lnTo>
                  <a:lnTo>
                    <a:pt x="78" y="36"/>
                  </a:lnTo>
                  <a:lnTo>
                    <a:pt x="78" y="36"/>
                  </a:lnTo>
                  <a:lnTo>
                    <a:pt x="78" y="42"/>
                  </a:lnTo>
                  <a:lnTo>
                    <a:pt x="84" y="42"/>
                  </a:lnTo>
                  <a:lnTo>
                    <a:pt x="84" y="42"/>
                  </a:lnTo>
                  <a:lnTo>
                    <a:pt x="84" y="42"/>
                  </a:lnTo>
                  <a:lnTo>
                    <a:pt x="84" y="42"/>
                  </a:lnTo>
                  <a:lnTo>
                    <a:pt x="84" y="42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6" y="42"/>
                  </a:lnTo>
                  <a:lnTo>
                    <a:pt x="96" y="42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8" y="48"/>
                  </a:lnTo>
                  <a:lnTo>
                    <a:pt x="108" y="48"/>
                  </a:lnTo>
                  <a:lnTo>
                    <a:pt x="108" y="48"/>
                  </a:lnTo>
                  <a:lnTo>
                    <a:pt x="108" y="48"/>
                  </a:lnTo>
                  <a:lnTo>
                    <a:pt x="108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20" y="54"/>
                  </a:lnTo>
                  <a:lnTo>
                    <a:pt x="120" y="54"/>
                  </a:lnTo>
                  <a:lnTo>
                    <a:pt x="120" y="54"/>
                  </a:lnTo>
                  <a:lnTo>
                    <a:pt x="120" y="54"/>
                  </a:lnTo>
                  <a:lnTo>
                    <a:pt x="120" y="54"/>
                  </a:lnTo>
                  <a:lnTo>
                    <a:pt x="126" y="54"/>
                  </a:lnTo>
                  <a:lnTo>
                    <a:pt x="126" y="54"/>
                  </a:lnTo>
                  <a:lnTo>
                    <a:pt x="126" y="60"/>
                  </a:lnTo>
                  <a:lnTo>
                    <a:pt x="126" y="60"/>
                  </a:lnTo>
                  <a:lnTo>
                    <a:pt x="126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8" y="60"/>
                  </a:lnTo>
                  <a:lnTo>
                    <a:pt x="138" y="60"/>
                  </a:lnTo>
                  <a:lnTo>
                    <a:pt x="138" y="60"/>
                  </a:lnTo>
                  <a:lnTo>
                    <a:pt x="138" y="60"/>
                  </a:lnTo>
                  <a:lnTo>
                    <a:pt x="138" y="60"/>
                  </a:lnTo>
                  <a:lnTo>
                    <a:pt x="144" y="60"/>
                  </a:lnTo>
                  <a:lnTo>
                    <a:pt x="144" y="66"/>
                  </a:lnTo>
                  <a:lnTo>
                    <a:pt x="144" y="66"/>
                  </a:lnTo>
                  <a:lnTo>
                    <a:pt x="144" y="66"/>
                  </a:lnTo>
                  <a:lnTo>
                    <a:pt x="144" y="66"/>
                  </a:lnTo>
                  <a:lnTo>
                    <a:pt x="144" y="66"/>
                  </a:lnTo>
                  <a:lnTo>
                    <a:pt x="150" y="66"/>
                  </a:lnTo>
                  <a:lnTo>
                    <a:pt x="150" y="66"/>
                  </a:lnTo>
                  <a:lnTo>
                    <a:pt x="150" y="66"/>
                  </a:lnTo>
                  <a:lnTo>
                    <a:pt x="150" y="66"/>
                  </a:lnTo>
                  <a:lnTo>
                    <a:pt x="150" y="66"/>
                  </a:lnTo>
                  <a:lnTo>
                    <a:pt x="156" y="66"/>
                  </a:lnTo>
                  <a:lnTo>
                    <a:pt x="156" y="66"/>
                  </a:lnTo>
                  <a:lnTo>
                    <a:pt x="156" y="66"/>
                  </a:lnTo>
                  <a:lnTo>
                    <a:pt x="156" y="66"/>
                  </a:lnTo>
                  <a:lnTo>
                    <a:pt x="156" y="66"/>
                  </a:lnTo>
                  <a:lnTo>
                    <a:pt x="162" y="66"/>
                  </a:lnTo>
                  <a:lnTo>
                    <a:pt x="162" y="66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74" y="72"/>
                  </a:lnTo>
                  <a:lnTo>
                    <a:pt x="174" y="72"/>
                  </a:lnTo>
                  <a:lnTo>
                    <a:pt x="174" y="72"/>
                  </a:lnTo>
                  <a:lnTo>
                    <a:pt x="174" y="72"/>
                  </a:lnTo>
                  <a:lnTo>
                    <a:pt x="174" y="72"/>
                  </a:lnTo>
                  <a:lnTo>
                    <a:pt x="180" y="72"/>
                  </a:lnTo>
                  <a:lnTo>
                    <a:pt x="180" y="72"/>
                  </a:lnTo>
                  <a:lnTo>
                    <a:pt x="180" y="72"/>
                  </a:lnTo>
                  <a:lnTo>
                    <a:pt x="180" y="78"/>
                  </a:lnTo>
                  <a:lnTo>
                    <a:pt x="180" y="78"/>
                  </a:lnTo>
                  <a:lnTo>
                    <a:pt x="180" y="78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204" y="78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22" y="84"/>
                  </a:lnTo>
                  <a:lnTo>
                    <a:pt x="222" y="84"/>
                  </a:lnTo>
                  <a:lnTo>
                    <a:pt x="222" y="84"/>
                  </a:lnTo>
                  <a:lnTo>
                    <a:pt x="222" y="84"/>
                  </a:lnTo>
                  <a:lnTo>
                    <a:pt x="222" y="84"/>
                  </a:lnTo>
                  <a:lnTo>
                    <a:pt x="228" y="84"/>
                  </a:lnTo>
                  <a:lnTo>
                    <a:pt x="228" y="84"/>
                  </a:lnTo>
                  <a:lnTo>
                    <a:pt x="228" y="84"/>
                  </a:lnTo>
                  <a:lnTo>
                    <a:pt x="228" y="90"/>
                  </a:lnTo>
                  <a:lnTo>
                    <a:pt x="228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40" y="90"/>
                  </a:lnTo>
                  <a:lnTo>
                    <a:pt x="240" y="90"/>
                  </a:lnTo>
                  <a:lnTo>
                    <a:pt x="240" y="90"/>
                  </a:lnTo>
                  <a:lnTo>
                    <a:pt x="240" y="90"/>
                  </a:lnTo>
                  <a:lnTo>
                    <a:pt x="240" y="90"/>
                  </a:lnTo>
                  <a:lnTo>
                    <a:pt x="246" y="90"/>
                  </a:lnTo>
                  <a:lnTo>
                    <a:pt x="246" y="90"/>
                  </a:lnTo>
                  <a:lnTo>
                    <a:pt x="246" y="90"/>
                  </a:lnTo>
                  <a:lnTo>
                    <a:pt x="246" y="90"/>
                  </a:lnTo>
                  <a:lnTo>
                    <a:pt x="246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8" y="90"/>
                  </a:lnTo>
                  <a:lnTo>
                    <a:pt x="258" y="90"/>
                  </a:lnTo>
                  <a:lnTo>
                    <a:pt x="258" y="96"/>
                  </a:lnTo>
                  <a:lnTo>
                    <a:pt x="258" y="96"/>
                  </a:lnTo>
                  <a:lnTo>
                    <a:pt x="258" y="96"/>
                  </a:lnTo>
                  <a:lnTo>
                    <a:pt x="264" y="96"/>
                  </a:lnTo>
                  <a:lnTo>
                    <a:pt x="264" y="96"/>
                  </a:lnTo>
                  <a:lnTo>
                    <a:pt x="264" y="96"/>
                  </a:lnTo>
                  <a:lnTo>
                    <a:pt x="264" y="96"/>
                  </a:lnTo>
                  <a:lnTo>
                    <a:pt x="264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6" y="96"/>
                  </a:lnTo>
                  <a:lnTo>
                    <a:pt x="276" y="96"/>
                  </a:lnTo>
                  <a:lnTo>
                    <a:pt x="276" y="96"/>
                  </a:lnTo>
                  <a:lnTo>
                    <a:pt x="276" y="96"/>
                  </a:lnTo>
                  <a:lnTo>
                    <a:pt x="276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8" y="96"/>
                  </a:lnTo>
                  <a:lnTo>
                    <a:pt x="288" y="96"/>
                  </a:lnTo>
                  <a:lnTo>
                    <a:pt x="288" y="96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55"/>
            <p:cNvSpPr/>
            <p:nvPr/>
          </p:nvSpPr>
          <p:spPr bwMode="auto">
            <a:xfrm>
              <a:off x="3300" y="2331"/>
              <a:ext cx="264" cy="24"/>
            </a:xfrm>
            <a:custGeom>
              <a:avLst/>
              <a:gdLst>
                <a:gd name="T0" fmla="*/ 6 w 264"/>
                <a:gd name="T1" fmla="*/ 0 h 24"/>
                <a:gd name="T2" fmla="*/ 6 w 264"/>
                <a:gd name="T3" fmla="*/ 6 h 24"/>
                <a:gd name="T4" fmla="*/ 12 w 264"/>
                <a:gd name="T5" fmla="*/ 6 h 24"/>
                <a:gd name="T6" fmla="*/ 18 w 264"/>
                <a:gd name="T7" fmla="*/ 6 h 24"/>
                <a:gd name="T8" fmla="*/ 24 w 264"/>
                <a:gd name="T9" fmla="*/ 6 h 24"/>
                <a:gd name="T10" fmla="*/ 24 w 264"/>
                <a:gd name="T11" fmla="*/ 6 h 24"/>
                <a:gd name="T12" fmla="*/ 30 w 264"/>
                <a:gd name="T13" fmla="*/ 6 h 24"/>
                <a:gd name="T14" fmla="*/ 36 w 264"/>
                <a:gd name="T15" fmla="*/ 6 h 24"/>
                <a:gd name="T16" fmla="*/ 42 w 264"/>
                <a:gd name="T17" fmla="*/ 6 h 24"/>
                <a:gd name="T18" fmla="*/ 42 w 264"/>
                <a:gd name="T19" fmla="*/ 6 h 24"/>
                <a:gd name="T20" fmla="*/ 48 w 264"/>
                <a:gd name="T21" fmla="*/ 6 h 24"/>
                <a:gd name="T22" fmla="*/ 54 w 264"/>
                <a:gd name="T23" fmla="*/ 12 h 24"/>
                <a:gd name="T24" fmla="*/ 60 w 264"/>
                <a:gd name="T25" fmla="*/ 12 h 24"/>
                <a:gd name="T26" fmla="*/ 60 w 264"/>
                <a:gd name="T27" fmla="*/ 12 h 24"/>
                <a:gd name="T28" fmla="*/ 66 w 264"/>
                <a:gd name="T29" fmla="*/ 12 h 24"/>
                <a:gd name="T30" fmla="*/ 72 w 264"/>
                <a:gd name="T31" fmla="*/ 12 h 24"/>
                <a:gd name="T32" fmla="*/ 78 w 264"/>
                <a:gd name="T33" fmla="*/ 12 h 24"/>
                <a:gd name="T34" fmla="*/ 78 w 264"/>
                <a:gd name="T35" fmla="*/ 12 h 24"/>
                <a:gd name="T36" fmla="*/ 84 w 264"/>
                <a:gd name="T37" fmla="*/ 12 h 24"/>
                <a:gd name="T38" fmla="*/ 90 w 264"/>
                <a:gd name="T39" fmla="*/ 12 h 24"/>
                <a:gd name="T40" fmla="*/ 96 w 264"/>
                <a:gd name="T41" fmla="*/ 12 h 24"/>
                <a:gd name="T42" fmla="*/ 96 w 264"/>
                <a:gd name="T43" fmla="*/ 12 h 24"/>
                <a:gd name="T44" fmla="*/ 102 w 264"/>
                <a:gd name="T45" fmla="*/ 12 h 24"/>
                <a:gd name="T46" fmla="*/ 108 w 264"/>
                <a:gd name="T47" fmla="*/ 12 h 24"/>
                <a:gd name="T48" fmla="*/ 114 w 264"/>
                <a:gd name="T49" fmla="*/ 12 h 24"/>
                <a:gd name="T50" fmla="*/ 114 w 264"/>
                <a:gd name="T51" fmla="*/ 18 h 24"/>
                <a:gd name="T52" fmla="*/ 120 w 264"/>
                <a:gd name="T53" fmla="*/ 18 h 24"/>
                <a:gd name="T54" fmla="*/ 126 w 264"/>
                <a:gd name="T55" fmla="*/ 18 h 24"/>
                <a:gd name="T56" fmla="*/ 132 w 264"/>
                <a:gd name="T57" fmla="*/ 18 h 24"/>
                <a:gd name="T58" fmla="*/ 132 w 264"/>
                <a:gd name="T59" fmla="*/ 18 h 24"/>
                <a:gd name="T60" fmla="*/ 138 w 264"/>
                <a:gd name="T61" fmla="*/ 18 h 24"/>
                <a:gd name="T62" fmla="*/ 144 w 264"/>
                <a:gd name="T63" fmla="*/ 18 h 24"/>
                <a:gd name="T64" fmla="*/ 150 w 264"/>
                <a:gd name="T65" fmla="*/ 18 h 24"/>
                <a:gd name="T66" fmla="*/ 150 w 264"/>
                <a:gd name="T67" fmla="*/ 18 h 24"/>
                <a:gd name="T68" fmla="*/ 156 w 264"/>
                <a:gd name="T69" fmla="*/ 18 h 24"/>
                <a:gd name="T70" fmla="*/ 162 w 264"/>
                <a:gd name="T71" fmla="*/ 18 h 24"/>
                <a:gd name="T72" fmla="*/ 168 w 264"/>
                <a:gd name="T73" fmla="*/ 18 h 24"/>
                <a:gd name="T74" fmla="*/ 168 w 264"/>
                <a:gd name="T75" fmla="*/ 18 h 24"/>
                <a:gd name="T76" fmla="*/ 174 w 264"/>
                <a:gd name="T77" fmla="*/ 18 h 24"/>
                <a:gd name="T78" fmla="*/ 180 w 264"/>
                <a:gd name="T79" fmla="*/ 18 h 24"/>
                <a:gd name="T80" fmla="*/ 186 w 264"/>
                <a:gd name="T81" fmla="*/ 18 h 24"/>
                <a:gd name="T82" fmla="*/ 186 w 264"/>
                <a:gd name="T83" fmla="*/ 18 h 24"/>
                <a:gd name="T84" fmla="*/ 192 w 264"/>
                <a:gd name="T85" fmla="*/ 18 h 24"/>
                <a:gd name="T86" fmla="*/ 198 w 264"/>
                <a:gd name="T87" fmla="*/ 18 h 24"/>
                <a:gd name="T88" fmla="*/ 204 w 264"/>
                <a:gd name="T89" fmla="*/ 18 h 24"/>
                <a:gd name="T90" fmla="*/ 204 w 264"/>
                <a:gd name="T91" fmla="*/ 18 h 24"/>
                <a:gd name="T92" fmla="*/ 210 w 264"/>
                <a:gd name="T93" fmla="*/ 18 h 24"/>
                <a:gd name="T94" fmla="*/ 216 w 264"/>
                <a:gd name="T95" fmla="*/ 18 h 24"/>
                <a:gd name="T96" fmla="*/ 222 w 264"/>
                <a:gd name="T97" fmla="*/ 18 h 24"/>
                <a:gd name="T98" fmla="*/ 222 w 264"/>
                <a:gd name="T99" fmla="*/ 18 h 24"/>
                <a:gd name="T100" fmla="*/ 228 w 264"/>
                <a:gd name="T101" fmla="*/ 18 h 24"/>
                <a:gd name="T102" fmla="*/ 234 w 264"/>
                <a:gd name="T103" fmla="*/ 18 h 24"/>
                <a:gd name="T104" fmla="*/ 240 w 264"/>
                <a:gd name="T105" fmla="*/ 18 h 24"/>
                <a:gd name="T106" fmla="*/ 240 w 264"/>
                <a:gd name="T107" fmla="*/ 24 h 24"/>
                <a:gd name="T108" fmla="*/ 246 w 264"/>
                <a:gd name="T109" fmla="*/ 24 h 24"/>
                <a:gd name="T110" fmla="*/ 252 w 264"/>
                <a:gd name="T111" fmla="*/ 24 h 24"/>
                <a:gd name="T112" fmla="*/ 258 w 264"/>
                <a:gd name="T113" fmla="*/ 24 h 24"/>
                <a:gd name="T114" fmla="*/ 258 w 264"/>
                <a:gd name="T115" fmla="*/ 24 h 24"/>
                <a:gd name="T116" fmla="*/ 264 w 264"/>
                <a:gd name="T1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4" h="2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50" y="18"/>
                  </a:lnTo>
                  <a:lnTo>
                    <a:pt x="150" y="18"/>
                  </a:lnTo>
                  <a:lnTo>
                    <a:pt x="150" y="18"/>
                  </a:lnTo>
                  <a:lnTo>
                    <a:pt x="150" y="18"/>
                  </a:lnTo>
                  <a:lnTo>
                    <a:pt x="150" y="18"/>
                  </a:lnTo>
                  <a:lnTo>
                    <a:pt x="150" y="18"/>
                  </a:lnTo>
                  <a:lnTo>
                    <a:pt x="156" y="18"/>
                  </a:lnTo>
                  <a:lnTo>
                    <a:pt x="156" y="18"/>
                  </a:lnTo>
                  <a:lnTo>
                    <a:pt x="156" y="18"/>
                  </a:lnTo>
                  <a:lnTo>
                    <a:pt x="156" y="18"/>
                  </a:lnTo>
                  <a:lnTo>
                    <a:pt x="156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8" y="18"/>
                  </a:lnTo>
                  <a:lnTo>
                    <a:pt x="168" y="18"/>
                  </a:lnTo>
                  <a:lnTo>
                    <a:pt x="168" y="18"/>
                  </a:lnTo>
                  <a:lnTo>
                    <a:pt x="168" y="18"/>
                  </a:lnTo>
                  <a:lnTo>
                    <a:pt x="168" y="18"/>
                  </a:lnTo>
                  <a:lnTo>
                    <a:pt x="168" y="18"/>
                  </a:lnTo>
                  <a:lnTo>
                    <a:pt x="174" y="18"/>
                  </a:lnTo>
                  <a:lnTo>
                    <a:pt x="174" y="18"/>
                  </a:lnTo>
                  <a:lnTo>
                    <a:pt x="174" y="18"/>
                  </a:lnTo>
                  <a:lnTo>
                    <a:pt x="174" y="18"/>
                  </a:lnTo>
                  <a:lnTo>
                    <a:pt x="174" y="18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92" y="18"/>
                  </a:lnTo>
                  <a:lnTo>
                    <a:pt x="192" y="18"/>
                  </a:lnTo>
                  <a:lnTo>
                    <a:pt x="192" y="18"/>
                  </a:lnTo>
                  <a:lnTo>
                    <a:pt x="192" y="18"/>
                  </a:lnTo>
                  <a:lnTo>
                    <a:pt x="192" y="18"/>
                  </a:lnTo>
                  <a:lnTo>
                    <a:pt x="198" y="18"/>
                  </a:lnTo>
                  <a:lnTo>
                    <a:pt x="198" y="18"/>
                  </a:lnTo>
                  <a:lnTo>
                    <a:pt x="198" y="18"/>
                  </a:lnTo>
                  <a:lnTo>
                    <a:pt x="198" y="18"/>
                  </a:lnTo>
                  <a:lnTo>
                    <a:pt x="198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6" y="18"/>
                  </a:lnTo>
                  <a:lnTo>
                    <a:pt x="216" y="18"/>
                  </a:lnTo>
                  <a:lnTo>
                    <a:pt x="216" y="18"/>
                  </a:lnTo>
                  <a:lnTo>
                    <a:pt x="216" y="18"/>
                  </a:lnTo>
                  <a:lnTo>
                    <a:pt x="216" y="18"/>
                  </a:lnTo>
                  <a:lnTo>
                    <a:pt x="222" y="18"/>
                  </a:lnTo>
                  <a:lnTo>
                    <a:pt x="222" y="18"/>
                  </a:lnTo>
                  <a:lnTo>
                    <a:pt x="222" y="18"/>
                  </a:lnTo>
                  <a:lnTo>
                    <a:pt x="222" y="18"/>
                  </a:lnTo>
                  <a:lnTo>
                    <a:pt x="222" y="18"/>
                  </a:lnTo>
                  <a:lnTo>
                    <a:pt x="222" y="18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40" y="18"/>
                  </a:lnTo>
                  <a:lnTo>
                    <a:pt x="240" y="18"/>
                  </a:lnTo>
                  <a:lnTo>
                    <a:pt x="240" y="18"/>
                  </a:lnTo>
                  <a:lnTo>
                    <a:pt x="240" y="18"/>
                  </a:lnTo>
                  <a:lnTo>
                    <a:pt x="240" y="24"/>
                  </a:lnTo>
                  <a:lnTo>
                    <a:pt x="240" y="24"/>
                  </a:lnTo>
                  <a:lnTo>
                    <a:pt x="246" y="24"/>
                  </a:lnTo>
                  <a:lnTo>
                    <a:pt x="246" y="24"/>
                  </a:lnTo>
                  <a:lnTo>
                    <a:pt x="246" y="24"/>
                  </a:lnTo>
                  <a:lnTo>
                    <a:pt x="246" y="24"/>
                  </a:lnTo>
                  <a:lnTo>
                    <a:pt x="246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64" y="24"/>
                  </a:lnTo>
                  <a:lnTo>
                    <a:pt x="264" y="24"/>
                  </a:lnTo>
                  <a:lnTo>
                    <a:pt x="264" y="24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56"/>
          <p:cNvGrpSpPr/>
          <p:nvPr/>
        </p:nvGrpSpPr>
        <p:grpSpPr bwMode="auto">
          <a:xfrm flipH="1">
            <a:off x="4646067" y="3770958"/>
            <a:ext cx="1781175" cy="762000"/>
            <a:chOff x="2442" y="1875"/>
            <a:chExt cx="1122" cy="480"/>
          </a:xfrm>
        </p:grpSpPr>
        <p:sp>
          <p:nvSpPr>
            <p:cNvPr id="21" name="Freeform 57"/>
            <p:cNvSpPr/>
            <p:nvPr/>
          </p:nvSpPr>
          <p:spPr bwMode="auto">
            <a:xfrm>
              <a:off x="2442" y="1875"/>
              <a:ext cx="288" cy="138"/>
            </a:xfrm>
            <a:custGeom>
              <a:avLst/>
              <a:gdLst>
                <a:gd name="T0" fmla="*/ 6 w 288"/>
                <a:gd name="T1" fmla="*/ 0 h 138"/>
                <a:gd name="T2" fmla="*/ 12 w 288"/>
                <a:gd name="T3" fmla="*/ 0 h 138"/>
                <a:gd name="T4" fmla="*/ 18 w 288"/>
                <a:gd name="T5" fmla="*/ 0 h 138"/>
                <a:gd name="T6" fmla="*/ 24 w 288"/>
                <a:gd name="T7" fmla="*/ 0 h 138"/>
                <a:gd name="T8" fmla="*/ 24 w 288"/>
                <a:gd name="T9" fmla="*/ 0 h 138"/>
                <a:gd name="T10" fmla="*/ 30 w 288"/>
                <a:gd name="T11" fmla="*/ 0 h 138"/>
                <a:gd name="T12" fmla="*/ 36 w 288"/>
                <a:gd name="T13" fmla="*/ 0 h 138"/>
                <a:gd name="T14" fmla="*/ 42 w 288"/>
                <a:gd name="T15" fmla="*/ 6 h 138"/>
                <a:gd name="T16" fmla="*/ 48 w 288"/>
                <a:gd name="T17" fmla="*/ 6 h 138"/>
                <a:gd name="T18" fmla="*/ 54 w 288"/>
                <a:gd name="T19" fmla="*/ 6 h 138"/>
                <a:gd name="T20" fmla="*/ 60 w 288"/>
                <a:gd name="T21" fmla="*/ 6 h 138"/>
                <a:gd name="T22" fmla="*/ 66 w 288"/>
                <a:gd name="T23" fmla="*/ 6 h 138"/>
                <a:gd name="T24" fmla="*/ 72 w 288"/>
                <a:gd name="T25" fmla="*/ 12 h 138"/>
                <a:gd name="T26" fmla="*/ 78 w 288"/>
                <a:gd name="T27" fmla="*/ 12 h 138"/>
                <a:gd name="T28" fmla="*/ 84 w 288"/>
                <a:gd name="T29" fmla="*/ 12 h 138"/>
                <a:gd name="T30" fmla="*/ 90 w 288"/>
                <a:gd name="T31" fmla="*/ 18 h 138"/>
                <a:gd name="T32" fmla="*/ 96 w 288"/>
                <a:gd name="T33" fmla="*/ 18 h 138"/>
                <a:gd name="T34" fmla="*/ 102 w 288"/>
                <a:gd name="T35" fmla="*/ 18 h 138"/>
                <a:gd name="T36" fmla="*/ 108 w 288"/>
                <a:gd name="T37" fmla="*/ 24 h 138"/>
                <a:gd name="T38" fmla="*/ 114 w 288"/>
                <a:gd name="T39" fmla="*/ 24 h 138"/>
                <a:gd name="T40" fmla="*/ 114 w 288"/>
                <a:gd name="T41" fmla="*/ 24 h 138"/>
                <a:gd name="T42" fmla="*/ 120 w 288"/>
                <a:gd name="T43" fmla="*/ 30 h 138"/>
                <a:gd name="T44" fmla="*/ 126 w 288"/>
                <a:gd name="T45" fmla="*/ 30 h 138"/>
                <a:gd name="T46" fmla="*/ 132 w 288"/>
                <a:gd name="T47" fmla="*/ 36 h 138"/>
                <a:gd name="T48" fmla="*/ 138 w 288"/>
                <a:gd name="T49" fmla="*/ 36 h 138"/>
                <a:gd name="T50" fmla="*/ 144 w 288"/>
                <a:gd name="T51" fmla="*/ 42 h 138"/>
                <a:gd name="T52" fmla="*/ 150 w 288"/>
                <a:gd name="T53" fmla="*/ 42 h 138"/>
                <a:gd name="T54" fmla="*/ 156 w 288"/>
                <a:gd name="T55" fmla="*/ 48 h 138"/>
                <a:gd name="T56" fmla="*/ 162 w 288"/>
                <a:gd name="T57" fmla="*/ 48 h 138"/>
                <a:gd name="T58" fmla="*/ 168 w 288"/>
                <a:gd name="T59" fmla="*/ 54 h 138"/>
                <a:gd name="T60" fmla="*/ 174 w 288"/>
                <a:gd name="T61" fmla="*/ 54 h 138"/>
                <a:gd name="T62" fmla="*/ 180 w 288"/>
                <a:gd name="T63" fmla="*/ 60 h 138"/>
                <a:gd name="T64" fmla="*/ 186 w 288"/>
                <a:gd name="T65" fmla="*/ 66 h 138"/>
                <a:gd name="T66" fmla="*/ 192 w 288"/>
                <a:gd name="T67" fmla="*/ 66 h 138"/>
                <a:gd name="T68" fmla="*/ 198 w 288"/>
                <a:gd name="T69" fmla="*/ 72 h 138"/>
                <a:gd name="T70" fmla="*/ 198 w 288"/>
                <a:gd name="T71" fmla="*/ 72 h 138"/>
                <a:gd name="T72" fmla="*/ 204 w 288"/>
                <a:gd name="T73" fmla="*/ 78 h 138"/>
                <a:gd name="T74" fmla="*/ 210 w 288"/>
                <a:gd name="T75" fmla="*/ 84 h 138"/>
                <a:gd name="T76" fmla="*/ 216 w 288"/>
                <a:gd name="T77" fmla="*/ 84 h 138"/>
                <a:gd name="T78" fmla="*/ 222 w 288"/>
                <a:gd name="T79" fmla="*/ 90 h 138"/>
                <a:gd name="T80" fmla="*/ 228 w 288"/>
                <a:gd name="T81" fmla="*/ 96 h 138"/>
                <a:gd name="T82" fmla="*/ 234 w 288"/>
                <a:gd name="T83" fmla="*/ 102 h 138"/>
                <a:gd name="T84" fmla="*/ 240 w 288"/>
                <a:gd name="T85" fmla="*/ 102 h 138"/>
                <a:gd name="T86" fmla="*/ 246 w 288"/>
                <a:gd name="T87" fmla="*/ 108 h 138"/>
                <a:gd name="T88" fmla="*/ 252 w 288"/>
                <a:gd name="T89" fmla="*/ 114 h 138"/>
                <a:gd name="T90" fmla="*/ 258 w 288"/>
                <a:gd name="T91" fmla="*/ 114 h 138"/>
                <a:gd name="T92" fmla="*/ 264 w 288"/>
                <a:gd name="T93" fmla="*/ 120 h 138"/>
                <a:gd name="T94" fmla="*/ 270 w 288"/>
                <a:gd name="T95" fmla="*/ 126 h 138"/>
                <a:gd name="T96" fmla="*/ 276 w 288"/>
                <a:gd name="T97" fmla="*/ 132 h 138"/>
                <a:gd name="T98" fmla="*/ 282 w 288"/>
                <a:gd name="T99" fmla="*/ 132 h 138"/>
                <a:gd name="T100" fmla="*/ 282 w 288"/>
                <a:gd name="T101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8" h="138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20" y="30"/>
                  </a:lnTo>
                  <a:lnTo>
                    <a:pt x="120" y="30"/>
                  </a:lnTo>
                  <a:lnTo>
                    <a:pt x="120" y="30"/>
                  </a:lnTo>
                  <a:lnTo>
                    <a:pt x="120" y="30"/>
                  </a:lnTo>
                  <a:lnTo>
                    <a:pt x="120" y="3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32" y="30"/>
                  </a:lnTo>
                  <a:lnTo>
                    <a:pt x="132" y="30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44" y="36"/>
                  </a:lnTo>
                  <a:lnTo>
                    <a:pt x="144" y="42"/>
                  </a:lnTo>
                  <a:lnTo>
                    <a:pt x="144" y="42"/>
                  </a:lnTo>
                  <a:lnTo>
                    <a:pt x="144" y="42"/>
                  </a:lnTo>
                  <a:lnTo>
                    <a:pt x="144" y="42"/>
                  </a:lnTo>
                  <a:lnTo>
                    <a:pt x="144" y="42"/>
                  </a:lnTo>
                  <a:lnTo>
                    <a:pt x="150" y="42"/>
                  </a:lnTo>
                  <a:lnTo>
                    <a:pt x="150" y="42"/>
                  </a:lnTo>
                  <a:lnTo>
                    <a:pt x="150" y="42"/>
                  </a:lnTo>
                  <a:lnTo>
                    <a:pt x="150" y="42"/>
                  </a:lnTo>
                  <a:lnTo>
                    <a:pt x="150" y="42"/>
                  </a:lnTo>
                  <a:lnTo>
                    <a:pt x="156" y="48"/>
                  </a:lnTo>
                  <a:lnTo>
                    <a:pt x="156" y="48"/>
                  </a:lnTo>
                  <a:lnTo>
                    <a:pt x="156" y="48"/>
                  </a:lnTo>
                  <a:lnTo>
                    <a:pt x="156" y="48"/>
                  </a:lnTo>
                  <a:lnTo>
                    <a:pt x="156" y="48"/>
                  </a:lnTo>
                  <a:lnTo>
                    <a:pt x="162" y="48"/>
                  </a:lnTo>
                  <a:lnTo>
                    <a:pt x="162" y="48"/>
                  </a:lnTo>
                  <a:lnTo>
                    <a:pt x="162" y="48"/>
                  </a:lnTo>
                  <a:lnTo>
                    <a:pt x="162" y="48"/>
                  </a:lnTo>
                  <a:lnTo>
                    <a:pt x="162" y="54"/>
                  </a:lnTo>
                  <a:lnTo>
                    <a:pt x="162" y="54"/>
                  </a:lnTo>
                  <a:lnTo>
                    <a:pt x="168" y="54"/>
                  </a:lnTo>
                  <a:lnTo>
                    <a:pt x="168" y="54"/>
                  </a:lnTo>
                  <a:lnTo>
                    <a:pt x="168" y="54"/>
                  </a:lnTo>
                  <a:lnTo>
                    <a:pt x="168" y="54"/>
                  </a:lnTo>
                  <a:lnTo>
                    <a:pt x="168" y="54"/>
                  </a:lnTo>
                  <a:lnTo>
                    <a:pt x="174" y="54"/>
                  </a:lnTo>
                  <a:lnTo>
                    <a:pt x="174" y="54"/>
                  </a:lnTo>
                  <a:lnTo>
                    <a:pt x="174" y="60"/>
                  </a:lnTo>
                  <a:lnTo>
                    <a:pt x="174" y="60"/>
                  </a:lnTo>
                  <a:lnTo>
                    <a:pt x="174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92" y="66"/>
                  </a:lnTo>
                  <a:lnTo>
                    <a:pt x="192" y="66"/>
                  </a:lnTo>
                  <a:lnTo>
                    <a:pt x="192" y="66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10" y="78"/>
                  </a:lnTo>
                  <a:lnTo>
                    <a:pt x="210" y="78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90"/>
                  </a:lnTo>
                  <a:lnTo>
                    <a:pt x="222" y="90"/>
                  </a:lnTo>
                  <a:lnTo>
                    <a:pt x="222" y="90"/>
                  </a:lnTo>
                  <a:lnTo>
                    <a:pt x="222" y="90"/>
                  </a:lnTo>
                  <a:lnTo>
                    <a:pt x="222" y="90"/>
                  </a:lnTo>
                  <a:lnTo>
                    <a:pt x="222" y="90"/>
                  </a:lnTo>
                  <a:lnTo>
                    <a:pt x="228" y="90"/>
                  </a:lnTo>
                  <a:lnTo>
                    <a:pt x="228" y="96"/>
                  </a:lnTo>
                  <a:lnTo>
                    <a:pt x="228" y="96"/>
                  </a:lnTo>
                  <a:lnTo>
                    <a:pt x="228" y="96"/>
                  </a:lnTo>
                  <a:lnTo>
                    <a:pt x="228" y="96"/>
                  </a:lnTo>
                  <a:lnTo>
                    <a:pt x="234" y="96"/>
                  </a:lnTo>
                  <a:lnTo>
                    <a:pt x="234" y="96"/>
                  </a:lnTo>
                  <a:lnTo>
                    <a:pt x="234" y="96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40" y="102"/>
                  </a:lnTo>
                  <a:lnTo>
                    <a:pt x="240" y="102"/>
                  </a:lnTo>
                  <a:lnTo>
                    <a:pt x="240" y="102"/>
                  </a:lnTo>
                  <a:lnTo>
                    <a:pt x="240" y="102"/>
                  </a:lnTo>
                  <a:lnTo>
                    <a:pt x="240" y="102"/>
                  </a:lnTo>
                  <a:lnTo>
                    <a:pt x="246" y="108"/>
                  </a:lnTo>
                  <a:lnTo>
                    <a:pt x="246" y="108"/>
                  </a:lnTo>
                  <a:lnTo>
                    <a:pt x="246" y="108"/>
                  </a:lnTo>
                  <a:lnTo>
                    <a:pt x="246" y="108"/>
                  </a:lnTo>
                  <a:lnTo>
                    <a:pt x="246" y="108"/>
                  </a:lnTo>
                  <a:lnTo>
                    <a:pt x="252" y="108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8" y="114"/>
                  </a:lnTo>
                  <a:lnTo>
                    <a:pt x="258" y="114"/>
                  </a:lnTo>
                  <a:lnTo>
                    <a:pt x="258" y="120"/>
                  </a:lnTo>
                  <a:lnTo>
                    <a:pt x="258" y="120"/>
                  </a:lnTo>
                  <a:lnTo>
                    <a:pt x="258" y="120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64" y="126"/>
                  </a:lnTo>
                  <a:lnTo>
                    <a:pt x="270" y="126"/>
                  </a:lnTo>
                  <a:lnTo>
                    <a:pt x="270" y="126"/>
                  </a:lnTo>
                  <a:lnTo>
                    <a:pt x="270" y="126"/>
                  </a:lnTo>
                  <a:lnTo>
                    <a:pt x="270" y="126"/>
                  </a:lnTo>
                  <a:lnTo>
                    <a:pt x="270" y="126"/>
                  </a:lnTo>
                  <a:lnTo>
                    <a:pt x="270" y="126"/>
                  </a:lnTo>
                  <a:lnTo>
                    <a:pt x="276" y="132"/>
                  </a:lnTo>
                  <a:lnTo>
                    <a:pt x="276" y="132"/>
                  </a:lnTo>
                  <a:lnTo>
                    <a:pt x="276" y="132"/>
                  </a:lnTo>
                  <a:lnTo>
                    <a:pt x="276" y="132"/>
                  </a:lnTo>
                  <a:lnTo>
                    <a:pt x="276" y="132"/>
                  </a:lnTo>
                  <a:lnTo>
                    <a:pt x="282" y="132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8" y="138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 58"/>
            <p:cNvSpPr/>
            <p:nvPr/>
          </p:nvSpPr>
          <p:spPr bwMode="auto">
            <a:xfrm>
              <a:off x="2730" y="2013"/>
              <a:ext cx="282" cy="222"/>
            </a:xfrm>
            <a:custGeom>
              <a:avLst/>
              <a:gdLst>
                <a:gd name="T0" fmla="*/ 0 w 282"/>
                <a:gd name="T1" fmla="*/ 6 h 222"/>
                <a:gd name="T2" fmla="*/ 6 w 282"/>
                <a:gd name="T3" fmla="*/ 12 h 222"/>
                <a:gd name="T4" fmla="*/ 12 w 282"/>
                <a:gd name="T5" fmla="*/ 12 h 222"/>
                <a:gd name="T6" fmla="*/ 18 w 282"/>
                <a:gd name="T7" fmla="*/ 18 h 222"/>
                <a:gd name="T8" fmla="*/ 24 w 282"/>
                <a:gd name="T9" fmla="*/ 24 h 222"/>
                <a:gd name="T10" fmla="*/ 30 w 282"/>
                <a:gd name="T11" fmla="*/ 30 h 222"/>
                <a:gd name="T12" fmla="*/ 36 w 282"/>
                <a:gd name="T13" fmla="*/ 36 h 222"/>
                <a:gd name="T14" fmla="*/ 42 w 282"/>
                <a:gd name="T15" fmla="*/ 36 h 222"/>
                <a:gd name="T16" fmla="*/ 48 w 282"/>
                <a:gd name="T17" fmla="*/ 42 h 222"/>
                <a:gd name="T18" fmla="*/ 54 w 282"/>
                <a:gd name="T19" fmla="*/ 48 h 222"/>
                <a:gd name="T20" fmla="*/ 60 w 282"/>
                <a:gd name="T21" fmla="*/ 54 h 222"/>
                <a:gd name="T22" fmla="*/ 66 w 282"/>
                <a:gd name="T23" fmla="*/ 60 h 222"/>
                <a:gd name="T24" fmla="*/ 72 w 282"/>
                <a:gd name="T25" fmla="*/ 60 h 222"/>
                <a:gd name="T26" fmla="*/ 78 w 282"/>
                <a:gd name="T27" fmla="*/ 66 h 222"/>
                <a:gd name="T28" fmla="*/ 84 w 282"/>
                <a:gd name="T29" fmla="*/ 72 h 222"/>
                <a:gd name="T30" fmla="*/ 84 w 282"/>
                <a:gd name="T31" fmla="*/ 78 h 222"/>
                <a:gd name="T32" fmla="*/ 90 w 282"/>
                <a:gd name="T33" fmla="*/ 78 h 222"/>
                <a:gd name="T34" fmla="*/ 96 w 282"/>
                <a:gd name="T35" fmla="*/ 84 h 222"/>
                <a:gd name="T36" fmla="*/ 102 w 282"/>
                <a:gd name="T37" fmla="*/ 90 h 222"/>
                <a:gd name="T38" fmla="*/ 108 w 282"/>
                <a:gd name="T39" fmla="*/ 96 h 222"/>
                <a:gd name="T40" fmla="*/ 114 w 282"/>
                <a:gd name="T41" fmla="*/ 102 h 222"/>
                <a:gd name="T42" fmla="*/ 120 w 282"/>
                <a:gd name="T43" fmla="*/ 102 h 222"/>
                <a:gd name="T44" fmla="*/ 126 w 282"/>
                <a:gd name="T45" fmla="*/ 108 h 222"/>
                <a:gd name="T46" fmla="*/ 132 w 282"/>
                <a:gd name="T47" fmla="*/ 114 h 222"/>
                <a:gd name="T48" fmla="*/ 138 w 282"/>
                <a:gd name="T49" fmla="*/ 120 h 222"/>
                <a:gd name="T50" fmla="*/ 144 w 282"/>
                <a:gd name="T51" fmla="*/ 120 h 222"/>
                <a:gd name="T52" fmla="*/ 150 w 282"/>
                <a:gd name="T53" fmla="*/ 126 h 222"/>
                <a:gd name="T54" fmla="*/ 156 w 282"/>
                <a:gd name="T55" fmla="*/ 132 h 222"/>
                <a:gd name="T56" fmla="*/ 162 w 282"/>
                <a:gd name="T57" fmla="*/ 138 h 222"/>
                <a:gd name="T58" fmla="*/ 168 w 282"/>
                <a:gd name="T59" fmla="*/ 138 h 222"/>
                <a:gd name="T60" fmla="*/ 168 w 282"/>
                <a:gd name="T61" fmla="*/ 144 h 222"/>
                <a:gd name="T62" fmla="*/ 174 w 282"/>
                <a:gd name="T63" fmla="*/ 150 h 222"/>
                <a:gd name="T64" fmla="*/ 180 w 282"/>
                <a:gd name="T65" fmla="*/ 150 h 222"/>
                <a:gd name="T66" fmla="*/ 186 w 282"/>
                <a:gd name="T67" fmla="*/ 156 h 222"/>
                <a:gd name="T68" fmla="*/ 192 w 282"/>
                <a:gd name="T69" fmla="*/ 162 h 222"/>
                <a:gd name="T70" fmla="*/ 198 w 282"/>
                <a:gd name="T71" fmla="*/ 162 h 222"/>
                <a:gd name="T72" fmla="*/ 204 w 282"/>
                <a:gd name="T73" fmla="*/ 168 h 222"/>
                <a:gd name="T74" fmla="*/ 210 w 282"/>
                <a:gd name="T75" fmla="*/ 174 h 222"/>
                <a:gd name="T76" fmla="*/ 216 w 282"/>
                <a:gd name="T77" fmla="*/ 174 h 222"/>
                <a:gd name="T78" fmla="*/ 222 w 282"/>
                <a:gd name="T79" fmla="*/ 180 h 222"/>
                <a:gd name="T80" fmla="*/ 228 w 282"/>
                <a:gd name="T81" fmla="*/ 186 h 222"/>
                <a:gd name="T82" fmla="*/ 234 w 282"/>
                <a:gd name="T83" fmla="*/ 186 h 222"/>
                <a:gd name="T84" fmla="*/ 240 w 282"/>
                <a:gd name="T85" fmla="*/ 192 h 222"/>
                <a:gd name="T86" fmla="*/ 246 w 282"/>
                <a:gd name="T87" fmla="*/ 198 h 222"/>
                <a:gd name="T88" fmla="*/ 252 w 282"/>
                <a:gd name="T89" fmla="*/ 198 h 222"/>
                <a:gd name="T90" fmla="*/ 258 w 282"/>
                <a:gd name="T91" fmla="*/ 204 h 222"/>
                <a:gd name="T92" fmla="*/ 258 w 282"/>
                <a:gd name="T93" fmla="*/ 204 h 222"/>
                <a:gd name="T94" fmla="*/ 264 w 282"/>
                <a:gd name="T95" fmla="*/ 210 h 222"/>
                <a:gd name="T96" fmla="*/ 270 w 282"/>
                <a:gd name="T97" fmla="*/ 216 h 222"/>
                <a:gd name="T98" fmla="*/ 276 w 282"/>
                <a:gd name="T99" fmla="*/ 216 h 222"/>
                <a:gd name="T100" fmla="*/ 282 w 282"/>
                <a:gd name="T101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2" h="222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36" y="30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42" y="36"/>
                  </a:lnTo>
                  <a:lnTo>
                    <a:pt x="42" y="36"/>
                  </a:lnTo>
                  <a:lnTo>
                    <a:pt x="42" y="36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8"/>
                  </a:lnTo>
                  <a:lnTo>
                    <a:pt x="54" y="48"/>
                  </a:lnTo>
                  <a:lnTo>
                    <a:pt x="54" y="48"/>
                  </a:lnTo>
                  <a:lnTo>
                    <a:pt x="54" y="48"/>
                  </a:lnTo>
                  <a:lnTo>
                    <a:pt x="54" y="48"/>
                  </a:lnTo>
                  <a:lnTo>
                    <a:pt x="54" y="48"/>
                  </a:lnTo>
                  <a:lnTo>
                    <a:pt x="60" y="54"/>
                  </a:lnTo>
                  <a:lnTo>
                    <a:pt x="60" y="54"/>
                  </a:lnTo>
                  <a:lnTo>
                    <a:pt x="60" y="54"/>
                  </a:lnTo>
                  <a:lnTo>
                    <a:pt x="60" y="54"/>
                  </a:lnTo>
                  <a:lnTo>
                    <a:pt x="60" y="54"/>
                  </a:lnTo>
                  <a:lnTo>
                    <a:pt x="66" y="54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72" y="60"/>
                  </a:lnTo>
                  <a:lnTo>
                    <a:pt x="72" y="60"/>
                  </a:lnTo>
                  <a:lnTo>
                    <a:pt x="72" y="66"/>
                  </a:lnTo>
                  <a:lnTo>
                    <a:pt x="72" y="66"/>
                  </a:lnTo>
                  <a:lnTo>
                    <a:pt x="72" y="66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78" y="72"/>
                  </a:lnTo>
                  <a:lnTo>
                    <a:pt x="78" y="72"/>
                  </a:lnTo>
                  <a:lnTo>
                    <a:pt x="84" y="72"/>
                  </a:lnTo>
                  <a:lnTo>
                    <a:pt x="84" y="72"/>
                  </a:lnTo>
                  <a:lnTo>
                    <a:pt x="84" y="72"/>
                  </a:lnTo>
                  <a:lnTo>
                    <a:pt x="84" y="72"/>
                  </a:lnTo>
                  <a:lnTo>
                    <a:pt x="84" y="78"/>
                  </a:lnTo>
                  <a:lnTo>
                    <a:pt x="84" y="78"/>
                  </a:lnTo>
                  <a:lnTo>
                    <a:pt x="90" y="78"/>
                  </a:lnTo>
                  <a:lnTo>
                    <a:pt x="90" y="78"/>
                  </a:lnTo>
                  <a:lnTo>
                    <a:pt x="90" y="78"/>
                  </a:lnTo>
                  <a:lnTo>
                    <a:pt x="90" y="78"/>
                  </a:lnTo>
                  <a:lnTo>
                    <a:pt x="90" y="78"/>
                  </a:lnTo>
                  <a:lnTo>
                    <a:pt x="96" y="84"/>
                  </a:lnTo>
                  <a:lnTo>
                    <a:pt x="96" y="84"/>
                  </a:lnTo>
                  <a:lnTo>
                    <a:pt x="96" y="84"/>
                  </a:lnTo>
                  <a:lnTo>
                    <a:pt x="96" y="84"/>
                  </a:lnTo>
                  <a:lnTo>
                    <a:pt x="96" y="84"/>
                  </a:lnTo>
                  <a:lnTo>
                    <a:pt x="102" y="84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8" y="90"/>
                  </a:lnTo>
                  <a:lnTo>
                    <a:pt x="108" y="90"/>
                  </a:lnTo>
                  <a:lnTo>
                    <a:pt x="108" y="96"/>
                  </a:lnTo>
                  <a:lnTo>
                    <a:pt x="108" y="96"/>
                  </a:lnTo>
                  <a:lnTo>
                    <a:pt x="108" y="96"/>
                  </a:lnTo>
                  <a:lnTo>
                    <a:pt x="114" y="96"/>
                  </a:lnTo>
                  <a:lnTo>
                    <a:pt x="114" y="96"/>
                  </a:lnTo>
                  <a:lnTo>
                    <a:pt x="114" y="96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8"/>
                  </a:lnTo>
                  <a:lnTo>
                    <a:pt x="126" y="108"/>
                  </a:lnTo>
                  <a:lnTo>
                    <a:pt x="126" y="108"/>
                  </a:lnTo>
                  <a:lnTo>
                    <a:pt x="126" y="108"/>
                  </a:lnTo>
                  <a:lnTo>
                    <a:pt x="126" y="108"/>
                  </a:lnTo>
                  <a:lnTo>
                    <a:pt x="126" y="108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8" y="114"/>
                  </a:lnTo>
                  <a:lnTo>
                    <a:pt x="138" y="120"/>
                  </a:lnTo>
                  <a:lnTo>
                    <a:pt x="138" y="120"/>
                  </a:lnTo>
                  <a:lnTo>
                    <a:pt x="138" y="120"/>
                  </a:lnTo>
                  <a:lnTo>
                    <a:pt x="138" y="120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4" y="126"/>
                  </a:lnTo>
                  <a:lnTo>
                    <a:pt x="144" y="126"/>
                  </a:lnTo>
                  <a:lnTo>
                    <a:pt x="150" y="126"/>
                  </a:lnTo>
                  <a:lnTo>
                    <a:pt x="150" y="126"/>
                  </a:lnTo>
                  <a:lnTo>
                    <a:pt x="150" y="126"/>
                  </a:lnTo>
                  <a:lnTo>
                    <a:pt x="150" y="126"/>
                  </a:lnTo>
                  <a:lnTo>
                    <a:pt x="150" y="132"/>
                  </a:lnTo>
                  <a:lnTo>
                    <a:pt x="150" y="132"/>
                  </a:lnTo>
                  <a:lnTo>
                    <a:pt x="156" y="132"/>
                  </a:lnTo>
                  <a:lnTo>
                    <a:pt x="156" y="132"/>
                  </a:lnTo>
                  <a:lnTo>
                    <a:pt x="156" y="132"/>
                  </a:lnTo>
                  <a:lnTo>
                    <a:pt x="156" y="132"/>
                  </a:lnTo>
                  <a:lnTo>
                    <a:pt x="156" y="132"/>
                  </a:lnTo>
                  <a:lnTo>
                    <a:pt x="162" y="138"/>
                  </a:lnTo>
                  <a:lnTo>
                    <a:pt x="162" y="138"/>
                  </a:lnTo>
                  <a:lnTo>
                    <a:pt x="162" y="138"/>
                  </a:lnTo>
                  <a:lnTo>
                    <a:pt x="162" y="138"/>
                  </a:lnTo>
                  <a:lnTo>
                    <a:pt x="162" y="138"/>
                  </a:lnTo>
                  <a:lnTo>
                    <a:pt x="168" y="138"/>
                  </a:lnTo>
                  <a:lnTo>
                    <a:pt x="168" y="138"/>
                  </a:lnTo>
                  <a:lnTo>
                    <a:pt x="168" y="144"/>
                  </a:lnTo>
                  <a:lnTo>
                    <a:pt x="168" y="144"/>
                  </a:lnTo>
                  <a:lnTo>
                    <a:pt x="168" y="144"/>
                  </a:lnTo>
                  <a:lnTo>
                    <a:pt x="168" y="144"/>
                  </a:lnTo>
                  <a:lnTo>
                    <a:pt x="174" y="144"/>
                  </a:lnTo>
                  <a:lnTo>
                    <a:pt x="174" y="144"/>
                  </a:lnTo>
                  <a:lnTo>
                    <a:pt x="174" y="144"/>
                  </a:lnTo>
                  <a:lnTo>
                    <a:pt x="174" y="150"/>
                  </a:lnTo>
                  <a:lnTo>
                    <a:pt x="174" y="150"/>
                  </a:lnTo>
                  <a:lnTo>
                    <a:pt x="180" y="150"/>
                  </a:lnTo>
                  <a:lnTo>
                    <a:pt x="180" y="150"/>
                  </a:lnTo>
                  <a:lnTo>
                    <a:pt x="180" y="150"/>
                  </a:lnTo>
                  <a:lnTo>
                    <a:pt x="180" y="150"/>
                  </a:lnTo>
                  <a:lnTo>
                    <a:pt x="180" y="150"/>
                  </a:lnTo>
                  <a:lnTo>
                    <a:pt x="186" y="156"/>
                  </a:lnTo>
                  <a:lnTo>
                    <a:pt x="186" y="156"/>
                  </a:lnTo>
                  <a:lnTo>
                    <a:pt x="186" y="156"/>
                  </a:lnTo>
                  <a:lnTo>
                    <a:pt x="186" y="156"/>
                  </a:lnTo>
                  <a:lnTo>
                    <a:pt x="186" y="156"/>
                  </a:lnTo>
                  <a:lnTo>
                    <a:pt x="186" y="156"/>
                  </a:lnTo>
                  <a:lnTo>
                    <a:pt x="192" y="156"/>
                  </a:lnTo>
                  <a:lnTo>
                    <a:pt x="192" y="162"/>
                  </a:lnTo>
                  <a:lnTo>
                    <a:pt x="192" y="162"/>
                  </a:lnTo>
                  <a:lnTo>
                    <a:pt x="192" y="162"/>
                  </a:lnTo>
                  <a:lnTo>
                    <a:pt x="192" y="162"/>
                  </a:lnTo>
                  <a:lnTo>
                    <a:pt x="198" y="162"/>
                  </a:lnTo>
                  <a:lnTo>
                    <a:pt x="198" y="162"/>
                  </a:lnTo>
                  <a:lnTo>
                    <a:pt x="198" y="162"/>
                  </a:lnTo>
                  <a:lnTo>
                    <a:pt x="198" y="162"/>
                  </a:lnTo>
                  <a:lnTo>
                    <a:pt x="198" y="168"/>
                  </a:lnTo>
                  <a:lnTo>
                    <a:pt x="204" y="168"/>
                  </a:lnTo>
                  <a:lnTo>
                    <a:pt x="204" y="168"/>
                  </a:lnTo>
                  <a:lnTo>
                    <a:pt x="204" y="168"/>
                  </a:lnTo>
                  <a:lnTo>
                    <a:pt x="204" y="168"/>
                  </a:lnTo>
                  <a:lnTo>
                    <a:pt x="204" y="168"/>
                  </a:lnTo>
                  <a:lnTo>
                    <a:pt x="204" y="168"/>
                  </a:lnTo>
                  <a:lnTo>
                    <a:pt x="210" y="174"/>
                  </a:lnTo>
                  <a:lnTo>
                    <a:pt x="210" y="174"/>
                  </a:lnTo>
                  <a:lnTo>
                    <a:pt x="210" y="174"/>
                  </a:lnTo>
                  <a:lnTo>
                    <a:pt x="210" y="174"/>
                  </a:lnTo>
                  <a:lnTo>
                    <a:pt x="210" y="174"/>
                  </a:lnTo>
                  <a:lnTo>
                    <a:pt x="216" y="174"/>
                  </a:lnTo>
                  <a:lnTo>
                    <a:pt x="216" y="174"/>
                  </a:lnTo>
                  <a:lnTo>
                    <a:pt x="216" y="174"/>
                  </a:lnTo>
                  <a:lnTo>
                    <a:pt x="216" y="180"/>
                  </a:lnTo>
                  <a:lnTo>
                    <a:pt x="216" y="180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28" y="186"/>
                  </a:lnTo>
                  <a:lnTo>
                    <a:pt x="228" y="186"/>
                  </a:lnTo>
                  <a:lnTo>
                    <a:pt x="228" y="186"/>
                  </a:lnTo>
                  <a:lnTo>
                    <a:pt x="228" y="186"/>
                  </a:lnTo>
                  <a:lnTo>
                    <a:pt x="228" y="186"/>
                  </a:lnTo>
                  <a:lnTo>
                    <a:pt x="234" y="186"/>
                  </a:lnTo>
                  <a:lnTo>
                    <a:pt x="234" y="186"/>
                  </a:lnTo>
                  <a:lnTo>
                    <a:pt x="234" y="192"/>
                  </a:lnTo>
                  <a:lnTo>
                    <a:pt x="234" y="192"/>
                  </a:lnTo>
                  <a:lnTo>
                    <a:pt x="234" y="192"/>
                  </a:lnTo>
                  <a:lnTo>
                    <a:pt x="240" y="192"/>
                  </a:lnTo>
                  <a:lnTo>
                    <a:pt x="240" y="192"/>
                  </a:lnTo>
                  <a:lnTo>
                    <a:pt x="240" y="192"/>
                  </a:lnTo>
                  <a:lnTo>
                    <a:pt x="240" y="192"/>
                  </a:lnTo>
                  <a:lnTo>
                    <a:pt x="240" y="192"/>
                  </a:lnTo>
                  <a:lnTo>
                    <a:pt x="240" y="198"/>
                  </a:lnTo>
                  <a:lnTo>
                    <a:pt x="246" y="198"/>
                  </a:lnTo>
                  <a:lnTo>
                    <a:pt x="246" y="198"/>
                  </a:lnTo>
                  <a:lnTo>
                    <a:pt x="246" y="198"/>
                  </a:lnTo>
                  <a:lnTo>
                    <a:pt x="246" y="198"/>
                  </a:lnTo>
                  <a:lnTo>
                    <a:pt x="246" y="198"/>
                  </a:lnTo>
                  <a:lnTo>
                    <a:pt x="252" y="198"/>
                  </a:lnTo>
                  <a:lnTo>
                    <a:pt x="252" y="198"/>
                  </a:lnTo>
                  <a:lnTo>
                    <a:pt x="252" y="198"/>
                  </a:lnTo>
                  <a:lnTo>
                    <a:pt x="252" y="204"/>
                  </a:lnTo>
                  <a:lnTo>
                    <a:pt x="252" y="204"/>
                  </a:lnTo>
                  <a:lnTo>
                    <a:pt x="258" y="204"/>
                  </a:lnTo>
                  <a:lnTo>
                    <a:pt x="258" y="204"/>
                  </a:lnTo>
                  <a:lnTo>
                    <a:pt x="258" y="204"/>
                  </a:lnTo>
                  <a:lnTo>
                    <a:pt x="258" y="204"/>
                  </a:lnTo>
                  <a:lnTo>
                    <a:pt x="258" y="204"/>
                  </a:lnTo>
                  <a:lnTo>
                    <a:pt x="258" y="204"/>
                  </a:lnTo>
                  <a:lnTo>
                    <a:pt x="264" y="210"/>
                  </a:lnTo>
                  <a:lnTo>
                    <a:pt x="264" y="210"/>
                  </a:lnTo>
                  <a:lnTo>
                    <a:pt x="264" y="210"/>
                  </a:lnTo>
                  <a:lnTo>
                    <a:pt x="264" y="210"/>
                  </a:lnTo>
                  <a:lnTo>
                    <a:pt x="264" y="210"/>
                  </a:lnTo>
                  <a:lnTo>
                    <a:pt x="270" y="210"/>
                  </a:lnTo>
                  <a:lnTo>
                    <a:pt x="270" y="210"/>
                  </a:lnTo>
                  <a:lnTo>
                    <a:pt x="270" y="210"/>
                  </a:lnTo>
                  <a:lnTo>
                    <a:pt x="270" y="210"/>
                  </a:lnTo>
                  <a:lnTo>
                    <a:pt x="270" y="216"/>
                  </a:lnTo>
                  <a:lnTo>
                    <a:pt x="276" y="216"/>
                  </a:lnTo>
                  <a:lnTo>
                    <a:pt x="276" y="216"/>
                  </a:lnTo>
                  <a:lnTo>
                    <a:pt x="276" y="216"/>
                  </a:lnTo>
                  <a:lnTo>
                    <a:pt x="276" y="216"/>
                  </a:lnTo>
                  <a:lnTo>
                    <a:pt x="276" y="216"/>
                  </a:lnTo>
                  <a:lnTo>
                    <a:pt x="276" y="216"/>
                  </a:lnTo>
                  <a:lnTo>
                    <a:pt x="282" y="216"/>
                  </a:lnTo>
                  <a:lnTo>
                    <a:pt x="282" y="216"/>
                  </a:lnTo>
                  <a:lnTo>
                    <a:pt x="282" y="222"/>
                  </a:lnTo>
                  <a:lnTo>
                    <a:pt x="282" y="222"/>
                  </a:lnTo>
                  <a:lnTo>
                    <a:pt x="282" y="222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 59"/>
            <p:cNvSpPr/>
            <p:nvPr/>
          </p:nvSpPr>
          <p:spPr bwMode="auto">
            <a:xfrm>
              <a:off x="3012" y="2235"/>
              <a:ext cx="288" cy="96"/>
            </a:xfrm>
            <a:custGeom>
              <a:avLst/>
              <a:gdLst>
                <a:gd name="T0" fmla="*/ 6 w 288"/>
                <a:gd name="T1" fmla="*/ 0 h 96"/>
                <a:gd name="T2" fmla="*/ 12 w 288"/>
                <a:gd name="T3" fmla="*/ 6 h 96"/>
                <a:gd name="T4" fmla="*/ 18 w 288"/>
                <a:gd name="T5" fmla="*/ 6 h 96"/>
                <a:gd name="T6" fmla="*/ 24 w 288"/>
                <a:gd name="T7" fmla="*/ 12 h 96"/>
                <a:gd name="T8" fmla="*/ 30 w 288"/>
                <a:gd name="T9" fmla="*/ 12 h 96"/>
                <a:gd name="T10" fmla="*/ 36 w 288"/>
                <a:gd name="T11" fmla="*/ 18 h 96"/>
                <a:gd name="T12" fmla="*/ 42 w 288"/>
                <a:gd name="T13" fmla="*/ 18 h 96"/>
                <a:gd name="T14" fmla="*/ 48 w 288"/>
                <a:gd name="T15" fmla="*/ 24 h 96"/>
                <a:gd name="T16" fmla="*/ 54 w 288"/>
                <a:gd name="T17" fmla="*/ 24 h 96"/>
                <a:gd name="T18" fmla="*/ 60 w 288"/>
                <a:gd name="T19" fmla="*/ 30 h 96"/>
                <a:gd name="T20" fmla="*/ 60 w 288"/>
                <a:gd name="T21" fmla="*/ 30 h 96"/>
                <a:gd name="T22" fmla="*/ 66 w 288"/>
                <a:gd name="T23" fmla="*/ 36 h 96"/>
                <a:gd name="T24" fmla="*/ 72 w 288"/>
                <a:gd name="T25" fmla="*/ 36 h 96"/>
                <a:gd name="T26" fmla="*/ 78 w 288"/>
                <a:gd name="T27" fmla="*/ 36 h 96"/>
                <a:gd name="T28" fmla="*/ 84 w 288"/>
                <a:gd name="T29" fmla="*/ 42 h 96"/>
                <a:gd name="T30" fmla="*/ 90 w 288"/>
                <a:gd name="T31" fmla="*/ 42 h 96"/>
                <a:gd name="T32" fmla="*/ 96 w 288"/>
                <a:gd name="T33" fmla="*/ 48 h 96"/>
                <a:gd name="T34" fmla="*/ 102 w 288"/>
                <a:gd name="T35" fmla="*/ 48 h 96"/>
                <a:gd name="T36" fmla="*/ 108 w 288"/>
                <a:gd name="T37" fmla="*/ 48 h 96"/>
                <a:gd name="T38" fmla="*/ 114 w 288"/>
                <a:gd name="T39" fmla="*/ 54 h 96"/>
                <a:gd name="T40" fmla="*/ 120 w 288"/>
                <a:gd name="T41" fmla="*/ 54 h 96"/>
                <a:gd name="T42" fmla="*/ 126 w 288"/>
                <a:gd name="T43" fmla="*/ 54 h 96"/>
                <a:gd name="T44" fmla="*/ 132 w 288"/>
                <a:gd name="T45" fmla="*/ 60 h 96"/>
                <a:gd name="T46" fmla="*/ 138 w 288"/>
                <a:gd name="T47" fmla="*/ 60 h 96"/>
                <a:gd name="T48" fmla="*/ 144 w 288"/>
                <a:gd name="T49" fmla="*/ 60 h 96"/>
                <a:gd name="T50" fmla="*/ 144 w 288"/>
                <a:gd name="T51" fmla="*/ 66 h 96"/>
                <a:gd name="T52" fmla="*/ 150 w 288"/>
                <a:gd name="T53" fmla="*/ 66 h 96"/>
                <a:gd name="T54" fmla="*/ 156 w 288"/>
                <a:gd name="T55" fmla="*/ 66 h 96"/>
                <a:gd name="T56" fmla="*/ 162 w 288"/>
                <a:gd name="T57" fmla="*/ 72 h 96"/>
                <a:gd name="T58" fmla="*/ 168 w 288"/>
                <a:gd name="T59" fmla="*/ 72 h 96"/>
                <a:gd name="T60" fmla="*/ 174 w 288"/>
                <a:gd name="T61" fmla="*/ 72 h 96"/>
                <a:gd name="T62" fmla="*/ 180 w 288"/>
                <a:gd name="T63" fmla="*/ 78 h 96"/>
                <a:gd name="T64" fmla="*/ 186 w 288"/>
                <a:gd name="T65" fmla="*/ 78 h 96"/>
                <a:gd name="T66" fmla="*/ 192 w 288"/>
                <a:gd name="T67" fmla="*/ 78 h 96"/>
                <a:gd name="T68" fmla="*/ 198 w 288"/>
                <a:gd name="T69" fmla="*/ 78 h 96"/>
                <a:gd name="T70" fmla="*/ 204 w 288"/>
                <a:gd name="T71" fmla="*/ 84 h 96"/>
                <a:gd name="T72" fmla="*/ 210 w 288"/>
                <a:gd name="T73" fmla="*/ 84 h 96"/>
                <a:gd name="T74" fmla="*/ 216 w 288"/>
                <a:gd name="T75" fmla="*/ 84 h 96"/>
                <a:gd name="T76" fmla="*/ 222 w 288"/>
                <a:gd name="T77" fmla="*/ 84 h 96"/>
                <a:gd name="T78" fmla="*/ 228 w 288"/>
                <a:gd name="T79" fmla="*/ 84 h 96"/>
                <a:gd name="T80" fmla="*/ 234 w 288"/>
                <a:gd name="T81" fmla="*/ 90 h 96"/>
                <a:gd name="T82" fmla="*/ 234 w 288"/>
                <a:gd name="T83" fmla="*/ 90 h 96"/>
                <a:gd name="T84" fmla="*/ 240 w 288"/>
                <a:gd name="T85" fmla="*/ 90 h 96"/>
                <a:gd name="T86" fmla="*/ 246 w 288"/>
                <a:gd name="T87" fmla="*/ 90 h 96"/>
                <a:gd name="T88" fmla="*/ 252 w 288"/>
                <a:gd name="T89" fmla="*/ 90 h 96"/>
                <a:gd name="T90" fmla="*/ 258 w 288"/>
                <a:gd name="T91" fmla="*/ 96 h 96"/>
                <a:gd name="T92" fmla="*/ 264 w 288"/>
                <a:gd name="T93" fmla="*/ 96 h 96"/>
                <a:gd name="T94" fmla="*/ 270 w 288"/>
                <a:gd name="T95" fmla="*/ 96 h 96"/>
                <a:gd name="T96" fmla="*/ 276 w 288"/>
                <a:gd name="T97" fmla="*/ 96 h 96"/>
                <a:gd name="T98" fmla="*/ 282 w 288"/>
                <a:gd name="T99" fmla="*/ 96 h 96"/>
                <a:gd name="T100" fmla="*/ 288 w 288"/>
                <a:gd name="T10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8" h="96">
                  <a:moveTo>
                    <a:pt x="0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30"/>
                  </a:lnTo>
                  <a:lnTo>
                    <a:pt x="54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6" y="30"/>
                  </a:lnTo>
                  <a:lnTo>
                    <a:pt x="66" y="30"/>
                  </a:lnTo>
                  <a:lnTo>
                    <a:pt x="66" y="30"/>
                  </a:lnTo>
                  <a:lnTo>
                    <a:pt x="66" y="30"/>
                  </a:lnTo>
                  <a:lnTo>
                    <a:pt x="66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8" y="36"/>
                  </a:lnTo>
                  <a:lnTo>
                    <a:pt x="78" y="36"/>
                  </a:lnTo>
                  <a:lnTo>
                    <a:pt x="78" y="36"/>
                  </a:lnTo>
                  <a:lnTo>
                    <a:pt x="78" y="36"/>
                  </a:lnTo>
                  <a:lnTo>
                    <a:pt x="78" y="36"/>
                  </a:lnTo>
                  <a:lnTo>
                    <a:pt x="78" y="42"/>
                  </a:lnTo>
                  <a:lnTo>
                    <a:pt x="84" y="42"/>
                  </a:lnTo>
                  <a:lnTo>
                    <a:pt x="84" y="42"/>
                  </a:lnTo>
                  <a:lnTo>
                    <a:pt x="84" y="42"/>
                  </a:lnTo>
                  <a:lnTo>
                    <a:pt x="84" y="42"/>
                  </a:lnTo>
                  <a:lnTo>
                    <a:pt x="84" y="42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6" y="42"/>
                  </a:lnTo>
                  <a:lnTo>
                    <a:pt x="96" y="42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8" y="48"/>
                  </a:lnTo>
                  <a:lnTo>
                    <a:pt x="108" y="48"/>
                  </a:lnTo>
                  <a:lnTo>
                    <a:pt x="108" y="48"/>
                  </a:lnTo>
                  <a:lnTo>
                    <a:pt x="108" y="48"/>
                  </a:lnTo>
                  <a:lnTo>
                    <a:pt x="108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20" y="54"/>
                  </a:lnTo>
                  <a:lnTo>
                    <a:pt x="120" y="54"/>
                  </a:lnTo>
                  <a:lnTo>
                    <a:pt x="120" y="54"/>
                  </a:lnTo>
                  <a:lnTo>
                    <a:pt x="120" y="54"/>
                  </a:lnTo>
                  <a:lnTo>
                    <a:pt x="120" y="54"/>
                  </a:lnTo>
                  <a:lnTo>
                    <a:pt x="126" y="54"/>
                  </a:lnTo>
                  <a:lnTo>
                    <a:pt x="126" y="54"/>
                  </a:lnTo>
                  <a:lnTo>
                    <a:pt x="126" y="60"/>
                  </a:lnTo>
                  <a:lnTo>
                    <a:pt x="126" y="60"/>
                  </a:lnTo>
                  <a:lnTo>
                    <a:pt x="126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8" y="60"/>
                  </a:lnTo>
                  <a:lnTo>
                    <a:pt x="138" y="60"/>
                  </a:lnTo>
                  <a:lnTo>
                    <a:pt x="138" y="60"/>
                  </a:lnTo>
                  <a:lnTo>
                    <a:pt x="138" y="60"/>
                  </a:lnTo>
                  <a:lnTo>
                    <a:pt x="138" y="60"/>
                  </a:lnTo>
                  <a:lnTo>
                    <a:pt x="144" y="60"/>
                  </a:lnTo>
                  <a:lnTo>
                    <a:pt x="144" y="66"/>
                  </a:lnTo>
                  <a:lnTo>
                    <a:pt x="144" y="66"/>
                  </a:lnTo>
                  <a:lnTo>
                    <a:pt x="144" y="66"/>
                  </a:lnTo>
                  <a:lnTo>
                    <a:pt x="144" y="66"/>
                  </a:lnTo>
                  <a:lnTo>
                    <a:pt x="144" y="66"/>
                  </a:lnTo>
                  <a:lnTo>
                    <a:pt x="150" y="66"/>
                  </a:lnTo>
                  <a:lnTo>
                    <a:pt x="150" y="66"/>
                  </a:lnTo>
                  <a:lnTo>
                    <a:pt x="150" y="66"/>
                  </a:lnTo>
                  <a:lnTo>
                    <a:pt x="150" y="66"/>
                  </a:lnTo>
                  <a:lnTo>
                    <a:pt x="150" y="66"/>
                  </a:lnTo>
                  <a:lnTo>
                    <a:pt x="156" y="66"/>
                  </a:lnTo>
                  <a:lnTo>
                    <a:pt x="156" y="66"/>
                  </a:lnTo>
                  <a:lnTo>
                    <a:pt x="156" y="66"/>
                  </a:lnTo>
                  <a:lnTo>
                    <a:pt x="156" y="66"/>
                  </a:lnTo>
                  <a:lnTo>
                    <a:pt x="156" y="66"/>
                  </a:lnTo>
                  <a:lnTo>
                    <a:pt x="162" y="66"/>
                  </a:lnTo>
                  <a:lnTo>
                    <a:pt x="162" y="66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74" y="72"/>
                  </a:lnTo>
                  <a:lnTo>
                    <a:pt x="174" y="72"/>
                  </a:lnTo>
                  <a:lnTo>
                    <a:pt x="174" y="72"/>
                  </a:lnTo>
                  <a:lnTo>
                    <a:pt x="174" y="72"/>
                  </a:lnTo>
                  <a:lnTo>
                    <a:pt x="174" y="72"/>
                  </a:lnTo>
                  <a:lnTo>
                    <a:pt x="180" y="72"/>
                  </a:lnTo>
                  <a:lnTo>
                    <a:pt x="180" y="72"/>
                  </a:lnTo>
                  <a:lnTo>
                    <a:pt x="180" y="72"/>
                  </a:lnTo>
                  <a:lnTo>
                    <a:pt x="180" y="78"/>
                  </a:lnTo>
                  <a:lnTo>
                    <a:pt x="180" y="78"/>
                  </a:lnTo>
                  <a:lnTo>
                    <a:pt x="180" y="78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204" y="78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16" y="84"/>
                  </a:lnTo>
                  <a:lnTo>
                    <a:pt x="222" y="84"/>
                  </a:lnTo>
                  <a:lnTo>
                    <a:pt x="222" y="84"/>
                  </a:lnTo>
                  <a:lnTo>
                    <a:pt x="222" y="84"/>
                  </a:lnTo>
                  <a:lnTo>
                    <a:pt x="222" y="84"/>
                  </a:lnTo>
                  <a:lnTo>
                    <a:pt x="222" y="84"/>
                  </a:lnTo>
                  <a:lnTo>
                    <a:pt x="228" y="84"/>
                  </a:lnTo>
                  <a:lnTo>
                    <a:pt x="228" y="84"/>
                  </a:lnTo>
                  <a:lnTo>
                    <a:pt x="228" y="84"/>
                  </a:lnTo>
                  <a:lnTo>
                    <a:pt x="228" y="90"/>
                  </a:lnTo>
                  <a:lnTo>
                    <a:pt x="228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40" y="90"/>
                  </a:lnTo>
                  <a:lnTo>
                    <a:pt x="240" y="90"/>
                  </a:lnTo>
                  <a:lnTo>
                    <a:pt x="240" y="90"/>
                  </a:lnTo>
                  <a:lnTo>
                    <a:pt x="240" y="90"/>
                  </a:lnTo>
                  <a:lnTo>
                    <a:pt x="240" y="90"/>
                  </a:lnTo>
                  <a:lnTo>
                    <a:pt x="246" y="90"/>
                  </a:lnTo>
                  <a:lnTo>
                    <a:pt x="246" y="90"/>
                  </a:lnTo>
                  <a:lnTo>
                    <a:pt x="246" y="90"/>
                  </a:lnTo>
                  <a:lnTo>
                    <a:pt x="246" y="90"/>
                  </a:lnTo>
                  <a:lnTo>
                    <a:pt x="246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8" y="90"/>
                  </a:lnTo>
                  <a:lnTo>
                    <a:pt x="258" y="90"/>
                  </a:lnTo>
                  <a:lnTo>
                    <a:pt x="258" y="96"/>
                  </a:lnTo>
                  <a:lnTo>
                    <a:pt x="258" y="96"/>
                  </a:lnTo>
                  <a:lnTo>
                    <a:pt x="258" y="96"/>
                  </a:lnTo>
                  <a:lnTo>
                    <a:pt x="264" y="96"/>
                  </a:lnTo>
                  <a:lnTo>
                    <a:pt x="264" y="96"/>
                  </a:lnTo>
                  <a:lnTo>
                    <a:pt x="264" y="96"/>
                  </a:lnTo>
                  <a:lnTo>
                    <a:pt x="264" y="96"/>
                  </a:lnTo>
                  <a:lnTo>
                    <a:pt x="264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6" y="96"/>
                  </a:lnTo>
                  <a:lnTo>
                    <a:pt x="276" y="96"/>
                  </a:lnTo>
                  <a:lnTo>
                    <a:pt x="276" y="96"/>
                  </a:lnTo>
                  <a:lnTo>
                    <a:pt x="276" y="96"/>
                  </a:lnTo>
                  <a:lnTo>
                    <a:pt x="276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8" y="96"/>
                  </a:lnTo>
                  <a:lnTo>
                    <a:pt x="288" y="96"/>
                  </a:lnTo>
                  <a:lnTo>
                    <a:pt x="288" y="96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 60"/>
            <p:cNvSpPr/>
            <p:nvPr/>
          </p:nvSpPr>
          <p:spPr bwMode="auto">
            <a:xfrm>
              <a:off x="3300" y="2331"/>
              <a:ext cx="264" cy="24"/>
            </a:xfrm>
            <a:custGeom>
              <a:avLst/>
              <a:gdLst>
                <a:gd name="T0" fmla="*/ 6 w 264"/>
                <a:gd name="T1" fmla="*/ 0 h 24"/>
                <a:gd name="T2" fmla="*/ 6 w 264"/>
                <a:gd name="T3" fmla="*/ 6 h 24"/>
                <a:gd name="T4" fmla="*/ 12 w 264"/>
                <a:gd name="T5" fmla="*/ 6 h 24"/>
                <a:gd name="T6" fmla="*/ 18 w 264"/>
                <a:gd name="T7" fmla="*/ 6 h 24"/>
                <a:gd name="T8" fmla="*/ 24 w 264"/>
                <a:gd name="T9" fmla="*/ 6 h 24"/>
                <a:gd name="T10" fmla="*/ 24 w 264"/>
                <a:gd name="T11" fmla="*/ 6 h 24"/>
                <a:gd name="T12" fmla="*/ 30 w 264"/>
                <a:gd name="T13" fmla="*/ 6 h 24"/>
                <a:gd name="T14" fmla="*/ 36 w 264"/>
                <a:gd name="T15" fmla="*/ 6 h 24"/>
                <a:gd name="T16" fmla="*/ 42 w 264"/>
                <a:gd name="T17" fmla="*/ 6 h 24"/>
                <a:gd name="T18" fmla="*/ 42 w 264"/>
                <a:gd name="T19" fmla="*/ 6 h 24"/>
                <a:gd name="T20" fmla="*/ 48 w 264"/>
                <a:gd name="T21" fmla="*/ 6 h 24"/>
                <a:gd name="T22" fmla="*/ 54 w 264"/>
                <a:gd name="T23" fmla="*/ 12 h 24"/>
                <a:gd name="T24" fmla="*/ 60 w 264"/>
                <a:gd name="T25" fmla="*/ 12 h 24"/>
                <a:gd name="T26" fmla="*/ 60 w 264"/>
                <a:gd name="T27" fmla="*/ 12 h 24"/>
                <a:gd name="T28" fmla="*/ 66 w 264"/>
                <a:gd name="T29" fmla="*/ 12 h 24"/>
                <a:gd name="T30" fmla="*/ 72 w 264"/>
                <a:gd name="T31" fmla="*/ 12 h 24"/>
                <a:gd name="T32" fmla="*/ 78 w 264"/>
                <a:gd name="T33" fmla="*/ 12 h 24"/>
                <a:gd name="T34" fmla="*/ 78 w 264"/>
                <a:gd name="T35" fmla="*/ 12 h 24"/>
                <a:gd name="T36" fmla="*/ 84 w 264"/>
                <a:gd name="T37" fmla="*/ 12 h 24"/>
                <a:gd name="T38" fmla="*/ 90 w 264"/>
                <a:gd name="T39" fmla="*/ 12 h 24"/>
                <a:gd name="T40" fmla="*/ 96 w 264"/>
                <a:gd name="T41" fmla="*/ 12 h 24"/>
                <a:gd name="T42" fmla="*/ 96 w 264"/>
                <a:gd name="T43" fmla="*/ 12 h 24"/>
                <a:gd name="T44" fmla="*/ 102 w 264"/>
                <a:gd name="T45" fmla="*/ 12 h 24"/>
                <a:gd name="T46" fmla="*/ 108 w 264"/>
                <a:gd name="T47" fmla="*/ 12 h 24"/>
                <a:gd name="T48" fmla="*/ 114 w 264"/>
                <a:gd name="T49" fmla="*/ 12 h 24"/>
                <a:gd name="T50" fmla="*/ 114 w 264"/>
                <a:gd name="T51" fmla="*/ 18 h 24"/>
                <a:gd name="T52" fmla="*/ 120 w 264"/>
                <a:gd name="T53" fmla="*/ 18 h 24"/>
                <a:gd name="T54" fmla="*/ 126 w 264"/>
                <a:gd name="T55" fmla="*/ 18 h 24"/>
                <a:gd name="T56" fmla="*/ 132 w 264"/>
                <a:gd name="T57" fmla="*/ 18 h 24"/>
                <a:gd name="T58" fmla="*/ 132 w 264"/>
                <a:gd name="T59" fmla="*/ 18 h 24"/>
                <a:gd name="T60" fmla="*/ 138 w 264"/>
                <a:gd name="T61" fmla="*/ 18 h 24"/>
                <a:gd name="T62" fmla="*/ 144 w 264"/>
                <a:gd name="T63" fmla="*/ 18 h 24"/>
                <a:gd name="T64" fmla="*/ 150 w 264"/>
                <a:gd name="T65" fmla="*/ 18 h 24"/>
                <a:gd name="T66" fmla="*/ 150 w 264"/>
                <a:gd name="T67" fmla="*/ 18 h 24"/>
                <a:gd name="T68" fmla="*/ 156 w 264"/>
                <a:gd name="T69" fmla="*/ 18 h 24"/>
                <a:gd name="T70" fmla="*/ 162 w 264"/>
                <a:gd name="T71" fmla="*/ 18 h 24"/>
                <a:gd name="T72" fmla="*/ 168 w 264"/>
                <a:gd name="T73" fmla="*/ 18 h 24"/>
                <a:gd name="T74" fmla="*/ 168 w 264"/>
                <a:gd name="T75" fmla="*/ 18 h 24"/>
                <a:gd name="T76" fmla="*/ 174 w 264"/>
                <a:gd name="T77" fmla="*/ 18 h 24"/>
                <a:gd name="T78" fmla="*/ 180 w 264"/>
                <a:gd name="T79" fmla="*/ 18 h 24"/>
                <a:gd name="T80" fmla="*/ 186 w 264"/>
                <a:gd name="T81" fmla="*/ 18 h 24"/>
                <a:gd name="T82" fmla="*/ 186 w 264"/>
                <a:gd name="T83" fmla="*/ 18 h 24"/>
                <a:gd name="T84" fmla="*/ 192 w 264"/>
                <a:gd name="T85" fmla="*/ 18 h 24"/>
                <a:gd name="T86" fmla="*/ 198 w 264"/>
                <a:gd name="T87" fmla="*/ 18 h 24"/>
                <a:gd name="T88" fmla="*/ 204 w 264"/>
                <a:gd name="T89" fmla="*/ 18 h 24"/>
                <a:gd name="T90" fmla="*/ 204 w 264"/>
                <a:gd name="T91" fmla="*/ 18 h 24"/>
                <a:gd name="T92" fmla="*/ 210 w 264"/>
                <a:gd name="T93" fmla="*/ 18 h 24"/>
                <a:gd name="T94" fmla="*/ 216 w 264"/>
                <a:gd name="T95" fmla="*/ 18 h 24"/>
                <a:gd name="T96" fmla="*/ 222 w 264"/>
                <a:gd name="T97" fmla="*/ 18 h 24"/>
                <a:gd name="T98" fmla="*/ 222 w 264"/>
                <a:gd name="T99" fmla="*/ 18 h 24"/>
                <a:gd name="T100" fmla="*/ 228 w 264"/>
                <a:gd name="T101" fmla="*/ 18 h 24"/>
                <a:gd name="T102" fmla="*/ 234 w 264"/>
                <a:gd name="T103" fmla="*/ 18 h 24"/>
                <a:gd name="T104" fmla="*/ 240 w 264"/>
                <a:gd name="T105" fmla="*/ 18 h 24"/>
                <a:gd name="T106" fmla="*/ 240 w 264"/>
                <a:gd name="T107" fmla="*/ 24 h 24"/>
                <a:gd name="T108" fmla="*/ 246 w 264"/>
                <a:gd name="T109" fmla="*/ 24 h 24"/>
                <a:gd name="T110" fmla="*/ 252 w 264"/>
                <a:gd name="T111" fmla="*/ 24 h 24"/>
                <a:gd name="T112" fmla="*/ 258 w 264"/>
                <a:gd name="T113" fmla="*/ 24 h 24"/>
                <a:gd name="T114" fmla="*/ 258 w 264"/>
                <a:gd name="T115" fmla="*/ 24 h 24"/>
                <a:gd name="T116" fmla="*/ 264 w 264"/>
                <a:gd name="T1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4" h="2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50" y="18"/>
                  </a:lnTo>
                  <a:lnTo>
                    <a:pt x="150" y="18"/>
                  </a:lnTo>
                  <a:lnTo>
                    <a:pt x="150" y="18"/>
                  </a:lnTo>
                  <a:lnTo>
                    <a:pt x="150" y="18"/>
                  </a:lnTo>
                  <a:lnTo>
                    <a:pt x="150" y="18"/>
                  </a:lnTo>
                  <a:lnTo>
                    <a:pt x="150" y="18"/>
                  </a:lnTo>
                  <a:lnTo>
                    <a:pt x="156" y="18"/>
                  </a:lnTo>
                  <a:lnTo>
                    <a:pt x="156" y="18"/>
                  </a:lnTo>
                  <a:lnTo>
                    <a:pt x="156" y="18"/>
                  </a:lnTo>
                  <a:lnTo>
                    <a:pt x="156" y="18"/>
                  </a:lnTo>
                  <a:lnTo>
                    <a:pt x="156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8" y="18"/>
                  </a:lnTo>
                  <a:lnTo>
                    <a:pt x="168" y="18"/>
                  </a:lnTo>
                  <a:lnTo>
                    <a:pt x="168" y="18"/>
                  </a:lnTo>
                  <a:lnTo>
                    <a:pt x="168" y="18"/>
                  </a:lnTo>
                  <a:lnTo>
                    <a:pt x="168" y="18"/>
                  </a:lnTo>
                  <a:lnTo>
                    <a:pt x="168" y="18"/>
                  </a:lnTo>
                  <a:lnTo>
                    <a:pt x="174" y="18"/>
                  </a:lnTo>
                  <a:lnTo>
                    <a:pt x="174" y="18"/>
                  </a:lnTo>
                  <a:lnTo>
                    <a:pt x="174" y="18"/>
                  </a:lnTo>
                  <a:lnTo>
                    <a:pt x="174" y="18"/>
                  </a:lnTo>
                  <a:lnTo>
                    <a:pt x="174" y="18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92" y="18"/>
                  </a:lnTo>
                  <a:lnTo>
                    <a:pt x="192" y="18"/>
                  </a:lnTo>
                  <a:lnTo>
                    <a:pt x="192" y="18"/>
                  </a:lnTo>
                  <a:lnTo>
                    <a:pt x="192" y="18"/>
                  </a:lnTo>
                  <a:lnTo>
                    <a:pt x="192" y="18"/>
                  </a:lnTo>
                  <a:lnTo>
                    <a:pt x="198" y="18"/>
                  </a:lnTo>
                  <a:lnTo>
                    <a:pt x="198" y="18"/>
                  </a:lnTo>
                  <a:lnTo>
                    <a:pt x="198" y="18"/>
                  </a:lnTo>
                  <a:lnTo>
                    <a:pt x="198" y="18"/>
                  </a:lnTo>
                  <a:lnTo>
                    <a:pt x="198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6" y="18"/>
                  </a:lnTo>
                  <a:lnTo>
                    <a:pt x="216" y="18"/>
                  </a:lnTo>
                  <a:lnTo>
                    <a:pt x="216" y="18"/>
                  </a:lnTo>
                  <a:lnTo>
                    <a:pt x="216" y="18"/>
                  </a:lnTo>
                  <a:lnTo>
                    <a:pt x="216" y="18"/>
                  </a:lnTo>
                  <a:lnTo>
                    <a:pt x="222" y="18"/>
                  </a:lnTo>
                  <a:lnTo>
                    <a:pt x="222" y="18"/>
                  </a:lnTo>
                  <a:lnTo>
                    <a:pt x="222" y="18"/>
                  </a:lnTo>
                  <a:lnTo>
                    <a:pt x="222" y="18"/>
                  </a:lnTo>
                  <a:lnTo>
                    <a:pt x="222" y="18"/>
                  </a:lnTo>
                  <a:lnTo>
                    <a:pt x="222" y="18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40" y="18"/>
                  </a:lnTo>
                  <a:lnTo>
                    <a:pt x="240" y="18"/>
                  </a:lnTo>
                  <a:lnTo>
                    <a:pt x="240" y="18"/>
                  </a:lnTo>
                  <a:lnTo>
                    <a:pt x="240" y="18"/>
                  </a:lnTo>
                  <a:lnTo>
                    <a:pt x="240" y="24"/>
                  </a:lnTo>
                  <a:lnTo>
                    <a:pt x="240" y="24"/>
                  </a:lnTo>
                  <a:lnTo>
                    <a:pt x="246" y="24"/>
                  </a:lnTo>
                  <a:lnTo>
                    <a:pt x="246" y="24"/>
                  </a:lnTo>
                  <a:lnTo>
                    <a:pt x="246" y="24"/>
                  </a:lnTo>
                  <a:lnTo>
                    <a:pt x="246" y="24"/>
                  </a:lnTo>
                  <a:lnTo>
                    <a:pt x="246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64" y="24"/>
                  </a:lnTo>
                  <a:lnTo>
                    <a:pt x="264" y="24"/>
                  </a:lnTo>
                  <a:lnTo>
                    <a:pt x="264" y="24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Group 61"/>
          <p:cNvGrpSpPr/>
          <p:nvPr/>
        </p:nvGrpSpPr>
        <p:grpSpPr bwMode="auto">
          <a:xfrm>
            <a:off x="6999060" y="3851920"/>
            <a:ext cx="331787" cy="288925"/>
            <a:chOff x="4543" y="2832"/>
            <a:chExt cx="209" cy="182"/>
          </a:xfrm>
        </p:grpSpPr>
        <p:graphicFrame>
          <p:nvGraphicFramePr>
            <p:cNvPr id="26" name="Object 62"/>
            <p:cNvGraphicFramePr>
              <a:graphicFrameLocks noChangeAspect="1"/>
            </p:cNvGraphicFramePr>
            <p:nvPr/>
          </p:nvGraphicFramePr>
          <p:xfrm>
            <a:off x="4585" y="2832"/>
            <a:ext cx="16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3" name="Equation" r:id="rId13" imgW="323215" imgH="356870" progId="Equation.3">
                    <p:embed/>
                  </p:oleObj>
                </mc:Choice>
                <mc:Fallback>
                  <p:oleObj name="Equation" r:id="rId13" imgW="323215" imgH="356870" progId="Equation.3">
                    <p:embed/>
                    <p:pic>
                      <p:nvPicPr>
                        <p:cNvPr id="0" name="图片 348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85" y="2832"/>
                          <a:ext cx="167" cy="1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Oval 63"/>
            <p:cNvSpPr>
              <a:spLocks noChangeArrowheads="1"/>
            </p:cNvSpPr>
            <p:nvPr/>
          </p:nvSpPr>
          <p:spPr bwMode="auto">
            <a:xfrm>
              <a:off x="4543" y="2957"/>
              <a:ext cx="41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Group 64"/>
          <p:cNvGrpSpPr/>
          <p:nvPr/>
        </p:nvGrpSpPr>
        <p:grpSpPr bwMode="auto">
          <a:xfrm>
            <a:off x="5519192" y="3851920"/>
            <a:ext cx="331788" cy="311150"/>
            <a:chOff x="3583" y="2832"/>
            <a:chExt cx="209" cy="196"/>
          </a:xfrm>
        </p:grpSpPr>
        <p:graphicFrame>
          <p:nvGraphicFramePr>
            <p:cNvPr id="29" name="Object 65"/>
            <p:cNvGraphicFramePr>
              <a:graphicFrameLocks noChangeAspect="1"/>
            </p:cNvGraphicFramePr>
            <p:nvPr/>
          </p:nvGraphicFramePr>
          <p:xfrm>
            <a:off x="3583" y="2832"/>
            <a:ext cx="16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4" name="Equation" r:id="rId15" imgW="323215" imgH="356870" progId="Equation.3">
                    <p:embed/>
                  </p:oleObj>
                </mc:Choice>
                <mc:Fallback>
                  <p:oleObj name="Equation" r:id="rId15" imgW="323215" imgH="356870" progId="Equation.3">
                    <p:embed/>
                    <p:pic>
                      <p:nvPicPr>
                        <p:cNvPr id="0" name="图片 348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583" y="2832"/>
                          <a:ext cx="167" cy="1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Oval 66"/>
            <p:cNvSpPr>
              <a:spLocks noChangeArrowheads="1"/>
            </p:cNvSpPr>
            <p:nvPr/>
          </p:nvSpPr>
          <p:spPr bwMode="auto">
            <a:xfrm>
              <a:off x="3751" y="2987"/>
              <a:ext cx="41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1" name="Object 67"/>
          <p:cNvGraphicFramePr>
            <a:graphicFrameLocks noChangeAspect="1"/>
          </p:cNvGraphicFramePr>
          <p:nvPr/>
        </p:nvGraphicFramePr>
        <p:xfrm>
          <a:off x="6052592" y="3318520"/>
          <a:ext cx="34131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Equation" r:id="rId17" imgW="445770" imgH="624205" progId="Equation.3">
                  <p:embed/>
                </p:oleObj>
              </mc:Choice>
              <mc:Fallback>
                <p:oleObj name="Equation" r:id="rId17" imgW="445770" imgH="624205" progId="Equation.3">
                  <p:embed/>
                  <p:pic>
                    <p:nvPicPr>
                      <p:cNvPr id="0" name="图片 348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52592" y="3318520"/>
                        <a:ext cx="341313" cy="477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5" grpId="0" bldLvl="0" animBg="1" autoUpdateAnimBg="0"/>
      <p:bldP spid="6" grpId="0" autoUpdateAnimBg="0" build="p"/>
      <p:bldP spid="7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32248" y="184176"/>
            <a:ext cx="4629645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练习3.3.2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5560" y="980728"/>
            <a:ext cx="18796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写出曲线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935760" y="1013738"/>
          <a:ext cx="152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3" name="Equation" r:id="rId1" imgW="36576000" imgH="10972800" progId="Equation.DSMT4">
                  <p:embed/>
                </p:oleObj>
              </mc:Choice>
              <mc:Fallback>
                <p:oleObj name="Equation" r:id="rId1" imgW="36576000" imgH="10972800" progId="Equation.DSMT4">
                  <p:embed/>
                  <p:pic>
                    <p:nvPicPr>
                      <p:cNvPr id="0" name="图片 440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35760" y="1013738"/>
                        <a:ext cx="1524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19936" y="980728"/>
            <a:ext cx="340042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的凹凸区间和拐点．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41334" y="1712790"/>
            <a:ext cx="125539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07568" y="2348880"/>
            <a:ext cx="759269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可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导，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图形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如左图所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示，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47528" y="2886958"/>
            <a:ext cx="8712968" cy="5219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导函数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的图形最有可能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是右边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图中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的哪一个？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32426" y="3424267"/>
            <a:ext cx="527685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从图上可知，曲线 有几个拐点？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51920" y="5654629"/>
            <a:ext cx="125539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5" name="组合 24"/>
          <p:cNvGrpSpPr>
            <a:grpSpLocks noChangeAspect="1"/>
          </p:cNvGrpSpPr>
          <p:nvPr/>
        </p:nvGrpSpPr>
        <p:grpSpPr>
          <a:xfrm>
            <a:off x="1811892" y="3998076"/>
            <a:ext cx="1713969" cy="1394215"/>
            <a:chOff x="735889" y="4833912"/>
            <a:chExt cx="581025" cy="620713"/>
          </a:xfrm>
        </p:grpSpPr>
        <p:sp>
          <p:nvSpPr>
            <p:cNvPr id="21" name="Freeform 2"/>
            <p:cNvSpPr/>
            <p:nvPr/>
          </p:nvSpPr>
          <p:spPr bwMode="auto">
            <a:xfrm>
              <a:off x="986714" y="4967262"/>
              <a:ext cx="284163" cy="487363"/>
            </a:xfrm>
            <a:custGeom>
              <a:avLst/>
              <a:gdLst>
                <a:gd name="T0" fmla="*/ 0 w 448"/>
                <a:gd name="T1" fmla="*/ 768 h 768"/>
                <a:gd name="T2" fmla="*/ 84 w 448"/>
                <a:gd name="T3" fmla="*/ 348 h 768"/>
                <a:gd name="T4" fmla="*/ 238 w 448"/>
                <a:gd name="T5" fmla="*/ 477 h 768"/>
                <a:gd name="T6" fmla="*/ 360 w 448"/>
                <a:gd name="T7" fmla="*/ 324 h 768"/>
                <a:gd name="T8" fmla="*/ 448 w 448"/>
                <a:gd name="T9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8" h="768">
                  <a:moveTo>
                    <a:pt x="0" y="768"/>
                  </a:moveTo>
                  <a:cubicBezTo>
                    <a:pt x="22" y="582"/>
                    <a:pt x="44" y="396"/>
                    <a:pt x="84" y="348"/>
                  </a:cubicBezTo>
                  <a:cubicBezTo>
                    <a:pt x="124" y="300"/>
                    <a:pt x="192" y="481"/>
                    <a:pt x="238" y="477"/>
                  </a:cubicBezTo>
                  <a:cubicBezTo>
                    <a:pt x="284" y="473"/>
                    <a:pt x="325" y="404"/>
                    <a:pt x="360" y="324"/>
                  </a:cubicBezTo>
                  <a:cubicBezTo>
                    <a:pt x="395" y="244"/>
                    <a:pt x="421" y="122"/>
                    <a:pt x="448" y="0"/>
                  </a:cubicBezTo>
                </a:path>
              </a:pathLst>
            </a:custGeom>
            <a:noFill/>
            <a:ln w="28575" cmpd="sng">
              <a:solidFill>
                <a:srgbClr val="0070C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3"/>
            <p:cNvSpPr/>
            <p:nvPr/>
          </p:nvSpPr>
          <p:spPr bwMode="auto">
            <a:xfrm>
              <a:off x="735889" y="4975200"/>
              <a:ext cx="222250" cy="395287"/>
            </a:xfrm>
            <a:custGeom>
              <a:avLst/>
              <a:gdLst>
                <a:gd name="T0" fmla="*/ 0 w 349"/>
                <a:gd name="T1" fmla="*/ 624 h 624"/>
                <a:gd name="T2" fmla="*/ 162 w 349"/>
                <a:gd name="T3" fmla="*/ 546 h 624"/>
                <a:gd name="T4" fmla="*/ 318 w 349"/>
                <a:gd name="T5" fmla="*/ 336 h 624"/>
                <a:gd name="T6" fmla="*/ 348 w 349"/>
                <a:gd name="T7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9" h="624">
                  <a:moveTo>
                    <a:pt x="0" y="624"/>
                  </a:moveTo>
                  <a:cubicBezTo>
                    <a:pt x="54" y="609"/>
                    <a:pt x="109" y="594"/>
                    <a:pt x="162" y="546"/>
                  </a:cubicBezTo>
                  <a:cubicBezTo>
                    <a:pt x="215" y="498"/>
                    <a:pt x="287" y="427"/>
                    <a:pt x="318" y="336"/>
                  </a:cubicBezTo>
                  <a:cubicBezTo>
                    <a:pt x="349" y="245"/>
                    <a:pt x="348" y="122"/>
                    <a:pt x="348" y="0"/>
                  </a:cubicBezTo>
                </a:path>
              </a:pathLst>
            </a:custGeom>
            <a:noFill/>
            <a:ln w="28575" cmpd="sng">
              <a:solidFill>
                <a:srgbClr val="0070C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4"/>
            <p:cNvSpPr>
              <a:spLocks noChangeShapeType="1"/>
            </p:cNvSpPr>
            <p:nvPr/>
          </p:nvSpPr>
          <p:spPr bwMode="auto">
            <a:xfrm>
              <a:off x="747002" y="5229200"/>
              <a:ext cx="569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Line 5"/>
            <p:cNvSpPr>
              <a:spLocks noChangeShapeType="1"/>
            </p:cNvSpPr>
            <p:nvPr/>
          </p:nvSpPr>
          <p:spPr bwMode="auto">
            <a:xfrm flipV="1">
              <a:off x="974014" y="4833912"/>
              <a:ext cx="0" cy="5937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3725762" y="4101459"/>
            <a:ext cx="1146176" cy="1568450"/>
            <a:chOff x="4441825" y="4367213"/>
            <a:chExt cx="573088" cy="784225"/>
          </a:xfrm>
        </p:grpSpPr>
        <p:sp>
          <p:nvSpPr>
            <p:cNvPr id="26" name="Freeform 5"/>
            <p:cNvSpPr/>
            <p:nvPr/>
          </p:nvSpPr>
          <p:spPr bwMode="auto">
            <a:xfrm>
              <a:off x="4703763" y="4476750"/>
              <a:ext cx="230187" cy="484188"/>
            </a:xfrm>
            <a:custGeom>
              <a:avLst/>
              <a:gdLst>
                <a:gd name="T0" fmla="*/ 0 w 366"/>
                <a:gd name="T1" fmla="*/ 762 h 762"/>
                <a:gd name="T2" fmla="*/ 72 w 366"/>
                <a:gd name="T3" fmla="*/ 360 h 762"/>
                <a:gd name="T4" fmla="*/ 168 w 366"/>
                <a:gd name="T5" fmla="*/ 441 h 762"/>
                <a:gd name="T6" fmla="*/ 300 w 366"/>
                <a:gd name="T7" fmla="*/ 246 h 762"/>
                <a:gd name="T8" fmla="*/ 366 w 366"/>
                <a:gd name="T9" fmla="*/ 0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6" h="762">
                  <a:moveTo>
                    <a:pt x="0" y="762"/>
                  </a:moveTo>
                  <a:cubicBezTo>
                    <a:pt x="22" y="587"/>
                    <a:pt x="44" y="413"/>
                    <a:pt x="72" y="360"/>
                  </a:cubicBezTo>
                  <a:cubicBezTo>
                    <a:pt x="100" y="307"/>
                    <a:pt x="130" y="460"/>
                    <a:pt x="168" y="441"/>
                  </a:cubicBezTo>
                  <a:cubicBezTo>
                    <a:pt x="206" y="422"/>
                    <a:pt x="267" y="320"/>
                    <a:pt x="300" y="246"/>
                  </a:cubicBezTo>
                  <a:cubicBezTo>
                    <a:pt x="333" y="172"/>
                    <a:pt x="349" y="86"/>
                    <a:pt x="366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6"/>
            <p:cNvSpPr/>
            <p:nvPr/>
          </p:nvSpPr>
          <p:spPr bwMode="auto">
            <a:xfrm>
              <a:off x="4470400" y="4486275"/>
              <a:ext cx="190500" cy="450850"/>
            </a:xfrm>
            <a:custGeom>
              <a:avLst/>
              <a:gdLst>
                <a:gd name="T0" fmla="*/ 0 w 300"/>
                <a:gd name="T1" fmla="*/ 711 h 711"/>
                <a:gd name="T2" fmla="*/ 228 w 300"/>
                <a:gd name="T3" fmla="*/ 507 h 711"/>
                <a:gd name="T4" fmla="*/ 300 w 300"/>
                <a:gd name="T5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0" h="711">
                  <a:moveTo>
                    <a:pt x="0" y="711"/>
                  </a:moveTo>
                  <a:cubicBezTo>
                    <a:pt x="89" y="668"/>
                    <a:pt x="178" y="625"/>
                    <a:pt x="228" y="507"/>
                  </a:cubicBezTo>
                  <a:cubicBezTo>
                    <a:pt x="278" y="389"/>
                    <a:pt x="289" y="194"/>
                    <a:pt x="30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4441825" y="4762500"/>
              <a:ext cx="5730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Line 8"/>
            <p:cNvSpPr>
              <a:spLocks noChangeShapeType="1"/>
            </p:cNvSpPr>
            <p:nvPr/>
          </p:nvSpPr>
          <p:spPr bwMode="auto">
            <a:xfrm flipV="1">
              <a:off x="4672013" y="4367213"/>
              <a:ext cx="0" cy="5937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4510088" y="4946650"/>
              <a:ext cx="452437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（</a:t>
              </a: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A</a:t>
              </a:r>
              <a:r>
                <a:rPr kumimoji="0" lang="zh-CN" alt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）</a:t>
              </a:r>
              <a:endParaRPr kumimoji="0" 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073155" y="4100122"/>
            <a:ext cx="1161020" cy="1571624"/>
            <a:chOff x="5089525" y="4367213"/>
            <a:chExt cx="580510" cy="785812"/>
          </a:xfrm>
        </p:grpSpPr>
        <p:sp>
          <p:nvSpPr>
            <p:cNvPr id="32" name="Freeform 10"/>
            <p:cNvSpPr/>
            <p:nvPr/>
          </p:nvSpPr>
          <p:spPr bwMode="auto">
            <a:xfrm>
              <a:off x="5326063" y="4478338"/>
              <a:ext cx="231775" cy="484187"/>
            </a:xfrm>
            <a:custGeom>
              <a:avLst/>
              <a:gdLst>
                <a:gd name="T0" fmla="*/ 0 w 366"/>
                <a:gd name="T1" fmla="*/ 762 h 762"/>
                <a:gd name="T2" fmla="*/ 72 w 366"/>
                <a:gd name="T3" fmla="*/ 360 h 762"/>
                <a:gd name="T4" fmla="*/ 168 w 366"/>
                <a:gd name="T5" fmla="*/ 441 h 762"/>
                <a:gd name="T6" fmla="*/ 300 w 366"/>
                <a:gd name="T7" fmla="*/ 246 h 762"/>
                <a:gd name="T8" fmla="*/ 366 w 366"/>
                <a:gd name="T9" fmla="*/ 0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6" h="762">
                  <a:moveTo>
                    <a:pt x="0" y="762"/>
                  </a:moveTo>
                  <a:cubicBezTo>
                    <a:pt x="22" y="587"/>
                    <a:pt x="44" y="413"/>
                    <a:pt x="72" y="360"/>
                  </a:cubicBezTo>
                  <a:cubicBezTo>
                    <a:pt x="100" y="307"/>
                    <a:pt x="130" y="460"/>
                    <a:pt x="168" y="441"/>
                  </a:cubicBezTo>
                  <a:cubicBezTo>
                    <a:pt x="206" y="422"/>
                    <a:pt x="267" y="320"/>
                    <a:pt x="300" y="246"/>
                  </a:cubicBezTo>
                  <a:cubicBezTo>
                    <a:pt x="333" y="172"/>
                    <a:pt x="349" y="86"/>
                    <a:pt x="366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1"/>
            <p:cNvSpPr/>
            <p:nvPr/>
          </p:nvSpPr>
          <p:spPr bwMode="auto">
            <a:xfrm>
              <a:off x="5089525" y="4460875"/>
              <a:ext cx="209550" cy="284163"/>
            </a:xfrm>
            <a:custGeom>
              <a:avLst/>
              <a:gdLst>
                <a:gd name="T0" fmla="*/ 0 w 330"/>
                <a:gd name="T1" fmla="*/ 447 h 447"/>
                <a:gd name="T2" fmla="*/ 262 w 330"/>
                <a:gd name="T3" fmla="*/ 366 h 447"/>
                <a:gd name="T4" fmla="*/ 330 w 330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0" h="447">
                  <a:moveTo>
                    <a:pt x="0" y="447"/>
                  </a:moveTo>
                  <a:cubicBezTo>
                    <a:pt x="103" y="444"/>
                    <a:pt x="207" y="441"/>
                    <a:pt x="262" y="366"/>
                  </a:cubicBezTo>
                  <a:cubicBezTo>
                    <a:pt x="317" y="291"/>
                    <a:pt x="323" y="145"/>
                    <a:pt x="33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34" name="Group 12"/>
            <p:cNvGrpSpPr/>
            <p:nvPr/>
          </p:nvGrpSpPr>
          <p:grpSpPr bwMode="auto">
            <a:xfrm>
              <a:off x="5098535" y="4367213"/>
              <a:ext cx="571500" cy="595312"/>
              <a:chOff x="3478" y="8706"/>
              <a:chExt cx="783" cy="815"/>
            </a:xfrm>
          </p:grpSpPr>
          <p:sp>
            <p:nvSpPr>
              <p:cNvPr id="35" name="Line 13"/>
              <p:cNvSpPr>
                <a:spLocks noChangeShapeType="1"/>
              </p:cNvSpPr>
              <p:nvPr/>
            </p:nvSpPr>
            <p:spPr bwMode="auto">
              <a:xfrm>
                <a:off x="3478" y="9249"/>
                <a:ext cx="78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Line 14"/>
              <p:cNvSpPr>
                <a:spLocks noChangeShapeType="1"/>
              </p:cNvSpPr>
              <p:nvPr/>
            </p:nvSpPr>
            <p:spPr bwMode="auto">
              <a:xfrm flipV="1">
                <a:off x="3791" y="8706"/>
                <a:ext cx="0" cy="8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8" name="Text Box 16"/>
            <p:cNvSpPr txBox="1">
              <a:spLocks noChangeArrowheads="1"/>
            </p:cNvSpPr>
            <p:nvPr/>
          </p:nvSpPr>
          <p:spPr bwMode="auto">
            <a:xfrm>
              <a:off x="5148263" y="4946650"/>
              <a:ext cx="452437" cy="20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（</a:t>
              </a:r>
              <a:r>
                <a:rPr kumimoji="0" lang="en-US" altLang="zh-CN" sz="1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B</a:t>
              </a:r>
              <a:r>
                <a:rPr kumimoji="0" lang="zh-CN" altLang="en-US" sz="1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）</a:t>
              </a:r>
              <a:endParaRPr kumimoji="0" 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6365876" y="4107572"/>
            <a:ext cx="1143000" cy="1571624"/>
            <a:chOff x="5753100" y="4367213"/>
            <a:chExt cx="571500" cy="785812"/>
          </a:xfrm>
        </p:grpSpPr>
        <p:sp>
          <p:nvSpPr>
            <p:cNvPr id="40" name="Line 17"/>
            <p:cNvSpPr>
              <a:spLocks noChangeShapeType="1"/>
            </p:cNvSpPr>
            <p:nvPr/>
          </p:nvSpPr>
          <p:spPr bwMode="auto">
            <a:xfrm>
              <a:off x="5753100" y="4764088"/>
              <a:ext cx="5715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Line 18"/>
            <p:cNvSpPr>
              <a:spLocks noChangeShapeType="1"/>
            </p:cNvSpPr>
            <p:nvPr/>
          </p:nvSpPr>
          <p:spPr bwMode="auto">
            <a:xfrm flipV="1">
              <a:off x="5981700" y="4367213"/>
              <a:ext cx="0" cy="595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19"/>
            <p:cNvSpPr/>
            <p:nvPr/>
          </p:nvSpPr>
          <p:spPr bwMode="auto">
            <a:xfrm>
              <a:off x="5773738" y="4459288"/>
              <a:ext cx="190500" cy="452437"/>
            </a:xfrm>
            <a:custGeom>
              <a:avLst/>
              <a:gdLst>
                <a:gd name="T0" fmla="*/ 0 w 300"/>
                <a:gd name="T1" fmla="*/ 711 h 711"/>
                <a:gd name="T2" fmla="*/ 228 w 300"/>
                <a:gd name="T3" fmla="*/ 507 h 711"/>
                <a:gd name="T4" fmla="*/ 300 w 300"/>
                <a:gd name="T5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0" h="711">
                  <a:moveTo>
                    <a:pt x="0" y="711"/>
                  </a:moveTo>
                  <a:cubicBezTo>
                    <a:pt x="89" y="668"/>
                    <a:pt x="178" y="625"/>
                    <a:pt x="228" y="507"/>
                  </a:cubicBezTo>
                  <a:cubicBezTo>
                    <a:pt x="278" y="389"/>
                    <a:pt x="289" y="194"/>
                    <a:pt x="30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0"/>
            <p:cNvSpPr/>
            <p:nvPr/>
          </p:nvSpPr>
          <p:spPr bwMode="auto">
            <a:xfrm>
              <a:off x="5997575" y="4502150"/>
              <a:ext cx="176213" cy="325438"/>
            </a:xfrm>
            <a:custGeom>
              <a:avLst/>
              <a:gdLst>
                <a:gd name="T0" fmla="*/ 0 w 276"/>
                <a:gd name="T1" fmla="*/ 0 h 510"/>
                <a:gd name="T2" fmla="*/ 144 w 276"/>
                <a:gd name="T3" fmla="*/ 483 h 510"/>
                <a:gd name="T4" fmla="*/ 276 w 276"/>
                <a:gd name="T5" fmla="*/ 165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6" h="510">
                  <a:moveTo>
                    <a:pt x="0" y="0"/>
                  </a:moveTo>
                  <a:cubicBezTo>
                    <a:pt x="49" y="228"/>
                    <a:pt x="98" y="456"/>
                    <a:pt x="144" y="483"/>
                  </a:cubicBezTo>
                  <a:cubicBezTo>
                    <a:pt x="190" y="510"/>
                    <a:pt x="233" y="337"/>
                    <a:pt x="276" y="16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Text Box 21"/>
            <p:cNvSpPr txBox="1">
              <a:spLocks noChangeArrowheads="1"/>
            </p:cNvSpPr>
            <p:nvPr/>
          </p:nvSpPr>
          <p:spPr bwMode="auto">
            <a:xfrm>
              <a:off x="5821363" y="4946650"/>
              <a:ext cx="450850" cy="20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（</a:t>
              </a: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C</a:t>
              </a:r>
              <a:r>
                <a:rPr kumimoji="0" lang="zh-CN" alt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）</a:t>
              </a:r>
              <a:endParaRPr kumimoji="0" 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799386" y="4162425"/>
            <a:ext cx="1139826" cy="1571624"/>
            <a:chOff x="6426200" y="4367213"/>
            <a:chExt cx="569913" cy="785812"/>
          </a:xfrm>
        </p:grpSpPr>
        <p:sp>
          <p:nvSpPr>
            <p:cNvPr id="49" name="Line 26"/>
            <p:cNvSpPr>
              <a:spLocks noChangeShapeType="1"/>
            </p:cNvSpPr>
            <p:nvPr/>
          </p:nvSpPr>
          <p:spPr bwMode="auto">
            <a:xfrm>
              <a:off x="6426200" y="4764088"/>
              <a:ext cx="5699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6426200" y="4367213"/>
              <a:ext cx="517525" cy="785812"/>
              <a:chOff x="6426200" y="4367213"/>
              <a:chExt cx="517525" cy="785812"/>
            </a:xfrm>
          </p:grpSpPr>
          <p:sp>
            <p:nvSpPr>
              <p:cNvPr id="46" name="Freeform 23"/>
              <p:cNvSpPr/>
              <p:nvPr/>
            </p:nvSpPr>
            <p:spPr bwMode="auto">
              <a:xfrm>
                <a:off x="6426200" y="4457700"/>
                <a:ext cx="209550" cy="284163"/>
              </a:xfrm>
              <a:custGeom>
                <a:avLst/>
                <a:gdLst>
                  <a:gd name="T0" fmla="*/ 0 w 330"/>
                  <a:gd name="T1" fmla="*/ 447 h 447"/>
                  <a:gd name="T2" fmla="*/ 262 w 330"/>
                  <a:gd name="T3" fmla="*/ 366 h 447"/>
                  <a:gd name="T4" fmla="*/ 330 w 330"/>
                  <a:gd name="T5" fmla="*/ 0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0" h="447">
                    <a:moveTo>
                      <a:pt x="0" y="447"/>
                    </a:moveTo>
                    <a:cubicBezTo>
                      <a:pt x="103" y="444"/>
                      <a:pt x="207" y="441"/>
                      <a:pt x="262" y="366"/>
                    </a:cubicBezTo>
                    <a:cubicBezTo>
                      <a:pt x="317" y="291"/>
                      <a:pt x="323" y="145"/>
                      <a:pt x="330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24"/>
              <p:cNvSpPr/>
              <p:nvPr/>
            </p:nvSpPr>
            <p:spPr bwMode="auto">
              <a:xfrm>
                <a:off x="6692900" y="4518025"/>
                <a:ext cx="174625" cy="323850"/>
              </a:xfrm>
              <a:custGeom>
                <a:avLst/>
                <a:gdLst>
                  <a:gd name="T0" fmla="*/ 0 w 276"/>
                  <a:gd name="T1" fmla="*/ 0 h 510"/>
                  <a:gd name="T2" fmla="*/ 144 w 276"/>
                  <a:gd name="T3" fmla="*/ 483 h 510"/>
                  <a:gd name="T4" fmla="*/ 276 w 276"/>
                  <a:gd name="T5" fmla="*/ 165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6" h="510">
                    <a:moveTo>
                      <a:pt x="0" y="0"/>
                    </a:moveTo>
                    <a:cubicBezTo>
                      <a:pt x="49" y="228"/>
                      <a:pt x="98" y="456"/>
                      <a:pt x="144" y="483"/>
                    </a:cubicBezTo>
                    <a:cubicBezTo>
                      <a:pt x="190" y="510"/>
                      <a:pt x="233" y="337"/>
                      <a:pt x="276" y="16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Text Box 25"/>
              <p:cNvSpPr txBox="1">
                <a:spLocks noChangeArrowheads="1"/>
              </p:cNvSpPr>
              <p:nvPr/>
            </p:nvSpPr>
            <p:spPr bwMode="auto">
              <a:xfrm>
                <a:off x="6492875" y="4946650"/>
                <a:ext cx="450850" cy="206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0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kumimoji="0" lang="en-US" altLang="zh-CN" sz="10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D</a:t>
                </a:r>
                <a:r>
                  <a:rPr kumimoji="0" lang="zh-CN" altLang="en-US" sz="10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）</a:t>
                </a:r>
                <a:endParaRPr kumimoji="0" 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50" name="Line 27"/>
              <p:cNvSpPr>
                <a:spLocks noChangeShapeType="1"/>
              </p:cNvSpPr>
              <p:nvPr/>
            </p:nvSpPr>
            <p:spPr bwMode="auto">
              <a:xfrm flipV="1">
                <a:off x="6653213" y="4367213"/>
                <a:ext cx="0" cy="595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53" name="Rectangle 2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4" name="对象 53"/>
          <p:cNvGraphicFramePr>
            <a:graphicFrameLocks noChangeAspect="1"/>
          </p:cNvGraphicFramePr>
          <p:nvPr/>
        </p:nvGraphicFramePr>
        <p:xfrm>
          <a:off x="3023822" y="1712790"/>
          <a:ext cx="18843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Equation" r:id="rId3" imgW="45415200" imgH="11582400" progId="Equation.DSMT4">
                  <p:embed/>
                </p:oleObj>
              </mc:Choice>
              <mc:Fallback>
                <p:oleObj name="Equation" r:id="rId3" imgW="45415200" imgH="11582400" progId="Equation.DSMT4">
                  <p:embed/>
                  <p:pic>
                    <p:nvPicPr>
                      <p:cNvPr id="0" name="图片 440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23822" y="1712790"/>
                        <a:ext cx="1884362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4916471" y="1712790"/>
            <a:ext cx="62928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凹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Rectangle 3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8" name="对象 57"/>
          <p:cNvGraphicFramePr>
            <a:graphicFrameLocks noChangeAspect="1"/>
          </p:cNvGraphicFramePr>
          <p:nvPr/>
        </p:nvGraphicFramePr>
        <p:xfrm>
          <a:off x="5578693" y="1716263"/>
          <a:ext cx="1885951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Equation" r:id="rId5" imgW="45415200" imgH="11582400" progId="Equation.DSMT4">
                  <p:embed/>
                </p:oleObj>
              </mc:Choice>
              <mc:Fallback>
                <p:oleObj name="Equation" r:id="rId5" imgW="45415200" imgH="11582400" progId="Equation.DSMT4">
                  <p:embed/>
                  <p:pic>
                    <p:nvPicPr>
                      <p:cNvPr id="0" name="图片 440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8693" y="1716263"/>
                        <a:ext cx="1885951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7457723" y="1655908"/>
            <a:ext cx="62928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凸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0" name="Rectangle 3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1" name="对象 60"/>
          <p:cNvGraphicFramePr>
            <a:graphicFrameLocks noChangeAspect="1"/>
          </p:cNvGraphicFramePr>
          <p:nvPr/>
        </p:nvGraphicFramePr>
        <p:xfrm>
          <a:off x="8218486" y="1628324"/>
          <a:ext cx="2317751" cy="692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Equation" r:id="rId7" imgW="55778400" imgH="16459200" progId="Equation.DSMT4">
                  <p:embed/>
                </p:oleObj>
              </mc:Choice>
              <mc:Fallback>
                <p:oleObj name="Equation" r:id="rId7" imgW="55778400" imgH="16459200" progId="Equation.DSMT4">
                  <p:embed/>
                  <p:pic>
                    <p:nvPicPr>
                      <p:cNvPr id="0" name="图片 440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18486" y="1628324"/>
                        <a:ext cx="2317751" cy="692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3215680" y="5654629"/>
            <a:ext cx="67564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(D)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900483" y="5654629"/>
            <a:ext cx="18796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个拐点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2855640" y="4851781"/>
            <a:ext cx="61896" cy="68341"/>
          </a:xfrm>
          <a:prstGeom prst="ellipse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TextBox 66"/>
          <p:cNvSpPr txBox="1"/>
          <p:nvPr/>
        </p:nvSpPr>
        <p:spPr>
          <a:xfrm>
            <a:off x="9048327" y="1241336"/>
            <a:ext cx="125539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拐点：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  <p:bldP spid="56" grpId="0"/>
      <p:bldP spid="59" grpId="0"/>
      <p:bldP spid="62" grpId="0"/>
      <p:bldP spid="63" grpId="0"/>
      <p:bldP spid="65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1817043" y="417875"/>
            <a:ext cx="618430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*曲线的曲率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834664" y="2660947"/>
            <a:ext cx="2941959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曲线的弯曲程度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4789487" y="2410698"/>
            <a:ext cx="321151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与切线的转角有关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27"/>
          <p:cNvSpPr txBox="1">
            <a:spLocks noChangeArrowheads="1"/>
          </p:cNvSpPr>
          <p:nvPr/>
        </p:nvSpPr>
        <p:spPr bwMode="auto">
          <a:xfrm>
            <a:off x="4789487" y="3006011"/>
            <a:ext cx="3276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与曲线的弧长有关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68"/>
          <p:cNvSpPr/>
          <p:nvPr/>
        </p:nvSpPr>
        <p:spPr bwMode="auto">
          <a:xfrm>
            <a:off x="4648200" y="2610723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Line 20"/>
          <p:cNvSpPr>
            <a:spLocks noChangeShapeType="1"/>
          </p:cNvSpPr>
          <p:nvPr/>
        </p:nvSpPr>
        <p:spPr bwMode="auto">
          <a:xfrm rot="207808">
            <a:off x="8054975" y="3116001"/>
            <a:ext cx="1751012" cy="1165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Line 21"/>
          <p:cNvSpPr>
            <a:spLocks noChangeShapeType="1"/>
          </p:cNvSpPr>
          <p:nvPr/>
        </p:nvSpPr>
        <p:spPr bwMode="auto">
          <a:xfrm flipV="1">
            <a:off x="8513762" y="2823901"/>
            <a:ext cx="1625600" cy="16240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Freeform 22"/>
          <p:cNvSpPr/>
          <p:nvPr/>
        </p:nvSpPr>
        <p:spPr bwMode="auto">
          <a:xfrm>
            <a:off x="8221662" y="2741351"/>
            <a:ext cx="1833563" cy="790575"/>
          </a:xfrm>
          <a:custGeom>
            <a:avLst/>
            <a:gdLst>
              <a:gd name="T0" fmla="*/ 0 w 2112"/>
              <a:gd name="T1" fmla="*/ 384 h 912"/>
              <a:gd name="T2" fmla="*/ 480 w 2112"/>
              <a:gd name="T3" fmla="*/ 816 h 912"/>
              <a:gd name="T4" fmla="*/ 1104 w 2112"/>
              <a:gd name="T5" fmla="*/ 864 h 912"/>
              <a:gd name="T6" fmla="*/ 1776 w 2112"/>
              <a:gd name="T7" fmla="*/ 528 h 912"/>
              <a:gd name="T8" fmla="*/ 2112 w 2112"/>
              <a:gd name="T9" fmla="*/ 0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12" h="912">
                <a:moveTo>
                  <a:pt x="0" y="384"/>
                </a:moveTo>
                <a:cubicBezTo>
                  <a:pt x="148" y="560"/>
                  <a:pt x="296" y="736"/>
                  <a:pt x="480" y="816"/>
                </a:cubicBezTo>
                <a:cubicBezTo>
                  <a:pt x="664" y="896"/>
                  <a:pt x="888" y="912"/>
                  <a:pt x="1104" y="864"/>
                </a:cubicBezTo>
                <a:cubicBezTo>
                  <a:pt x="1320" y="816"/>
                  <a:pt x="1608" y="672"/>
                  <a:pt x="1776" y="528"/>
                </a:cubicBezTo>
                <a:cubicBezTo>
                  <a:pt x="1944" y="384"/>
                  <a:pt x="2056" y="88"/>
                  <a:pt x="2112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4" name="Group 70"/>
          <p:cNvGrpSpPr/>
          <p:nvPr/>
        </p:nvGrpSpPr>
        <p:grpSpPr bwMode="auto">
          <a:xfrm>
            <a:off x="9075737" y="3606210"/>
            <a:ext cx="762000" cy="384504"/>
            <a:chOff x="4651" y="3102"/>
            <a:chExt cx="533" cy="269"/>
          </a:xfrm>
        </p:grpSpPr>
        <p:graphicFrame>
          <p:nvGraphicFramePr>
            <p:cNvPr id="15" name="Object 24"/>
            <p:cNvGraphicFramePr>
              <a:graphicFrameLocks noChangeAspect="1"/>
            </p:cNvGraphicFramePr>
            <p:nvPr/>
          </p:nvGraphicFramePr>
          <p:xfrm>
            <a:off x="4884" y="3102"/>
            <a:ext cx="300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1" name="Equation" r:id="rId1" imgW="12801600" imgH="9144000" progId="Equation.DSMT4">
                    <p:embed/>
                  </p:oleObj>
                </mc:Choice>
                <mc:Fallback>
                  <p:oleObj name="Equation" r:id="rId1" imgW="12801600" imgH="9144000" progId="Equation.DSMT4">
                    <p:embed/>
                    <p:pic>
                      <p:nvPicPr>
                        <p:cNvPr id="0" name="图片 358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84" y="3102"/>
                          <a:ext cx="300" cy="21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Arc 25"/>
            <p:cNvSpPr/>
            <p:nvPr/>
          </p:nvSpPr>
          <p:spPr bwMode="auto">
            <a:xfrm>
              <a:off x="4651" y="3189"/>
              <a:ext cx="176" cy="182"/>
            </a:xfrm>
            <a:custGeom>
              <a:avLst/>
              <a:gdLst>
                <a:gd name="G0" fmla="+- 0 0 0"/>
                <a:gd name="G1" fmla="+- 16044 0 0"/>
                <a:gd name="G2" fmla="+- 21600 0 0"/>
                <a:gd name="T0" fmla="*/ 14462 w 21600"/>
                <a:gd name="T1" fmla="*/ 0 h 22396"/>
                <a:gd name="T2" fmla="*/ 20645 w 21600"/>
                <a:gd name="T3" fmla="*/ 22396 h 22396"/>
                <a:gd name="T4" fmla="*/ 0 w 21600"/>
                <a:gd name="T5" fmla="*/ 16044 h 22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396" fill="none" extrusionOk="0">
                  <a:moveTo>
                    <a:pt x="14462" y="-1"/>
                  </a:moveTo>
                  <a:cubicBezTo>
                    <a:pt x="19005" y="4095"/>
                    <a:pt x="21600" y="9926"/>
                    <a:pt x="21600" y="16044"/>
                  </a:cubicBezTo>
                  <a:cubicBezTo>
                    <a:pt x="21600" y="18197"/>
                    <a:pt x="21278" y="20338"/>
                    <a:pt x="20644" y="22395"/>
                  </a:cubicBezTo>
                </a:path>
                <a:path w="21600" h="22396" stroke="0" extrusionOk="0">
                  <a:moveTo>
                    <a:pt x="14462" y="-1"/>
                  </a:moveTo>
                  <a:cubicBezTo>
                    <a:pt x="19005" y="4095"/>
                    <a:pt x="21600" y="9926"/>
                    <a:pt x="21600" y="16044"/>
                  </a:cubicBezTo>
                  <a:cubicBezTo>
                    <a:pt x="21600" y="18197"/>
                    <a:pt x="21278" y="20338"/>
                    <a:pt x="20644" y="22395"/>
                  </a:cubicBezTo>
                  <a:lnTo>
                    <a:pt x="0" y="16044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Freeform 26"/>
          <p:cNvSpPr/>
          <p:nvPr/>
        </p:nvSpPr>
        <p:spPr bwMode="auto">
          <a:xfrm>
            <a:off x="8886825" y="3498588"/>
            <a:ext cx="500062" cy="319088"/>
          </a:xfrm>
          <a:custGeom>
            <a:avLst/>
            <a:gdLst>
              <a:gd name="T0" fmla="*/ 0 w 576"/>
              <a:gd name="T1" fmla="*/ 96 h 368"/>
              <a:gd name="T2" fmla="*/ 192 w 576"/>
              <a:gd name="T3" fmla="*/ 336 h 368"/>
              <a:gd name="T4" fmla="*/ 384 w 576"/>
              <a:gd name="T5" fmla="*/ 288 h 368"/>
              <a:gd name="T6" fmla="*/ 576 w 576"/>
              <a:gd name="T7" fmla="*/ 0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" h="368">
                <a:moveTo>
                  <a:pt x="0" y="96"/>
                </a:moveTo>
                <a:cubicBezTo>
                  <a:pt x="64" y="200"/>
                  <a:pt x="128" y="304"/>
                  <a:pt x="192" y="336"/>
                </a:cubicBezTo>
                <a:cubicBezTo>
                  <a:pt x="256" y="368"/>
                  <a:pt x="320" y="344"/>
                  <a:pt x="384" y="288"/>
                </a:cubicBezTo>
                <a:cubicBezTo>
                  <a:pt x="448" y="232"/>
                  <a:pt x="512" y="116"/>
                  <a:pt x="576" y="0"/>
                </a:cubicBezTo>
              </a:path>
            </a:pathLst>
          </a:custGeom>
          <a:noFill/>
          <a:ln w="19050" cmpd="sng">
            <a:solidFill>
              <a:srgbClr val="0070C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Line 30"/>
          <p:cNvSpPr>
            <a:spLocks noChangeShapeType="1"/>
          </p:cNvSpPr>
          <p:nvPr/>
        </p:nvSpPr>
        <p:spPr bwMode="auto">
          <a:xfrm flipV="1">
            <a:off x="8197850" y="1185601"/>
            <a:ext cx="1757362" cy="461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9" name="Group 47"/>
          <p:cNvGrpSpPr/>
          <p:nvPr/>
        </p:nvGrpSpPr>
        <p:grpSpPr bwMode="auto">
          <a:xfrm>
            <a:off x="8693457" y="1439601"/>
            <a:ext cx="481968" cy="508040"/>
            <a:chOff x="1427" y="2915"/>
            <a:chExt cx="499" cy="525"/>
          </a:xfrm>
        </p:grpSpPr>
        <p:sp>
          <p:nvSpPr>
            <p:cNvPr id="20" name="Oval 31"/>
            <p:cNvSpPr>
              <a:spLocks noChangeArrowheads="1"/>
            </p:cNvSpPr>
            <p:nvPr/>
          </p:nvSpPr>
          <p:spPr bwMode="auto">
            <a:xfrm>
              <a:off x="1632" y="2915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1" name="Object 32"/>
            <p:cNvGraphicFramePr>
              <a:graphicFrameLocks noChangeAspect="1"/>
            </p:cNvGraphicFramePr>
            <p:nvPr/>
          </p:nvGraphicFramePr>
          <p:xfrm>
            <a:off x="1427" y="3020"/>
            <a:ext cx="499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2" name="Equation" r:id="rId3" imgW="11582400" imgH="9753600" progId="Equation.DSMT4">
                    <p:embed/>
                  </p:oleObj>
                </mc:Choice>
                <mc:Fallback>
                  <p:oleObj name="Equation" r:id="rId3" imgW="11582400" imgH="9753600" progId="Equation.DSMT4">
                    <p:embed/>
                    <p:pic>
                      <p:nvPicPr>
                        <p:cNvPr id="0" name="图片 358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27" y="3020"/>
                          <a:ext cx="499" cy="4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Line 35"/>
          <p:cNvSpPr>
            <a:spLocks noChangeShapeType="1"/>
          </p:cNvSpPr>
          <p:nvPr/>
        </p:nvSpPr>
        <p:spPr bwMode="auto">
          <a:xfrm flipV="1">
            <a:off x="7921625" y="1136388"/>
            <a:ext cx="1109662" cy="906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3" name="Group 49"/>
          <p:cNvGrpSpPr/>
          <p:nvPr/>
        </p:nvGrpSpPr>
        <p:grpSpPr bwMode="auto">
          <a:xfrm>
            <a:off x="8199502" y="1744396"/>
            <a:ext cx="423553" cy="381058"/>
            <a:chOff x="912" y="3231"/>
            <a:chExt cx="441" cy="396"/>
          </a:xfrm>
        </p:grpSpPr>
        <p:graphicFrame>
          <p:nvGraphicFramePr>
            <p:cNvPr id="24" name="Object 34"/>
            <p:cNvGraphicFramePr>
              <a:graphicFrameLocks noChangeAspect="1"/>
            </p:cNvGraphicFramePr>
            <p:nvPr/>
          </p:nvGraphicFramePr>
          <p:xfrm>
            <a:off x="930" y="3231"/>
            <a:ext cx="423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3" name="Equation" r:id="rId5" imgW="9753600" imgH="9144000" progId="Equation.DSMT4">
                    <p:embed/>
                  </p:oleObj>
                </mc:Choice>
                <mc:Fallback>
                  <p:oleObj name="Equation" r:id="rId5" imgW="9753600" imgH="9144000" progId="Equation.DSMT4">
                    <p:embed/>
                    <p:pic>
                      <p:nvPicPr>
                        <p:cNvPr id="0" name="图片 3584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30" y="3231"/>
                          <a:ext cx="423" cy="39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36"/>
            <p:cNvSpPr>
              <a:spLocks noChangeArrowheads="1"/>
            </p:cNvSpPr>
            <p:nvPr/>
          </p:nvSpPr>
          <p:spPr bwMode="auto">
            <a:xfrm>
              <a:off x="912" y="3264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Line 38"/>
          <p:cNvSpPr>
            <a:spLocks noChangeShapeType="1"/>
          </p:cNvSpPr>
          <p:nvPr/>
        </p:nvSpPr>
        <p:spPr bwMode="auto">
          <a:xfrm>
            <a:off x="9320212" y="1314188"/>
            <a:ext cx="879475" cy="881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8" name="Group 48"/>
          <p:cNvGrpSpPr/>
          <p:nvPr/>
        </p:nvGrpSpPr>
        <p:grpSpPr bwMode="auto">
          <a:xfrm>
            <a:off x="9239683" y="1544374"/>
            <a:ext cx="520243" cy="596568"/>
            <a:chOff x="2028" y="3024"/>
            <a:chExt cx="539" cy="618"/>
          </a:xfrm>
        </p:grpSpPr>
        <p:graphicFrame>
          <p:nvGraphicFramePr>
            <p:cNvPr id="29" name="Object 39"/>
            <p:cNvGraphicFramePr>
              <a:graphicFrameLocks noChangeAspect="1"/>
            </p:cNvGraphicFramePr>
            <p:nvPr/>
          </p:nvGraphicFramePr>
          <p:xfrm>
            <a:off x="2028" y="3221"/>
            <a:ext cx="539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4" name="Equation" r:id="rId7" imgW="12496800" imgH="9753600" progId="Equation.DSMT4">
                    <p:embed/>
                  </p:oleObj>
                </mc:Choice>
                <mc:Fallback>
                  <p:oleObj name="Equation" r:id="rId7" imgW="12496800" imgH="9753600" progId="Equation.DSMT4">
                    <p:embed/>
                    <p:pic>
                      <p:nvPicPr>
                        <p:cNvPr id="0" name="图片 358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28" y="3221"/>
                          <a:ext cx="539" cy="42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Oval 40"/>
            <p:cNvSpPr>
              <a:spLocks noChangeArrowheads="1"/>
            </p:cNvSpPr>
            <p:nvPr/>
          </p:nvSpPr>
          <p:spPr bwMode="auto">
            <a:xfrm>
              <a:off x="2352" y="3024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Arc 41"/>
          <p:cNvSpPr/>
          <p:nvPr/>
        </p:nvSpPr>
        <p:spPr bwMode="auto">
          <a:xfrm>
            <a:off x="8243887" y="1376101"/>
            <a:ext cx="547688" cy="215900"/>
          </a:xfrm>
          <a:custGeom>
            <a:avLst/>
            <a:gdLst>
              <a:gd name="G0" fmla="+- 0 0 0"/>
              <a:gd name="G1" fmla="+- 8358 0 0"/>
              <a:gd name="G2" fmla="+- 21600 0 0"/>
              <a:gd name="T0" fmla="*/ 19917 w 21321"/>
              <a:gd name="T1" fmla="*/ 0 h 8358"/>
              <a:gd name="T2" fmla="*/ 21321 w 21321"/>
              <a:gd name="T3" fmla="*/ 4896 h 8358"/>
              <a:gd name="T4" fmla="*/ 0 w 21321"/>
              <a:gd name="T5" fmla="*/ 8358 h 8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321" h="8358" fill="none" extrusionOk="0">
                <a:moveTo>
                  <a:pt x="19917" y="-1"/>
                </a:moveTo>
                <a:cubicBezTo>
                  <a:pt x="20576" y="1570"/>
                  <a:pt x="21047" y="3214"/>
                  <a:pt x="21320" y="4896"/>
                </a:cubicBezTo>
              </a:path>
              <a:path w="21321" h="8358" stroke="0" extrusionOk="0">
                <a:moveTo>
                  <a:pt x="19917" y="-1"/>
                </a:moveTo>
                <a:cubicBezTo>
                  <a:pt x="20576" y="1570"/>
                  <a:pt x="21047" y="3214"/>
                  <a:pt x="21320" y="4896"/>
                </a:cubicBezTo>
                <a:lnTo>
                  <a:pt x="0" y="8358"/>
                </a:lnTo>
                <a:close/>
              </a:path>
            </a:pathLst>
          </a:custGeom>
          <a:noFill/>
          <a:ln w="381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Arc 42"/>
          <p:cNvSpPr/>
          <p:nvPr/>
        </p:nvSpPr>
        <p:spPr bwMode="auto">
          <a:xfrm>
            <a:off x="9351962" y="1304663"/>
            <a:ext cx="195263" cy="182563"/>
          </a:xfrm>
          <a:custGeom>
            <a:avLst/>
            <a:gdLst>
              <a:gd name="G0" fmla="+- 0 0 0"/>
              <a:gd name="G1" fmla="+- 8741 0 0"/>
              <a:gd name="G2" fmla="+- 21600 0 0"/>
              <a:gd name="T0" fmla="*/ 19752 w 21600"/>
              <a:gd name="T1" fmla="*/ 0 h 21042"/>
              <a:gd name="T2" fmla="*/ 17755 w 21600"/>
              <a:gd name="T3" fmla="*/ 21042 h 21042"/>
              <a:gd name="T4" fmla="*/ 0 w 21600"/>
              <a:gd name="T5" fmla="*/ 8741 h 210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042" fill="none" extrusionOk="0">
                <a:moveTo>
                  <a:pt x="19752" y="-1"/>
                </a:moveTo>
                <a:cubicBezTo>
                  <a:pt x="20970" y="2752"/>
                  <a:pt x="21600" y="5730"/>
                  <a:pt x="21600" y="8741"/>
                </a:cubicBezTo>
                <a:cubicBezTo>
                  <a:pt x="21600" y="13137"/>
                  <a:pt x="20258" y="17428"/>
                  <a:pt x="17755" y="21042"/>
                </a:cubicBezTo>
              </a:path>
              <a:path w="21600" h="21042" stroke="0" extrusionOk="0">
                <a:moveTo>
                  <a:pt x="19752" y="-1"/>
                </a:moveTo>
                <a:cubicBezTo>
                  <a:pt x="20970" y="2752"/>
                  <a:pt x="21600" y="5730"/>
                  <a:pt x="21600" y="8741"/>
                </a:cubicBezTo>
                <a:cubicBezTo>
                  <a:pt x="21600" y="13137"/>
                  <a:pt x="20258" y="17428"/>
                  <a:pt x="17755" y="21042"/>
                </a:cubicBezTo>
                <a:lnTo>
                  <a:pt x="0" y="8741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Freeform 76"/>
          <p:cNvSpPr/>
          <p:nvPr/>
        </p:nvSpPr>
        <p:spPr bwMode="auto">
          <a:xfrm>
            <a:off x="7850187" y="1414201"/>
            <a:ext cx="2192338" cy="914400"/>
          </a:xfrm>
          <a:custGeom>
            <a:avLst/>
            <a:gdLst>
              <a:gd name="T0" fmla="*/ 0 w 1536"/>
              <a:gd name="T1" fmla="*/ 592 h 640"/>
              <a:gd name="T2" fmla="*/ 336 w 1536"/>
              <a:gd name="T3" fmla="*/ 208 h 640"/>
              <a:gd name="T4" fmla="*/ 816 w 1536"/>
              <a:gd name="T5" fmla="*/ 16 h 640"/>
              <a:gd name="T6" fmla="*/ 1200 w 1536"/>
              <a:gd name="T7" fmla="*/ 112 h 640"/>
              <a:gd name="T8" fmla="*/ 1536 w 1536"/>
              <a:gd name="T9" fmla="*/ 640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36" h="640">
                <a:moveTo>
                  <a:pt x="0" y="592"/>
                </a:moveTo>
                <a:cubicBezTo>
                  <a:pt x="100" y="448"/>
                  <a:pt x="200" y="304"/>
                  <a:pt x="336" y="208"/>
                </a:cubicBezTo>
                <a:cubicBezTo>
                  <a:pt x="472" y="112"/>
                  <a:pt x="672" y="32"/>
                  <a:pt x="816" y="16"/>
                </a:cubicBezTo>
                <a:cubicBezTo>
                  <a:pt x="960" y="0"/>
                  <a:pt x="1080" y="8"/>
                  <a:pt x="1200" y="112"/>
                </a:cubicBezTo>
                <a:cubicBezTo>
                  <a:pt x="1320" y="216"/>
                  <a:pt x="1480" y="552"/>
                  <a:pt x="1536" y="64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AutoShape 77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3646487" y="3485888"/>
            <a:ext cx="4114800" cy="3810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AutoShape 78">
            <a:hlinkClick r:id="rId10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3646487" y="4095488"/>
            <a:ext cx="4114800" cy="3810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4" grpId="0" bldLvl="0" animBg="1" autoUpdateAnimBg="0"/>
      <p:bldP spid="5" grpId="0" bldLvl="0" animBg="1" autoUpdateAnimBg="0"/>
      <p:bldP spid="6" grpId="0" bldLvl="0" animBg="1"/>
      <p:bldP spid="11" grpId="0" bldLvl="0" animBg="1"/>
      <p:bldP spid="12" grpId="0" bldLvl="0" animBg="1"/>
      <p:bldP spid="13" grpId="0" bldLvl="0" animBg="1"/>
      <p:bldP spid="17" grpId="0" bldLvl="0" animBg="1"/>
      <p:bldP spid="18" grpId="0" bldLvl="0" animBg="1"/>
      <p:bldP spid="22" grpId="0" bldLvl="0" animBg="1"/>
      <p:bldP spid="27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2"/>
          <p:cNvGraphicFramePr>
            <a:graphicFrameLocks noChangeAspect="1"/>
          </p:cNvGraphicFramePr>
          <p:nvPr/>
        </p:nvGraphicFramePr>
        <p:xfrm>
          <a:off x="2571750" y="902335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5" name="Equation" r:id="rId1" imgW="31089600" imgH="9448800" progId="Equation.DSMT4">
                  <p:embed/>
                </p:oleObj>
              </mc:Choice>
              <mc:Fallback>
                <p:oleObj name="Equation" r:id="rId1" imgW="31089600" imgH="9448800" progId="Equation.DSMT4">
                  <p:embed/>
                  <p:pic>
                    <p:nvPicPr>
                      <p:cNvPr id="0" name="图片 3686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71750" y="902335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2063115" y="837883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3851275" y="838200"/>
            <a:ext cx="4267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b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内有连续导数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25"/>
          <p:cNvSpPr txBox="1">
            <a:spLocks noChangeArrowheads="1"/>
          </p:cNvSpPr>
          <p:nvPr/>
        </p:nvSpPr>
        <p:spPr bwMode="auto">
          <a:xfrm>
            <a:off x="7305675" y="838200"/>
            <a:ext cx="2362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其图形为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AB,</a:t>
            </a:r>
            <a:endParaRPr lang="en-US" altLang="zh-CN" sz="2800" b="1" i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rc 27"/>
          <p:cNvSpPr/>
          <p:nvPr/>
        </p:nvSpPr>
        <p:spPr bwMode="auto">
          <a:xfrm>
            <a:off x="8991600" y="850900"/>
            <a:ext cx="431800" cy="215900"/>
          </a:xfrm>
          <a:custGeom>
            <a:avLst/>
            <a:gdLst>
              <a:gd name="G0" fmla="+- 19361 0 0"/>
              <a:gd name="G1" fmla="+- 21600 0 0"/>
              <a:gd name="G2" fmla="+- 21600 0 0"/>
              <a:gd name="T0" fmla="*/ 0 w 38780"/>
              <a:gd name="T1" fmla="*/ 12023 h 21600"/>
              <a:gd name="T2" fmla="*/ 38780 w 38780"/>
              <a:gd name="T3" fmla="*/ 12142 h 21600"/>
              <a:gd name="T4" fmla="*/ 19361 w 3878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80" h="21600" fill="none" extrusionOk="0">
                <a:moveTo>
                  <a:pt x="0" y="12023"/>
                </a:moveTo>
                <a:cubicBezTo>
                  <a:pt x="3642" y="4659"/>
                  <a:pt x="11146" y="-1"/>
                  <a:pt x="19361" y="0"/>
                </a:cubicBezTo>
                <a:cubicBezTo>
                  <a:pt x="27623" y="0"/>
                  <a:pt x="35162" y="4713"/>
                  <a:pt x="38780" y="12141"/>
                </a:cubicBezTo>
              </a:path>
              <a:path w="38780" h="21600" stroke="0" extrusionOk="0">
                <a:moveTo>
                  <a:pt x="0" y="12023"/>
                </a:moveTo>
                <a:cubicBezTo>
                  <a:pt x="3642" y="4659"/>
                  <a:pt x="11146" y="-1"/>
                  <a:pt x="19361" y="0"/>
                </a:cubicBezTo>
                <a:cubicBezTo>
                  <a:pt x="27623" y="0"/>
                  <a:pt x="35162" y="4713"/>
                  <a:pt x="38780" y="12141"/>
                </a:cubicBezTo>
                <a:lnTo>
                  <a:pt x="19361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63"/>
          <p:cNvSpPr txBox="1">
            <a:spLocks noChangeArrowheads="1"/>
          </p:cNvSpPr>
          <p:nvPr/>
        </p:nvSpPr>
        <p:spPr bwMode="auto">
          <a:xfrm>
            <a:off x="2063433" y="1483043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弧长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" name="Group 134"/>
          <p:cNvGrpSpPr/>
          <p:nvPr/>
        </p:nvGrpSpPr>
        <p:grpSpPr bwMode="auto">
          <a:xfrm>
            <a:off x="3168650" y="1431608"/>
            <a:ext cx="2108200" cy="509587"/>
            <a:chOff x="636" y="891"/>
            <a:chExt cx="1328" cy="321"/>
          </a:xfrm>
        </p:grpSpPr>
        <p:graphicFrame>
          <p:nvGraphicFramePr>
            <p:cNvPr id="10" name="Object 64"/>
            <p:cNvGraphicFramePr>
              <a:graphicFrameLocks noChangeAspect="1"/>
            </p:cNvGraphicFramePr>
            <p:nvPr/>
          </p:nvGraphicFramePr>
          <p:xfrm>
            <a:off x="636" y="964"/>
            <a:ext cx="132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66" name="Equation" r:id="rId3" imgW="50596800" imgH="9448800" progId="Equation.DSMT4">
                    <p:embed/>
                  </p:oleObj>
                </mc:Choice>
                <mc:Fallback>
                  <p:oleObj name="Equation" r:id="rId3" imgW="50596800" imgH="9448800" progId="Equation.DSMT4">
                    <p:embed/>
                    <p:pic>
                      <p:nvPicPr>
                        <p:cNvPr id="0" name="图片 3686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36" y="964"/>
                          <a:ext cx="1328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Arc 65"/>
            <p:cNvSpPr/>
            <p:nvPr/>
          </p:nvSpPr>
          <p:spPr bwMode="auto">
            <a:xfrm>
              <a:off x="1008" y="891"/>
              <a:ext cx="372" cy="165"/>
            </a:xfrm>
            <a:custGeom>
              <a:avLst/>
              <a:gdLst>
                <a:gd name="G0" fmla="+- 19361 0 0"/>
                <a:gd name="G1" fmla="+- 21600 0 0"/>
                <a:gd name="G2" fmla="+- 21600 0 0"/>
                <a:gd name="T0" fmla="*/ 0 w 38780"/>
                <a:gd name="T1" fmla="*/ 12023 h 21600"/>
                <a:gd name="T2" fmla="*/ 38780 w 38780"/>
                <a:gd name="T3" fmla="*/ 12142 h 21600"/>
                <a:gd name="T4" fmla="*/ 19361 w 387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80" h="21600" fill="none" extrusionOk="0">
                  <a:moveTo>
                    <a:pt x="0" y="12023"/>
                  </a:moveTo>
                  <a:cubicBezTo>
                    <a:pt x="3642" y="4659"/>
                    <a:pt x="11146" y="-1"/>
                    <a:pt x="19361" y="0"/>
                  </a:cubicBezTo>
                  <a:cubicBezTo>
                    <a:pt x="27623" y="0"/>
                    <a:pt x="35162" y="4713"/>
                    <a:pt x="38780" y="12141"/>
                  </a:cubicBezTo>
                </a:path>
                <a:path w="38780" h="21600" stroke="0" extrusionOk="0">
                  <a:moveTo>
                    <a:pt x="0" y="12023"/>
                  </a:moveTo>
                  <a:cubicBezTo>
                    <a:pt x="3642" y="4659"/>
                    <a:pt x="11146" y="-1"/>
                    <a:pt x="19361" y="0"/>
                  </a:cubicBezTo>
                  <a:cubicBezTo>
                    <a:pt x="27623" y="0"/>
                    <a:pt x="35162" y="4713"/>
                    <a:pt x="38780" y="12141"/>
                  </a:cubicBezTo>
                  <a:lnTo>
                    <a:pt x="19361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2" name="Object 83"/>
          <p:cNvGraphicFramePr>
            <a:graphicFrameLocks noChangeAspect="1"/>
          </p:cNvGraphicFramePr>
          <p:nvPr/>
        </p:nvGraphicFramePr>
        <p:xfrm>
          <a:off x="2343150" y="2146300"/>
          <a:ext cx="508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Equation" r:id="rId5" imgW="12192000" imgH="21945600" progId="Equation.DSMT4">
                  <p:embed/>
                </p:oleObj>
              </mc:Choice>
              <mc:Fallback>
                <p:oleObj name="Equation" r:id="rId5" imgW="12192000" imgH="21945600" progId="Equation.DSMT4">
                  <p:embed/>
                  <p:pic>
                    <p:nvPicPr>
                      <p:cNvPr id="0" name="图片 368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43150" y="2146300"/>
                        <a:ext cx="5080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35"/>
          <p:cNvGrpSpPr/>
          <p:nvPr/>
        </p:nvGrpSpPr>
        <p:grpSpPr bwMode="auto">
          <a:xfrm>
            <a:off x="2876550" y="2085975"/>
            <a:ext cx="1270000" cy="1038225"/>
            <a:chOff x="660" y="1194"/>
            <a:chExt cx="800" cy="654"/>
          </a:xfrm>
        </p:grpSpPr>
        <p:graphicFrame>
          <p:nvGraphicFramePr>
            <p:cNvPr id="14" name="Object 84"/>
            <p:cNvGraphicFramePr>
              <a:graphicFrameLocks noChangeAspect="1"/>
            </p:cNvGraphicFramePr>
            <p:nvPr/>
          </p:nvGraphicFramePr>
          <p:xfrm>
            <a:off x="660" y="1248"/>
            <a:ext cx="800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68" name="Equation" r:id="rId7" imgW="30480000" imgH="22860000" progId="Equation.DSMT4">
                    <p:embed/>
                  </p:oleObj>
                </mc:Choice>
                <mc:Fallback>
                  <p:oleObj name="Equation" r:id="rId7" imgW="30480000" imgH="22860000" progId="Equation.DSMT4">
                    <p:embed/>
                    <p:pic>
                      <p:nvPicPr>
                        <p:cNvPr id="0" name="图片 3686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60" y="1248"/>
                          <a:ext cx="800" cy="6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Arc 89"/>
            <p:cNvSpPr/>
            <p:nvPr/>
          </p:nvSpPr>
          <p:spPr bwMode="auto">
            <a:xfrm>
              <a:off x="927" y="1194"/>
              <a:ext cx="369" cy="125"/>
            </a:xfrm>
            <a:custGeom>
              <a:avLst/>
              <a:gdLst>
                <a:gd name="G0" fmla="+- 19361 0 0"/>
                <a:gd name="G1" fmla="+- 21600 0 0"/>
                <a:gd name="G2" fmla="+- 21600 0 0"/>
                <a:gd name="T0" fmla="*/ 0 w 38780"/>
                <a:gd name="T1" fmla="*/ 12023 h 21600"/>
                <a:gd name="T2" fmla="*/ 38780 w 38780"/>
                <a:gd name="T3" fmla="*/ 12142 h 21600"/>
                <a:gd name="T4" fmla="*/ 19361 w 387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80" h="21600" fill="none" extrusionOk="0">
                  <a:moveTo>
                    <a:pt x="0" y="12023"/>
                  </a:moveTo>
                  <a:cubicBezTo>
                    <a:pt x="3642" y="4659"/>
                    <a:pt x="11146" y="-1"/>
                    <a:pt x="19361" y="0"/>
                  </a:cubicBezTo>
                  <a:cubicBezTo>
                    <a:pt x="27623" y="0"/>
                    <a:pt x="35162" y="4713"/>
                    <a:pt x="38780" y="12141"/>
                  </a:cubicBezTo>
                </a:path>
                <a:path w="38780" h="21600" stroke="0" extrusionOk="0">
                  <a:moveTo>
                    <a:pt x="0" y="12023"/>
                  </a:moveTo>
                  <a:cubicBezTo>
                    <a:pt x="3642" y="4659"/>
                    <a:pt x="11146" y="-1"/>
                    <a:pt x="19361" y="0"/>
                  </a:cubicBezTo>
                  <a:cubicBezTo>
                    <a:pt x="27623" y="0"/>
                    <a:pt x="35162" y="4713"/>
                    <a:pt x="38780" y="12141"/>
                  </a:cubicBezTo>
                  <a:lnTo>
                    <a:pt x="19361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6" name="Object 92"/>
          <p:cNvGraphicFramePr>
            <a:graphicFrameLocks noChangeAspect="1"/>
          </p:cNvGraphicFramePr>
          <p:nvPr/>
        </p:nvGraphicFramePr>
        <p:xfrm>
          <a:off x="4184650" y="2127250"/>
          <a:ext cx="1092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9" name="Equation" r:id="rId9" imgW="26212800" imgH="23469600" progId="Equation.DSMT4">
                  <p:embed/>
                </p:oleObj>
              </mc:Choice>
              <mc:Fallback>
                <p:oleObj name="Equation" r:id="rId9" imgW="26212800" imgH="23469600" progId="Equation.DSMT4">
                  <p:embed/>
                  <p:pic>
                    <p:nvPicPr>
                      <p:cNvPr id="0" name="图片 368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84650" y="2127250"/>
                        <a:ext cx="1092200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36"/>
          <p:cNvGrpSpPr/>
          <p:nvPr/>
        </p:nvGrpSpPr>
        <p:grpSpPr bwMode="auto">
          <a:xfrm>
            <a:off x="2863850" y="3159125"/>
            <a:ext cx="1270000" cy="1066800"/>
            <a:chOff x="617" y="1920"/>
            <a:chExt cx="800" cy="672"/>
          </a:xfrm>
        </p:grpSpPr>
        <p:graphicFrame>
          <p:nvGraphicFramePr>
            <p:cNvPr id="18" name="Object 95"/>
            <p:cNvGraphicFramePr>
              <a:graphicFrameLocks noChangeAspect="1"/>
            </p:cNvGraphicFramePr>
            <p:nvPr/>
          </p:nvGraphicFramePr>
          <p:xfrm>
            <a:off x="617" y="1992"/>
            <a:ext cx="800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0" name="Equation" r:id="rId11" imgW="30480000" imgH="22860000" progId="Equation.DSMT4">
                    <p:embed/>
                  </p:oleObj>
                </mc:Choice>
                <mc:Fallback>
                  <p:oleObj name="Equation" r:id="rId11" imgW="30480000" imgH="22860000" progId="Equation.DSMT4">
                    <p:embed/>
                    <p:pic>
                      <p:nvPicPr>
                        <p:cNvPr id="0" name="图片 3686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17" y="1992"/>
                          <a:ext cx="800" cy="6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Arc 96"/>
            <p:cNvSpPr/>
            <p:nvPr/>
          </p:nvSpPr>
          <p:spPr bwMode="auto">
            <a:xfrm>
              <a:off x="913" y="1920"/>
              <a:ext cx="369" cy="125"/>
            </a:xfrm>
            <a:custGeom>
              <a:avLst/>
              <a:gdLst>
                <a:gd name="G0" fmla="+- 19361 0 0"/>
                <a:gd name="G1" fmla="+- 21600 0 0"/>
                <a:gd name="G2" fmla="+- 21600 0 0"/>
                <a:gd name="T0" fmla="*/ 0 w 38780"/>
                <a:gd name="T1" fmla="*/ 12023 h 21600"/>
                <a:gd name="T2" fmla="*/ 38780 w 38780"/>
                <a:gd name="T3" fmla="*/ 12142 h 21600"/>
                <a:gd name="T4" fmla="*/ 19361 w 387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80" h="21600" fill="none" extrusionOk="0">
                  <a:moveTo>
                    <a:pt x="0" y="12023"/>
                  </a:moveTo>
                  <a:cubicBezTo>
                    <a:pt x="3642" y="4659"/>
                    <a:pt x="11146" y="-1"/>
                    <a:pt x="19361" y="0"/>
                  </a:cubicBezTo>
                  <a:cubicBezTo>
                    <a:pt x="27623" y="0"/>
                    <a:pt x="35162" y="4713"/>
                    <a:pt x="38780" y="12141"/>
                  </a:cubicBezTo>
                </a:path>
                <a:path w="38780" h="21600" stroke="0" extrusionOk="0">
                  <a:moveTo>
                    <a:pt x="0" y="12023"/>
                  </a:moveTo>
                  <a:cubicBezTo>
                    <a:pt x="3642" y="4659"/>
                    <a:pt x="11146" y="-1"/>
                    <a:pt x="19361" y="0"/>
                  </a:cubicBezTo>
                  <a:cubicBezTo>
                    <a:pt x="27623" y="0"/>
                    <a:pt x="35162" y="4713"/>
                    <a:pt x="38780" y="12141"/>
                  </a:cubicBezTo>
                  <a:lnTo>
                    <a:pt x="19361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0" name="Object 97"/>
          <p:cNvGraphicFramePr>
            <a:graphicFrameLocks noChangeAspect="1"/>
          </p:cNvGraphicFramePr>
          <p:nvPr/>
        </p:nvGraphicFramePr>
        <p:xfrm>
          <a:off x="4248150" y="3171825"/>
          <a:ext cx="2349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Equation" r:id="rId13" imgW="56388000" imgH="25298400" progId="Equation.DSMT4">
                  <p:embed/>
                </p:oleObj>
              </mc:Choice>
              <mc:Fallback>
                <p:oleObj name="Equation" r:id="rId13" imgW="56388000" imgH="25298400" progId="Equation.DSMT4">
                  <p:embed/>
                  <p:pic>
                    <p:nvPicPr>
                      <p:cNvPr id="0" name="图片 368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48150" y="3171825"/>
                        <a:ext cx="2349500" cy="1054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137"/>
          <p:cNvGrpSpPr/>
          <p:nvPr/>
        </p:nvGrpSpPr>
        <p:grpSpPr bwMode="auto">
          <a:xfrm>
            <a:off x="2882900" y="4343400"/>
            <a:ext cx="1511300" cy="1050925"/>
            <a:chOff x="640" y="2688"/>
            <a:chExt cx="952" cy="662"/>
          </a:xfrm>
        </p:grpSpPr>
        <p:graphicFrame>
          <p:nvGraphicFramePr>
            <p:cNvPr id="22" name="Object 99"/>
            <p:cNvGraphicFramePr>
              <a:graphicFrameLocks noChangeAspect="1"/>
            </p:cNvGraphicFramePr>
            <p:nvPr/>
          </p:nvGraphicFramePr>
          <p:xfrm>
            <a:off x="640" y="2750"/>
            <a:ext cx="952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2" name="Equation" r:id="rId15" imgW="36271200" imgH="22860000" progId="Equation.DSMT4">
                    <p:embed/>
                  </p:oleObj>
                </mc:Choice>
                <mc:Fallback>
                  <p:oleObj name="Equation" r:id="rId15" imgW="36271200" imgH="22860000" progId="Equation.DSMT4">
                    <p:embed/>
                    <p:pic>
                      <p:nvPicPr>
                        <p:cNvPr id="0" name="图片 3687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40" y="2750"/>
                          <a:ext cx="952" cy="6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Arc 100"/>
            <p:cNvSpPr/>
            <p:nvPr/>
          </p:nvSpPr>
          <p:spPr bwMode="auto">
            <a:xfrm>
              <a:off x="1056" y="2688"/>
              <a:ext cx="367" cy="125"/>
            </a:xfrm>
            <a:custGeom>
              <a:avLst/>
              <a:gdLst>
                <a:gd name="G0" fmla="+- 19361 0 0"/>
                <a:gd name="G1" fmla="+- 21600 0 0"/>
                <a:gd name="G2" fmla="+- 21600 0 0"/>
                <a:gd name="T0" fmla="*/ 0 w 38780"/>
                <a:gd name="T1" fmla="*/ 12023 h 21600"/>
                <a:gd name="T2" fmla="*/ 38780 w 38780"/>
                <a:gd name="T3" fmla="*/ 12142 h 21600"/>
                <a:gd name="T4" fmla="*/ 19361 w 387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80" h="21600" fill="none" extrusionOk="0">
                  <a:moveTo>
                    <a:pt x="0" y="12023"/>
                  </a:moveTo>
                  <a:cubicBezTo>
                    <a:pt x="3642" y="4659"/>
                    <a:pt x="11146" y="-1"/>
                    <a:pt x="19361" y="0"/>
                  </a:cubicBezTo>
                  <a:cubicBezTo>
                    <a:pt x="27623" y="0"/>
                    <a:pt x="35162" y="4713"/>
                    <a:pt x="38780" y="12141"/>
                  </a:cubicBezTo>
                </a:path>
                <a:path w="38780" h="21600" stroke="0" extrusionOk="0">
                  <a:moveTo>
                    <a:pt x="0" y="12023"/>
                  </a:moveTo>
                  <a:cubicBezTo>
                    <a:pt x="3642" y="4659"/>
                    <a:pt x="11146" y="-1"/>
                    <a:pt x="19361" y="0"/>
                  </a:cubicBezTo>
                  <a:cubicBezTo>
                    <a:pt x="27623" y="0"/>
                    <a:pt x="35162" y="4713"/>
                    <a:pt x="38780" y="12141"/>
                  </a:cubicBezTo>
                  <a:lnTo>
                    <a:pt x="19361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4" name="Object 102"/>
          <p:cNvGraphicFramePr>
            <a:graphicFrameLocks noChangeAspect="1"/>
          </p:cNvGraphicFramePr>
          <p:nvPr/>
        </p:nvGraphicFramePr>
        <p:xfrm>
          <a:off x="4457700" y="4394200"/>
          <a:ext cx="1587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Equation" r:id="rId17" imgW="38100000" imgH="22860000" progId="Equation.DSMT4">
                  <p:embed/>
                </p:oleObj>
              </mc:Choice>
              <mc:Fallback>
                <p:oleObj name="Equation" r:id="rId17" imgW="38100000" imgH="22860000" progId="Equation.DSMT4">
                  <p:embed/>
                  <p:pic>
                    <p:nvPicPr>
                      <p:cNvPr id="0" name="图片 368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57700" y="4394200"/>
                        <a:ext cx="15875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3"/>
          <p:cNvGraphicFramePr>
            <a:graphicFrameLocks noChangeAspect="1"/>
          </p:cNvGraphicFramePr>
          <p:nvPr/>
        </p:nvGraphicFramePr>
        <p:xfrm>
          <a:off x="2317750" y="5480050"/>
          <a:ext cx="2489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4" name="Equation" r:id="rId19" imgW="59740800" imgH="21945600" progId="Equation.DSMT4">
                  <p:embed/>
                </p:oleObj>
              </mc:Choice>
              <mc:Fallback>
                <p:oleObj name="Equation" r:id="rId19" imgW="59740800" imgH="21945600" progId="Equation.DSMT4">
                  <p:embed/>
                  <p:pic>
                    <p:nvPicPr>
                      <p:cNvPr id="0" name="图片 368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17750" y="5480050"/>
                        <a:ext cx="24892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4"/>
          <p:cNvGraphicFramePr>
            <a:graphicFrameLocks noChangeAspect="1"/>
          </p:cNvGraphicFramePr>
          <p:nvPr/>
        </p:nvGraphicFramePr>
        <p:xfrm>
          <a:off x="4895850" y="5584825"/>
          <a:ext cx="1701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5" name="Equation" r:id="rId21" imgW="40843200" imgH="13716000" progId="Equation.DSMT4">
                  <p:embed/>
                </p:oleObj>
              </mc:Choice>
              <mc:Fallback>
                <p:oleObj name="Equation" r:id="rId21" imgW="40843200" imgH="13716000" progId="Equation.DSMT4">
                  <p:embed/>
                  <p:pic>
                    <p:nvPicPr>
                      <p:cNvPr id="0" name="图片 368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95850" y="5584825"/>
                        <a:ext cx="17018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133"/>
          <p:cNvGrpSpPr/>
          <p:nvPr/>
        </p:nvGrpSpPr>
        <p:grpSpPr bwMode="auto">
          <a:xfrm>
            <a:off x="8570913" y="2755904"/>
            <a:ext cx="596900" cy="317501"/>
            <a:chOff x="4439" y="1736"/>
            <a:chExt cx="376" cy="200"/>
          </a:xfrm>
        </p:grpSpPr>
        <p:graphicFrame>
          <p:nvGraphicFramePr>
            <p:cNvPr id="28" name="Object 76"/>
            <p:cNvGraphicFramePr>
              <a:graphicFrameLocks noChangeAspect="1"/>
            </p:cNvGraphicFramePr>
            <p:nvPr/>
          </p:nvGraphicFramePr>
          <p:xfrm>
            <a:off x="4488" y="1760"/>
            <a:ext cx="24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6" name="Equation" r:id="rId23" imgW="501650" imgH="368300" progId="Equation.DSMT4">
                    <p:embed/>
                  </p:oleObj>
                </mc:Choice>
                <mc:Fallback>
                  <p:oleObj name="Equation" r:id="rId23" imgW="501650" imgH="368300" progId="Equation.DSMT4">
                    <p:embed/>
                    <p:pic>
                      <p:nvPicPr>
                        <p:cNvPr id="0" name="图片 368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488" y="1760"/>
                          <a:ext cx="240" cy="17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48"/>
            <p:cNvSpPr>
              <a:spLocks noChangeShapeType="1"/>
            </p:cNvSpPr>
            <p:nvPr/>
          </p:nvSpPr>
          <p:spPr bwMode="auto">
            <a:xfrm>
              <a:off x="4439" y="1736"/>
              <a:ext cx="376" cy="0"/>
            </a:xfrm>
            <a:prstGeom prst="line">
              <a:avLst/>
            </a:prstGeom>
            <a:noFill/>
            <a:ln w="9525">
              <a:solidFill>
                <a:srgbClr val="7030A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140"/>
          <p:cNvGrpSpPr/>
          <p:nvPr/>
        </p:nvGrpSpPr>
        <p:grpSpPr bwMode="auto">
          <a:xfrm>
            <a:off x="7346949" y="1412875"/>
            <a:ext cx="2711449" cy="2578100"/>
            <a:chOff x="3668" y="890"/>
            <a:chExt cx="1708" cy="1624"/>
          </a:xfrm>
        </p:grpSpPr>
        <p:graphicFrame>
          <p:nvGraphicFramePr>
            <p:cNvPr id="31" name="Object 34"/>
            <p:cNvGraphicFramePr>
              <a:graphicFrameLocks noChangeAspect="1"/>
            </p:cNvGraphicFramePr>
            <p:nvPr/>
          </p:nvGraphicFramePr>
          <p:xfrm>
            <a:off x="3983" y="1391"/>
            <a:ext cx="164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7" name="Equation" r:id="rId25" imgW="7010400" imgH="9448800" progId="Equation.DSMT4">
                    <p:embed/>
                  </p:oleObj>
                </mc:Choice>
                <mc:Fallback>
                  <p:oleObj name="Equation" r:id="rId25" imgW="7010400" imgH="9448800" progId="Equation.DSMT4">
                    <p:embed/>
                    <p:pic>
                      <p:nvPicPr>
                        <p:cNvPr id="0" name="图片 368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983" y="1391"/>
                          <a:ext cx="164" cy="22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5"/>
            <p:cNvGraphicFramePr>
              <a:graphicFrameLocks noChangeAspect="1"/>
            </p:cNvGraphicFramePr>
            <p:nvPr/>
          </p:nvGraphicFramePr>
          <p:xfrm>
            <a:off x="5052" y="1048"/>
            <a:ext cx="16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8" name="Equation" r:id="rId27" imgW="7010400" imgH="9144000" progId="Equation.DSMT4">
                    <p:embed/>
                  </p:oleObj>
                </mc:Choice>
                <mc:Fallback>
                  <p:oleObj name="Equation" r:id="rId27" imgW="7010400" imgH="9144000" progId="Equation.DSMT4">
                    <p:embed/>
                    <p:pic>
                      <p:nvPicPr>
                        <p:cNvPr id="0" name="图片 368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052" y="1048"/>
                          <a:ext cx="164" cy="21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6"/>
            <p:cNvGraphicFramePr>
              <a:graphicFrameLocks noChangeAspect="1"/>
            </p:cNvGraphicFramePr>
            <p:nvPr/>
          </p:nvGraphicFramePr>
          <p:xfrm>
            <a:off x="4286" y="890"/>
            <a:ext cx="697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9" name="Equation" r:id="rId29" imgW="14020800" imgH="4876800" progId="Equation.DSMT4">
                    <p:embed/>
                  </p:oleObj>
                </mc:Choice>
                <mc:Fallback>
                  <p:oleObj name="Equation" r:id="rId29" imgW="14020800" imgH="4876800" progId="Equation.DSMT4">
                    <p:embed/>
                    <p:pic>
                      <p:nvPicPr>
                        <p:cNvPr id="0" name="图片 368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286" y="890"/>
                          <a:ext cx="697" cy="2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40"/>
            <p:cNvGraphicFramePr>
              <a:graphicFrameLocks noChangeAspect="1"/>
            </p:cNvGraphicFramePr>
            <p:nvPr/>
          </p:nvGraphicFramePr>
          <p:xfrm>
            <a:off x="4003" y="2290"/>
            <a:ext cx="13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80" name="Equation" r:id="rId31" imgW="5791200" imgH="7315200" progId="Equation.DSMT4">
                    <p:embed/>
                  </p:oleObj>
                </mc:Choice>
                <mc:Fallback>
                  <p:oleObj name="Equation" r:id="rId31" imgW="5791200" imgH="7315200" progId="Equation.DSMT4">
                    <p:embed/>
                    <p:pic>
                      <p:nvPicPr>
                        <p:cNvPr id="0" name="图片 3687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003" y="2290"/>
                          <a:ext cx="137" cy="1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41"/>
            <p:cNvGraphicFramePr>
              <a:graphicFrameLocks noChangeAspect="1"/>
            </p:cNvGraphicFramePr>
            <p:nvPr/>
          </p:nvGraphicFramePr>
          <p:xfrm>
            <a:off x="5007" y="2290"/>
            <a:ext cx="123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81" name="Equation" r:id="rId33" imgW="5181600" imgH="9448800" progId="Equation.DSMT4">
                    <p:embed/>
                  </p:oleObj>
                </mc:Choice>
                <mc:Fallback>
                  <p:oleObj name="Equation" r:id="rId33" imgW="5181600" imgH="9448800" progId="Equation.DSMT4">
                    <p:embed/>
                    <p:pic>
                      <p:nvPicPr>
                        <p:cNvPr id="0" name="图片 368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5007" y="2290"/>
                          <a:ext cx="123" cy="22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42"/>
            <p:cNvGraphicFramePr>
              <a:graphicFrameLocks noChangeAspect="1"/>
            </p:cNvGraphicFramePr>
            <p:nvPr/>
          </p:nvGraphicFramePr>
          <p:xfrm>
            <a:off x="5247" y="2297"/>
            <a:ext cx="129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82" name="Equation" r:id="rId35" imgW="5486400" imgH="7315200" progId="Equation.DSMT4">
                    <p:embed/>
                  </p:oleObj>
                </mc:Choice>
                <mc:Fallback>
                  <p:oleObj name="Equation" r:id="rId35" imgW="5486400" imgH="7315200" progId="Equation.DSMT4">
                    <p:embed/>
                    <p:pic>
                      <p:nvPicPr>
                        <p:cNvPr id="0" name="图片 3688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5247" y="2297"/>
                          <a:ext cx="129" cy="1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43"/>
            <p:cNvGraphicFramePr>
              <a:graphicFrameLocks noChangeAspect="1"/>
            </p:cNvGraphicFramePr>
            <p:nvPr/>
          </p:nvGraphicFramePr>
          <p:xfrm>
            <a:off x="3693" y="2191"/>
            <a:ext cx="165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83" name="Equation" r:id="rId37" imgW="7010400" imgH="7620000" progId="Equation.DSMT4">
                    <p:embed/>
                  </p:oleObj>
                </mc:Choice>
                <mc:Fallback>
                  <p:oleObj name="Equation" r:id="rId37" imgW="7010400" imgH="7620000" progId="Equation.DSMT4">
                    <p:embed/>
                    <p:pic>
                      <p:nvPicPr>
                        <p:cNvPr id="0" name="图片 3688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693" y="2191"/>
                          <a:ext cx="165" cy="1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44"/>
            <p:cNvGraphicFramePr>
              <a:graphicFrameLocks noChangeAspect="1"/>
            </p:cNvGraphicFramePr>
            <p:nvPr/>
          </p:nvGraphicFramePr>
          <p:xfrm>
            <a:off x="3668" y="980"/>
            <a:ext cx="143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84" name="Equation" r:id="rId39" imgW="6096000" imgH="7315200" progId="Equation.DSMT4">
                    <p:embed/>
                  </p:oleObj>
                </mc:Choice>
                <mc:Fallback>
                  <p:oleObj name="Equation" r:id="rId39" imgW="6096000" imgH="7315200" progId="Equation.DSMT4">
                    <p:embed/>
                    <p:pic>
                      <p:nvPicPr>
                        <p:cNvPr id="0" name="图片 3688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3668" y="980"/>
                          <a:ext cx="143" cy="1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Line 28"/>
            <p:cNvSpPr>
              <a:spLocks noChangeShapeType="1"/>
            </p:cNvSpPr>
            <p:nvPr/>
          </p:nvSpPr>
          <p:spPr bwMode="auto">
            <a:xfrm flipV="1">
              <a:off x="3883" y="2271"/>
              <a:ext cx="14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 flipV="1">
              <a:off x="3892" y="964"/>
              <a:ext cx="0" cy="1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33"/>
            <p:cNvSpPr>
              <a:spLocks noChangeShapeType="1"/>
            </p:cNvSpPr>
            <p:nvPr/>
          </p:nvSpPr>
          <p:spPr bwMode="auto">
            <a:xfrm flipH="1">
              <a:off x="5075" y="1250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Line 32"/>
            <p:cNvSpPr>
              <a:spLocks noChangeShapeType="1"/>
            </p:cNvSpPr>
            <p:nvPr/>
          </p:nvSpPr>
          <p:spPr bwMode="auto">
            <a:xfrm>
              <a:off x="4055" y="1618"/>
              <a:ext cx="0" cy="6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Freeform 61"/>
            <p:cNvSpPr/>
            <p:nvPr/>
          </p:nvSpPr>
          <p:spPr bwMode="auto">
            <a:xfrm>
              <a:off x="4055" y="1250"/>
              <a:ext cx="1020" cy="497"/>
            </a:xfrm>
            <a:custGeom>
              <a:avLst/>
              <a:gdLst>
                <a:gd name="T0" fmla="*/ 0 w 1200"/>
                <a:gd name="T1" fmla="*/ 432 h 584"/>
                <a:gd name="T2" fmla="*/ 336 w 1200"/>
                <a:gd name="T3" fmla="*/ 576 h 584"/>
                <a:gd name="T4" fmla="*/ 720 w 1200"/>
                <a:gd name="T5" fmla="*/ 480 h 584"/>
                <a:gd name="T6" fmla="*/ 960 w 1200"/>
                <a:gd name="T7" fmla="*/ 96 h 584"/>
                <a:gd name="T8" fmla="*/ 1200 w 1200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0" h="584">
                  <a:moveTo>
                    <a:pt x="0" y="432"/>
                  </a:moveTo>
                  <a:cubicBezTo>
                    <a:pt x="108" y="500"/>
                    <a:pt x="216" y="568"/>
                    <a:pt x="336" y="576"/>
                  </a:cubicBezTo>
                  <a:cubicBezTo>
                    <a:pt x="456" y="584"/>
                    <a:pt x="616" y="560"/>
                    <a:pt x="720" y="480"/>
                  </a:cubicBezTo>
                  <a:cubicBezTo>
                    <a:pt x="824" y="400"/>
                    <a:pt x="880" y="176"/>
                    <a:pt x="960" y="96"/>
                  </a:cubicBezTo>
                  <a:cubicBezTo>
                    <a:pt x="1040" y="16"/>
                    <a:pt x="1120" y="8"/>
                    <a:pt x="120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Line 62"/>
          <p:cNvSpPr>
            <a:spLocks noChangeShapeType="1"/>
          </p:cNvSpPr>
          <p:nvPr/>
        </p:nvSpPr>
        <p:spPr bwMode="auto">
          <a:xfrm flipV="1">
            <a:off x="8540750" y="2227263"/>
            <a:ext cx="633413" cy="525462"/>
          </a:xfrm>
          <a:prstGeom prst="line">
            <a:avLst/>
          </a:prstGeom>
          <a:noFill/>
          <a:ln w="19050">
            <a:solidFill>
              <a:srgbClr val="7030A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5" name="Group 139"/>
          <p:cNvGrpSpPr/>
          <p:nvPr/>
        </p:nvGrpSpPr>
        <p:grpSpPr bwMode="auto">
          <a:xfrm>
            <a:off x="8269296" y="2443162"/>
            <a:ext cx="417513" cy="1485900"/>
            <a:chOff x="4249" y="1539"/>
            <a:chExt cx="263" cy="936"/>
          </a:xfrm>
        </p:grpSpPr>
        <p:graphicFrame>
          <p:nvGraphicFramePr>
            <p:cNvPr id="46" name="Object 39"/>
            <p:cNvGraphicFramePr>
              <a:graphicFrameLocks noChangeAspect="1"/>
            </p:cNvGraphicFramePr>
            <p:nvPr/>
          </p:nvGraphicFramePr>
          <p:xfrm>
            <a:off x="4369" y="2284"/>
            <a:ext cx="143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85" name="Equation" r:id="rId41" imgW="5486400" imgH="7315200" progId="Equation.DSMT4">
                    <p:embed/>
                  </p:oleObj>
                </mc:Choice>
                <mc:Fallback>
                  <p:oleObj name="Equation" r:id="rId41" imgW="5486400" imgH="7315200" progId="Equation.DSMT4">
                    <p:embed/>
                    <p:pic>
                      <p:nvPicPr>
                        <p:cNvPr id="0" name="图片 3688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4369" y="2284"/>
                          <a:ext cx="143" cy="19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71"/>
            <p:cNvGraphicFramePr>
              <a:graphicFrameLocks noChangeAspect="1"/>
            </p:cNvGraphicFramePr>
            <p:nvPr/>
          </p:nvGraphicFramePr>
          <p:xfrm>
            <a:off x="4249" y="1539"/>
            <a:ext cx="223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86" name="Equation" r:id="rId43" imgW="9448800" imgH="7010400" progId="Equation.DSMT4">
                    <p:embed/>
                  </p:oleObj>
                </mc:Choice>
                <mc:Fallback>
                  <p:oleObj name="Equation" r:id="rId43" imgW="9448800" imgH="7010400" progId="Equation.DSMT4">
                    <p:embed/>
                    <p:pic>
                      <p:nvPicPr>
                        <p:cNvPr id="0" name="图片 3688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4249" y="1539"/>
                          <a:ext cx="223" cy="16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Line 37"/>
            <p:cNvSpPr>
              <a:spLocks noChangeShapeType="1"/>
            </p:cNvSpPr>
            <p:nvPr/>
          </p:nvSpPr>
          <p:spPr bwMode="auto">
            <a:xfrm>
              <a:off x="4428" y="1736"/>
              <a:ext cx="0" cy="5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Group 141"/>
          <p:cNvGrpSpPr/>
          <p:nvPr/>
        </p:nvGrpSpPr>
        <p:grpSpPr bwMode="auto">
          <a:xfrm>
            <a:off x="8643942" y="1909763"/>
            <a:ext cx="846138" cy="2309813"/>
            <a:chOff x="4485" y="1203"/>
            <a:chExt cx="533" cy="1455"/>
          </a:xfrm>
        </p:grpSpPr>
        <p:sp>
          <p:nvSpPr>
            <p:cNvPr id="50" name="Line 105"/>
            <p:cNvSpPr>
              <a:spLocks noChangeShapeType="1"/>
            </p:cNvSpPr>
            <p:nvPr/>
          </p:nvSpPr>
          <p:spPr bwMode="auto">
            <a:xfrm flipH="1" flipV="1">
              <a:off x="4828" y="2304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1" name="Group 131"/>
            <p:cNvGrpSpPr/>
            <p:nvPr/>
          </p:nvGrpSpPr>
          <p:grpSpPr bwMode="auto">
            <a:xfrm>
              <a:off x="4485" y="1203"/>
              <a:ext cx="533" cy="1455"/>
              <a:chOff x="4485" y="1203"/>
              <a:chExt cx="533" cy="1455"/>
            </a:xfrm>
          </p:grpSpPr>
          <p:graphicFrame>
            <p:nvGraphicFramePr>
              <p:cNvPr id="52" name="Object 45"/>
              <p:cNvGraphicFramePr>
                <a:graphicFrameLocks noChangeAspect="1"/>
              </p:cNvGraphicFramePr>
              <p:nvPr/>
            </p:nvGraphicFramePr>
            <p:xfrm>
              <a:off x="4485" y="2442"/>
              <a:ext cx="533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87" name="Equation" r:id="rId45" imgW="22555200" imgH="9144000" progId="Equation.DSMT4">
                      <p:embed/>
                    </p:oleObj>
                  </mc:Choice>
                  <mc:Fallback>
                    <p:oleObj name="Equation" r:id="rId45" imgW="22555200" imgH="9144000" progId="Equation.DSMT4">
                      <p:embed/>
                      <p:pic>
                        <p:nvPicPr>
                          <p:cNvPr id="0" name="图片 3688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6"/>
                          <a:stretch>
                            <a:fillRect/>
                          </a:stretch>
                        </p:blipFill>
                        <p:spPr>
                          <a:xfrm>
                            <a:off x="4485" y="2442"/>
                            <a:ext cx="533" cy="21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" name="Object 73"/>
              <p:cNvGraphicFramePr>
                <a:graphicFrameLocks noChangeAspect="1"/>
              </p:cNvGraphicFramePr>
              <p:nvPr/>
            </p:nvGraphicFramePr>
            <p:xfrm>
              <a:off x="4598" y="1203"/>
              <a:ext cx="267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88" name="Equation" r:id="rId47" imgW="11277600" imgH="7620000" progId="Equation.DSMT4">
                      <p:embed/>
                    </p:oleObj>
                  </mc:Choice>
                  <mc:Fallback>
                    <p:oleObj name="Equation" r:id="rId47" imgW="11277600" imgH="7620000" progId="Equation.DSMT4">
                      <p:embed/>
                      <p:pic>
                        <p:nvPicPr>
                          <p:cNvPr id="0" name="图片 3688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8"/>
                          <a:stretch>
                            <a:fillRect/>
                          </a:stretch>
                        </p:blipFill>
                        <p:spPr>
                          <a:xfrm>
                            <a:off x="4598" y="1203"/>
                            <a:ext cx="267" cy="17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4" name="Line 38"/>
              <p:cNvSpPr>
                <a:spLocks noChangeShapeType="1"/>
              </p:cNvSpPr>
              <p:nvPr/>
            </p:nvSpPr>
            <p:spPr bwMode="auto">
              <a:xfrm>
                <a:off x="4815" y="1409"/>
                <a:ext cx="0" cy="8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5" name="Group 132"/>
          <p:cNvGrpSpPr/>
          <p:nvPr/>
        </p:nvGrpSpPr>
        <p:grpSpPr bwMode="auto">
          <a:xfrm>
            <a:off x="9167813" y="2244725"/>
            <a:ext cx="431800" cy="508000"/>
            <a:chOff x="4815" y="1409"/>
            <a:chExt cx="277" cy="327"/>
          </a:xfrm>
        </p:grpSpPr>
        <p:graphicFrame>
          <p:nvGraphicFramePr>
            <p:cNvPr id="56" name="Object 77"/>
            <p:cNvGraphicFramePr>
              <a:graphicFrameLocks noChangeAspect="1"/>
            </p:cNvGraphicFramePr>
            <p:nvPr/>
          </p:nvGraphicFramePr>
          <p:xfrm>
            <a:off x="4848" y="1457"/>
            <a:ext cx="244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89" name="Equation" r:id="rId49" imgW="501650" imgH="457200" progId="Equation.3">
                    <p:embed/>
                  </p:oleObj>
                </mc:Choice>
                <mc:Fallback>
                  <p:oleObj name="Equation" r:id="rId49" imgW="501650" imgH="457200" progId="Equation.3">
                    <p:embed/>
                    <p:pic>
                      <p:nvPicPr>
                        <p:cNvPr id="0" name="图片 368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4848" y="1457"/>
                          <a:ext cx="244" cy="2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Line 108"/>
            <p:cNvSpPr>
              <a:spLocks noChangeShapeType="1"/>
            </p:cNvSpPr>
            <p:nvPr/>
          </p:nvSpPr>
          <p:spPr bwMode="auto">
            <a:xfrm>
              <a:off x="4815" y="1409"/>
              <a:ext cx="0" cy="327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Group 138"/>
          <p:cNvGrpSpPr/>
          <p:nvPr/>
        </p:nvGrpSpPr>
        <p:grpSpPr bwMode="auto">
          <a:xfrm>
            <a:off x="7905750" y="4495800"/>
            <a:ext cx="2286000" cy="1103313"/>
            <a:chOff x="4020" y="3121"/>
            <a:chExt cx="1440" cy="695"/>
          </a:xfrm>
        </p:grpSpPr>
        <p:graphicFrame>
          <p:nvGraphicFramePr>
            <p:cNvPr id="59" name="Object 111"/>
            <p:cNvGraphicFramePr>
              <a:graphicFrameLocks noChangeAspect="1"/>
            </p:cNvGraphicFramePr>
            <p:nvPr/>
          </p:nvGraphicFramePr>
          <p:xfrm>
            <a:off x="4020" y="3216"/>
            <a:ext cx="1440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90" name="Equation" r:id="rId51" imgW="54864000" imgH="22860000" progId="Equation.DSMT4">
                    <p:embed/>
                  </p:oleObj>
                </mc:Choice>
                <mc:Fallback>
                  <p:oleObj name="Equation" r:id="rId51" imgW="54864000" imgH="22860000" progId="Equation.DSMT4">
                    <p:embed/>
                    <p:pic>
                      <p:nvPicPr>
                        <p:cNvPr id="0" name="图片 3688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4020" y="3216"/>
                          <a:ext cx="1440" cy="6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Arc 112"/>
            <p:cNvSpPr/>
            <p:nvPr/>
          </p:nvSpPr>
          <p:spPr bwMode="auto">
            <a:xfrm>
              <a:off x="4489" y="3121"/>
              <a:ext cx="372" cy="165"/>
            </a:xfrm>
            <a:custGeom>
              <a:avLst/>
              <a:gdLst>
                <a:gd name="G0" fmla="+- 19361 0 0"/>
                <a:gd name="G1" fmla="+- 21600 0 0"/>
                <a:gd name="G2" fmla="+- 21600 0 0"/>
                <a:gd name="T0" fmla="*/ 0 w 38780"/>
                <a:gd name="T1" fmla="*/ 12023 h 21600"/>
                <a:gd name="T2" fmla="*/ 38780 w 38780"/>
                <a:gd name="T3" fmla="*/ 12142 h 21600"/>
                <a:gd name="T4" fmla="*/ 19361 w 387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80" h="21600" fill="none" extrusionOk="0">
                  <a:moveTo>
                    <a:pt x="0" y="12023"/>
                  </a:moveTo>
                  <a:cubicBezTo>
                    <a:pt x="3642" y="4659"/>
                    <a:pt x="11146" y="-1"/>
                    <a:pt x="19361" y="0"/>
                  </a:cubicBezTo>
                  <a:cubicBezTo>
                    <a:pt x="27623" y="0"/>
                    <a:pt x="35162" y="4713"/>
                    <a:pt x="38780" y="12141"/>
                  </a:cubicBezTo>
                </a:path>
                <a:path w="38780" h="21600" stroke="0" extrusionOk="0">
                  <a:moveTo>
                    <a:pt x="0" y="12023"/>
                  </a:moveTo>
                  <a:cubicBezTo>
                    <a:pt x="3642" y="4659"/>
                    <a:pt x="11146" y="-1"/>
                    <a:pt x="19361" y="0"/>
                  </a:cubicBezTo>
                  <a:cubicBezTo>
                    <a:pt x="27623" y="0"/>
                    <a:pt x="35162" y="4713"/>
                    <a:pt x="38780" y="12141"/>
                  </a:cubicBezTo>
                  <a:lnTo>
                    <a:pt x="19361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062803" y="254567"/>
            <a:ext cx="26346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1.弧长的微分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5" grpId="0" bldLvl="0" animBg="1" autoUpdateAnimBg="0"/>
      <p:bldP spid="6" grpId="0" bldLvl="0" animBg="1" autoUpdateAnimBg="0"/>
      <p:bldP spid="7" grpId="0" bldLvl="0" animBg="1" autoUpdateAnimBg="0"/>
      <p:bldP spid="8" grpId="0" bldLvl="0" animBg="1" autoUpdateAnimBg="0"/>
      <p:bldP spid="44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0"/>
          <p:cNvSpPr txBox="1">
            <a:spLocks noChangeArrowheads="1"/>
          </p:cNvSpPr>
          <p:nvPr/>
        </p:nvSpPr>
        <p:spPr bwMode="auto">
          <a:xfrm>
            <a:off x="2368550" y="3135630"/>
            <a:ext cx="32131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则弧长微分公式为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41"/>
          <p:cNvGraphicFramePr>
            <a:graphicFrameLocks noChangeAspect="1"/>
          </p:cNvGraphicFramePr>
          <p:nvPr/>
        </p:nvGraphicFramePr>
        <p:xfrm>
          <a:off x="5402636" y="3041655"/>
          <a:ext cx="2359719" cy="628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" name="Equation" r:id="rId1" imgW="25298400" imgH="6705600" progId="Equation.DSMT4">
                  <p:embed/>
                </p:oleObj>
              </mc:Choice>
              <mc:Fallback>
                <p:oleObj name="Equation" r:id="rId1" imgW="25298400" imgH="6705600" progId="Equation.DSMT4">
                  <p:embed/>
                  <p:pic>
                    <p:nvPicPr>
                      <p:cNvPr id="0" name="图片 378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02636" y="3041655"/>
                        <a:ext cx="2359719" cy="6284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022600" y="617538"/>
          <a:ext cx="99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Equation" r:id="rId3" imgW="23774400" imgH="9753600" progId="Equation.DSMT4">
                  <p:embed/>
                </p:oleObj>
              </mc:Choice>
              <mc:Fallback>
                <p:oleObj name="Equation" r:id="rId3" imgW="23774400" imgH="9753600" progId="Equation.DSMT4">
                  <p:embed/>
                  <p:pic>
                    <p:nvPicPr>
                      <p:cNvPr id="0" name="图片 3788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22600" y="617538"/>
                        <a:ext cx="990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127500" y="501650"/>
          <a:ext cx="1422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Equation" r:id="rId5" imgW="34137600" imgH="13716000" progId="Equation.DSMT4">
                  <p:embed/>
                </p:oleObj>
              </mc:Choice>
              <mc:Fallback>
                <p:oleObj name="Equation" r:id="rId5" imgW="34137600" imgH="13716000" progId="Equation.DSMT4">
                  <p:embed/>
                  <p:pic>
                    <p:nvPicPr>
                      <p:cNvPr id="0" name="图片 3789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27500" y="501650"/>
                        <a:ext cx="14224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2622606" y="1290960"/>
          <a:ext cx="2925718" cy="628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name="Equation" r:id="rId7" imgW="31394400" imgH="6705600" progId="Equation.DSMT4">
                  <p:embed/>
                </p:oleObj>
              </mc:Choice>
              <mc:Fallback>
                <p:oleObj name="Equation" r:id="rId7" imgW="31394400" imgH="6705600" progId="Equation.DSMT4">
                  <p:embed/>
                  <p:pic>
                    <p:nvPicPr>
                      <p:cNvPr id="0" name="图片 378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22606" y="1290960"/>
                        <a:ext cx="2925718" cy="6284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867400" y="1312863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6610406" y="1252860"/>
          <a:ext cx="2725954" cy="628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name="Equation" r:id="rId9" imgW="29260800" imgH="6705600" progId="Equation.DSMT4">
                  <p:embed/>
                </p:oleObj>
              </mc:Choice>
              <mc:Fallback>
                <p:oleObj name="Equation" r:id="rId9" imgW="29260800" imgH="6705600" progId="Equation.DSMT4">
                  <p:embed/>
                  <p:pic>
                    <p:nvPicPr>
                      <p:cNvPr id="0" name="图片 378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10406" y="1252860"/>
                        <a:ext cx="2725954" cy="6284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71"/>
          <p:cNvGrpSpPr/>
          <p:nvPr/>
        </p:nvGrpSpPr>
        <p:grpSpPr bwMode="auto">
          <a:xfrm>
            <a:off x="7561263" y="3657600"/>
            <a:ext cx="2695575" cy="2152650"/>
            <a:chOff x="3803" y="2304"/>
            <a:chExt cx="1698" cy="1356"/>
          </a:xfrm>
        </p:grpSpPr>
        <p:sp>
          <p:nvSpPr>
            <p:cNvPr id="10" name="Line 15"/>
            <p:cNvSpPr>
              <a:spLocks noChangeShapeType="1"/>
            </p:cNvSpPr>
            <p:nvPr/>
          </p:nvSpPr>
          <p:spPr bwMode="auto">
            <a:xfrm flipV="1">
              <a:off x="3840" y="2860"/>
              <a:ext cx="1349" cy="60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1" name="Group 68"/>
            <p:cNvGrpSpPr/>
            <p:nvPr/>
          </p:nvGrpSpPr>
          <p:grpSpPr bwMode="auto">
            <a:xfrm>
              <a:off x="4504" y="2654"/>
              <a:ext cx="707" cy="1006"/>
              <a:chOff x="4504" y="2654"/>
              <a:chExt cx="707" cy="1006"/>
            </a:xfrm>
          </p:grpSpPr>
          <p:graphicFrame>
            <p:nvGraphicFramePr>
              <p:cNvPr id="29" name="Object 24"/>
              <p:cNvGraphicFramePr>
                <a:graphicFrameLocks noChangeAspect="1"/>
              </p:cNvGraphicFramePr>
              <p:nvPr/>
            </p:nvGraphicFramePr>
            <p:xfrm>
              <a:off x="4651" y="3414"/>
              <a:ext cx="560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4" name="Equation" r:id="rId11" imgW="21336000" imgH="9448800" progId="Equation.DSMT4">
                      <p:embed/>
                    </p:oleObj>
                  </mc:Choice>
                  <mc:Fallback>
                    <p:oleObj name="Equation" r:id="rId11" imgW="21336000" imgH="9448800" progId="Equation.DSMT4">
                      <p:embed/>
                      <p:pic>
                        <p:nvPicPr>
                          <p:cNvPr id="0" name="图片 3789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651" y="3414"/>
                            <a:ext cx="560" cy="24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26"/>
              <p:cNvGraphicFramePr>
                <a:graphicFrameLocks noChangeAspect="1"/>
              </p:cNvGraphicFramePr>
              <p:nvPr/>
            </p:nvGraphicFramePr>
            <p:xfrm>
              <a:off x="4544" y="3137"/>
              <a:ext cx="248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5" name="Equation" r:id="rId13" imgW="9448800" imgH="9448800" progId="Equation.DSMT4">
                      <p:embed/>
                    </p:oleObj>
                  </mc:Choice>
                  <mc:Fallback>
                    <p:oleObj name="Equation" r:id="rId13" imgW="9448800" imgH="9448800" progId="Equation.DSMT4">
                      <p:embed/>
                      <p:pic>
                        <p:nvPicPr>
                          <p:cNvPr id="0" name="图片 3789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544" y="3137"/>
                            <a:ext cx="248" cy="24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Line 17"/>
              <p:cNvSpPr>
                <a:spLocks noChangeShapeType="1"/>
              </p:cNvSpPr>
              <p:nvPr/>
            </p:nvSpPr>
            <p:spPr bwMode="auto">
              <a:xfrm flipH="1">
                <a:off x="4854" y="2654"/>
                <a:ext cx="0" cy="7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Line 18"/>
              <p:cNvSpPr>
                <a:spLocks noChangeShapeType="1"/>
              </p:cNvSpPr>
              <p:nvPr/>
            </p:nvSpPr>
            <p:spPr bwMode="auto">
              <a:xfrm>
                <a:off x="4504" y="3153"/>
                <a:ext cx="3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49"/>
            <p:cNvGrpSpPr/>
            <p:nvPr/>
          </p:nvGrpSpPr>
          <p:grpSpPr bwMode="auto">
            <a:xfrm>
              <a:off x="3803" y="2304"/>
              <a:ext cx="1698" cy="1356"/>
              <a:chOff x="3504" y="1200"/>
              <a:chExt cx="2122" cy="1695"/>
            </a:xfrm>
          </p:grpSpPr>
          <p:sp>
            <p:nvSpPr>
              <p:cNvPr id="20" name="Line 12"/>
              <p:cNvSpPr>
                <a:spLocks noChangeShapeType="1"/>
              </p:cNvSpPr>
              <p:nvPr/>
            </p:nvSpPr>
            <p:spPr bwMode="auto">
              <a:xfrm>
                <a:off x="3504" y="2635"/>
                <a:ext cx="21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Line 13"/>
              <p:cNvSpPr>
                <a:spLocks noChangeShapeType="1"/>
              </p:cNvSpPr>
              <p:nvPr/>
            </p:nvSpPr>
            <p:spPr bwMode="auto">
              <a:xfrm flipH="1" flipV="1">
                <a:off x="3878" y="1200"/>
                <a:ext cx="0" cy="14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Freeform 14"/>
              <p:cNvSpPr/>
              <p:nvPr/>
            </p:nvSpPr>
            <p:spPr bwMode="auto">
              <a:xfrm>
                <a:off x="3754" y="1201"/>
                <a:ext cx="1248" cy="1184"/>
              </a:xfrm>
              <a:custGeom>
                <a:avLst/>
                <a:gdLst>
                  <a:gd name="T0" fmla="*/ 0 w 960"/>
                  <a:gd name="T1" fmla="*/ 480 h 608"/>
                  <a:gd name="T2" fmla="*/ 528 w 960"/>
                  <a:gd name="T3" fmla="*/ 528 h 608"/>
                  <a:gd name="T4" fmla="*/ 960 w 960"/>
                  <a:gd name="T5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0" h="608">
                    <a:moveTo>
                      <a:pt x="0" y="480"/>
                    </a:moveTo>
                    <a:cubicBezTo>
                      <a:pt x="184" y="544"/>
                      <a:pt x="368" y="608"/>
                      <a:pt x="528" y="528"/>
                    </a:cubicBezTo>
                    <a:cubicBezTo>
                      <a:pt x="688" y="448"/>
                      <a:pt x="888" y="88"/>
                      <a:pt x="96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Line 16"/>
              <p:cNvSpPr>
                <a:spLocks noChangeShapeType="1"/>
              </p:cNvSpPr>
              <p:nvPr/>
            </p:nvSpPr>
            <p:spPr bwMode="auto">
              <a:xfrm>
                <a:off x="4378" y="2261"/>
                <a:ext cx="0" cy="3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4" name="Object 20"/>
              <p:cNvGraphicFramePr>
                <a:graphicFrameLocks noChangeAspect="1"/>
              </p:cNvGraphicFramePr>
              <p:nvPr/>
            </p:nvGraphicFramePr>
            <p:xfrm>
              <a:off x="5446" y="2645"/>
              <a:ext cx="18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6" name="Equation" r:id="rId15" imgW="5486400" imgH="7315200" progId="Equation.DSMT4">
                      <p:embed/>
                    </p:oleObj>
                  </mc:Choice>
                  <mc:Fallback>
                    <p:oleObj name="Equation" r:id="rId15" imgW="5486400" imgH="7315200" progId="Equation.DSMT4">
                      <p:embed/>
                      <p:pic>
                        <p:nvPicPr>
                          <p:cNvPr id="0" name="图片 3789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446" y="2645"/>
                            <a:ext cx="180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Object 21"/>
              <p:cNvGraphicFramePr>
                <a:graphicFrameLocks noChangeAspect="1"/>
              </p:cNvGraphicFramePr>
              <p:nvPr/>
            </p:nvGraphicFramePr>
            <p:xfrm>
              <a:off x="3754" y="2645"/>
              <a:ext cx="230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7" name="Equation" r:id="rId17" imgW="7010400" imgH="7620000" progId="Equation.DSMT4">
                      <p:embed/>
                    </p:oleObj>
                  </mc:Choice>
                  <mc:Fallback>
                    <p:oleObj name="Equation" r:id="rId17" imgW="7010400" imgH="7620000" progId="Equation.DSMT4">
                      <p:embed/>
                      <p:pic>
                        <p:nvPicPr>
                          <p:cNvPr id="0" name="图片 3789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3754" y="2645"/>
                            <a:ext cx="230" cy="25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22"/>
              <p:cNvGraphicFramePr>
                <a:graphicFrameLocks noChangeAspect="1"/>
              </p:cNvGraphicFramePr>
              <p:nvPr/>
            </p:nvGraphicFramePr>
            <p:xfrm>
              <a:off x="3622" y="1201"/>
              <a:ext cx="20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8" name="Equation" r:id="rId19" imgW="6096000" imgH="7315200" progId="Equation.DSMT4">
                      <p:embed/>
                    </p:oleObj>
                  </mc:Choice>
                  <mc:Fallback>
                    <p:oleObj name="Equation" r:id="rId19" imgW="6096000" imgH="7315200" progId="Equation.DSMT4">
                      <p:embed/>
                      <p:pic>
                        <p:nvPicPr>
                          <p:cNvPr id="0" name="图片 3789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622" y="1201"/>
                            <a:ext cx="200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23"/>
              <p:cNvGraphicFramePr>
                <a:graphicFrameLocks noChangeAspect="1"/>
              </p:cNvGraphicFramePr>
              <p:nvPr/>
            </p:nvGraphicFramePr>
            <p:xfrm>
              <a:off x="4293" y="2672"/>
              <a:ext cx="170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9" name="Equation" r:id="rId21" imgW="5181600" imgH="5486400" progId="Equation.DSMT4">
                      <p:embed/>
                    </p:oleObj>
                  </mc:Choice>
                  <mc:Fallback>
                    <p:oleObj name="Equation" r:id="rId21" imgW="5181600" imgH="5486400" progId="Equation.DSMT4">
                      <p:embed/>
                      <p:pic>
                        <p:nvPicPr>
                          <p:cNvPr id="0" name="图片 3789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293" y="2672"/>
                            <a:ext cx="170" cy="18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28"/>
              <p:cNvGraphicFramePr>
                <a:graphicFrameLocks noChangeAspect="1"/>
              </p:cNvGraphicFramePr>
              <p:nvPr/>
            </p:nvGraphicFramePr>
            <p:xfrm>
              <a:off x="4094" y="2014"/>
              <a:ext cx="310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0" name="Equation" r:id="rId23" imgW="9448800" imgH="7010400" progId="Equation.DSMT4">
                      <p:embed/>
                    </p:oleObj>
                  </mc:Choice>
                  <mc:Fallback>
                    <p:oleObj name="Equation" r:id="rId23" imgW="9448800" imgH="7010400" progId="Equation.DSMT4">
                      <p:embed/>
                      <p:pic>
                        <p:nvPicPr>
                          <p:cNvPr id="0" name="图片 3789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094" y="2014"/>
                            <a:ext cx="310" cy="23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" name="Group 69"/>
            <p:cNvGrpSpPr/>
            <p:nvPr/>
          </p:nvGrpSpPr>
          <p:grpSpPr bwMode="auto">
            <a:xfrm>
              <a:off x="4880" y="2768"/>
              <a:ext cx="359" cy="435"/>
              <a:chOff x="4880" y="2768"/>
              <a:chExt cx="359" cy="435"/>
            </a:xfrm>
          </p:grpSpPr>
          <p:graphicFrame>
            <p:nvGraphicFramePr>
              <p:cNvPr id="17" name="Object 27"/>
              <p:cNvGraphicFramePr>
                <a:graphicFrameLocks noChangeAspect="1"/>
              </p:cNvGraphicFramePr>
              <p:nvPr/>
            </p:nvGraphicFramePr>
            <p:xfrm>
              <a:off x="4988" y="2955"/>
              <a:ext cx="251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1" name="Equation" r:id="rId25" imgW="4876800" imgH="4876800" progId="Equation.DSMT4">
                      <p:embed/>
                    </p:oleObj>
                  </mc:Choice>
                  <mc:Fallback>
                    <p:oleObj name="Equation" r:id="rId25" imgW="4876800" imgH="4876800" progId="Equation.DSMT4">
                      <p:embed/>
                      <p:pic>
                        <p:nvPicPr>
                          <p:cNvPr id="0" name="图片 3790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4988" y="2955"/>
                            <a:ext cx="251" cy="24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Line 19"/>
              <p:cNvSpPr>
                <a:spLocks noChangeShapeType="1"/>
              </p:cNvSpPr>
              <p:nvPr/>
            </p:nvSpPr>
            <p:spPr bwMode="auto">
              <a:xfrm>
                <a:off x="4880" y="3008"/>
                <a:ext cx="1" cy="12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9" name="Object 29"/>
              <p:cNvGraphicFramePr>
                <a:graphicFrameLocks noChangeAspect="1"/>
              </p:cNvGraphicFramePr>
              <p:nvPr/>
            </p:nvGraphicFramePr>
            <p:xfrm>
              <a:off x="4881" y="2768"/>
              <a:ext cx="16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2" name="Equation" r:id="rId27" imgW="6400800" imgH="9144000" progId="Equation.DSMT4">
                      <p:embed/>
                    </p:oleObj>
                  </mc:Choice>
                  <mc:Fallback>
                    <p:oleObj name="Equation" r:id="rId27" imgW="6400800" imgH="9144000" progId="Equation.DSMT4">
                      <p:embed/>
                      <p:pic>
                        <p:nvPicPr>
                          <p:cNvPr id="0" name="图片 3790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4881" y="2768"/>
                            <a:ext cx="168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" name="Group 70"/>
            <p:cNvGrpSpPr/>
            <p:nvPr/>
          </p:nvGrpSpPr>
          <p:grpSpPr bwMode="auto">
            <a:xfrm>
              <a:off x="3921" y="3294"/>
              <a:ext cx="456" cy="183"/>
              <a:chOff x="3921" y="3294"/>
              <a:chExt cx="456" cy="183"/>
            </a:xfrm>
          </p:grpSpPr>
          <p:graphicFrame>
            <p:nvGraphicFramePr>
              <p:cNvPr id="15" name="Object 33"/>
              <p:cNvGraphicFramePr>
                <a:graphicFrameLocks noChangeAspect="1"/>
              </p:cNvGraphicFramePr>
              <p:nvPr/>
            </p:nvGraphicFramePr>
            <p:xfrm>
              <a:off x="4144" y="3294"/>
              <a:ext cx="23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3" name="Equation" r:id="rId29" imgW="3657600" imgH="3352800" progId="Equation.DSMT4">
                      <p:embed/>
                    </p:oleObj>
                  </mc:Choice>
                  <mc:Fallback>
                    <p:oleObj name="Equation" r:id="rId29" imgW="3657600" imgH="3352800" progId="Equation.DSMT4">
                      <p:embed/>
                      <p:pic>
                        <p:nvPicPr>
                          <p:cNvPr id="0" name="图片 3790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4144" y="3294"/>
                            <a:ext cx="233" cy="18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Arc 34"/>
              <p:cNvSpPr/>
              <p:nvPr/>
            </p:nvSpPr>
            <p:spPr bwMode="auto">
              <a:xfrm>
                <a:off x="3921" y="3375"/>
                <a:ext cx="113" cy="77"/>
              </a:xfrm>
              <a:custGeom>
                <a:avLst/>
                <a:gdLst>
                  <a:gd name="G0" fmla="+- 0 0 0"/>
                  <a:gd name="G1" fmla="+- 16593 0 0"/>
                  <a:gd name="G2" fmla="+- 21600 0 0"/>
                  <a:gd name="T0" fmla="*/ 13828 w 21600"/>
                  <a:gd name="T1" fmla="*/ 0 h 30494"/>
                  <a:gd name="T2" fmla="*/ 16532 w 21600"/>
                  <a:gd name="T3" fmla="*/ 30494 h 30494"/>
                  <a:gd name="T4" fmla="*/ 0 w 21600"/>
                  <a:gd name="T5" fmla="*/ 16593 h 30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0494" fill="none" extrusionOk="0">
                    <a:moveTo>
                      <a:pt x="13828" y="-1"/>
                    </a:moveTo>
                    <a:cubicBezTo>
                      <a:pt x="18752" y="4103"/>
                      <a:pt x="21600" y="10182"/>
                      <a:pt x="21600" y="16593"/>
                    </a:cubicBezTo>
                    <a:cubicBezTo>
                      <a:pt x="21600" y="21678"/>
                      <a:pt x="19805" y="26601"/>
                      <a:pt x="16532" y="30494"/>
                    </a:cubicBezTo>
                  </a:path>
                  <a:path w="21600" h="30494" stroke="0" extrusionOk="0">
                    <a:moveTo>
                      <a:pt x="13828" y="-1"/>
                    </a:moveTo>
                    <a:cubicBezTo>
                      <a:pt x="18752" y="4103"/>
                      <a:pt x="21600" y="10182"/>
                      <a:pt x="21600" y="16593"/>
                    </a:cubicBezTo>
                    <a:cubicBezTo>
                      <a:pt x="21600" y="21678"/>
                      <a:pt x="19805" y="26601"/>
                      <a:pt x="16532" y="30494"/>
                    </a:cubicBezTo>
                    <a:lnTo>
                      <a:pt x="0" y="16593"/>
                    </a:lnTo>
                    <a:close/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2368550" y="4267200"/>
            <a:ext cx="2057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几何意义</a:t>
            </a:r>
            <a:r>
              <a:rPr lang="en-US" altLang="zh-CN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800" b="1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4" name="Object 30"/>
          <p:cNvGraphicFramePr>
            <a:graphicFrameLocks noChangeAspect="1"/>
          </p:cNvGraphicFramePr>
          <p:nvPr/>
        </p:nvGraphicFramePr>
        <p:xfrm>
          <a:off x="4514850" y="4337050"/>
          <a:ext cx="64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4" name="Equation" r:id="rId31" imgW="15544800" imgH="9448800" progId="Equation.DSMT4">
                  <p:embed/>
                </p:oleObj>
              </mc:Choice>
              <mc:Fallback>
                <p:oleObj name="Equation" r:id="rId31" imgW="15544800" imgH="9448800" progId="Equation.DSMT4">
                  <p:embed/>
                  <p:pic>
                    <p:nvPicPr>
                      <p:cNvPr id="0" name="图片 3790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514850" y="4337050"/>
                        <a:ext cx="647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1"/>
          <p:cNvGraphicFramePr>
            <a:graphicFrameLocks noChangeAspect="1"/>
          </p:cNvGraphicFramePr>
          <p:nvPr/>
        </p:nvGraphicFramePr>
        <p:xfrm>
          <a:off x="5175250" y="4324350"/>
          <a:ext cx="711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5" name="Equation" r:id="rId33" imgW="17068800" imgH="11582400" progId="Equation.DSMT4">
                  <p:embed/>
                </p:oleObj>
              </mc:Choice>
              <mc:Fallback>
                <p:oleObj name="Equation" r:id="rId33" imgW="17068800" imgH="11582400" progId="Equation.DSMT4">
                  <p:embed/>
                  <p:pic>
                    <p:nvPicPr>
                      <p:cNvPr id="0" name="图片 37904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175250" y="4324350"/>
                        <a:ext cx="7112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6"/>
          <p:cNvGraphicFramePr>
            <a:graphicFrameLocks noChangeAspect="1"/>
          </p:cNvGraphicFramePr>
          <p:nvPr/>
        </p:nvGraphicFramePr>
        <p:xfrm>
          <a:off x="2914650" y="5022850"/>
          <a:ext cx="1701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6" name="Equation" r:id="rId35" imgW="40843200" imgH="21945600" progId="Equation.DSMT4">
                  <p:embed/>
                </p:oleObj>
              </mc:Choice>
              <mc:Fallback>
                <p:oleObj name="Equation" r:id="rId35" imgW="40843200" imgH="21945600" progId="Equation.DSMT4">
                  <p:embed/>
                  <p:pic>
                    <p:nvPicPr>
                      <p:cNvPr id="0" name="图片 37905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914650" y="5022850"/>
                        <a:ext cx="17018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7"/>
          <p:cNvGraphicFramePr>
            <a:graphicFrameLocks noChangeAspect="1"/>
          </p:cNvGraphicFramePr>
          <p:nvPr/>
        </p:nvGraphicFramePr>
        <p:xfrm>
          <a:off x="5194300" y="5022850"/>
          <a:ext cx="162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7" name="Equation" r:id="rId37" imgW="39014400" imgH="21945600" progId="Equation.DSMT4">
                  <p:embed/>
                </p:oleObj>
              </mc:Choice>
              <mc:Fallback>
                <p:oleObj name="Equation" r:id="rId37" imgW="39014400" imgH="21945600" progId="Equation.DSMT4">
                  <p:embed/>
                  <p:pic>
                    <p:nvPicPr>
                      <p:cNvPr id="0" name="图片 3790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194300" y="5022850"/>
                        <a:ext cx="16256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38"/>
          <p:cNvSpPr txBox="1">
            <a:spLocks noChangeArrowheads="1"/>
          </p:cNvSpPr>
          <p:nvPr/>
        </p:nvSpPr>
        <p:spPr bwMode="auto">
          <a:xfrm>
            <a:off x="2355850" y="2165350"/>
            <a:ext cx="4038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若曲线由参数方程表示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Object 39"/>
          <p:cNvGraphicFramePr>
            <a:graphicFrameLocks noChangeAspect="1"/>
          </p:cNvGraphicFramePr>
          <p:nvPr/>
        </p:nvGraphicFramePr>
        <p:xfrm>
          <a:off x="6248400" y="1930400"/>
          <a:ext cx="1358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8" name="Equation" r:id="rId39" imgW="32613600" imgH="24384000" progId="Equation.DSMT4">
                  <p:embed/>
                </p:oleObj>
              </mc:Choice>
              <mc:Fallback>
                <p:oleObj name="Equation" r:id="rId39" imgW="32613600" imgH="24384000" progId="Equation.DSMT4">
                  <p:embed/>
                  <p:pic>
                    <p:nvPicPr>
                      <p:cNvPr id="0" name="图片 37907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248400" y="1930400"/>
                        <a:ext cx="13589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7" grpId="0" bldLvl="0" animBg="1" autoUpdateAnimBg="0"/>
      <p:bldP spid="33" grpId="0" bldLvl="0" animBg="1" autoUpdateAnimBg="0"/>
      <p:bldP spid="38" grpId="0" bldLvl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0458" y="137727"/>
            <a:ext cx="3042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2.倾斜角的微分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/>
        </p:nvGraphicFramePr>
        <p:xfrm>
          <a:off x="3302000" y="1673225"/>
          <a:ext cx="140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3" name="Equation" r:id="rId1" imgW="33832800" imgH="9753600" progId="Equation.DSMT4">
                  <p:embed/>
                </p:oleObj>
              </mc:Choice>
              <mc:Fallback>
                <p:oleObj name="Equation" r:id="rId1" imgW="33832800" imgH="9753600" progId="Equation.DSMT4">
                  <p:embed/>
                  <p:pic>
                    <p:nvPicPr>
                      <p:cNvPr id="0" name="图片 389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02000" y="1673225"/>
                        <a:ext cx="1409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5060950" y="1450975"/>
          <a:ext cx="2387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name="Equation" r:id="rId3" imgW="57302400" imgH="19812000" progId="Equation.DSMT4">
                  <p:embed/>
                </p:oleObj>
              </mc:Choice>
              <mc:Fallback>
                <p:oleObj name="Equation" r:id="rId3" imgW="57302400" imgH="19812000" progId="Equation.DSMT4">
                  <p:embed/>
                  <p:pic>
                    <p:nvPicPr>
                      <p:cNvPr id="0" name="图片 389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60950" y="1450975"/>
                        <a:ext cx="2387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/>
        </p:nvGraphicFramePr>
        <p:xfrm>
          <a:off x="2190750" y="2282825"/>
          <a:ext cx="287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5" name="Equation" r:id="rId5" imgW="68884800" imgH="10363200" progId="Equation.DSMT4">
                  <p:embed/>
                </p:oleObj>
              </mc:Choice>
              <mc:Fallback>
                <p:oleObj name="Equation" r:id="rId5" imgW="68884800" imgH="10363200" progId="Equation.DSMT4">
                  <p:embed/>
                  <p:pic>
                    <p:nvPicPr>
                      <p:cNvPr id="0" name="图片 389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0750" y="2282825"/>
                        <a:ext cx="2870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4"/>
          <p:cNvGraphicFramePr>
            <a:graphicFrameLocks noChangeAspect="1"/>
          </p:cNvGraphicFramePr>
          <p:nvPr/>
        </p:nvGraphicFramePr>
        <p:xfrm>
          <a:off x="3105150" y="2930525"/>
          <a:ext cx="26765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6" name="Equation" r:id="rId7" imgW="64312800" imgH="9753600" progId="Equation.DSMT4">
                  <p:embed/>
                </p:oleObj>
              </mc:Choice>
              <mc:Fallback>
                <p:oleObj name="Equation" r:id="rId7" imgW="64312800" imgH="9753600" progId="Equation.DSMT4">
                  <p:embed/>
                  <p:pic>
                    <p:nvPicPr>
                      <p:cNvPr id="0" name="图片 389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05150" y="2930525"/>
                        <a:ext cx="2676525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/>
          <p:cNvGraphicFramePr>
            <a:graphicFrameLocks noChangeAspect="1"/>
          </p:cNvGraphicFramePr>
          <p:nvPr/>
        </p:nvGraphicFramePr>
        <p:xfrm>
          <a:off x="5927725" y="2670175"/>
          <a:ext cx="1638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7" name="Equation" r:id="rId9" imgW="39319200" imgH="21640800" progId="Equation.DSMT4">
                  <p:embed/>
                </p:oleObj>
              </mc:Choice>
              <mc:Fallback>
                <p:oleObj name="Equation" r:id="rId9" imgW="39319200" imgH="21640800" progId="Equation.DSMT4">
                  <p:embed/>
                  <p:pic>
                    <p:nvPicPr>
                      <p:cNvPr id="0" name="图片 3891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27725" y="2670175"/>
                        <a:ext cx="16383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3757662" y="980728"/>
          <a:ext cx="1258218" cy="440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8" name="Equation" r:id="rId11" imgW="14020800" imgH="4876800" progId="Equation.DSMT4">
                  <p:embed/>
                </p:oleObj>
              </mc:Choice>
              <mc:Fallback>
                <p:oleObj name="Equation" r:id="rId11" imgW="14020800" imgH="4876800" progId="Equation.DSMT4">
                  <p:embed/>
                  <p:pic>
                    <p:nvPicPr>
                      <p:cNvPr id="0" name="图片 3891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57662" y="980728"/>
                        <a:ext cx="1258218" cy="4407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988984" y="965994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二阶可导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36"/>
          <p:cNvSpPr txBox="1">
            <a:spLocks noChangeArrowheads="1"/>
          </p:cNvSpPr>
          <p:nvPr/>
        </p:nvSpPr>
        <p:spPr bwMode="auto">
          <a:xfrm>
            <a:off x="2063750" y="965994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设曲线弧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37"/>
          <p:cNvSpPr txBox="1">
            <a:spLocks noChangeArrowheads="1"/>
          </p:cNvSpPr>
          <p:nvPr/>
        </p:nvSpPr>
        <p:spPr bwMode="auto">
          <a:xfrm>
            <a:off x="6553200" y="965994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则由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95600" y="3717032"/>
            <a:ext cx="483044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对于参数方程表示的曲线，由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575720" y="4257399"/>
          <a:ext cx="42973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9" name="Equation" r:id="rId13" imgW="103327200" imgH="21640800" progId="Equation.DSMT4">
                  <p:embed/>
                </p:oleObj>
              </mc:Choice>
              <mc:Fallback>
                <p:oleObj name="Equation" r:id="rId13" imgW="103327200" imgH="21640800" progId="Equation.DSMT4">
                  <p:embed/>
                  <p:pic>
                    <p:nvPicPr>
                      <p:cNvPr id="0" name="图片 389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75720" y="4257399"/>
                        <a:ext cx="4297363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135560" y="5229200"/>
            <a:ext cx="8978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就有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598863" y="5229225"/>
          <a:ext cx="4610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name="Equation" r:id="rId15" imgW="110642400" imgH="21640800" progId="Equation.DSMT4">
                  <p:embed/>
                </p:oleObj>
              </mc:Choice>
              <mc:Fallback>
                <p:oleObj name="Equation" r:id="rId15" imgW="110642400" imgH="21640800" progId="Equation.DSMT4">
                  <p:embed/>
                  <p:pic>
                    <p:nvPicPr>
                      <p:cNvPr id="0" name="图片 389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98863" y="5229225"/>
                        <a:ext cx="46101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dvAuto="0" autoUpdateAnimBg="0" build="p"/>
      <p:bldP spid="10" grpId="0" autoUpdateAnimBg="0" build="p"/>
      <p:bldP spid="11" grpId="0" bldLvl="0" animBg="1" autoUpdateAnimBg="0"/>
      <p:bldP spid="15" grpId="0"/>
      <p:bldP spid="2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063750" y="1066800"/>
            <a:ext cx="7010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在光滑弧上自点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开始取弧段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其长为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8184431" y="1085711"/>
          <a:ext cx="621578" cy="459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7" name="Equation" r:id="rId1" imgW="6705600" imgH="4876800" progId="Equation.DSMT4">
                  <p:embed/>
                </p:oleObj>
              </mc:Choice>
              <mc:Fallback>
                <p:oleObj name="Equation" r:id="rId1" imgW="6705600" imgH="4876800" progId="Equation.DSMT4">
                  <p:embed/>
                  <p:pic>
                    <p:nvPicPr>
                      <p:cNvPr id="0" name="图片 399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84431" y="1085711"/>
                        <a:ext cx="621578" cy="4590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763000" y="1035050"/>
            <a:ext cx="1752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对应切线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999656" y="1762468"/>
          <a:ext cx="702830" cy="45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name="Equation" r:id="rId3" imgW="7620000" imgH="4876800" progId="Equation.DSMT4">
                  <p:embed/>
                </p:oleObj>
              </mc:Choice>
              <mc:Fallback>
                <p:oleObj name="Equation" r:id="rId3" imgW="7620000" imgH="4876800" progId="Equation.DSMT4">
                  <p:embed/>
                  <p:pic>
                    <p:nvPicPr>
                      <p:cNvPr id="0" name="图片 399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9656" y="1762468"/>
                        <a:ext cx="702830" cy="455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657600" y="1681163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56"/>
          <p:cNvGrpSpPr/>
          <p:nvPr/>
        </p:nvGrpSpPr>
        <p:grpSpPr bwMode="auto">
          <a:xfrm>
            <a:off x="2139950" y="2362198"/>
            <a:ext cx="3575050" cy="561975"/>
            <a:chOff x="340" y="1392"/>
            <a:chExt cx="2252" cy="354"/>
          </a:xfrm>
        </p:grpSpPr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340" y="1392"/>
              <a:ext cx="2252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弧段     上的平均曲率</a:t>
              </a:r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836" y="1411"/>
            <a:ext cx="353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39" name="Equation" r:id="rId5" imgW="5181600" imgH="4876800" progId="Equation.DSMT4">
                    <p:embed/>
                  </p:oleObj>
                </mc:Choice>
                <mc:Fallback>
                  <p:oleObj name="Equation" r:id="rId5" imgW="5181600" imgH="4876800" progId="Equation.DSMT4">
                    <p:embed/>
                    <p:pic>
                      <p:nvPicPr>
                        <p:cNvPr id="0" name="图片 3993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36" y="1411"/>
                          <a:ext cx="353" cy="3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575720" y="2868653"/>
          <a:ext cx="1446288" cy="1064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Equation" r:id="rId7" imgW="15849600" imgH="11582400" progId="Equation.DSMT4">
                  <p:embed/>
                </p:oleObj>
              </mc:Choice>
              <mc:Fallback>
                <p:oleObj name="Equation" r:id="rId7" imgW="15849600" imgH="11582400" progId="Equation.DSMT4">
                  <p:embed/>
                  <p:pic>
                    <p:nvPicPr>
                      <p:cNvPr id="0" name="图片 399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75720" y="2868653"/>
                        <a:ext cx="1446288" cy="106440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35"/>
          <p:cNvGrpSpPr/>
          <p:nvPr/>
        </p:nvGrpSpPr>
        <p:grpSpPr bwMode="auto">
          <a:xfrm>
            <a:off x="8305798" y="3530116"/>
            <a:ext cx="796946" cy="606911"/>
            <a:chOff x="4704" y="1884"/>
            <a:chExt cx="558" cy="425"/>
          </a:xfrm>
        </p:grpSpPr>
        <p:graphicFrame>
          <p:nvGraphicFramePr>
            <p:cNvPr id="13" name="Object 21"/>
            <p:cNvGraphicFramePr>
              <a:graphicFrameLocks noChangeAspect="1"/>
            </p:cNvGraphicFramePr>
            <p:nvPr/>
          </p:nvGraphicFramePr>
          <p:xfrm>
            <a:off x="4875" y="1884"/>
            <a:ext cx="387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41" name="Equation" r:id="rId9" imgW="6096000" imgH="4267200" progId="Equation.DSMT4">
                    <p:embed/>
                  </p:oleObj>
                </mc:Choice>
                <mc:Fallback>
                  <p:oleObj name="Equation" r:id="rId9" imgW="6096000" imgH="4267200" progId="Equation.DSMT4">
                    <p:embed/>
                    <p:pic>
                      <p:nvPicPr>
                        <p:cNvPr id="0" name="图片 399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75" y="1884"/>
                          <a:ext cx="387" cy="2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Arc 24"/>
            <p:cNvSpPr/>
            <p:nvPr/>
          </p:nvSpPr>
          <p:spPr bwMode="auto">
            <a:xfrm>
              <a:off x="4704" y="2112"/>
              <a:ext cx="213" cy="197"/>
            </a:xfrm>
            <a:custGeom>
              <a:avLst/>
              <a:gdLst>
                <a:gd name="G0" fmla="+- 0 0 0"/>
                <a:gd name="G1" fmla="+- 18559 0 0"/>
                <a:gd name="G2" fmla="+- 21600 0 0"/>
                <a:gd name="T0" fmla="*/ 11051 w 20063"/>
                <a:gd name="T1" fmla="*/ 0 h 18559"/>
                <a:gd name="T2" fmla="*/ 20063 w 20063"/>
                <a:gd name="T3" fmla="*/ 10558 h 18559"/>
                <a:gd name="T4" fmla="*/ 0 w 20063"/>
                <a:gd name="T5" fmla="*/ 18559 h 18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63" h="18559" fill="none" extrusionOk="0">
                  <a:moveTo>
                    <a:pt x="11050" y="0"/>
                  </a:moveTo>
                  <a:cubicBezTo>
                    <a:pt x="15134" y="2431"/>
                    <a:pt x="18302" y="6142"/>
                    <a:pt x="20063" y="10557"/>
                  </a:cubicBezTo>
                </a:path>
                <a:path w="20063" h="18559" stroke="0" extrusionOk="0">
                  <a:moveTo>
                    <a:pt x="11050" y="0"/>
                  </a:moveTo>
                  <a:cubicBezTo>
                    <a:pt x="15134" y="2431"/>
                    <a:pt x="18302" y="6142"/>
                    <a:pt x="20063" y="10557"/>
                  </a:cubicBezTo>
                  <a:lnTo>
                    <a:pt x="0" y="1855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Line 12"/>
          <p:cNvSpPr>
            <a:spLocks noChangeShapeType="1"/>
          </p:cNvSpPr>
          <p:nvPr/>
        </p:nvSpPr>
        <p:spPr bwMode="auto">
          <a:xfrm flipV="1">
            <a:off x="7102475" y="3602038"/>
            <a:ext cx="2574925" cy="1028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 flipV="1">
            <a:off x="7926388" y="2360613"/>
            <a:ext cx="1443037" cy="2365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7" name="Group 37"/>
          <p:cNvGrpSpPr/>
          <p:nvPr/>
        </p:nvGrpSpPr>
        <p:grpSpPr bwMode="auto">
          <a:xfrm>
            <a:off x="6999288" y="2209800"/>
            <a:ext cx="2266950" cy="2211388"/>
            <a:chOff x="3789" y="960"/>
            <a:chExt cx="1587" cy="1548"/>
          </a:xfrm>
        </p:grpSpPr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4874" y="1947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Object 18"/>
            <p:cNvGraphicFramePr>
              <a:graphicFrameLocks noChangeAspect="1"/>
            </p:cNvGraphicFramePr>
            <p:nvPr/>
          </p:nvGraphicFramePr>
          <p:xfrm>
            <a:off x="4046" y="2110"/>
            <a:ext cx="356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42" name="Equation" r:id="rId11" imgW="4876800" imgH="3962400" progId="Equation.DSMT4">
                    <p:embed/>
                  </p:oleObj>
                </mc:Choice>
                <mc:Fallback>
                  <p:oleObj name="Equation" r:id="rId11" imgW="4876800" imgH="3962400" progId="Equation.DSMT4">
                    <p:embed/>
                    <p:pic>
                      <p:nvPicPr>
                        <p:cNvPr id="0" name="图片 399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46" y="2110"/>
                          <a:ext cx="356" cy="28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Group 36"/>
            <p:cNvGrpSpPr/>
            <p:nvPr/>
          </p:nvGrpSpPr>
          <p:grpSpPr bwMode="auto">
            <a:xfrm>
              <a:off x="3789" y="960"/>
              <a:ext cx="1587" cy="1548"/>
              <a:chOff x="3789" y="960"/>
              <a:chExt cx="1587" cy="1548"/>
            </a:xfrm>
          </p:grpSpPr>
          <p:sp>
            <p:nvSpPr>
              <p:cNvPr id="21" name="Freeform 14"/>
              <p:cNvSpPr/>
              <p:nvPr/>
            </p:nvSpPr>
            <p:spPr bwMode="auto">
              <a:xfrm>
                <a:off x="3789" y="960"/>
                <a:ext cx="1587" cy="1548"/>
              </a:xfrm>
              <a:custGeom>
                <a:avLst/>
                <a:gdLst>
                  <a:gd name="T0" fmla="*/ 0 w 1056"/>
                  <a:gd name="T1" fmla="*/ 960 h 1032"/>
                  <a:gd name="T2" fmla="*/ 336 w 1056"/>
                  <a:gd name="T3" fmla="*/ 1008 h 1032"/>
                  <a:gd name="T4" fmla="*/ 624 w 1056"/>
                  <a:gd name="T5" fmla="*/ 816 h 1032"/>
                  <a:gd name="T6" fmla="*/ 816 w 1056"/>
                  <a:gd name="T7" fmla="*/ 528 h 1032"/>
                  <a:gd name="T8" fmla="*/ 1056 w 1056"/>
                  <a:gd name="T9" fmla="*/ 0 h 1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6" h="1032">
                    <a:moveTo>
                      <a:pt x="0" y="960"/>
                    </a:moveTo>
                    <a:cubicBezTo>
                      <a:pt x="116" y="996"/>
                      <a:pt x="232" y="1032"/>
                      <a:pt x="336" y="1008"/>
                    </a:cubicBezTo>
                    <a:cubicBezTo>
                      <a:pt x="440" y="984"/>
                      <a:pt x="544" y="896"/>
                      <a:pt x="624" y="816"/>
                    </a:cubicBezTo>
                    <a:cubicBezTo>
                      <a:pt x="704" y="736"/>
                      <a:pt x="744" y="664"/>
                      <a:pt x="816" y="528"/>
                    </a:cubicBezTo>
                    <a:cubicBezTo>
                      <a:pt x="888" y="392"/>
                      <a:pt x="972" y="196"/>
                      <a:pt x="1056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Oval 16"/>
              <p:cNvSpPr>
                <a:spLocks noChangeArrowheads="1"/>
              </p:cNvSpPr>
              <p:nvPr/>
            </p:nvSpPr>
            <p:spPr bwMode="auto">
              <a:xfrm>
                <a:off x="4317" y="2446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3" name="Object 19"/>
              <p:cNvGraphicFramePr>
                <a:graphicFrameLocks noChangeAspect="1"/>
              </p:cNvGraphicFramePr>
              <p:nvPr/>
            </p:nvGraphicFramePr>
            <p:xfrm>
              <a:off x="4621" y="1630"/>
              <a:ext cx="413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943" name="Equation" r:id="rId13" imgW="5791200" imgH="3962400" progId="Equation.DSMT4">
                      <p:embed/>
                    </p:oleObj>
                  </mc:Choice>
                  <mc:Fallback>
                    <p:oleObj name="Equation" r:id="rId13" imgW="5791200" imgH="3962400" progId="Equation.DSMT4">
                      <p:embed/>
                      <p:pic>
                        <p:nvPicPr>
                          <p:cNvPr id="0" name="图片 3994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621" y="1630"/>
                            <a:ext cx="413" cy="287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20"/>
              <p:cNvGraphicFramePr>
                <a:graphicFrameLocks noChangeAspect="1"/>
              </p:cNvGraphicFramePr>
              <p:nvPr/>
            </p:nvGraphicFramePr>
            <p:xfrm>
              <a:off x="4382" y="1947"/>
              <a:ext cx="366" cy="3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944" name="Equation" r:id="rId15" imgW="5181600" imgH="4876800" progId="Equation.DSMT4">
                      <p:embed/>
                    </p:oleObj>
                  </mc:Choice>
                  <mc:Fallback>
                    <p:oleObj name="Equation" r:id="rId15" imgW="5181600" imgH="4876800" progId="Equation.DSMT4">
                      <p:embed/>
                      <p:pic>
                        <p:nvPicPr>
                          <p:cNvPr id="0" name="图片 3994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382" y="1947"/>
                            <a:ext cx="366" cy="35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2133600" y="4046538"/>
            <a:ext cx="2971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处的曲率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27"/>
          <p:cNvGraphicFramePr>
            <a:graphicFrameLocks noChangeAspect="1"/>
          </p:cNvGraphicFramePr>
          <p:nvPr/>
        </p:nvGraphicFramePr>
        <p:xfrm>
          <a:off x="3575720" y="4524837"/>
          <a:ext cx="2027242" cy="1064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5" name="Equation" r:id="rId17" imgW="22250400" imgH="11582400" progId="Equation.DSMT4">
                  <p:embed/>
                </p:oleObj>
              </mc:Choice>
              <mc:Fallback>
                <p:oleObj name="Equation" r:id="rId17" imgW="22250400" imgH="11582400" progId="Equation.DSMT4">
                  <p:embed/>
                  <p:pic>
                    <p:nvPicPr>
                      <p:cNvPr id="0" name="图片 399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75720" y="4524837"/>
                        <a:ext cx="2027242" cy="106440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9"/>
          <p:cNvGraphicFramePr>
            <a:graphicFrameLocks noChangeAspect="1"/>
          </p:cNvGraphicFramePr>
          <p:nvPr/>
        </p:nvGraphicFramePr>
        <p:xfrm>
          <a:off x="5663952" y="4524837"/>
          <a:ext cx="1088778" cy="1064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6" name="Equation" r:id="rId19" imgW="11887200" imgH="11582400" progId="Equation.DSMT4">
                  <p:embed/>
                </p:oleObj>
              </mc:Choice>
              <mc:Fallback>
                <p:oleObj name="Equation" r:id="rId19" imgW="11887200" imgH="11582400" progId="Equation.DSMT4">
                  <p:embed/>
                  <p:pic>
                    <p:nvPicPr>
                      <p:cNvPr id="0" name="图片 3994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63952" y="4524837"/>
                        <a:ext cx="1088778" cy="106440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2133600" y="5729288"/>
            <a:ext cx="6172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直线上任意点处的曲率为 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!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57"/>
          <p:cNvSpPr txBox="1">
            <a:spLocks noChangeArrowheads="1"/>
          </p:cNvSpPr>
          <p:nvPr/>
        </p:nvSpPr>
        <p:spPr bwMode="auto">
          <a:xfrm>
            <a:off x="1752600" y="1681163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转角为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52288" y="451417"/>
            <a:ext cx="26346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3.曲率的定义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5" grpId="0" bldLvl="0" animBg="1" autoUpdateAnimBg="0"/>
      <p:bldP spid="7" grpId="0" bldLvl="0" animBg="1" autoUpdateAnimBg="0"/>
      <p:bldP spid="15" grpId="0" bldLvl="0" animBg="1"/>
      <p:bldP spid="16" grpId="0" bldLvl="0" animBg="1"/>
      <p:bldP spid="25" grpId="0" bldLvl="0" animBg="1" autoUpdateAnimBg="0"/>
      <p:bldP spid="28" grpId="0" bldLvl="0" animBg="1" autoUpdateAnimBg="0"/>
      <p:bldP spid="29" grpId="0" bldLvl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29986" y="260648"/>
            <a:ext cx="7776666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在此定义下，半径为</a:t>
            </a:r>
            <a:r>
              <a:rPr lang="en-US" altLang="zh-CN" sz="2800" b="1" i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的圆上任意点处的曲率是怎样的呢？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063750" y="1312862"/>
            <a:ext cx="2590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图所示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168650" y="1955803"/>
          <a:ext cx="1485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1" name="Equation" r:id="rId1" imgW="35661600" imgH="9144000" progId="Equation.DSMT4">
                  <p:embed/>
                </p:oleObj>
              </mc:Choice>
              <mc:Fallback>
                <p:oleObj name="Equation" r:id="rId1" imgW="35661600" imgH="9144000" progId="Equation.DSMT4">
                  <p:embed/>
                  <p:pic>
                    <p:nvPicPr>
                      <p:cNvPr id="0" name="图片 409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68650" y="1955803"/>
                        <a:ext cx="14859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609850" y="2419350"/>
          <a:ext cx="2705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Equation" r:id="rId3" imgW="64922400" imgH="24384000" progId="Equation.DSMT4">
                  <p:embed/>
                </p:oleObj>
              </mc:Choice>
              <mc:Fallback>
                <p:oleObj name="Equation" r:id="rId3" imgW="64922400" imgH="24384000" progId="Equation.DSMT4">
                  <p:embed/>
                  <p:pic>
                    <p:nvPicPr>
                      <p:cNvPr id="0" name="图片 409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09850" y="2419350"/>
                        <a:ext cx="27051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354638" y="2524125"/>
          <a:ext cx="622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Equation" r:id="rId5" imgW="14935200" imgH="19812000" progId="Equation.DSMT4">
                  <p:embed/>
                </p:oleObj>
              </mc:Choice>
              <mc:Fallback>
                <p:oleObj name="Equation" r:id="rId5" imgW="14935200" imgH="19812000" progId="Equation.DSMT4">
                  <p:embed/>
                  <p:pic>
                    <p:nvPicPr>
                      <p:cNvPr id="0" name="图片 409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54638" y="2524125"/>
                        <a:ext cx="622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905000" y="3824288"/>
            <a:ext cx="7086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可见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8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愈小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愈大 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圆弧弯曲得愈厉害 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819400" y="4662488"/>
            <a:ext cx="5867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愈大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愈小 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圆弧弯曲得愈小 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" name="Group 9"/>
          <p:cNvGrpSpPr/>
          <p:nvPr/>
        </p:nvGrpSpPr>
        <p:grpSpPr bwMode="auto">
          <a:xfrm>
            <a:off x="8838581" y="1632948"/>
            <a:ext cx="533400" cy="576852"/>
            <a:chOff x="4927" y="1102"/>
            <a:chExt cx="492" cy="530"/>
          </a:xfrm>
        </p:grpSpPr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4927" y="1102"/>
            <a:ext cx="492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4" name="Equation" r:id="rId7" imgW="12801600" imgH="9144000" progId="Equation.DSMT4">
                    <p:embed/>
                  </p:oleObj>
                </mc:Choice>
                <mc:Fallback>
                  <p:oleObj name="Equation" r:id="rId7" imgW="12801600" imgH="9144000" progId="Equation.DSMT4">
                    <p:embed/>
                    <p:pic>
                      <p:nvPicPr>
                        <p:cNvPr id="0" name="图片 4096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27" y="1102"/>
                          <a:ext cx="492" cy="35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Arc 11"/>
            <p:cNvSpPr/>
            <p:nvPr/>
          </p:nvSpPr>
          <p:spPr bwMode="auto">
            <a:xfrm>
              <a:off x="5110" y="1430"/>
              <a:ext cx="218" cy="202"/>
            </a:xfrm>
            <a:custGeom>
              <a:avLst/>
              <a:gdLst>
                <a:gd name="G0" fmla="+- 12484 0 0"/>
                <a:gd name="G1" fmla="+- 21600 0 0"/>
                <a:gd name="G2" fmla="+- 21600 0 0"/>
                <a:gd name="T0" fmla="*/ 0 w 23265"/>
                <a:gd name="T1" fmla="*/ 3973 h 21600"/>
                <a:gd name="T2" fmla="*/ 23265 w 23265"/>
                <a:gd name="T3" fmla="*/ 2883 h 21600"/>
                <a:gd name="T4" fmla="*/ 12484 w 2326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65" h="21600" fill="none" extrusionOk="0">
                  <a:moveTo>
                    <a:pt x="0" y="3973"/>
                  </a:moveTo>
                  <a:cubicBezTo>
                    <a:pt x="3649" y="1388"/>
                    <a:pt x="8011" y="-1"/>
                    <a:pt x="12484" y="0"/>
                  </a:cubicBezTo>
                  <a:cubicBezTo>
                    <a:pt x="16268" y="0"/>
                    <a:pt x="19985" y="994"/>
                    <a:pt x="23265" y="2882"/>
                  </a:cubicBezTo>
                </a:path>
                <a:path w="23265" h="21600" stroke="0" extrusionOk="0">
                  <a:moveTo>
                    <a:pt x="0" y="3973"/>
                  </a:moveTo>
                  <a:cubicBezTo>
                    <a:pt x="3649" y="1388"/>
                    <a:pt x="8011" y="-1"/>
                    <a:pt x="12484" y="0"/>
                  </a:cubicBezTo>
                  <a:cubicBezTo>
                    <a:pt x="16268" y="0"/>
                    <a:pt x="19985" y="994"/>
                    <a:pt x="23265" y="2882"/>
                  </a:cubicBezTo>
                  <a:lnTo>
                    <a:pt x="12484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Line 12"/>
          <p:cNvSpPr>
            <a:spLocks noChangeShapeType="1"/>
          </p:cNvSpPr>
          <p:nvPr/>
        </p:nvSpPr>
        <p:spPr bwMode="auto">
          <a:xfrm flipV="1">
            <a:off x="8493125" y="1676400"/>
            <a:ext cx="1016000" cy="1628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8407400" y="1217613"/>
            <a:ext cx="1041400" cy="1357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4" name="Group 34"/>
          <p:cNvGrpSpPr/>
          <p:nvPr/>
        </p:nvGrpSpPr>
        <p:grpSpPr bwMode="auto">
          <a:xfrm>
            <a:off x="7086600" y="1322388"/>
            <a:ext cx="2055813" cy="1878012"/>
            <a:chOff x="3504" y="833"/>
            <a:chExt cx="1295" cy="1183"/>
          </a:xfrm>
        </p:grpSpPr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4095" y="1070"/>
              <a:ext cx="474" cy="3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4440" y="1291"/>
            <a:ext cx="26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5" name="Equation" r:id="rId9" imgW="10058400" imgH="9144000" progId="Equation.DSMT4">
                    <p:embed/>
                  </p:oleObj>
                </mc:Choice>
                <mc:Fallback>
                  <p:oleObj name="Equation" r:id="rId9" imgW="10058400" imgH="9144000" progId="Equation.DSMT4">
                    <p:embed/>
                    <p:pic>
                      <p:nvPicPr>
                        <p:cNvPr id="0" name="图片 409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440" y="1291"/>
                          <a:ext cx="264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4191" y="1589"/>
            <a:ext cx="18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6" name="Equation" r:id="rId11" imgW="7010400" imgH="9144000" progId="Equation.DSMT4">
                    <p:embed/>
                  </p:oleObj>
                </mc:Choice>
                <mc:Fallback>
                  <p:oleObj name="Equation" r:id="rId11" imgW="7010400" imgH="9144000" progId="Equation.DSMT4">
                    <p:embed/>
                    <p:pic>
                      <p:nvPicPr>
                        <p:cNvPr id="0" name="图片 4096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191" y="1589"/>
                          <a:ext cx="184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3504" y="833"/>
              <a:ext cx="1180" cy="118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4095" y="1425"/>
              <a:ext cx="492" cy="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4536" y="1704"/>
            <a:ext cx="25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7" name="Equation" r:id="rId13" imgW="9753600" imgH="9144000" progId="Equation.DSMT4">
                    <p:embed/>
                  </p:oleObj>
                </mc:Choice>
                <mc:Fallback>
                  <p:oleObj name="Equation" r:id="rId13" imgW="9753600" imgH="9144000" progId="Equation.DSMT4">
                    <p:embed/>
                    <p:pic>
                      <p:nvPicPr>
                        <p:cNvPr id="0" name="图片 409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36" y="1704"/>
                          <a:ext cx="256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4495" y="843"/>
            <a:ext cx="30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8" name="Equation" r:id="rId15" imgW="11582400" imgH="9753600" progId="Equation.DSMT4">
                    <p:embed/>
                  </p:oleObj>
                </mc:Choice>
                <mc:Fallback>
                  <p:oleObj name="Equation" r:id="rId15" imgW="11582400" imgH="9753600" progId="Equation.DSMT4">
                    <p:embed/>
                    <p:pic>
                      <p:nvPicPr>
                        <p:cNvPr id="0" name="图片 4096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495" y="843"/>
                          <a:ext cx="304" cy="2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22"/>
          <p:cNvGrpSpPr/>
          <p:nvPr/>
        </p:nvGrpSpPr>
        <p:grpSpPr bwMode="auto">
          <a:xfrm>
            <a:off x="8002598" y="2079628"/>
            <a:ext cx="665163" cy="381000"/>
            <a:chOff x="4095" y="1310"/>
            <a:chExt cx="419" cy="240"/>
          </a:xfrm>
        </p:grpSpPr>
        <p:graphicFrame>
          <p:nvGraphicFramePr>
            <p:cNvPr id="23" name="Object 23"/>
            <p:cNvGraphicFramePr>
              <a:graphicFrameLocks noChangeAspect="1"/>
            </p:cNvGraphicFramePr>
            <p:nvPr/>
          </p:nvGraphicFramePr>
          <p:xfrm>
            <a:off x="4178" y="1310"/>
            <a:ext cx="33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9" name="Equation" r:id="rId17" imgW="12801600" imgH="9144000" progId="Equation.DSMT4">
                    <p:embed/>
                  </p:oleObj>
                </mc:Choice>
                <mc:Fallback>
                  <p:oleObj name="Equation" r:id="rId17" imgW="12801600" imgH="9144000" progId="Equation.DSMT4">
                    <p:embed/>
                    <p:pic>
                      <p:nvPicPr>
                        <p:cNvPr id="0" name="图片 4096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178" y="1310"/>
                          <a:ext cx="336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Arc 24"/>
            <p:cNvSpPr/>
            <p:nvPr/>
          </p:nvSpPr>
          <p:spPr bwMode="auto">
            <a:xfrm>
              <a:off x="4095" y="1368"/>
              <a:ext cx="99" cy="104"/>
            </a:xfrm>
            <a:custGeom>
              <a:avLst/>
              <a:gdLst>
                <a:gd name="G0" fmla="+- 0 0 0"/>
                <a:gd name="G1" fmla="+- 11464 0 0"/>
                <a:gd name="G2" fmla="+- 21600 0 0"/>
                <a:gd name="T0" fmla="*/ 18307 w 21600"/>
                <a:gd name="T1" fmla="*/ 0 h 22613"/>
                <a:gd name="T2" fmla="*/ 18501 w 21600"/>
                <a:gd name="T3" fmla="*/ 22613 h 22613"/>
                <a:gd name="T4" fmla="*/ 0 w 21600"/>
                <a:gd name="T5" fmla="*/ 11464 h 2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613" fill="none" extrusionOk="0">
                  <a:moveTo>
                    <a:pt x="18306" y="0"/>
                  </a:moveTo>
                  <a:cubicBezTo>
                    <a:pt x="20458" y="3436"/>
                    <a:pt x="21600" y="7409"/>
                    <a:pt x="21600" y="11464"/>
                  </a:cubicBezTo>
                  <a:cubicBezTo>
                    <a:pt x="21600" y="15392"/>
                    <a:pt x="20528" y="19247"/>
                    <a:pt x="18500" y="22612"/>
                  </a:cubicBezTo>
                </a:path>
                <a:path w="21600" h="22613" stroke="0" extrusionOk="0">
                  <a:moveTo>
                    <a:pt x="18306" y="0"/>
                  </a:moveTo>
                  <a:cubicBezTo>
                    <a:pt x="20458" y="3436"/>
                    <a:pt x="21600" y="7409"/>
                    <a:pt x="21600" y="11464"/>
                  </a:cubicBezTo>
                  <a:cubicBezTo>
                    <a:pt x="21600" y="15392"/>
                    <a:pt x="20528" y="19247"/>
                    <a:pt x="18500" y="22612"/>
                  </a:cubicBezTo>
                  <a:lnTo>
                    <a:pt x="0" y="11464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Freeform 25"/>
          <p:cNvSpPr/>
          <p:nvPr/>
        </p:nvSpPr>
        <p:spPr bwMode="auto">
          <a:xfrm>
            <a:off x="8659813" y="1792288"/>
            <a:ext cx="187325" cy="79375"/>
          </a:xfrm>
          <a:custGeom>
            <a:avLst/>
            <a:gdLst>
              <a:gd name="T0" fmla="*/ 0 w 240"/>
              <a:gd name="T1" fmla="*/ 0 h 96"/>
              <a:gd name="T2" fmla="*/ 96 w 240"/>
              <a:gd name="T3" fmla="*/ 96 h 96"/>
              <a:gd name="T4" fmla="*/ 240 w 240"/>
              <a:gd name="T5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" h="96">
                <a:moveTo>
                  <a:pt x="0" y="0"/>
                </a:moveTo>
                <a:lnTo>
                  <a:pt x="96" y="96"/>
                </a:lnTo>
                <a:lnTo>
                  <a:pt x="24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Freeform 26"/>
          <p:cNvSpPr/>
          <p:nvPr/>
        </p:nvSpPr>
        <p:spPr bwMode="auto">
          <a:xfrm>
            <a:off x="8702675" y="2574925"/>
            <a:ext cx="180975" cy="111125"/>
          </a:xfrm>
          <a:custGeom>
            <a:avLst/>
            <a:gdLst>
              <a:gd name="T0" fmla="*/ 0 w 240"/>
              <a:gd name="T1" fmla="*/ 144 h 144"/>
              <a:gd name="T2" fmla="*/ 96 w 240"/>
              <a:gd name="T3" fmla="*/ 0 h 144"/>
              <a:gd name="T4" fmla="*/ 240 w 240"/>
              <a:gd name="T5" fmla="*/ 9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" h="144">
                <a:moveTo>
                  <a:pt x="0" y="144"/>
                </a:moveTo>
                <a:lnTo>
                  <a:pt x="96" y="0"/>
                </a:lnTo>
                <a:lnTo>
                  <a:pt x="240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7" grpId="0" bldLvl="0" animBg="1" autoUpdateAnimBg="0"/>
      <p:bldP spid="8" grpId="0" bldLvl="0" animBg="1" autoUpdateAnimBg="0"/>
      <p:bldP spid="12" grpId="0" bldLvl="0" animBg="1"/>
      <p:bldP spid="13" grpId="0" bldLvl="0" animBg="1"/>
      <p:bldP spid="25" grpId="0" bldLvl="0" animBg="1"/>
      <p:bldP spid="26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16"/>
          <p:cNvGraphicFramePr>
            <a:graphicFrameLocks noChangeAspect="1"/>
          </p:cNvGraphicFramePr>
          <p:nvPr/>
        </p:nvGraphicFramePr>
        <p:xfrm>
          <a:off x="4287838" y="269875"/>
          <a:ext cx="2311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5" name="Equation" r:id="rId1" imgW="55473600" imgH="13716000" progId="Equation.DSMT4">
                  <p:embed/>
                </p:oleObj>
              </mc:Choice>
              <mc:Fallback>
                <p:oleObj name="Equation" r:id="rId1" imgW="55473600" imgH="13716000" progId="Equation.DSMT4">
                  <p:embed/>
                  <p:pic>
                    <p:nvPicPr>
                      <p:cNvPr id="0" name="图片 4198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87838" y="269875"/>
                        <a:ext cx="23114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1933888" y="2032655"/>
            <a:ext cx="3200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故曲率计算公式为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9"/>
          <p:cNvGraphicFramePr>
            <a:graphicFrameLocks noChangeAspect="1"/>
          </p:cNvGraphicFramePr>
          <p:nvPr/>
        </p:nvGraphicFramePr>
        <p:xfrm>
          <a:off x="8556625" y="508000"/>
          <a:ext cx="16287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Equation" r:id="rId3" imgW="39014400" imgH="24384000" progId="Equation.DSMT4">
                  <p:embed/>
                </p:oleObj>
              </mc:Choice>
              <mc:Fallback>
                <p:oleObj name="Equation" r:id="rId3" imgW="39014400" imgH="24384000" progId="Equation.DSMT4">
                  <p:embed/>
                  <p:pic>
                    <p:nvPicPr>
                      <p:cNvPr id="0" name="图片 419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56625" y="508000"/>
                        <a:ext cx="1628775" cy="101282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0"/>
          <p:cNvGraphicFramePr>
            <a:graphicFrameLocks noChangeAspect="1"/>
          </p:cNvGraphicFramePr>
          <p:nvPr/>
        </p:nvGraphicFramePr>
        <p:xfrm>
          <a:off x="4402138" y="2554288"/>
          <a:ext cx="20574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5" imgW="49377600" imgH="28956000" progId="Equation.DSMT4">
                  <p:embed/>
                </p:oleObj>
              </mc:Choice>
              <mc:Fallback>
                <p:oleObj name="Equation" r:id="rId5" imgW="49377600" imgH="28956000" progId="Equation.DSMT4">
                  <p:embed/>
                  <p:pic>
                    <p:nvPicPr>
                      <p:cNvPr id="0" name="图片 419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02138" y="2554288"/>
                        <a:ext cx="2057400" cy="1206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927648" y="260648"/>
            <a:ext cx="8978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由于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247103" y="1124744"/>
          <a:ext cx="45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Equation" r:id="rId7" imgW="10972800" imgH="9448800" progId="Equation.DSMT4">
                  <p:embed/>
                </p:oleObj>
              </mc:Choice>
              <mc:Fallback>
                <p:oleObj name="Equation" r:id="rId7" imgW="10972800" imgH="9448800" progId="Equation.DSMT4">
                  <p:embed/>
                  <p:pic>
                    <p:nvPicPr>
                      <p:cNvPr id="0" name="图片 419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47103" y="1124744"/>
                        <a:ext cx="457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727848" y="908720"/>
          <a:ext cx="1689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Equation" r:id="rId9" imgW="40538400" imgH="21640800" progId="Equation.DSMT4">
                  <p:embed/>
                </p:oleObj>
              </mc:Choice>
              <mc:Fallback>
                <p:oleObj name="Equation" r:id="rId9" imgW="40538400" imgH="21640800" progId="Equation.DSMT4">
                  <p:embed/>
                  <p:pic>
                    <p:nvPicPr>
                      <p:cNvPr id="0" name="图片 4198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27848" y="908720"/>
                        <a:ext cx="16891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2669158" y="4017640"/>
            <a:ext cx="3886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曲线由参数方程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6"/>
          <p:cNvGraphicFramePr>
            <a:graphicFrameLocks noChangeAspect="1"/>
          </p:cNvGraphicFramePr>
          <p:nvPr/>
        </p:nvGraphicFramePr>
        <p:xfrm>
          <a:off x="5735960" y="3717032"/>
          <a:ext cx="1323255" cy="993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Equation" r:id="rId11" imgW="14630400" imgH="10972800" progId="Equation.DSMT4">
                  <p:embed/>
                </p:oleObj>
              </mc:Choice>
              <mc:Fallback>
                <p:oleObj name="Equation" r:id="rId11" imgW="14630400" imgH="10972800" progId="Equation.DSMT4">
                  <p:embed/>
                  <p:pic>
                    <p:nvPicPr>
                      <p:cNvPr id="0" name="图片 419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35960" y="3717032"/>
                        <a:ext cx="1323255" cy="9934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7320136" y="3974045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给出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" name="Object 28"/>
          <p:cNvGraphicFramePr>
            <a:graphicFrameLocks noChangeAspect="1"/>
          </p:cNvGraphicFramePr>
          <p:nvPr/>
        </p:nvGraphicFramePr>
        <p:xfrm>
          <a:off x="4223792" y="4797152"/>
          <a:ext cx="293370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1" name="Equation" r:id="rId13" imgW="70408800" imgH="33223200" progId="Equation.DSMT4">
                  <p:embed/>
                </p:oleObj>
              </mc:Choice>
              <mc:Fallback>
                <p:oleObj name="Equation" r:id="rId13" imgW="70408800" imgH="33223200" progId="Equation.DSMT4">
                  <p:embed/>
                  <p:pic>
                    <p:nvPicPr>
                      <p:cNvPr id="0" name="图片 419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23792" y="4797152"/>
                        <a:ext cx="2933700" cy="1384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26" grpId="0"/>
      <p:bldP spid="29" grpId="0" bldLvl="0" animBg="1"/>
      <p:bldP spid="31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162808" y="510520"/>
            <a:ext cx="2502222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椭圆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006850" y="242888"/>
          <a:ext cx="1612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09" name="Equation" r:id="rId1" imgW="38709600" imgH="24384000" progId="Equation.DSMT4">
                  <p:embed/>
                </p:oleObj>
              </mc:Choice>
              <mc:Fallback>
                <p:oleObj name="Equation" r:id="rId1" imgW="38709600" imgH="24384000" progId="Equation.DSMT4">
                  <p:embed/>
                  <p:pic>
                    <p:nvPicPr>
                      <p:cNvPr id="0" name="图片 4300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06850" y="242888"/>
                        <a:ext cx="16129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829300" y="565150"/>
          <a:ext cx="162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Equation" r:id="rId3" imgW="39014400" imgH="9448800" progId="Equation.DSMT4">
                  <p:embed/>
                </p:oleObj>
              </mc:Choice>
              <mc:Fallback>
                <p:oleObj name="Equation" r:id="rId3" imgW="39014400" imgH="9448800" progId="Equation.DSMT4">
                  <p:embed/>
                  <p:pic>
                    <p:nvPicPr>
                      <p:cNvPr id="0" name="图片 4300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29300" y="565150"/>
                        <a:ext cx="1625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67600" y="450850"/>
            <a:ext cx="2971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在何处曲率最大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057400" y="1376363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25"/>
          <p:cNvSpPr txBox="1">
            <a:spLocks noChangeArrowheads="1"/>
          </p:cNvSpPr>
          <p:nvPr/>
        </p:nvSpPr>
        <p:spPr bwMode="auto">
          <a:xfrm>
            <a:off x="1676400" y="2514600"/>
            <a:ext cx="2057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故曲率为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26"/>
          <p:cNvGraphicFramePr>
            <a:graphicFrameLocks noChangeAspect="1"/>
          </p:cNvGraphicFramePr>
          <p:nvPr/>
        </p:nvGraphicFramePr>
        <p:xfrm>
          <a:off x="5327650" y="3098800"/>
          <a:ext cx="36115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" name="Equation" r:id="rId5" imgW="86563200" imgH="19812000" progId="Equation.DSMT4">
                  <p:embed/>
                </p:oleObj>
              </mc:Choice>
              <mc:Fallback>
                <p:oleObj name="Equation" r:id="rId5" imgW="86563200" imgH="19812000" progId="Equation.DSMT4">
                  <p:embed/>
                  <p:pic>
                    <p:nvPicPr>
                      <p:cNvPr id="0" name="图片 430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27650" y="3098800"/>
                        <a:ext cx="3611563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7"/>
          <p:cNvGraphicFramePr>
            <a:graphicFrameLocks noChangeAspect="1"/>
          </p:cNvGraphicFramePr>
          <p:nvPr/>
        </p:nvGraphicFramePr>
        <p:xfrm>
          <a:off x="6781800" y="3054350"/>
          <a:ext cx="40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Equation" r:id="rId7" imgW="9753600" imgH="9448800" progId="Equation.DSMT4">
                  <p:embed/>
                </p:oleObj>
              </mc:Choice>
              <mc:Fallback>
                <p:oleObj name="Equation" r:id="rId7" imgW="9753600" imgH="9448800" progId="Equation.DSMT4">
                  <p:embed/>
                  <p:pic>
                    <p:nvPicPr>
                      <p:cNvPr id="0" name="图片 430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81800" y="3054350"/>
                        <a:ext cx="406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8"/>
          <p:cNvGraphicFramePr>
            <a:graphicFrameLocks noChangeAspect="1"/>
          </p:cNvGraphicFramePr>
          <p:nvPr/>
        </p:nvGraphicFramePr>
        <p:xfrm>
          <a:off x="5816600" y="3511550"/>
          <a:ext cx="2959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Equation" r:id="rId9" imgW="71018400" imgH="16764000" progId="Equation.DSMT4">
                  <p:embed/>
                </p:oleObj>
              </mc:Choice>
              <mc:Fallback>
                <p:oleObj name="Equation" r:id="rId9" imgW="71018400" imgH="16764000" progId="Equation.DSMT4">
                  <p:embed/>
                  <p:pic>
                    <p:nvPicPr>
                      <p:cNvPr id="0" name="图片 430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16600" y="3511550"/>
                        <a:ext cx="2959100" cy="698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2889250" y="1473200"/>
          <a:ext cx="175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4" name="Equation" r:id="rId11" imgW="42062400" imgH="9753600" progId="Equation.DSMT4">
                  <p:embed/>
                </p:oleObj>
              </mc:Choice>
              <mc:Fallback>
                <p:oleObj name="Equation" r:id="rId11" imgW="42062400" imgH="9753600" progId="Equation.DSMT4">
                  <p:embed/>
                  <p:pic>
                    <p:nvPicPr>
                      <p:cNvPr id="0" name="图片 430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89250" y="1473200"/>
                        <a:ext cx="1752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2882900" y="2032000"/>
          <a:ext cx="1612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Equation" r:id="rId13" imgW="38709600" imgH="9753600" progId="Equation.DSMT4">
                  <p:embed/>
                </p:oleObj>
              </mc:Choice>
              <mc:Fallback>
                <p:oleObj name="Equation" r:id="rId13" imgW="38709600" imgH="9753600" progId="Equation.DSMT4">
                  <p:embed/>
                  <p:pic>
                    <p:nvPicPr>
                      <p:cNvPr id="0" name="图片 430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82900" y="2032000"/>
                        <a:ext cx="1612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/>
        </p:nvGraphicFramePr>
        <p:xfrm>
          <a:off x="5607050" y="1492250"/>
          <a:ext cx="1739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Equation" r:id="rId15" imgW="41757600" imgH="7924800" progId="Equation.DSMT4">
                  <p:embed/>
                </p:oleObj>
              </mc:Choice>
              <mc:Fallback>
                <p:oleObj name="Equation" r:id="rId15" imgW="41757600" imgH="7924800" progId="Equation.DSMT4">
                  <p:embed/>
                  <p:pic>
                    <p:nvPicPr>
                      <p:cNvPr id="0" name="图片 4301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07050" y="1492250"/>
                        <a:ext cx="17399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5607050" y="2032000"/>
          <a:ext cx="1689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7" name="Equation" r:id="rId17" imgW="40538400" imgH="9753600" progId="Equation.DSMT4">
                  <p:embed/>
                </p:oleObj>
              </mc:Choice>
              <mc:Fallback>
                <p:oleObj name="Equation" r:id="rId17" imgW="40538400" imgH="9753600" progId="Equation.DSMT4">
                  <p:embed/>
                  <p:pic>
                    <p:nvPicPr>
                      <p:cNvPr id="0" name="图片 430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07050" y="2032000"/>
                        <a:ext cx="1689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/>
          <p:cNvGraphicFramePr>
            <a:graphicFrameLocks noChangeAspect="1"/>
          </p:cNvGraphicFramePr>
          <p:nvPr/>
        </p:nvGraphicFramePr>
        <p:xfrm>
          <a:off x="2876550" y="2971800"/>
          <a:ext cx="23495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" name="Equation" r:id="rId19" imgW="56388000" imgH="28956000" progId="Equation.DSMT4">
                  <p:embed/>
                </p:oleObj>
              </mc:Choice>
              <mc:Fallback>
                <p:oleObj name="Equation" r:id="rId19" imgW="56388000" imgH="28956000" progId="Equation.DSMT4">
                  <p:embed/>
                  <p:pic>
                    <p:nvPicPr>
                      <p:cNvPr id="0" name="图片 4301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76550" y="2971800"/>
                        <a:ext cx="2349500" cy="1206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130550" y="4221163"/>
          <a:ext cx="35433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" name="Equation" r:id="rId21" imgW="85039200" imgH="30480000" progId="Equation.DSMT4">
                  <p:embed/>
                </p:oleObj>
              </mc:Choice>
              <mc:Fallback>
                <p:oleObj name="Equation" r:id="rId21" imgW="85039200" imgH="30480000" progId="Equation.DSMT4">
                  <p:embed/>
                  <p:pic>
                    <p:nvPicPr>
                      <p:cNvPr id="0" name="图片 4301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30550" y="4221163"/>
                        <a:ext cx="3543300" cy="127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057400" y="5589240"/>
            <a:ext cx="125539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不妨设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324093" y="5666700"/>
          <a:ext cx="1358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0" name="Equation" r:id="rId23" imgW="32613600" imgH="8839200" progId="Equation.DSMT4">
                  <p:embed/>
                </p:oleObj>
              </mc:Choice>
              <mc:Fallback>
                <p:oleObj name="Equation" r:id="rId23" imgW="32613600" imgH="8839200" progId="Equation.DSMT4">
                  <p:embed/>
                  <p:pic>
                    <p:nvPicPr>
                      <p:cNvPr id="0" name="图片 4301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24093" y="5666700"/>
                        <a:ext cx="13589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789488" y="5592763"/>
          <a:ext cx="25749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1" name="Equation" r:id="rId25" imgW="61569600" imgH="10363200" progId="Equation.DSMT4">
                  <p:embed/>
                </p:oleObj>
              </mc:Choice>
              <mc:Fallback>
                <p:oleObj name="Equation" r:id="rId25" imgW="61569600" imgH="10363200" progId="Equation.DSMT4">
                  <p:embed/>
                  <p:pic>
                    <p:nvPicPr>
                      <p:cNvPr id="0" name="图片 4302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789488" y="5592763"/>
                        <a:ext cx="2574925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7320136" y="5517232"/>
            <a:ext cx="21602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取最大值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Oval 96"/>
          <p:cNvSpPr>
            <a:spLocks noChangeArrowheads="1"/>
          </p:cNvSpPr>
          <p:nvPr/>
        </p:nvSpPr>
        <p:spPr bwMode="auto">
          <a:xfrm>
            <a:off x="8181174" y="1863502"/>
            <a:ext cx="1800225" cy="100806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Line 97"/>
          <p:cNvSpPr>
            <a:spLocks noChangeShapeType="1"/>
          </p:cNvSpPr>
          <p:nvPr/>
        </p:nvSpPr>
        <p:spPr bwMode="auto">
          <a:xfrm>
            <a:off x="7700161" y="2371502"/>
            <a:ext cx="2879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Line 98"/>
          <p:cNvSpPr>
            <a:spLocks noChangeShapeType="1"/>
          </p:cNvSpPr>
          <p:nvPr/>
        </p:nvSpPr>
        <p:spPr bwMode="auto">
          <a:xfrm flipV="1">
            <a:off x="9073349" y="1196752"/>
            <a:ext cx="0" cy="210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4" name="Object 99"/>
          <p:cNvGraphicFramePr>
            <a:graphicFrameLocks noChangeAspect="1"/>
          </p:cNvGraphicFramePr>
          <p:nvPr/>
        </p:nvGraphicFramePr>
        <p:xfrm>
          <a:off x="8782836" y="1250727"/>
          <a:ext cx="2413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2" name="Equation" r:id="rId27" imgW="6096000" imgH="7315200" progId="Equation.DSMT4">
                  <p:embed/>
                </p:oleObj>
              </mc:Choice>
              <mc:Fallback>
                <p:oleObj name="Equation" r:id="rId27" imgW="6096000" imgH="7315200" progId="Equation.DSMT4">
                  <p:embed/>
                  <p:pic>
                    <p:nvPicPr>
                      <p:cNvPr id="0" name="图片 4302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782836" y="1250727"/>
                        <a:ext cx="241300" cy="288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00"/>
          <p:cNvGraphicFramePr>
            <a:graphicFrameLocks noChangeAspect="1"/>
          </p:cNvGraphicFramePr>
          <p:nvPr/>
        </p:nvGraphicFramePr>
        <p:xfrm>
          <a:off x="10349699" y="2393727"/>
          <a:ext cx="217488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3" name="Equation" r:id="rId29" imgW="5486400" imgH="7315200" progId="Equation.DSMT4">
                  <p:embed/>
                </p:oleObj>
              </mc:Choice>
              <mc:Fallback>
                <p:oleObj name="Equation" r:id="rId29" imgW="5486400" imgH="7315200" progId="Equation.DSMT4">
                  <p:embed/>
                  <p:pic>
                    <p:nvPicPr>
                      <p:cNvPr id="0" name="图片 4302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349699" y="2393727"/>
                        <a:ext cx="217488" cy="290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01"/>
          <p:cNvGraphicFramePr>
            <a:graphicFrameLocks noChangeAspect="1"/>
          </p:cNvGraphicFramePr>
          <p:nvPr/>
        </p:nvGraphicFramePr>
        <p:xfrm>
          <a:off x="8890786" y="1507902"/>
          <a:ext cx="20478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4" name="Equation" r:id="rId31" imgW="5181600" imgH="9448800" progId="Equation.DSMT4">
                  <p:embed/>
                </p:oleObj>
              </mc:Choice>
              <mc:Fallback>
                <p:oleObj name="Equation" r:id="rId31" imgW="5181600" imgH="9448800" progId="Equation.DSMT4">
                  <p:embed/>
                  <p:pic>
                    <p:nvPicPr>
                      <p:cNvPr id="0" name="图片 4302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890786" y="1507902"/>
                        <a:ext cx="204788" cy="373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02"/>
          <p:cNvGraphicFramePr>
            <a:graphicFrameLocks noChangeAspect="1"/>
          </p:cNvGraphicFramePr>
          <p:nvPr/>
        </p:nvGraphicFramePr>
        <p:xfrm>
          <a:off x="9960761" y="2393727"/>
          <a:ext cx="230188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5" name="Equation" r:id="rId33" imgW="5791200" imgH="7315200" progId="Equation.DSMT4">
                  <p:embed/>
                </p:oleObj>
              </mc:Choice>
              <mc:Fallback>
                <p:oleObj name="Equation" r:id="rId33" imgW="5791200" imgH="7315200" progId="Equation.DSMT4">
                  <p:embed/>
                  <p:pic>
                    <p:nvPicPr>
                      <p:cNvPr id="0" name="图片 43024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960761" y="2393727"/>
                        <a:ext cx="230188" cy="290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03"/>
          <p:cNvGraphicFramePr>
            <a:graphicFrameLocks noChangeAspect="1"/>
          </p:cNvGraphicFramePr>
          <p:nvPr/>
        </p:nvGraphicFramePr>
        <p:xfrm>
          <a:off x="8608211" y="2887440"/>
          <a:ext cx="40957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6" name="Equation" r:id="rId35" imgW="10363200" imgH="9448800" progId="Equation.DSMT4">
                  <p:embed/>
                </p:oleObj>
              </mc:Choice>
              <mc:Fallback>
                <p:oleObj name="Equation" r:id="rId35" imgW="10363200" imgH="9448800" progId="Equation.DSMT4">
                  <p:embed/>
                  <p:pic>
                    <p:nvPicPr>
                      <p:cNvPr id="0" name="图片 43025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608211" y="2887440"/>
                        <a:ext cx="409575" cy="373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04"/>
          <p:cNvGraphicFramePr>
            <a:graphicFrameLocks noChangeAspect="1"/>
          </p:cNvGraphicFramePr>
          <p:nvPr/>
        </p:nvGraphicFramePr>
        <p:xfrm>
          <a:off x="7758899" y="2393727"/>
          <a:ext cx="420688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7" name="Equation" r:id="rId37" imgW="10668000" imgH="7315200" progId="Equation.DSMT4">
                  <p:embed/>
                </p:oleObj>
              </mc:Choice>
              <mc:Fallback>
                <p:oleObj name="Equation" r:id="rId37" imgW="10668000" imgH="7315200" progId="Equation.DSMT4">
                  <p:embed/>
                  <p:pic>
                    <p:nvPicPr>
                      <p:cNvPr id="0" name="图片 4302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758899" y="2393727"/>
                        <a:ext cx="420688" cy="290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椭圆 39"/>
          <p:cNvSpPr/>
          <p:nvPr/>
        </p:nvSpPr>
        <p:spPr>
          <a:xfrm>
            <a:off x="8163396" y="2343017"/>
            <a:ext cx="61896" cy="68341"/>
          </a:xfrm>
          <a:prstGeom prst="ellipse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9950451" y="2345398"/>
            <a:ext cx="61896" cy="68341"/>
          </a:xfrm>
          <a:prstGeom prst="ellipse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6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  <p:bldP spid="7" grpId="0" bldLvl="0" animBg="1" autoUpdateAnimBg="0"/>
      <p:bldP spid="26" grpId="0"/>
      <p:bldP spid="29" grpId="0" bldLvl="0" animBg="1"/>
      <p:bldP spid="31" grpId="0" bldLvl="0" animBg="1"/>
      <p:bldP spid="32" grpId="0" bldLvl="0" animBg="1"/>
      <p:bldP spid="33" grpId="0" bldLvl="0" animBg="1"/>
      <p:bldP spid="40" grpId="0" bldLvl="0" animBg="1"/>
      <p:bldP spid="42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8" name="文本框 200707"/>
          <p:cNvSpPr txBox="1"/>
          <p:nvPr/>
        </p:nvSpPr>
        <p:spPr>
          <a:xfrm>
            <a:off x="1451610" y="1178560"/>
            <a:ext cx="910463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作业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P165  </a:t>
            </a:r>
            <a:r>
              <a:rPr lang="zh-CN" altLang="en-US" sz="3200">
                <a:latin typeface="Times New Roman" panose="02020603050405020304" pitchFamily="18" charset="0"/>
              </a:rPr>
              <a:t>习题</a:t>
            </a:r>
            <a:r>
              <a:rPr lang="en-US" altLang="zh-CN" sz="3200">
                <a:latin typeface="Times New Roman" panose="02020603050405020304" pitchFamily="18" charset="0"/>
              </a:rPr>
              <a:t>3.2</a:t>
            </a:r>
            <a:r>
              <a:rPr lang="zh-CN" altLang="en-US" sz="3200">
                <a:latin typeface="Times New Roman" panose="02020603050405020304" pitchFamily="18" charset="0"/>
              </a:rPr>
              <a:t>：</a:t>
            </a:r>
            <a:r>
              <a:rPr lang="en-US" altLang="zh-CN" sz="3200">
                <a:latin typeface="Times New Roman" panose="02020603050405020304" pitchFamily="18" charset="0"/>
              </a:rPr>
              <a:t>   7</a:t>
            </a:r>
            <a:r>
              <a:rPr lang="zh-CN" altLang="en-US" sz="3200">
                <a:latin typeface="Times New Roman" panose="02020603050405020304" pitchFamily="18" charset="0"/>
              </a:rPr>
              <a:t>，</a:t>
            </a:r>
            <a:r>
              <a:rPr lang="en-US" altLang="zh-CN" sz="3200">
                <a:latin typeface="Times New Roman" panose="02020603050405020304" pitchFamily="18" charset="0"/>
              </a:rPr>
              <a:t>  13</a:t>
            </a:r>
            <a:r>
              <a:rPr lang="zh-CN" altLang="en-US" sz="3200">
                <a:latin typeface="Times New Roman" panose="02020603050405020304" pitchFamily="18" charset="0"/>
              </a:rPr>
              <a:t>，</a:t>
            </a:r>
            <a:r>
              <a:rPr lang="en-US" altLang="zh-CN" sz="3200">
                <a:latin typeface="Times New Roman" panose="02020603050405020304" pitchFamily="18" charset="0"/>
              </a:rPr>
              <a:t>14.(1)(2)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P183  </a:t>
            </a:r>
            <a:r>
              <a:rPr lang="zh-CN" altLang="en-US" sz="3200">
                <a:latin typeface="Times New Roman" panose="02020603050405020304" pitchFamily="18" charset="0"/>
              </a:rPr>
              <a:t>习题</a:t>
            </a:r>
            <a:r>
              <a:rPr lang="en-US" altLang="zh-CN" sz="3200">
                <a:latin typeface="Times New Roman" panose="02020603050405020304" pitchFamily="18" charset="0"/>
              </a:rPr>
              <a:t>3.3</a:t>
            </a:r>
            <a:r>
              <a:rPr lang="zh-CN" altLang="en-US" sz="3200">
                <a:latin typeface="Times New Roman" panose="02020603050405020304" pitchFamily="18" charset="0"/>
              </a:rPr>
              <a:t>：</a:t>
            </a:r>
            <a:r>
              <a:rPr lang="en-US" altLang="zh-CN" sz="3200">
                <a:latin typeface="Times New Roman" panose="02020603050405020304" pitchFamily="18" charset="0"/>
              </a:rPr>
              <a:t> 1.(4),(6),  3.(4),   5.(3),   6,  8,  </a:t>
            </a:r>
            <a:r>
              <a:rPr lang="en-US" altLang="zh-CN" sz="3200">
                <a:latin typeface="Times New Roman" panose="02020603050405020304" pitchFamily="18" charset="0"/>
              </a:rPr>
              <a:t>9.(2)(3) ,10.(2), 11.(4)                        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04fbddc4-a358-4be6-82db-1299e7c54cfa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4274</Words>
  <Application>WPS 演示</Application>
  <PresentationFormat>宽屏</PresentationFormat>
  <Paragraphs>896</Paragraphs>
  <Slides>49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597</vt:i4>
      </vt:variant>
      <vt:variant>
        <vt:lpstr>幻灯片标题</vt:lpstr>
      </vt:variant>
      <vt:variant>
        <vt:i4>49</vt:i4>
      </vt:variant>
    </vt:vector>
  </HeadingPairs>
  <TitlesOfParts>
    <vt:vector size="664" baseType="lpstr">
      <vt:lpstr>Arial</vt:lpstr>
      <vt:lpstr>宋体</vt:lpstr>
      <vt:lpstr>Wingdings</vt:lpstr>
      <vt:lpstr>Wingdings</vt:lpstr>
      <vt:lpstr>微软雅黑</vt:lpstr>
      <vt:lpstr>华文新魏</vt:lpstr>
      <vt:lpstr>黑体</vt:lpstr>
      <vt:lpstr>楷体</vt:lpstr>
      <vt:lpstr>Times New Roman</vt:lpstr>
      <vt:lpstr>Symbol</vt:lpstr>
      <vt:lpstr>幼圆</vt:lpstr>
      <vt:lpstr>Cambria Math</vt:lpstr>
      <vt:lpstr>Arial Unicode MS</vt:lpstr>
      <vt:lpstr>Calibri</vt:lpstr>
      <vt:lpstr>Symbol</vt:lpstr>
      <vt:lpstr>隶书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183</cp:revision>
  <dcterms:created xsi:type="dcterms:W3CDTF">2019-06-19T02:08:00Z</dcterms:created>
  <dcterms:modified xsi:type="dcterms:W3CDTF">2022-11-25T12:13:35Z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A890FB08DA9F4418A5CF91B979B03A88</vt:lpwstr>
  </property>
</Properties>
</file>