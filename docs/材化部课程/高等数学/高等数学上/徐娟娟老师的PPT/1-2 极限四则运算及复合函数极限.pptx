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42"/>
  </p:notesMasterIdLst>
  <p:sldIdLst>
    <p:sldId id="312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348" r:id="rId23"/>
    <p:sldId id="331" r:id="rId24"/>
    <p:sldId id="332" r:id="rId25"/>
    <p:sldId id="333" r:id="rId26"/>
    <p:sldId id="334" r:id="rId27"/>
    <p:sldId id="349" r:id="rId28"/>
    <p:sldId id="335" r:id="rId29"/>
    <p:sldId id="336" r:id="rId30"/>
    <p:sldId id="337" r:id="rId31"/>
    <p:sldId id="347" r:id="rId32"/>
    <p:sldId id="338" r:id="rId33"/>
    <p:sldId id="339" r:id="rId34"/>
    <p:sldId id="340" r:id="rId35"/>
    <p:sldId id="341" r:id="rId36"/>
    <p:sldId id="342" r:id="rId37"/>
    <p:sldId id="343" r:id="rId38"/>
    <p:sldId id="344" r:id="rId39"/>
    <p:sldId id="345" r:id="rId40"/>
    <p:sldId id="346" r:id="rId41"/>
  </p:sldIdLst>
  <p:sldSz cx="12192000" cy="6858000"/>
  <p:notesSz cx="6858000" cy="9144000"/>
  <p:custDataLst>
    <p:tags r:id="rId4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yan" initials="k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315"/>
        <p:guide pos="375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7" Type="http://schemas.openxmlformats.org/officeDocument/2006/relationships/tags" Target="tags/tag125.xml"/><Relationship Id="rId46" Type="http://schemas.openxmlformats.org/officeDocument/2006/relationships/commentAuthors" Target="commentAuthors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notesMaster" Target="notesMasters/notesMaster1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9.wmf"/><Relationship Id="rId8" Type="http://schemas.openxmlformats.org/officeDocument/2006/relationships/image" Target="../media/image8.wmf"/><Relationship Id="rId7" Type="http://schemas.openxmlformats.org/officeDocument/2006/relationships/image" Target="../media/image7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2" Type="http://schemas.openxmlformats.org/officeDocument/2006/relationships/image" Target="../media/image12.wmf"/><Relationship Id="rId11" Type="http://schemas.openxmlformats.org/officeDocument/2006/relationships/image" Target="../media/image11.wmf"/><Relationship Id="rId10" Type="http://schemas.openxmlformats.org/officeDocument/2006/relationships/image" Target="../media/image10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.wmf"/><Relationship Id="rId8" Type="http://schemas.openxmlformats.org/officeDocument/2006/relationships/image" Target="../media/image20.wmf"/><Relationship Id="rId7" Type="http://schemas.openxmlformats.org/officeDocument/2006/relationships/image" Target="../media/image19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7" Type="http://schemas.openxmlformats.org/officeDocument/2006/relationships/image" Target="../media/image28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7" Type="http://schemas.openxmlformats.org/officeDocument/2006/relationships/image" Target="../media/image35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45.wmf"/><Relationship Id="rId8" Type="http://schemas.openxmlformats.org/officeDocument/2006/relationships/image" Target="../media/image44.wmf"/><Relationship Id="rId7" Type="http://schemas.openxmlformats.org/officeDocument/2006/relationships/image" Target="../media/image43.wmf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2" Type="http://schemas.openxmlformats.org/officeDocument/2006/relationships/image" Target="../media/image48.wmf"/><Relationship Id="rId11" Type="http://schemas.openxmlformats.org/officeDocument/2006/relationships/image" Target="../media/image47.wmf"/><Relationship Id="rId10" Type="http://schemas.openxmlformats.org/officeDocument/2006/relationships/image" Target="../media/image46.wmf"/><Relationship Id="rId1" Type="http://schemas.openxmlformats.org/officeDocument/2006/relationships/image" Target="../media/image37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57.wmf"/><Relationship Id="rId8" Type="http://schemas.openxmlformats.org/officeDocument/2006/relationships/image" Target="../media/image56.wmf"/><Relationship Id="rId7" Type="http://schemas.openxmlformats.org/officeDocument/2006/relationships/image" Target="../media/image55.wmf"/><Relationship Id="rId6" Type="http://schemas.openxmlformats.org/officeDocument/2006/relationships/image" Target="../media/image5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0" Type="http://schemas.openxmlformats.org/officeDocument/2006/relationships/image" Target="../media/image58.wmf"/><Relationship Id="rId1" Type="http://schemas.openxmlformats.org/officeDocument/2006/relationships/image" Target="../media/image49.wmf"/></Relationships>
</file>

<file path=ppt/drawings/_rels/vmlDrawing7.vml.rels><?xml version="1.0" encoding="UTF-8" standalone="yes"?>
<Relationships xmlns="http://schemas.openxmlformats.org/package/2006/relationships"><Relationship Id="rId6" Type="http://schemas.openxmlformats.org/officeDocument/2006/relationships/image" Target="../media/image64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73.wmf"/><Relationship Id="rId8" Type="http://schemas.openxmlformats.org/officeDocument/2006/relationships/image" Target="../media/image72.wmf"/><Relationship Id="rId7" Type="http://schemas.openxmlformats.org/officeDocument/2006/relationships/image" Target="../media/image71.wmf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4" Type="http://schemas.openxmlformats.org/officeDocument/2006/relationships/image" Target="../media/image68.wmf"/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0" Type="http://schemas.openxmlformats.org/officeDocument/2006/relationships/image" Target="../media/image74.wmf"/><Relationship Id="rId1" Type="http://schemas.openxmlformats.org/officeDocument/2006/relationships/image" Target="../media/image65.wmf"/></Relationships>
</file>

<file path=ppt/drawings/_rels/vmlDrawing9.vml.rels><?xml version="1.0" encoding="UTF-8" standalone="yes"?>
<Relationships xmlns="http://schemas.openxmlformats.org/package/2006/relationships"><Relationship Id="rId5" Type="http://schemas.openxmlformats.org/officeDocument/2006/relationships/image" Target="../media/image79.wmf"/><Relationship Id="rId4" Type="http://schemas.openxmlformats.org/officeDocument/2006/relationships/image" Target="../media/image78.wmf"/><Relationship Id="rId3" Type="http://schemas.openxmlformats.org/officeDocument/2006/relationships/image" Target="../media/image77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7" Type="http://schemas.openxmlformats.org/officeDocument/2006/relationships/image" Target="../media/image86.wmf"/><Relationship Id="rId6" Type="http://schemas.openxmlformats.org/officeDocument/2006/relationships/image" Target="../media/image85.wmf"/><Relationship Id="rId5" Type="http://schemas.openxmlformats.org/officeDocument/2006/relationships/image" Target="../media/image84.wmf"/><Relationship Id="rId4" Type="http://schemas.openxmlformats.org/officeDocument/2006/relationships/image" Target="../media/image83.wmf"/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7" Type="http://schemas.openxmlformats.org/officeDocument/2006/relationships/image" Target="../media/image92.wmf"/><Relationship Id="rId6" Type="http://schemas.openxmlformats.org/officeDocument/2006/relationships/image" Target="../media/image91.wmf"/><Relationship Id="rId5" Type="http://schemas.openxmlformats.org/officeDocument/2006/relationships/image" Target="../media/image85.wmf"/><Relationship Id="rId4" Type="http://schemas.openxmlformats.org/officeDocument/2006/relationships/image" Target="../media/image90.wmf"/><Relationship Id="rId3" Type="http://schemas.openxmlformats.org/officeDocument/2006/relationships/image" Target="../media/image89.wmf"/><Relationship Id="rId2" Type="http://schemas.openxmlformats.org/officeDocument/2006/relationships/image" Target="../media/image81.wmf"/><Relationship Id="rId1" Type="http://schemas.openxmlformats.org/officeDocument/2006/relationships/image" Target="../media/image88.wmf"/></Relationships>
</file>

<file path=ppt/drawings/_rels/vmlDrawing12.vml.rels><?xml version="1.0" encoding="UTF-8" standalone="yes"?>
<Relationships xmlns="http://schemas.openxmlformats.org/package/2006/relationships"><Relationship Id="rId5" Type="http://schemas.openxmlformats.org/officeDocument/2006/relationships/image" Target="../media/image98.wmf"/><Relationship Id="rId4" Type="http://schemas.openxmlformats.org/officeDocument/2006/relationships/image" Target="../media/image97.wmf"/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7.wmf"/><Relationship Id="rId8" Type="http://schemas.openxmlformats.org/officeDocument/2006/relationships/image" Target="../media/image106.wmf"/><Relationship Id="rId7" Type="http://schemas.openxmlformats.org/officeDocument/2006/relationships/image" Target="../media/image105.wmf"/><Relationship Id="rId6" Type="http://schemas.openxmlformats.org/officeDocument/2006/relationships/image" Target="../media/image104.wmf"/><Relationship Id="rId5" Type="http://schemas.openxmlformats.org/officeDocument/2006/relationships/image" Target="../media/image103.wmf"/><Relationship Id="rId4" Type="http://schemas.openxmlformats.org/officeDocument/2006/relationships/image" Target="../media/image102.wmf"/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/Relationships>
</file>

<file path=ppt/drawings/_rels/vmlDrawing15.vml.rels><?xml version="1.0" encoding="UTF-8" standalone="yes"?>
<Relationships xmlns="http://schemas.openxmlformats.org/package/2006/relationships"><Relationship Id="rId5" Type="http://schemas.openxmlformats.org/officeDocument/2006/relationships/image" Target="../media/image115.wmf"/><Relationship Id="rId4" Type="http://schemas.openxmlformats.org/officeDocument/2006/relationships/image" Target="../media/image114.wmf"/><Relationship Id="rId3" Type="http://schemas.openxmlformats.org/officeDocument/2006/relationships/image" Target="../media/image113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4.wmf"/><Relationship Id="rId8" Type="http://schemas.openxmlformats.org/officeDocument/2006/relationships/image" Target="../media/image123.wmf"/><Relationship Id="rId7" Type="http://schemas.openxmlformats.org/officeDocument/2006/relationships/image" Target="../media/image122.wmf"/><Relationship Id="rId6" Type="http://schemas.openxmlformats.org/officeDocument/2006/relationships/image" Target="../media/image121.wmf"/><Relationship Id="rId5" Type="http://schemas.openxmlformats.org/officeDocument/2006/relationships/image" Target="../media/image120.wmf"/><Relationship Id="rId4" Type="http://schemas.openxmlformats.org/officeDocument/2006/relationships/image" Target="../media/image119.wmf"/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2" Type="http://schemas.openxmlformats.org/officeDocument/2006/relationships/image" Target="../media/image128.wmf"/><Relationship Id="rId11" Type="http://schemas.openxmlformats.org/officeDocument/2006/relationships/image" Target="../media/image127.wmf"/><Relationship Id="rId10" Type="http://schemas.openxmlformats.org/officeDocument/2006/relationships/image" Target="../media/image125.wmf"/><Relationship Id="rId1" Type="http://schemas.openxmlformats.org/officeDocument/2006/relationships/image" Target="../media/image116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7.wmf"/><Relationship Id="rId8" Type="http://schemas.openxmlformats.org/officeDocument/2006/relationships/image" Target="../media/image136.wmf"/><Relationship Id="rId7" Type="http://schemas.openxmlformats.org/officeDocument/2006/relationships/image" Target="../media/image135.wmf"/><Relationship Id="rId6" Type="http://schemas.openxmlformats.org/officeDocument/2006/relationships/image" Target="../media/image134.wmf"/><Relationship Id="rId5" Type="http://schemas.openxmlformats.org/officeDocument/2006/relationships/image" Target="../media/image133.wmf"/><Relationship Id="rId4" Type="http://schemas.openxmlformats.org/officeDocument/2006/relationships/image" Target="../media/image132.wmf"/><Relationship Id="rId3" Type="http://schemas.openxmlformats.org/officeDocument/2006/relationships/image" Target="../media/image131.wmf"/><Relationship Id="rId2" Type="http://schemas.openxmlformats.org/officeDocument/2006/relationships/image" Target="../media/image130.wmf"/><Relationship Id="rId19" Type="http://schemas.openxmlformats.org/officeDocument/2006/relationships/image" Target="../media/image147.wmf"/><Relationship Id="rId18" Type="http://schemas.openxmlformats.org/officeDocument/2006/relationships/image" Target="../media/image146.wmf"/><Relationship Id="rId17" Type="http://schemas.openxmlformats.org/officeDocument/2006/relationships/image" Target="../media/image145.wmf"/><Relationship Id="rId16" Type="http://schemas.openxmlformats.org/officeDocument/2006/relationships/image" Target="../media/image144.wmf"/><Relationship Id="rId15" Type="http://schemas.openxmlformats.org/officeDocument/2006/relationships/image" Target="../media/image143.wmf"/><Relationship Id="rId14" Type="http://schemas.openxmlformats.org/officeDocument/2006/relationships/image" Target="../media/image142.emf"/><Relationship Id="rId13" Type="http://schemas.openxmlformats.org/officeDocument/2006/relationships/image" Target="../media/image141.wmf"/><Relationship Id="rId12" Type="http://schemas.openxmlformats.org/officeDocument/2006/relationships/image" Target="../media/image140.wmf"/><Relationship Id="rId11" Type="http://schemas.openxmlformats.org/officeDocument/2006/relationships/image" Target="../media/image139.wmf"/><Relationship Id="rId10" Type="http://schemas.openxmlformats.org/officeDocument/2006/relationships/image" Target="../media/image138.wmf"/><Relationship Id="rId1" Type="http://schemas.openxmlformats.org/officeDocument/2006/relationships/image" Target="../media/image129.w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7.wmf"/><Relationship Id="rId8" Type="http://schemas.openxmlformats.org/officeDocument/2006/relationships/image" Target="../media/image146.wmf"/><Relationship Id="rId7" Type="http://schemas.openxmlformats.org/officeDocument/2006/relationships/image" Target="../media/image145.wmf"/><Relationship Id="rId6" Type="http://schemas.openxmlformats.org/officeDocument/2006/relationships/image" Target="../media/image134.wmf"/><Relationship Id="rId5" Type="http://schemas.openxmlformats.org/officeDocument/2006/relationships/image" Target="../media/image133.wmf"/><Relationship Id="rId4" Type="http://schemas.openxmlformats.org/officeDocument/2006/relationships/image" Target="../media/image132.wmf"/><Relationship Id="rId3" Type="http://schemas.openxmlformats.org/officeDocument/2006/relationships/image" Target="../media/image131.wmf"/><Relationship Id="rId2" Type="http://schemas.openxmlformats.org/officeDocument/2006/relationships/image" Target="../media/image130.wmf"/><Relationship Id="rId14" Type="http://schemas.openxmlformats.org/officeDocument/2006/relationships/image" Target="../media/image152.wmf"/><Relationship Id="rId13" Type="http://schemas.openxmlformats.org/officeDocument/2006/relationships/image" Target="../media/image151.wmf"/><Relationship Id="rId12" Type="http://schemas.openxmlformats.org/officeDocument/2006/relationships/image" Target="../media/image150.wmf"/><Relationship Id="rId11" Type="http://schemas.openxmlformats.org/officeDocument/2006/relationships/image" Target="../media/image149.wmf"/><Relationship Id="rId10" Type="http://schemas.openxmlformats.org/officeDocument/2006/relationships/image" Target="../media/image148.wmf"/><Relationship Id="rId1" Type="http://schemas.openxmlformats.org/officeDocument/2006/relationships/image" Target="../media/image129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9.wmf"/><Relationship Id="rId8" Type="http://schemas.openxmlformats.org/officeDocument/2006/relationships/image" Target="../media/image148.wmf"/><Relationship Id="rId7" Type="http://schemas.openxmlformats.org/officeDocument/2006/relationships/image" Target="../media/image153.wmf"/><Relationship Id="rId6" Type="http://schemas.openxmlformats.org/officeDocument/2006/relationships/image" Target="../media/image134.wmf"/><Relationship Id="rId5" Type="http://schemas.openxmlformats.org/officeDocument/2006/relationships/image" Target="../media/image133.wmf"/><Relationship Id="rId4" Type="http://schemas.openxmlformats.org/officeDocument/2006/relationships/image" Target="../media/image132.wmf"/><Relationship Id="rId3" Type="http://schemas.openxmlformats.org/officeDocument/2006/relationships/image" Target="../media/image131.wmf"/><Relationship Id="rId2" Type="http://schemas.openxmlformats.org/officeDocument/2006/relationships/image" Target="../media/image130.wmf"/><Relationship Id="rId12" Type="http://schemas.openxmlformats.org/officeDocument/2006/relationships/image" Target="../media/image155.wmf"/><Relationship Id="rId11" Type="http://schemas.openxmlformats.org/officeDocument/2006/relationships/image" Target="../media/image154.wmf"/><Relationship Id="rId10" Type="http://schemas.openxmlformats.org/officeDocument/2006/relationships/image" Target="../media/image150.wmf"/><Relationship Id="rId1" Type="http://schemas.openxmlformats.org/officeDocument/2006/relationships/image" Target="../media/image129.wmf"/></Relationships>
</file>

<file path=ppt/drawings/_rels/vmlDrawing20.vml.rels><?xml version="1.0" encoding="UTF-8" standalone="yes"?>
<Relationships xmlns="http://schemas.openxmlformats.org/package/2006/relationships"><Relationship Id="rId4" Type="http://schemas.openxmlformats.org/officeDocument/2006/relationships/image" Target="../media/image159.wmf"/><Relationship Id="rId3" Type="http://schemas.openxmlformats.org/officeDocument/2006/relationships/image" Target="../media/image158.wmf"/><Relationship Id="rId2" Type="http://schemas.openxmlformats.org/officeDocument/2006/relationships/image" Target="../media/image157.wmf"/><Relationship Id="rId1" Type="http://schemas.openxmlformats.org/officeDocument/2006/relationships/image" Target="../media/image156.wmf"/></Relationships>
</file>

<file path=ppt/drawings/_rels/vmlDrawing21.vml.rels><?xml version="1.0" encoding="UTF-8" standalone="yes"?>
<Relationships xmlns="http://schemas.openxmlformats.org/package/2006/relationships"><Relationship Id="rId7" Type="http://schemas.openxmlformats.org/officeDocument/2006/relationships/image" Target="../media/image168.wmf"/><Relationship Id="rId6" Type="http://schemas.openxmlformats.org/officeDocument/2006/relationships/image" Target="../media/image165.wmf"/><Relationship Id="rId5" Type="http://schemas.openxmlformats.org/officeDocument/2006/relationships/image" Target="../media/image164.wmf"/><Relationship Id="rId4" Type="http://schemas.openxmlformats.org/officeDocument/2006/relationships/image" Target="../media/image163.wmf"/><Relationship Id="rId3" Type="http://schemas.openxmlformats.org/officeDocument/2006/relationships/image" Target="../media/image162.wmf"/><Relationship Id="rId2" Type="http://schemas.openxmlformats.org/officeDocument/2006/relationships/image" Target="../media/image161.wmf"/><Relationship Id="rId1" Type="http://schemas.openxmlformats.org/officeDocument/2006/relationships/image" Target="../media/image160.wmf"/></Relationships>
</file>

<file path=ppt/drawings/_rels/vmlDrawing2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7.wmf"/><Relationship Id="rId8" Type="http://schemas.openxmlformats.org/officeDocument/2006/relationships/image" Target="../media/image176.wmf"/><Relationship Id="rId7" Type="http://schemas.openxmlformats.org/officeDocument/2006/relationships/image" Target="../media/image175.wmf"/><Relationship Id="rId6" Type="http://schemas.openxmlformats.org/officeDocument/2006/relationships/image" Target="../media/image174.wmf"/><Relationship Id="rId5" Type="http://schemas.openxmlformats.org/officeDocument/2006/relationships/image" Target="../media/image173.wmf"/><Relationship Id="rId4" Type="http://schemas.openxmlformats.org/officeDocument/2006/relationships/image" Target="../media/image172.wmf"/><Relationship Id="rId3" Type="http://schemas.openxmlformats.org/officeDocument/2006/relationships/image" Target="../media/image171.wmf"/><Relationship Id="rId2" Type="http://schemas.openxmlformats.org/officeDocument/2006/relationships/image" Target="../media/image170.wmf"/><Relationship Id="rId10" Type="http://schemas.openxmlformats.org/officeDocument/2006/relationships/image" Target="../media/image178.wmf"/><Relationship Id="rId1" Type="http://schemas.openxmlformats.org/officeDocument/2006/relationships/image" Target="../media/image169.wmf"/></Relationships>
</file>

<file path=ppt/drawings/_rels/vmlDrawing2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74.wmf"/><Relationship Id="rId3" Type="http://schemas.openxmlformats.org/officeDocument/2006/relationships/image" Target="../media/image181.wmf"/><Relationship Id="rId2" Type="http://schemas.openxmlformats.org/officeDocument/2006/relationships/image" Target="../media/image180.wmf"/><Relationship Id="rId1" Type="http://schemas.openxmlformats.org/officeDocument/2006/relationships/image" Target="../media/image179.wmf"/></Relationships>
</file>

<file path=ppt/drawings/_rels/vmlDrawing2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0.wmf"/><Relationship Id="rId8" Type="http://schemas.openxmlformats.org/officeDocument/2006/relationships/image" Target="../media/image189.wmf"/><Relationship Id="rId7" Type="http://schemas.openxmlformats.org/officeDocument/2006/relationships/image" Target="../media/image188.wmf"/><Relationship Id="rId6" Type="http://schemas.openxmlformats.org/officeDocument/2006/relationships/image" Target="../media/image187.wmf"/><Relationship Id="rId5" Type="http://schemas.openxmlformats.org/officeDocument/2006/relationships/image" Target="../media/image186.wmf"/><Relationship Id="rId4" Type="http://schemas.openxmlformats.org/officeDocument/2006/relationships/image" Target="../media/image185.wmf"/><Relationship Id="rId3" Type="http://schemas.openxmlformats.org/officeDocument/2006/relationships/image" Target="../media/image184.wmf"/><Relationship Id="rId2" Type="http://schemas.openxmlformats.org/officeDocument/2006/relationships/image" Target="../media/image183.wmf"/><Relationship Id="rId10" Type="http://schemas.openxmlformats.org/officeDocument/2006/relationships/image" Target="../media/image191.wmf"/><Relationship Id="rId1" Type="http://schemas.openxmlformats.org/officeDocument/2006/relationships/image" Target="../media/image182.wmf"/></Relationships>
</file>

<file path=ppt/drawings/_rels/vmlDrawing25.vml.rels><?xml version="1.0" encoding="UTF-8" standalone="yes"?>
<Relationships xmlns="http://schemas.openxmlformats.org/package/2006/relationships"><Relationship Id="rId7" Type="http://schemas.openxmlformats.org/officeDocument/2006/relationships/image" Target="../media/image185.wmf"/><Relationship Id="rId6" Type="http://schemas.openxmlformats.org/officeDocument/2006/relationships/image" Target="../media/image184.wmf"/><Relationship Id="rId5" Type="http://schemas.openxmlformats.org/officeDocument/2006/relationships/image" Target="../media/image196.wmf"/><Relationship Id="rId4" Type="http://schemas.openxmlformats.org/officeDocument/2006/relationships/image" Target="../media/image195.wmf"/><Relationship Id="rId3" Type="http://schemas.openxmlformats.org/officeDocument/2006/relationships/image" Target="../media/image194.wmf"/><Relationship Id="rId2" Type="http://schemas.openxmlformats.org/officeDocument/2006/relationships/image" Target="../media/image193.wmf"/><Relationship Id="rId1" Type="http://schemas.openxmlformats.org/officeDocument/2006/relationships/image" Target="../media/image192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wmf"/><Relationship Id="rId2" Type="http://schemas.openxmlformats.org/officeDocument/2006/relationships/image" Target="../media/image198.wmf"/><Relationship Id="rId1" Type="http://schemas.openxmlformats.org/officeDocument/2006/relationships/image" Target="../media/image197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wmf"/><Relationship Id="rId2" Type="http://schemas.openxmlformats.org/officeDocument/2006/relationships/image" Target="../media/image198.wmf"/><Relationship Id="rId1" Type="http://schemas.openxmlformats.org/officeDocument/2006/relationships/image" Target="../media/image197.wmf"/></Relationships>
</file>

<file path=ppt/drawings/_rels/vmlDrawing2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4.wmf"/><Relationship Id="rId8" Type="http://schemas.openxmlformats.org/officeDocument/2006/relationships/image" Target="../media/image208.wmf"/><Relationship Id="rId7" Type="http://schemas.openxmlformats.org/officeDocument/2006/relationships/image" Target="../media/image207.wmf"/><Relationship Id="rId6" Type="http://schemas.openxmlformats.org/officeDocument/2006/relationships/image" Target="../media/image206.wmf"/><Relationship Id="rId5" Type="http://schemas.openxmlformats.org/officeDocument/2006/relationships/image" Target="../media/image205.wmf"/><Relationship Id="rId4" Type="http://schemas.openxmlformats.org/officeDocument/2006/relationships/image" Target="../media/image204.wmf"/><Relationship Id="rId3" Type="http://schemas.openxmlformats.org/officeDocument/2006/relationships/image" Target="../media/image203.wmf"/><Relationship Id="rId2" Type="http://schemas.openxmlformats.org/officeDocument/2006/relationships/image" Target="../media/image202.wmf"/><Relationship Id="rId1" Type="http://schemas.openxmlformats.org/officeDocument/2006/relationships/image" Target="../media/image201.wmf"/></Relationships>
</file>

<file path=ppt/drawings/_rels/vmlDrawing29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7.wmf"/><Relationship Id="rId8" Type="http://schemas.openxmlformats.org/officeDocument/2006/relationships/image" Target="../media/image216.wmf"/><Relationship Id="rId7" Type="http://schemas.openxmlformats.org/officeDocument/2006/relationships/image" Target="../media/image215.wmf"/><Relationship Id="rId6" Type="http://schemas.openxmlformats.org/officeDocument/2006/relationships/image" Target="../media/image214.wmf"/><Relationship Id="rId5" Type="http://schemas.openxmlformats.org/officeDocument/2006/relationships/image" Target="../media/image213.wmf"/><Relationship Id="rId4" Type="http://schemas.openxmlformats.org/officeDocument/2006/relationships/image" Target="../media/image212.wmf"/><Relationship Id="rId3" Type="http://schemas.openxmlformats.org/officeDocument/2006/relationships/image" Target="../media/image211.wmf"/><Relationship Id="rId2" Type="http://schemas.openxmlformats.org/officeDocument/2006/relationships/image" Target="../media/image210.wmf"/><Relationship Id="rId16" Type="http://schemas.openxmlformats.org/officeDocument/2006/relationships/image" Target="../media/image224.wmf"/><Relationship Id="rId15" Type="http://schemas.openxmlformats.org/officeDocument/2006/relationships/image" Target="../media/image223.wmf"/><Relationship Id="rId14" Type="http://schemas.openxmlformats.org/officeDocument/2006/relationships/image" Target="../media/image222.wmf"/><Relationship Id="rId13" Type="http://schemas.openxmlformats.org/officeDocument/2006/relationships/image" Target="../media/image221.wmf"/><Relationship Id="rId12" Type="http://schemas.openxmlformats.org/officeDocument/2006/relationships/image" Target="../media/image220.wmf"/><Relationship Id="rId11" Type="http://schemas.openxmlformats.org/officeDocument/2006/relationships/image" Target="../media/image219.wmf"/><Relationship Id="rId10" Type="http://schemas.openxmlformats.org/officeDocument/2006/relationships/image" Target="../media/image218.wmf"/><Relationship Id="rId1" Type="http://schemas.openxmlformats.org/officeDocument/2006/relationships/image" Target="../media/image209.wmf"/></Relationships>
</file>

<file path=ppt/drawings/_rels/vmlDrawing30.vml.rels><?xml version="1.0" encoding="UTF-8" standalone="yes"?>
<Relationships xmlns="http://schemas.openxmlformats.org/package/2006/relationships"><Relationship Id="rId9" Type="http://schemas.openxmlformats.org/officeDocument/2006/relationships/image" Target="../media/image234.wmf"/><Relationship Id="rId8" Type="http://schemas.openxmlformats.org/officeDocument/2006/relationships/image" Target="../media/image233.wmf"/><Relationship Id="rId7" Type="http://schemas.openxmlformats.org/officeDocument/2006/relationships/image" Target="../media/image232.wmf"/><Relationship Id="rId6" Type="http://schemas.openxmlformats.org/officeDocument/2006/relationships/image" Target="../media/image231.wmf"/><Relationship Id="rId5" Type="http://schemas.openxmlformats.org/officeDocument/2006/relationships/image" Target="../media/image230.wmf"/><Relationship Id="rId4" Type="http://schemas.openxmlformats.org/officeDocument/2006/relationships/image" Target="../media/image229.wmf"/><Relationship Id="rId3" Type="http://schemas.openxmlformats.org/officeDocument/2006/relationships/image" Target="../media/image228.wmf"/><Relationship Id="rId2" Type="http://schemas.openxmlformats.org/officeDocument/2006/relationships/image" Target="../media/image227.wmf"/><Relationship Id="rId12" Type="http://schemas.openxmlformats.org/officeDocument/2006/relationships/image" Target="../media/image237.wmf"/><Relationship Id="rId11" Type="http://schemas.openxmlformats.org/officeDocument/2006/relationships/image" Target="../media/image236.wmf"/><Relationship Id="rId10" Type="http://schemas.openxmlformats.org/officeDocument/2006/relationships/image" Target="../media/image235.wmf"/><Relationship Id="rId1" Type="http://schemas.openxmlformats.org/officeDocument/2006/relationships/image" Target="../media/image226.wmf"/></Relationships>
</file>

<file path=ppt/drawings/_rels/vmlDrawing31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6.wmf"/><Relationship Id="rId8" Type="http://schemas.openxmlformats.org/officeDocument/2006/relationships/image" Target="../media/image245.wmf"/><Relationship Id="rId7" Type="http://schemas.openxmlformats.org/officeDocument/2006/relationships/image" Target="../media/image244.wmf"/><Relationship Id="rId6" Type="http://schemas.openxmlformats.org/officeDocument/2006/relationships/image" Target="../media/image243.wmf"/><Relationship Id="rId5" Type="http://schemas.openxmlformats.org/officeDocument/2006/relationships/image" Target="../media/image242.wmf"/><Relationship Id="rId4" Type="http://schemas.openxmlformats.org/officeDocument/2006/relationships/image" Target="../media/image241.wmf"/><Relationship Id="rId3" Type="http://schemas.openxmlformats.org/officeDocument/2006/relationships/image" Target="../media/image240.wmf"/><Relationship Id="rId2" Type="http://schemas.openxmlformats.org/officeDocument/2006/relationships/image" Target="../media/image239.wmf"/><Relationship Id="rId13" Type="http://schemas.openxmlformats.org/officeDocument/2006/relationships/image" Target="../media/image250.wmf"/><Relationship Id="rId12" Type="http://schemas.openxmlformats.org/officeDocument/2006/relationships/image" Target="../media/image249.wmf"/><Relationship Id="rId11" Type="http://schemas.openxmlformats.org/officeDocument/2006/relationships/image" Target="../media/image248.wmf"/><Relationship Id="rId10" Type="http://schemas.openxmlformats.org/officeDocument/2006/relationships/image" Target="../media/image247.wmf"/><Relationship Id="rId1" Type="http://schemas.openxmlformats.org/officeDocument/2006/relationships/image" Target="../media/image238.wmf"/></Relationships>
</file>

<file path=ppt/drawings/_rels/vmlDrawing3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59.wmf"/><Relationship Id="rId8" Type="http://schemas.openxmlformats.org/officeDocument/2006/relationships/image" Target="../media/image258.wmf"/><Relationship Id="rId7" Type="http://schemas.openxmlformats.org/officeDocument/2006/relationships/image" Target="../media/image257.wmf"/><Relationship Id="rId6" Type="http://schemas.openxmlformats.org/officeDocument/2006/relationships/image" Target="../media/image256.wmf"/><Relationship Id="rId5" Type="http://schemas.openxmlformats.org/officeDocument/2006/relationships/image" Target="../media/image255.wmf"/><Relationship Id="rId4" Type="http://schemas.openxmlformats.org/officeDocument/2006/relationships/image" Target="../media/image254.wmf"/><Relationship Id="rId3" Type="http://schemas.openxmlformats.org/officeDocument/2006/relationships/image" Target="../media/image253.wmf"/><Relationship Id="rId2" Type="http://schemas.openxmlformats.org/officeDocument/2006/relationships/image" Target="../media/image252.wmf"/><Relationship Id="rId14" Type="http://schemas.openxmlformats.org/officeDocument/2006/relationships/image" Target="../media/image264.wmf"/><Relationship Id="rId13" Type="http://schemas.openxmlformats.org/officeDocument/2006/relationships/image" Target="../media/image263.wmf"/><Relationship Id="rId12" Type="http://schemas.openxmlformats.org/officeDocument/2006/relationships/image" Target="../media/image262.wmf"/><Relationship Id="rId11" Type="http://schemas.openxmlformats.org/officeDocument/2006/relationships/image" Target="../media/image261.wmf"/><Relationship Id="rId10" Type="http://schemas.openxmlformats.org/officeDocument/2006/relationships/image" Target="../media/image260.wmf"/><Relationship Id="rId1" Type="http://schemas.openxmlformats.org/officeDocument/2006/relationships/image" Target="../media/image251.wmf"/></Relationships>
</file>

<file path=ppt/drawings/_rels/vmlDrawing33.vml.rels><?xml version="1.0" encoding="UTF-8" standalone="yes"?>
<Relationships xmlns="http://schemas.openxmlformats.org/package/2006/relationships"><Relationship Id="rId6" Type="http://schemas.openxmlformats.org/officeDocument/2006/relationships/image" Target="../media/image81.wmf"/><Relationship Id="rId5" Type="http://schemas.openxmlformats.org/officeDocument/2006/relationships/image" Target="../media/image80.wmf"/><Relationship Id="rId4" Type="http://schemas.openxmlformats.org/officeDocument/2006/relationships/image" Target="../media/image269.wmf"/><Relationship Id="rId3" Type="http://schemas.openxmlformats.org/officeDocument/2006/relationships/image" Target="../media/image268.wmf"/><Relationship Id="rId2" Type="http://schemas.openxmlformats.org/officeDocument/2006/relationships/image" Target="../media/image267.wmf"/><Relationship Id="rId1" Type="http://schemas.openxmlformats.org/officeDocument/2006/relationships/image" Target="../media/image266.wmf"/></Relationships>
</file>

<file path=ppt/drawings/_rels/vmlDrawing3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3.wmf"/><Relationship Id="rId8" Type="http://schemas.openxmlformats.org/officeDocument/2006/relationships/image" Target="../media/image277.wmf"/><Relationship Id="rId7" Type="http://schemas.openxmlformats.org/officeDocument/2006/relationships/image" Target="../media/image276.wmf"/><Relationship Id="rId6" Type="http://schemas.openxmlformats.org/officeDocument/2006/relationships/image" Target="../media/image275.wmf"/><Relationship Id="rId5" Type="http://schemas.openxmlformats.org/officeDocument/2006/relationships/image" Target="../media/image274.wmf"/><Relationship Id="rId4" Type="http://schemas.openxmlformats.org/officeDocument/2006/relationships/image" Target="../media/image273.wmf"/><Relationship Id="rId3" Type="http://schemas.openxmlformats.org/officeDocument/2006/relationships/image" Target="../media/image272.wmf"/><Relationship Id="rId2" Type="http://schemas.openxmlformats.org/officeDocument/2006/relationships/image" Target="../media/image271.wmf"/><Relationship Id="rId1" Type="http://schemas.openxmlformats.org/officeDocument/2006/relationships/image" Target="../media/image270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6" Type="http://schemas.openxmlformats.org/officeDocument/2006/relationships/vmlDrawing" Target="../drawings/vmlDrawing1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12.wmf"/><Relationship Id="rId23" Type="http://schemas.openxmlformats.org/officeDocument/2006/relationships/oleObject" Target="../embeddings/oleObject12.bin"/><Relationship Id="rId22" Type="http://schemas.openxmlformats.org/officeDocument/2006/relationships/image" Target="../media/image11.wmf"/><Relationship Id="rId21" Type="http://schemas.openxmlformats.org/officeDocument/2006/relationships/oleObject" Target="../embeddings/oleObject11.bin"/><Relationship Id="rId20" Type="http://schemas.openxmlformats.org/officeDocument/2006/relationships/image" Target="../media/image10.wmf"/><Relationship Id="rId2" Type="http://schemas.openxmlformats.org/officeDocument/2006/relationships/image" Target="../media/image1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9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8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7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6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.bin"/><Relationship Id="rId8" Type="http://schemas.openxmlformats.org/officeDocument/2006/relationships/image" Target="../media/image16.wmf"/><Relationship Id="rId7" Type="http://schemas.openxmlformats.org/officeDocument/2006/relationships/oleObject" Target="../embeddings/oleObject16.bin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4.bin"/><Relationship Id="rId20" Type="http://schemas.openxmlformats.org/officeDocument/2006/relationships/vmlDrawing" Target="../drawings/vmlDrawing2.vml"/><Relationship Id="rId2" Type="http://schemas.openxmlformats.org/officeDocument/2006/relationships/image" Target="../media/image13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21.wmf"/><Relationship Id="rId17" Type="http://schemas.openxmlformats.org/officeDocument/2006/relationships/oleObject" Target="../embeddings/oleObject21.bin"/><Relationship Id="rId16" Type="http://schemas.openxmlformats.org/officeDocument/2006/relationships/image" Target="../media/image20.wmf"/><Relationship Id="rId15" Type="http://schemas.openxmlformats.org/officeDocument/2006/relationships/oleObject" Target="../embeddings/oleObject20.bin"/><Relationship Id="rId14" Type="http://schemas.openxmlformats.org/officeDocument/2006/relationships/image" Target="../media/image19.wmf"/><Relationship Id="rId13" Type="http://schemas.openxmlformats.org/officeDocument/2006/relationships/oleObject" Target="../embeddings/oleObject19.bin"/><Relationship Id="rId12" Type="http://schemas.openxmlformats.org/officeDocument/2006/relationships/image" Target="../media/image18.wmf"/><Relationship Id="rId11" Type="http://schemas.openxmlformats.org/officeDocument/2006/relationships/oleObject" Target="../embeddings/oleObject18.bin"/><Relationship Id="rId10" Type="http://schemas.openxmlformats.org/officeDocument/2006/relationships/image" Target="../media/image17.wmf"/><Relationship Id="rId1" Type="http://schemas.openxmlformats.org/officeDocument/2006/relationships/oleObject" Target="../embeddings/oleObject13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.bin"/><Relationship Id="rId8" Type="http://schemas.openxmlformats.org/officeDocument/2006/relationships/image" Target="../media/image25.wmf"/><Relationship Id="rId7" Type="http://schemas.openxmlformats.org/officeDocument/2006/relationships/oleObject" Target="../embeddings/oleObject25.bin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3.wmf"/><Relationship Id="rId3" Type="http://schemas.openxmlformats.org/officeDocument/2006/relationships/oleObject" Target="../embeddings/oleObject23.bin"/><Relationship Id="rId2" Type="http://schemas.openxmlformats.org/officeDocument/2006/relationships/image" Target="../media/image22.wmf"/><Relationship Id="rId16" Type="http://schemas.openxmlformats.org/officeDocument/2006/relationships/vmlDrawing" Target="../drawings/vmlDrawing3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28.wmf"/><Relationship Id="rId13" Type="http://schemas.openxmlformats.org/officeDocument/2006/relationships/oleObject" Target="../embeddings/oleObject28.bin"/><Relationship Id="rId12" Type="http://schemas.openxmlformats.org/officeDocument/2006/relationships/image" Target="../media/image27.wmf"/><Relationship Id="rId11" Type="http://schemas.openxmlformats.org/officeDocument/2006/relationships/oleObject" Target="../embeddings/oleObject27.bin"/><Relationship Id="rId10" Type="http://schemas.openxmlformats.org/officeDocument/2006/relationships/image" Target="../media/image26.wmf"/><Relationship Id="rId1" Type="http://schemas.openxmlformats.org/officeDocument/2006/relationships/oleObject" Target="../embeddings/oleObject22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.bin"/><Relationship Id="rId8" Type="http://schemas.openxmlformats.org/officeDocument/2006/relationships/image" Target="../media/image32.wmf"/><Relationship Id="rId7" Type="http://schemas.openxmlformats.org/officeDocument/2006/relationships/oleObject" Target="../embeddings/oleObject32.bin"/><Relationship Id="rId6" Type="http://schemas.openxmlformats.org/officeDocument/2006/relationships/image" Target="../media/image31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0.w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29.wmf"/><Relationship Id="rId18" Type="http://schemas.openxmlformats.org/officeDocument/2006/relationships/vmlDrawing" Target="../drawings/vmlDrawing4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36.wmf"/><Relationship Id="rId15" Type="http://schemas.openxmlformats.org/officeDocument/2006/relationships/oleObject" Target="../embeddings/oleObject36.bin"/><Relationship Id="rId14" Type="http://schemas.openxmlformats.org/officeDocument/2006/relationships/image" Target="../media/image35.wmf"/><Relationship Id="rId13" Type="http://schemas.openxmlformats.org/officeDocument/2006/relationships/oleObject" Target="../embeddings/oleObject35.bin"/><Relationship Id="rId12" Type="http://schemas.openxmlformats.org/officeDocument/2006/relationships/image" Target="../media/image34.wmf"/><Relationship Id="rId11" Type="http://schemas.openxmlformats.org/officeDocument/2006/relationships/oleObject" Target="../embeddings/oleObject34.bin"/><Relationship Id="rId10" Type="http://schemas.openxmlformats.org/officeDocument/2006/relationships/image" Target="../media/image33.wmf"/><Relationship Id="rId1" Type="http://schemas.openxmlformats.org/officeDocument/2006/relationships/oleObject" Target="../embeddings/oleObject29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1.bin"/><Relationship Id="rId8" Type="http://schemas.openxmlformats.org/officeDocument/2006/relationships/image" Target="../media/image40.wmf"/><Relationship Id="rId7" Type="http://schemas.openxmlformats.org/officeDocument/2006/relationships/oleObject" Target="../embeddings/oleObject40.bin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38.wmf"/><Relationship Id="rId3" Type="http://schemas.openxmlformats.org/officeDocument/2006/relationships/oleObject" Target="../embeddings/oleObject38.bin"/><Relationship Id="rId26" Type="http://schemas.openxmlformats.org/officeDocument/2006/relationships/vmlDrawing" Target="../drawings/vmlDrawing5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48.wmf"/><Relationship Id="rId23" Type="http://schemas.openxmlformats.org/officeDocument/2006/relationships/oleObject" Target="../embeddings/oleObject48.bin"/><Relationship Id="rId22" Type="http://schemas.openxmlformats.org/officeDocument/2006/relationships/image" Target="../media/image47.wmf"/><Relationship Id="rId21" Type="http://schemas.openxmlformats.org/officeDocument/2006/relationships/oleObject" Target="../embeddings/oleObject47.bin"/><Relationship Id="rId20" Type="http://schemas.openxmlformats.org/officeDocument/2006/relationships/image" Target="../media/image46.wmf"/><Relationship Id="rId2" Type="http://schemas.openxmlformats.org/officeDocument/2006/relationships/image" Target="../media/image37.wmf"/><Relationship Id="rId19" Type="http://schemas.openxmlformats.org/officeDocument/2006/relationships/oleObject" Target="../embeddings/oleObject46.bin"/><Relationship Id="rId18" Type="http://schemas.openxmlformats.org/officeDocument/2006/relationships/image" Target="../media/image45.wmf"/><Relationship Id="rId17" Type="http://schemas.openxmlformats.org/officeDocument/2006/relationships/oleObject" Target="../embeddings/oleObject45.bin"/><Relationship Id="rId16" Type="http://schemas.openxmlformats.org/officeDocument/2006/relationships/image" Target="../media/image44.wmf"/><Relationship Id="rId15" Type="http://schemas.openxmlformats.org/officeDocument/2006/relationships/oleObject" Target="../embeddings/oleObject44.bin"/><Relationship Id="rId14" Type="http://schemas.openxmlformats.org/officeDocument/2006/relationships/image" Target="../media/image43.wmf"/><Relationship Id="rId13" Type="http://schemas.openxmlformats.org/officeDocument/2006/relationships/oleObject" Target="../embeddings/oleObject43.bin"/><Relationship Id="rId12" Type="http://schemas.openxmlformats.org/officeDocument/2006/relationships/image" Target="../media/image42.wmf"/><Relationship Id="rId11" Type="http://schemas.openxmlformats.org/officeDocument/2006/relationships/oleObject" Target="../embeddings/oleObject42.bin"/><Relationship Id="rId10" Type="http://schemas.openxmlformats.org/officeDocument/2006/relationships/image" Target="../media/image41.wmf"/><Relationship Id="rId1" Type="http://schemas.openxmlformats.org/officeDocument/2006/relationships/oleObject" Target="../embeddings/oleObject37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3.bin"/><Relationship Id="rId8" Type="http://schemas.openxmlformats.org/officeDocument/2006/relationships/image" Target="../media/image52.wmf"/><Relationship Id="rId7" Type="http://schemas.openxmlformats.org/officeDocument/2006/relationships/oleObject" Target="../embeddings/oleObject52.bin"/><Relationship Id="rId6" Type="http://schemas.openxmlformats.org/officeDocument/2006/relationships/image" Target="../media/image51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50.wmf"/><Relationship Id="rId3" Type="http://schemas.openxmlformats.org/officeDocument/2006/relationships/oleObject" Target="../embeddings/oleObject50.bin"/><Relationship Id="rId22" Type="http://schemas.openxmlformats.org/officeDocument/2006/relationships/vmlDrawing" Target="../drawings/vmlDrawing6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58.wmf"/><Relationship Id="rId2" Type="http://schemas.openxmlformats.org/officeDocument/2006/relationships/image" Target="../media/image49.wmf"/><Relationship Id="rId19" Type="http://schemas.openxmlformats.org/officeDocument/2006/relationships/oleObject" Target="../embeddings/oleObject58.bin"/><Relationship Id="rId18" Type="http://schemas.openxmlformats.org/officeDocument/2006/relationships/image" Target="../media/image57.wmf"/><Relationship Id="rId17" Type="http://schemas.openxmlformats.org/officeDocument/2006/relationships/oleObject" Target="../embeddings/oleObject57.bin"/><Relationship Id="rId16" Type="http://schemas.openxmlformats.org/officeDocument/2006/relationships/image" Target="../media/image56.wmf"/><Relationship Id="rId15" Type="http://schemas.openxmlformats.org/officeDocument/2006/relationships/oleObject" Target="../embeddings/oleObject56.bin"/><Relationship Id="rId14" Type="http://schemas.openxmlformats.org/officeDocument/2006/relationships/image" Target="../media/image55.wmf"/><Relationship Id="rId13" Type="http://schemas.openxmlformats.org/officeDocument/2006/relationships/oleObject" Target="../embeddings/oleObject55.bin"/><Relationship Id="rId12" Type="http://schemas.openxmlformats.org/officeDocument/2006/relationships/image" Target="../media/image54.wmf"/><Relationship Id="rId11" Type="http://schemas.openxmlformats.org/officeDocument/2006/relationships/oleObject" Target="../embeddings/oleObject54.bin"/><Relationship Id="rId10" Type="http://schemas.openxmlformats.org/officeDocument/2006/relationships/image" Target="../media/image53.wmf"/><Relationship Id="rId1" Type="http://schemas.openxmlformats.org/officeDocument/2006/relationships/oleObject" Target="../embeddings/oleObject49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3.bin"/><Relationship Id="rId8" Type="http://schemas.openxmlformats.org/officeDocument/2006/relationships/image" Target="../media/image62.wmf"/><Relationship Id="rId7" Type="http://schemas.openxmlformats.org/officeDocument/2006/relationships/oleObject" Target="../embeddings/oleObject62.bin"/><Relationship Id="rId6" Type="http://schemas.openxmlformats.org/officeDocument/2006/relationships/image" Target="../media/image61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60.wmf"/><Relationship Id="rId3" Type="http://schemas.openxmlformats.org/officeDocument/2006/relationships/oleObject" Target="../embeddings/oleObject60.bin"/><Relationship Id="rId2" Type="http://schemas.openxmlformats.org/officeDocument/2006/relationships/image" Target="../media/image59.wmf"/><Relationship Id="rId14" Type="http://schemas.openxmlformats.org/officeDocument/2006/relationships/vmlDrawing" Target="../drawings/vmlDrawing7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64.wmf"/><Relationship Id="rId11" Type="http://schemas.openxmlformats.org/officeDocument/2006/relationships/oleObject" Target="../embeddings/oleObject64.bin"/><Relationship Id="rId10" Type="http://schemas.openxmlformats.org/officeDocument/2006/relationships/image" Target="../media/image63.wmf"/><Relationship Id="rId1" Type="http://schemas.openxmlformats.org/officeDocument/2006/relationships/oleObject" Target="../embeddings/oleObject59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9.bin"/><Relationship Id="rId8" Type="http://schemas.openxmlformats.org/officeDocument/2006/relationships/image" Target="../media/image68.wmf"/><Relationship Id="rId7" Type="http://schemas.openxmlformats.org/officeDocument/2006/relationships/oleObject" Target="../embeddings/oleObject68.bin"/><Relationship Id="rId6" Type="http://schemas.openxmlformats.org/officeDocument/2006/relationships/image" Target="../media/image67.w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66.wmf"/><Relationship Id="rId3" Type="http://schemas.openxmlformats.org/officeDocument/2006/relationships/oleObject" Target="../embeddings/oleObject66.bin"/><Relationship Id="rId23" Type="http://schemas.openxmlformats.org/officeDocument/2006/relationships/vmlDrawing" Target="../drawings/vmlDrawing8.vml"/><Relationship Id="rId22" Type="http://schemas.openxmlformats.org/officeDocument/2006/relationships/slideLayout" Target="../slideLayouts/slideLayout18.xml"/><Relationship Id="rId21" Type="http://schemas.openxmlformats.org/officeDocument/2006/relationships/image" Target="../media/image74.wmf"/><Relationship Id="rId20" Type="http://schemas.openxmlformats.org/officeDocument/2006/relationships/oleObject" Target="../embeddings/oleObject75.bin"/><Relationship Id="rId2" Type="http://schemas.openxmlformats.org/officeDocument/2006/relationships/image" Target="../media/image65.wmf"/><Relationship Id="rId19" Type="http://schemas.openxmlformats.org/officeDocument/2006/relationships/image" Target="../media/image73.wmf"/><Relationship Id="rId18" Type="http://schemas.openxmlformats.org/officeDocument/2006/relationships/oleObject" Target="../embeddings/oleObject74.bin"/><Relationship Id="rId17" Type="http://schemas.openxmlformats.org/officeDocument/2006/relationships/image" Target="../media/image72.wmf"/><Relationship Id="rId16" Type="http://schemas.openxmlformats.org/officeDocument/2006/relationships/oleObject" Target="../embeddings/oleObject73.bin"/><Relationship Id="rId15" Type="http://schemas.openxmlformats.org/officeDocument/2006/relationships/oleObject" Target="../embeddings/oleObject72.bin"/><Relationship Id="rId14" Type="http://schemas.openxmlformats.org/officeDocument/2006/relationships/image" Target="../media/image71.wmf"/><Relationship Id="rId13" Type="http://schemas.openxmlformats.org/officeDocument/2006/relationships/oleObject" Target="../embeddings/oleObject71.bin"/><Relationship Id="rId12" Type="http://schemas.openxmlformats.org/officeDocument/2006/relationships/image" Target="../media/image70.wmf"/><Relationship Id="rId11" Type="http://schemas.openxmlformats.org/officeDocument/2006/relationships/oleObject" Target="../embeddings/oleObject70.bin"/><Relationship Id="rId10" Type="http://schemas.openxmlformats.org/officeDocument/2006/relationships/image" Target="../media/image69.wmf"/><Relationship Id="rId1" Type="http://schemas.openxmlformats.org/officeDocument/2006/relationships/oleObject" Target="../embeddings/oleObject65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0.bin"/><Relationship Id="rId8" Type="http://schemas.openxmlformats.org/officeDocument/2006/relationships/image" Target="../media/image78.wmf"/><Relationship Id="rId7" Type="http://schemas.openxmlformats.org/officeDocument/2006/relationships/oleObject" Target="../embeddings/oleObject79.bin"/><Relationship Id="rId6" Type="http://schemas.openxmlformats.org/officeDocument/2006/relationships/image" Target="../media/image77.w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76.wmf"/><Relationship Id="rId3" Type="http://schemas.openxmlformats.org/officeDocument/2006/relationships/oleObject" Target="../embeddings/oleObject77.bin"/><Relationship Id="rId2" Type="http://schemas.openxmlformats.org/officeDocument/2006/relationships/image" Target="../media/image75.wmf"/><Relationship Id="rId12" Type="http://schemas.openxmlformats.org/officeDocument/2006/relationships/vmlDrawing" Target="../drawings/vmlDrawing9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79.wmf"/><Relationship Id="rId1" Type="http://schemas.openxmlformats.org/officeDocument/2006/relationships/oleObject" Target="../embeddings/oleObject76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5.bin"/><Relationship Id="rId8" Type="http://schemas.openxmlformats.org/officeDocument/2006/relationships/image" Target="../media/image83.wmf"/><Relationship Id="rId7" Type="http://schemas.openxmlformats.org/officeDocument/2006/relationships/oleObject" Target="../embeddings/oleObject84.bin"/><Relationship Id="rId6" Type="http://schemas.openxmlformats.org/officeDocument/2006/relationships/image" Target="../media/image82.wmf"/><Relationship Id="rId5" Type="http://schemas.openxmlformats.org/officeDocument/2006/relationships/oleObject" Target="../embeddings/oleObject83.bin"/><Relationship Id="rId4" Type="http://schemas.openxmlformats.org/officeDocument/2006/relationships/image" Target="../media/image81.wmf"/><Relationship Id="rId3" Type="http://schemas.openxmlformats.org/officeDocument/2006/relationships/oleObject" Target="../embeddings/oleObject82.bin"/><Relationship Id="rId2" Type="http://schemas.openxmlformats.org/officeDocument/2006/relationships/image" Target="../media/image80.wmf"/><Relationship Id="rId18" Type="http://schemas.openxmlformats.org/officeDocument/2006/relationships/vmlDrawing" Target="../drawings/vmlDrawing10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87.wmf"/><Relationship Id="rId15" Type="http://schemas.openxmlformats.org/officeDocument/2006/relationships/oleObject" Target="../embeddings/oleObject88.bin"/><Relationship Id="rId14" Type="http://schemas.openxmlformats.org/officeDocument/2006/relationships/image" Target="../media/image86.wmf"/><Relationship Id="rId13" Type="http://schemas.openxmlformats.org/officeDocument/2006/relationships/oleObject" Target="../embeddings/oleObject87.bin"/><Relationship Id="rId12" Type="http://schemas.openxmlformats.org/officeDocument/2006/relationships/image" Target="../media/image85.wmf"/><Relationship Id="rId11" Type="http://schemas.openxmlformats.org/officeDocument/2006/relationships/oleObject" Target="../embeddings/oleObject86.bin"/><Relationship Id="rId10" Type="http://schemas.openxmlformats.org/officeDocument/2006/relationships/image" Target="../media/image84.wmf"/><Relationship Id="rId1" Type="http://schemas.openxmlformats.org/officeDocument/2006/relationships/oleObject" Target="../embeddings/oleObject81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3.bin"/><Relationship Id="rId8" Type="http://schemas.openxmlformats.org/officeDocument/2006/relationships/image" Target="../media/image90.wmf"/><Relationship Id="rId7" Type="http://schemas.openxmlformats.org/officeDocument/2006/relationships/oleObject" Target="../embeddings/oleObject92.bin"/><Relationship Id="rId6" Type="http://schemas.openxmlformats.org/officeDocument/2006/relationships/image" Target="../media/image89.w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81.wmf"/><Relationship Id="rId3" Type="http://schemas.openxmlformats.org/officeDocument/2006/relationships/oleObject" Target="../embeddings/oleObject90.bin"/><Relationship Id="rId2" Type="http://schemas.openxmlformats.org/officeDocument/2006/relationships/image" Target="../media/image88.wmf"/><Relationship Id="rId18" Type="http://schemas.openxmlformats.org/officeDocument/2006/relationships/vmlDrawing" Target="../drawings/vmlDrawing11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93.wmf"/><Relationship Id="rId15" Type="http://schemas.openxmlformats.org/officeDocument/2006/relationships/oleObject" Target="../embeddings/oleObject96.bin"/><Relationship Id="rId14" Type="http://schemas.openxmlformats.org/officeDocument/2006/relationships/image" Target="../media/image92.wmf"/><Relationship Id="rId13" Type="http://schemas.openxmlformats.org/officeDocument/2006/relationships/oleObject" Target="../embeddings/oleObject95.bin"/><Relationship Id="rId12" Type="http://schemas.openxmlformats.org/officeDocument/2006/relationships/image" Target="../media/image91.wmf"/><Relationship Id="rId11" Type="http://schemas.openxmlformats.org/officeDocument/2006/relationships/oleObject" Target="../embeddings/oleObject94.bin"/><Relationship Id="rId10" Type="http://schemas.openxmlformats.org/officeDocument/2006/relationships/image" Target="../media/image85.wmf"/><Relationship Id="rId1" Type="http://schemas.openxmlformats.org/officeDocument/2006/relationships/oleObject" Target="../embeddings/oleObject89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1.bin"/><Relationship Id="rId8" Type="http://schemas.openxmlformats.org/officeDocument/2006/relationships/image" Target="../media/image97.wmf"/><Relationship Id="rId7" Type="http://schemas.openxmlformats.org/officeDocument/2006/relationships/oleObject" Target="../embeddings/oleObject100.bin"/><Relationship Id="rId6" Type="http://schemas.openxmlformats.org/officeDocument/2006/relationships/image" Target="../media/image96.wmf"/><Relationship Id="rId5" Type="http://schemas.openxmlformats.org/officeDocument/2006/relationships/oleObject" Target="../embeddings/oleObject99.bin"/><Relationship Id="rId4" Type="http://schemas.openxmlformats.org/officeDocument/2006/relationships/image" Target="../media/image95.wmf"/><Relationship Id="rId3" Type="http://schemas.openxmlformats.org/officeDocument/2006/relationships/oleObject" Target="../embeddings/oleObject98.bin"/><Relationship Id="rId2" Type="http://schemas.openxmlformats.org/officeDocument/2006/relationships/image" Target="../media/image94.wmf"/><Relationship Id="rId12" Type="http://schemas.openxmlformats.org/officeDocument/2006/relationships/vmlDrawing" Target="../drawings/vmlDrawing12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98.wmf"/><Relationship Id="rId1" Type="http://schemas.openxmlformats.org/officeDocument/2006/relationships/oleObject" Target="../embeddings/oleObject97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6.bin"/><Relationship Id="rId8" Type="http://schemas.openxmlformats.org/officeDocument/2006/relationships/image" Target="../media/image102.wmf"/><Relationship Id="rId7" Type="http://schemas.openxmlformats.org/officeDocument/2006/relationships/oleObject" Target="../embeddings/oleObject105.bin"/><Relationship Id="rId6" Type="http://schemas.openxmlformats.org/officeDocument/2006/relationships/image" Target="../media/image101.wmf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100.wmf"/><Relationship Id="rId3" Type="http://schemas.openxmlformats.org/officeDocument/2006/relationships/oleObject" Target="../embeddings/oleObject103.bin"/><Relationship Id="rId23" Type="http://schemas.openxmlformats.org/officeDocument/2006/relationships/vmlDrawing" Target="../drawings/vmlDrawing13.vml"/><Relationship Id="rId22" Type="http://schemas.openxmlformats.org/officeDocument/2006/relationships/slideLayout" Target="../slideLayouts/slideLayout18.xml"/><Relationship Id="rId21" Type="http://schemas.openxmlformats.org/officeDocument/2006/relationships/image" Target="../media/image107.wmf"/><Relationship Id="rId20" Type="http://schemas.openxmlformats.org/officeDocument/2006/relationships/oleObject" Target="../embeddings/oleObject113.bin"/><Relationship Id="rId2" Type="http://schemas.openxmlformats.org/officeDocument/2006/relationships/image" Target="../media/image99.wmf"/><Relationship Id="rId19" Type="http://schemas.openxmlformats.org/officeDocument/2006/relationships/image" Target="../media/image106.wmf"/><Relationship Id="rId18" Type="http://schemas.openxmlformats.org/officeDocument/2006/relationships/oleObject" Target="../embeddings/oleObject112.bin"/><Relationship Id="rId17" Type="http://schemas.openxmlformats.org/officeDocument/2006/relationships/image" Target="../media/image105.wmf"/><Relationship Id="rId16" Type="http://schemas.openxmlformats.org/officeDocument/2006/relationships/oleObject" Target="../embeddings/oleObject111.bin"/><Relationship Id="rId15" Type="http://schemas.openxmlformats.org/officeDocument/2006/relationships/image" Target="../media/image104.wmf"/><Relationship Id="rId14" Type="http://schemas.openxmlformats.org/officeDocument/2006/relationships/oleObject" Target="../embeddings/oleObject110.bin"/><Relationship Id="rId13" Type="http://schemas.openxmlformats.org/officeDocument/2006/relationships/oleObject" Target="../embeddings/oleObject109.bin"/><Relationship Id="rId12" Type="http://schemas.openxmlformats.org/officeDocument/2006/relationships/image" Target="../media/image103.wmf"/><Relationship Id="rId11" Type="http://schemas.openxmlformats.org/officeDocument/2006/relationships/oleObject" Target="../embeddings/oleObject108.bin"/><Relationship Id="rId10" Type="http://schemas.openxmlformats.org/officeDocument/2006/relationships/oleObject" Target="../embeddings/oleObject107.bin"/><Relationship Id="rId1" Type="http://schemas.openxmlformats.org/officeDocument/2006/relationships/oleObject" Target="../embeddings/oleObject102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4.v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110.wmf"/><Relationship Id="rId5" Type="http://schemas.openxmlformats.org/officeDocument/2006/relationships/oleObject" Target="../embeddings/oleObject116.bin"/><Relationship Id="rId4" Type="http://schemas.openxmlformats.org/officeDocument/2006/relationships/image" Target="../media/image109.wmf"/><Relationship Id="rId3" Type="http://schemas.openxmlformats.org/officeDocument/2006/relationships/oleObject" Target="../embeddings/oleObject115.bin"/><Relationship Id="rId2" Type="http://schemas.openxmlformats.org/officeDocument/2006/relationships/image" Target="../media/image108.wmf"/><Relationship Id="rId1" Type="http://schemas.openxmlformats.org/officeDocument/2006/relationships/oleObject" Target="../embeddings/oleObject114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1.bin"/><Relationship Id="rId8" Type="http://schemas.openxmlformats.org/officeDocument/2006/relationships/image" Target="../media/image114.wmf"/><Relationship Id="rId7" Type="http://schemas.openxmlformats.org/officeDocument/2006/relationships/oleObject" Target="../embeddings/oleObject120.bin"/><Relationship Id="rId6" Type="http://schemas.openxmlformats.org/officeDocument/2006/relationships/image" Target="../media/image113.wmf"/><Relationship Id="rId5" Type="http://schemas.openxmlformats.org/officeDocument/2006/relationships/oleObject" Target="../embeddings/oleObject119.bin"/><Relationship Id="rId4" Type="http://schemas.openxmlformats.org/officeDocument/2006/relationships/image" Target="../media/image112.wmf"/><Relationship Id="rId3" Type="http://schemas.openxmlformats.org/officeDocument/2006/relationships/oleObject" Target="../embeddings/oleObject118.bin"/><Relationship Id="rId2" Type="http://schemas.openxmlformats.org/officeDocument/2006/relationships/image" Target="../media/image111.wmf"/><Relationship Id="rId12" Type="http://schemas.openxmlformats.org/officeDocument/2006/relationships/vmlDrawing" Target="../drawings/vmlDrawing15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115.wmf"/><Relationship Id="rId1" Type="http://schemas.openxmlformats.org/officeDocument/2006/relationships/oleObject" Target="../embeddings/oleObject117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6.bin"/><Relationship Id="rId8" Type="http://schemas.openxmlformats.org/officeDocument/2006/relationships/image" Target="../media/image119.wmf"/><Relationship Id="rId7" Type="http://schemas.openxmlformats.org/officeDocument/2006/relationships/oleObject" Target="../embeddings/oleObject125.bin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124.bin"/><Relationship Id="rId4" Type="http://schemas.openxmlformats.org/officeDocument/2006/relationships/image" Target="../media/image117.wmf"/><Relationship Id="rId3" Type="http://schemas.openxmlformats.org/officeDocument/2006/relationships/oleObject" Target="../embeddings/oleObject123.bin"/><Relationship Id="rId27" Type="http://schemas.openxmlformats.org/officeDocument/2006/relationships/vmlDrawing" Target="../drawings/vmlDrawing16.vml"/><Relationship Id="rId26" Type="http://schemas.openxmlformats.org/officeDocument/2006/relationships/slideLayout" Target="../slideLayouts/slideLayout18.xml"/><Relationship Id="rId25" Type="http://schemas.openxmlformats.org/officeDocument/2006/relationships/image" Target="../media/image128.wmf"/><Relationship Id="rId24" Type="http://schemas.openxmlformats.org/officeDocument/2006/relationships/oleObject" Target="../embeddings/oleObject133.bin"/><Relationship Id="rId23" Type="http://schemas.openxmlformats.org/officeDocument/2006/relationships/image" Target="../media/image127.wmf"/><Relationship Id="rId22" Type="http://schemas.openxmlformats.org/officeDocument/2006/relationships/oleObject" Target="../embeddings/oleObject132.bin"/><Relationship Id="rId21" Type="http://schemas.openxmlformats.org/officeDocument/2006/relationships/image" Target="../media/image126.png"/><Relationship Id="rId20" Type="http://schemas.openxmlformats.org/officeDocument/2006/relationships/image" Target="../media/image125.wmf"/><Relationship Id="rId2" Type="http://schemas.openxmlformats.org/officeDocument/2006/relationships/image" Target="../media/image116.wmf"/><Relationship Id="rId19" Type="http://schemas.openxmlformats.org/officeDocument/2006/relationships/oleObject" Target="../embeddings/oleObject131.bin"/><Relationship Id="rId18" Type="http://schemas.openxmlformats.org/officeDocument/2006/relationships/image" Target="../media/image124.wmf"/><Relationship Id="rId17" Type="http://schemas.openxmlformats.org/officeDocument/2006/relationships/oleObject" Target="../embeddings/oleObject130.bin"/><Relationship Id="rId16" Type="http://schemas.openxmlformats.org/officeDocument/2006/relationships/image" Target="../media/image123.wmf"/><Relationship Id="rId15" Type="http://schemas.openxmlformats.org/officeDocument/2006/relationships/oleObject" Target="../embeddings/oleObject129.bin"/><Relationship Id="rId14" Type="http://schemas.openxmlformats.org/officeDocument/2006/relationships/image" Target="../media/image122.wmf"/><Relationship Id="rId13" Type="http://schemas.openxmlformats.org/officeDocument/2006/relationships/oleObject" Target="../embeddings/oleObject128.bin"/><Relationship Id="rId12" Type="http://schemas.openxmlformats.org/officeDocument/2006/relationships/image" Target="../media/image121.wmf"/><Relationship Id="rId11" Type="http://schemas.openxmlformats.org/officeDocument/2006/relationships/oleObject" Target="../embeddings/oleObject127.bin"/><Relationship Id="rId10" Type="http://schemas.openxmlformats.org/officeDocument/2006/relationships/image" Target="../media/image120.wmf"/><Relationship Id="rId1" Type="http://schemas.openxmlformats.org/officeDocument/2006/relationships/oleObject" Target="../embeddings/oleObject122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8.bin"/><Relationship Id="rId8" Type="http://schemas.openxmlformats.org/officeDocument/2006/relationships/image" Target="../media/image132.wmf"/><Relationship Id="rId7" Type="http://schemas.openxmlformats.org/officeDocument/2006/relationships/oleObject" Target="../embeddings/oleObject137.bin"/><Relationship Id="rId6" Type="http://schemas.openxmlformats.org/officeDocument/2006/relationships/image" Target="../media/image131.wmf"/><Relationship Id="rId5" Type="http://schemas.openxmlformats.org/officeDocument/2006/relationships/oleObject" Target="../embeddings/oleObject136.bin"/><Relationship Id="rId41" Type="http://schemas.openxmlformats.org/officeDocument/2006/relationships/vmlDrawing" Target="../drawings/vmlDrawing17.vml"/><Relationship Id="rId40" Type="http://schemas.openxmlformats.org/officeDocument/2006/relationships/slideLayout" Target="../slideLayouts/slideLayout18.xml"/><Relationship Id="rId4" Type="http://schemas.openxmlformats.org/officeDocument/2006/relationships/image" Target="../media/image130.wmf"/><Relationship Id="rId39" Type="http://schemas.openxmlformats.org/officeDocument/2006/relationships/image" Target="../media/image147.wmf"/><Relationship Id="rId38" Type="http://schemas.openxmlformats.org/officeDocument/2006/relationships/oleObject" Target="../embeddings/oleObject153.bin"/><Relationship Id="rId37" Type="http://schemas.openxmlformats.org/officeDocument/2006/relationships/image" Target="../media/image146.wmf"/><Relationship Id="rId36" Type="http://schemas.openxmlformats.org/officeDocument/2006/relationships/oleObject" Target="../embeddings/oleObject152.bin"/><Relationship Id="rId35" Type="http://schemas.openxmlformats.org/officeDocument/2006/relationships/image" Target="../media/image145.wmf"/><Relationship Id="rId34" Type="http://schemas.openxmlformats.org/officeDocument/2006/relationships/oleObject" Target="../embeddings/oleObject151.bin"/><Relationship Id="rId33" Type="http://schemas.openxmlformats.org/officeDocument/2006/relationships/image" Target="../media/image144.wmf"/><Relationship Id="rId32" Type="http://schemas.openxmlformats.org/officeDocument/2006/relationships/oleObject" Target="../embeddings/oleObject150.bin"/><Relationship Id="rId31" Type="http://schemas.openxmlformats.org/officeDocument/2006/relationships/image" Target="../media/image143.wmf"/><Relationship Id="rId30" Type="http://schemas.openxmlformats.org/officeDocument/2006/relationships/oleObject" Target="../embeddings/oleObject149.bin"/><Relationship Id="rId3" Type="http://schemas.openxmlformats.org/officeDocument/2006/relationships/oleObject" Target="../embeddings/oleObject135.bin"/><Relationship Id="rId29" Type="http://schemas.openxmlformats.org/officeDocument/2006/relationships/image" Target="../media/image142.emf"/><Relationship Id="rId28" Type="http://schemas.openxmlformats.org/officeDocument/2006/relationships/oleObject" Target="../embeddings/oleObject148.bin"/><Relationship Id="rId27" Type="http://schemas.openxmlformats.org/officeDocument/2006/relationships/image" Target="../media/image141.wmf"/><Relationship Id="rId26" Type="http://schemas.openxmlformats.org/officeDocument/2006/relationships/oleObject" Target="../embeddings/oleObject147.bin"/><Relationship Id="rId25" Type="http://schemas.openxmlformats.org/officeDocument/2006/relationships/image" Target="../media/image140.wmf"/><Relationship Id="rId24" Type="http://schemas.openxmlformats.org/officeDocument/2006/relationships/oleObject" Target="../embeddings/oleObject146.bin"/><Relationship Id="rId23" Type="http://schemas.openxmlformats.org/officeDocument/2006/relationships/image" Target="../media/image139.wmf"/><Relationship Id="rId22" Type="http://schemas.openxmlformats.org/officeDocument/2006/relationships/oleObject" Target="../embeddings/oleObject145.bin"/><Relationship Id="rId21" Type="http://schemas.openxmlformats.org/officeDocument/2006/relationships/oleObject" Target="../embeddings/oleObject144.bin"/><Relationship Id="rId20" Type="http://schemas.openxmlformats.org/officeDocument/2006/relationships/image" Target="../media/image138.wmf"/><Relationship Id="rId2" Type="http://schemas.openxmlformats.org/officeDocument/2006/relationships/image" Target="../media/image129.wmf"/><Relationship Id="rId19" Type="http://schemas.openxmlformats.org/officeDocument/2006/relationships/oleObject" Target="../embeddings/oleObject143.bin"/><Relationship Id="rId18" Type="http://schemas.openxmlformats.org/officeDocument/2006/relationships/image" Target="../media/image137.wmf"/><Relationship Id="rId17" Type="http://schemas.openxmlformats.org/officeDocument/2006/relationships/oleObject" Target="../embeddings/oleObject142.bin"/><Relationship Id="rId16" Type="http://schemas.openxmlformats.org/officeDocument/2006/relationships/image" Target="../media/image136.wmf"/><Relationship Id="rId15" Type="http://schemas.openxmlformats.org/officeDocument/2006/relationships/oleObject" Target="../embeddings/oleObject141.bin"/><Relationship Id="rId14" Type="http://schemas.openxmlformats.org/officeDocument/2006/relationships/image" Target="../media/image135.wmf"/><Relationship Id="rId13" Type="http://schemas.openxmlformats.org/officeDocument/2006/relationships/oleObject" Target="../embeddings/oleObject140.bin"/><Relationship Id="rId12" Type="http://schemas.openxmlformats.org/officeDocument/2006/relationships/image" Target="../media/image134.wmf"/><Relationship Id="rId11" Type="http://schemas.openxmlformats.org/officeDocument/2006/relationships/oleObject" Target="../embeddings/oleObject139.bin"/><Relationship Id="rId10" Type="http://schemas.openxmlformats.org/officeDocument/2006/relationships/image" Target="../media/image133.wmf"/><Relationship Id="rId1" Type="http://schemas.openxmlformats.org/officeDocument/2006/relationships/oleObject" Target="../embeddings/oleObject134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8.bin"/><Relationship Id="rId8" Type="http://schemas.openxmlformats.org/officeDocument/2006/relationships/image" Target="../media/image132.wmf"/><Relationship Id="rId7" Type="http://schemas.openxmlformats.org/officeDocument/2006/relationships/oleObject" Target="../embeddings/oleObject157.bin"/><Relationship Id="rId6" Type="http://schemas.openxmlformats.org/officeDocument/2006/relationships/image" Target="../media/image131.wmf"/><Relationship Id="rId5" Type="http://schemas.openxmlformats.org/officeDocument/2006/relationships/oleObject" Target="../embeddings/oleObject156.bin"/><Relationship Id="rId4" Type="http://schemas.openxmlformats.org/officeDocument/2006/relationships/image" Target="../media/image130.wmf"/><Relationship Id="rId30" Type="http://schemas.openxmlformats.org/officeDocument/2006/relationships/vmlDrawing" Target="../drawings/vmlDrawing18.vml"/><Relationship Id="rId3" Type="http://schemas.openxmlformats.org/officeDocument/2006/relationships/oleObject" Target="../embeddings/oleObject155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152.wmf"/><Relationship Id="rId27" Type="http://schemas.openxmlformats.org/officeDocument/2006/relationships/oleObject" Target="../embeddings/oleObject167.bin"/><Relationship Id="rId26" Type="http://schemas.openxmlformats.org/officeDocument/2006/relationships/image" Target="../media/image151.wmf"/><Relationship Id="rId25" Type="http://schemas.openxmlformats.org/officeDocument/2006/relationships/oleObject" Target="../embeddings/oleObject166.bin"/><Relationship Id="rId24" Type="http://schemas.openxmlformats.org/officeDocument/2006/relationships/image" Target="../media/image150.wmf"/><Relationship Id="rId23" Type="http://schemas.openxmlformats.org/officeDocument/2006/relationships/oleObject" Target="../embeddings/oleObject165.bin"/><Relationship Id="rId22" Type="http://schemas.openxmlformats.org/officeDocument/2006/relationships/image" Target="../media/image149.wmf"/><Relationship Id="rId21" Type="http://schemas.openxmlformats.org/officeDocument/2006/relationships/oleObject" Target="../embeddings/oleObject164.bin"/><Relationship Id="rId20" Type="http://schemas.openxmlformats.org/officeDocument/2006/relationships/image" Target="../media/image148.wmf"/><Relationship Id="rId2" Type="http://schemas.openxmlformats.org/officeDocument/2006/relationships/image" Target="../media/image129.wmf"/><Relationship Id="rId19" Type="http://schemas.openxmlformats.org/officeDocument/2006/relationships/oleObject" Target="../embeddings/oleObject163.bin"/><Relationship Id="rId18" Type="http://schemas.openxmlformats.org/officeDocument/2006/relationships/image" Target="../media/image147.wmf"/><Relationship Id="rId17" Type="http://schemas.openxmlformats.org/officeDocument/2006/relationships/oleObject" Target="../embeddings/oleObject162.bin"/><Relationship Id="rId16" Type="http://schemas.openxmlformats.org/officeDocument/2006/relationships/image" Target="../media/image146.wmf"/><Relationship Id="rId15" Type="http://schemas.openxmlformats.org/officeDocument/2006/relationships/oleObject" Target="../embeddings/oleObject161.bin"/><Relationship Id="rId14" Type="http://schemas.openxmlformats.org/officeDocument/2006/relationships/image" Target="../media/image145.wmf"/><Relationship Id="rId13" Type="http://schemas.openxmlformats.org/officeDocument/2006/relationships/oleObject" Target="../embeddings/oleObject160.bin"/><Relationship Id="rId12" Type="http://schemas.openxmlformats.org/officeDocument/2006/relationships/image" Target="../media/image134.wmf"/><Relationship Id="rId11" Type="http://schemas.openxmlformats.org/officeDocument/2006/relationships/oleObject" Target="../embeddings/oleObject159.bin"/><Relationship Id="rId10" Type="http://schemas.openxmlformats.org/officeDocument/2006/relationships/image" Target="../media/image133.wmf"/><Relationship Id="rId1" Type="http://schemas.openxmlformats.org/officeDocument/2006/relationships/oleObject" Target="../embeddings/oleObject154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2.bin"/><Relationship Id="rId8" Type="http://schemas.openxmlformats.org/officeDocument/2006/relationships/image" Target="../media/image132.wmf"/><Relationship Id="rId7" Type="http://schemas.openxmlformats.org/officeDocument/2006/relationships/oleObject" Target="../embeddings/oleObject171.bin"/><Relationship Id="rId6" Type="http://schemas.openxmlformats.org/officeDocument/2006/relationships/image" Target="../media/image131.wmf"/><Relationship Id="rId5" Type="http://schemas.openxmlformats.org/officeDocument/2006/relationships/oleObject" Target="../embeddings/oleObject170.bin"/><Relationship Id="rId4" Type="http://schemas.openxmlformats.org/officeDocument/2006/relationships/image" Target="../media/image130.wmf"/><Relationship Id="rId3" Type="http://schemas.openxmlformats.org/officeDocument/2006/relationships/oleObject" Target="../embeddings/oleObject169.bin"/><Relationship Id="rId26" Type="http://schemas.openxmlformats.org/officeDocument/2006/relationships/vmlDrawing" Target="../drawings/vmlDrawing19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155.wmf"/><Relationship Id="rId23" Type="http://schemas.openxmlformats.org/officeDocument/2006/relationships/oleObject" Target="../embeddings/oleObject179.bin"/><Relationship Id="rId22" Type="http://schemas.openxmlformats.org/officeDocument/2006/relationships/image" Target="../media/image154.wmf"/><Relationship Id="rId21" Type="http://schemas.openxmlformats.org/officeDocument/2006/relationships/oleObject" Target="../embeddings/oleObject178.bin"/><Relationship Id="rId20" Type="http://schemas.openxmlformats.org/officeDocument/2006/relationships/image" Target="../media/image150.wmf"/><Relationship Id="rId2" Type="http://schemas.openxmlformats.org/officeDocument/2006/relationships/image" Target="../media/image129.wmf"/><Relationship Id="rId19" Type="http://schemas.openxmlformats.org/officeDocument/2006/relationships/oleObject" Target="../embeddings/oleObject177.bin"/><Relationship Id="rId18" Type="http://schemas.openxmlformats.org/officeDocument/2006/relationships/image" Target="../media/image149.wmf"/><Relationship Id="rId17" Type="http://schemas.openxmlformats.org/officeDocument/2006/relationships/oleObject" Target="../embeddings/oleObject176.bin"/><Relationship Id="rId16" Type="http://schemas.openxmlformats.org/officeDocument/2006/relationships/image" Target="../media/image148.wmf"/><Relationship Id="rId15" Type="http://schemas.openxmlformats.org/officeDocument/2006/relationships/oleObject" Target="../embeddings/oleObject175.bin"/><Relationship Id="rId14" Type="http://schemas.openxmlformats.org/officeDocument/2006/relationships/image" Target="../media/image153.wmf"/><Relationship Id="rId13" Type="http://schemas.openxmlformats.org/officeDocument/2006/relationships/oleObject" Target="../embeddings/oleObject174.bin"/><Relationship Id="rId12" Type="http://schemas.openxmlformats.org/officeDocument/2006/relationships/image" Target="../media/image134.wmf"/><Relationship Id="rId11" Type="http://schemas.openxmlformats.org/officeDocument/2006/relationships/oleObject" Target="../embeddings/oleObject173.bin"/><Relationship Id="rId10" Type="http://schemas.openxmlformats.org/officeDocument/2006/relationships/image" Target="../media/image133.wmf"/><Relationship Id="rId1" Type="http://schemas.openxmlformats.org/officeDocument/2006/relationships/oleObject" Target="../embeddings/oleObject168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159.wmf"/><Relationship Id="rId7" Type="http://schemas.openxmlformats.org/officeDocument/2006/relationships/oleObject" Target="../embeddings/oleObject183.bin"/><Relationship Id="rId6" Type="http://schemas.openxmlformats.org/officeDocument/2006/relationships/image" Target="../media/image158.wmf"/><Relationship Id="rId5" Type="http://schemas.openxmlformats.org/officeDocument/2006/relationships/oleObject" Target="../embeddings/oleObject182.bin"/><Relationship Id="rId4" Type="http://schemas.openxmlformats.org/officeDocument/2006/relationships/image" Target="../media/image157.wmf"/><Relationship Id="rId3" Type="http://schemas.openxmlformats.org/officeDocument/2006/relationships/oleObject" Target="../embeddings/oleObject181.bin"/><Relationship Id="rId2" Type="http://schemas.openxmlformats.org/officeDocument/2006/relationships/image" Target="../media/image156.wmf"/><Relationship Id="rId10" Type="http://schemas.openxmlformats.org/officeDocument/2006/relationships/vmlDrawing" Target="../drawings/vmlDrawing20.vml"/><Relationship Id="rId1" Type="http://schemas.openxmlformats.org/officeDocument/2006/relationships/oleObject" Target="../embeddings/oleObject180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8.bin"/><Relationship Id="rId8" Type="http://schemas.openxmlformats.org/officeDocument/2006/relationships/image" Target="../media/image163.wmf"/><Relationship Id="rId7" Type="http://schemas.openxmlformats.org/officeDocument/2006/relationships/oleObject" Target="../embeddings/oleObject187.bin"/><Relationship Id="rId6" Type="http://schemas.openxmlformats.org/officeDocument/2006/relationships/image" Target="../media/image162.wmf"/><Relationship Id="rId5" Type="http://schemas.openxmlformats.org/officeDocument/2006/relationships/oleObject" Target="../embeddings/oleObject186.bin"/><Relationship Id="rId4" Type="http://schemas.openxmlformats.org/officeDocument/2006/relationships/image" Target="../media/image161.wmf"/><Relationship Id="rId3" Type="http://schemas.openxmlformats.org/officeDocument/2006/relationships/oleObject" Target="../embeddings/oleObject185.bin"/><Relationship Id="rId2" Type="http://schemas.openxmlformats.org/officeDocument/2006/relationships/image" Target="../media/image160.wmf"/><Relationship Id="rId18" Type="http://schemas.openxmlformats.org/officeDocument/2006/relationships/vmlDrawing" Target="../drawings/vmlDrawing21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168.wmf"/><Relationship Id="rId15" Type="http://schemas.openxmlformats.org/officeDocument/2006/relationships/oleObject" Target="../embeddings/oleObject190.bin"/><Relationship Id="rId14" Type="http://schemas.openxmlformats.org/officeDocument/2006/relationships/image" Target="../media/image167.png"/><Relationship Id="rId13" Type="http://schemas.openxmlformats.org/officeDocument/2006/relationships/image" Target="../media/image166.png"/><Relationship Id="rId12" Type="http://schemas.openxmlformats.org/officeDocument/2006/relationships/image" Target="../media/image165.wmf"/><Relationship Id="rId11" Type="http://schemas.openxmlformats.org/officeDocument/2006/relationships/oleObject" Target="../embeddings/oleObject189.bin"/><Relationship Id="rId10" Type="http://schemas.openxmlformats.org/officeDocument/2006/relationships/image" Target="../media/image164.wmf"/><Relationship Id="rId1" Type="http://schemas.openxmlformats.org/officeDocument/2006/relationships/oleObject" Target="../embeddings/oleObject184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5.bin"/><Relationship Id="rId8" Type="http://schemas.openxmlformats.org/officeDocument/2006/relationships/image" Target="../media/image172.wmf"/><Relationship Id="rId7" Type="http://schemas.openxmlformats.org/officeDocument/2006/relationships/oleObject" Target="../embeddings/oleObject194.bin"/><Relationship Id="rId6" Type="http://schemas.openxmlformats.org/officeDocument/2006/relationships/image" Target="../media/image171.wmf"/><Relationship Id="rId5" Type="http://schemas.openxmlformats.org/officeDocument/2006/relationships/oleObject" Target="../embeddings/oleObject193.bin"/><Relationship Id="rId4" Type="http://schemas.openxmlformats.org/officeDocument/2006/relationships/image" Target="../media/image170.wmf"/><Relationship Id="rId3" Type="http://schemas.openxmlformats.org/officeDocument/2006/relationships/oleObject" Target="../embeddings/oleObject192.bin"/><Relationship Id="rId22" Type="http://schemas.openxmlformats.org/officeDocument/2006/relationships/vmlDrawing" Target="../drawings/vmlDrawing22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178.wmf"/><Relationship Id="rId2" Type="http://schemas.openxmlformats.org/officeDocument/2006/relationships/image" Target="../media/image169.wmf"/><Relationship Id="rId19" Type="http://schemas.openxmlformats.org/officeDocument/2006/relationships/oleObject" Target="../embeddings/oleObject200.bin"/><Relationship Id="rId18" Type="http://schemas.openxmlformats.org/officeDocument/2006/relationships/image" Target="../media/image177.wmf"/><Relationship Id="rId17" Type="http://schemas.openxmlformats.org/officeDocument/2006/relationships/oleObject" Target="../embeddings/oleObject199.bin"/><Relationship Id="rId16" Type="http://schemas.openxmlformats.org/officeDocument/2006/relationships/image" Target="../media/image176.wmf"/><Relationship Id="rId15" Type="http://schemas.openxmlformats.org/officeDocument/2006/relationships/oleObject" Target="../embeddings/oleObject198.bin"/><Relationship Id="rId14" Type="http://schemas.openxmlformats.org/officeDocument/2006/relationships/image" Target="../media/image175.wmf"/><Relationship Id="rId13" Type="http://schemas.openxmlformats.org/officeDocument/2006/relationships/oleObject" Target="../embeddings/oleObject197.bin"/><Relationship Id="rId12" Type="http://schemas.openxmlformats.org/officeDocument/2006/relationships/image" Target="../media/image174.wmf"/><Relationship Id="rId11" Type="http://schemas.openxmlformats.org/officeDocument/2006/relationships/oleObject" Target="../embeddings/oleObject196.bin"/><Relationship Id="rId10" Type="http://schemas.openxmlformats.org/officeDocument/2006/relationships/image" Target="../media/image173.wmf"/><Relationship Id="rId1" Type="http://schemas.openxmlformats.org/officeDocument/2006/relationships/oleObject" Target="../embeddings/oleObject191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image" Target="../media/image174.wmf"/><Relationship Id="rId7" Type="http://schemas.openxmlformats.org/officeDocument/2006/relationships/oleObject" Target="../embeddings/oleObject204.bin"/><Relationship Id="rId6" Type="http://schemas.openxmlformats.org/officeDocument/2006/relationships/image" Target="../media/image181.wmf"/><Relationship Id="rId5" Type="http://schemas.openxmlformats.org/officeDocument/2006/relationships/oleObject" Target="../embeddings/oleObject203.bin"/><Relationship Id="rId4" Type="http://schemas.openxmlformats.org/officeDocument/2006/relationships/image" Target="../media/image180.wmf"/><Relationship Id="rId3" Type="http://schemas.openxmlformats.org/officeDocument/2006/relationships/oleObject" Target="../embeddings/oleObject202.bin"/><Relationship Id="rId2" Type="http://schemas.openxmlformats.org/officeDocument/2006/relationships/image" Target="../media/image179.wmf"/><Relationship Id="rId10" Type="http://schemas.openxmlformats.org/officeDocument/2006/relationships/vmlDrawing" Target="../drawings/vmlDrawing23.vml"/><Relationship Id="rId1" Type="http://schemas.openxmlformats.org/officeDocument/2006/relationships/oleObject" Target="../embeddings/oleObject201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9.bin"/><Relationship Id="rId8" Type="http://schemas.openxmlformats.org/officeDocument/2006/relationships/image" Target="../media/image185.wmf"/><Relationship Id="rId7" Type="http://schemas.openxmlformats.org/officeDocument/2006/relationships/oleObject" Target="../embeddings/oleObject208.bin"/><Relationship Id="rId6" Type="http://schemas.openxmlformats.org/officeDocument/2006/relationships/image" Target="../media/image184.wmf"/><Relationship Id="rId5" Type="http://schemas.openxmlformats.org/officeDocument/2006/relationships/oleObject" Target="../embeddings/oleObject207.bin"/><Relationship Id="rId4" Type="http://schemas.openxmlformats.org/officeDocument/2006/relationships/image" Target="../media/image183.wmf"/><Relationship Id="rId3" Type="http://schemas.openxmlformats.org/officeDocument/2006/relationships/oleObject" Target="../embeddings/oleObject206.bin"/><Relationship Id="rId22" Type="http://schemas.openxmlformats.org/officeDocument/2006/relationships/vmlDrawing" Target="../drawings/vmlDrawing24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191.wmf"/><Relationship Id="rId2" Type="http://schemas.openxmlformats.org/officeDocument/2006/relationships/image" Target="../media/image182.wmf"/><Relationship Id="rId19" Type="http://schemas.openxmlformats.org/officeDocument/2006/relationships/oleObject" Target="../embeddings/oleObject214.bin"/><Relationship Id="rId18" Type="http://schemas.openxmlformats.org/officeDocument/2006/relationships/image" Target="../media/image190.wmf"/><Relationship Id="rId17" Type="http://schemas.openxmlformats.org/officeDocument/2006/relationships/oleObject" Target="../embeddings/oleObject213.bin"/><Relationship Id="rId16" Type="http://schemas.openxmlformats.org/officeDocument/2006/relationships/image" Target="../media/image189.wmf"/><Relationship Id="rId15" Type="http://schemas.openxmlformats.org/officeDocument/2006/relationships/oleObject" Target="../embeddings/oleObject212.bin"/><Relationship Id="rId14" Type="http://schemas.openxmlformats.org/officeDocument/2006/relationships/image" Target="../media/image188.wmf"/><Relationship Id="rId13" Type="http://schemas.openxmlformats.org/officeDocument/2006/relationships/oleObject" Target="../embeddings/oleObject211.bin"/><Relationship Id="rId12" Type="http://schemas.openxmlformats.org/officeDocument/2006/relationships/image" Target="../media/image187.wmf"/><Relationship Id="rId11" Type="http://schemas.openxmlformats.org/officeDocument/2006/relationships/oleObject" Target="../embeddings/oleObject210.bin"/><Relationship Id="rId10" Type="http://schemas.openxmlformats.org/officeDocument/2006/relationships/image" Target="../media/image186.wmf"/><Relationship Id="rId1" Type="http://schemas.openxmlformats.org/officeDocument/2006/relationships/oleObject" Target="../embeddings/oleObject205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9.bin"/><Relationship Id="rId8" Type="http://schemas.openxmlformats.org/officeDocument/2006/relationships/image" Target="../media/image195.wmf"/><Relationship Id="rId7" Type="http://schemas.openxmlformats.org/officeDocument/2006/relationships/oleObject" Target="../embeddings/oleObject218.bin"/><Relationship Id="rId6" Type="http://schemas.openxmlformats.org/officeDocument/2006/relationships/image" Target="../media/image194.wmf"/><Relationship Id="rId5" Type="http://schemas.openxmlformats.org/officeDocument/2006/relationships/oleObject" Target="../embeddings/oleObject217.bin"/><Relationship Id="rId4" Type="http://schemas.openxmlformats.org/officeDocument/2006/relationships/image" Target="../media/image193.wmf"/><Relationship Id="rId3" Type="http://schemas.openxmlformats.org/officeDocument/2006/relationships/oleObject" Target="../embeddings/oleObject216.bin"/><Relationship Id="rId2" Type="http://schemas.openxmlformats.org/officeDocument/2006/relationships/image" Target="../media/image192.wmf"/><Relationship Id="rId16" Type="http://schemas.openxmlformats.org/officeDocument/2006/relationships/vmlDrawing" Target="../drawings/vmlDrawing25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185.wmf"/><Relationship Id="rId13" Type="http://schemas.openxmlformats.org/officeDocument/2006/relationships/oleObject" Target="../embeddings/oleObject221.bin"/><Relationship Id="rId12" Type="http://schemas.openxmlformats.org/officeDocument/2006/relationships/image" Target="../media/image184.wmf"/><Relationship Id="rId11" Type="http://schemas.openxmlformats.org/officeDocument/2006/relationships/oleObject" Target="../embeddings/oleObject220.bin"/><Relationship Id="rId10" Type="http://schemas.openxmlformats.org/officeDocument/2006/relationships/image" Target="../media/image196.wmf"/><Relationship Id="rId1" Type="http://schemas.openxmlformats.org/officeDocument/2006/relationships/oleObject" Target="../embeddings/oleObject215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6.v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199.wmf"/><Relationship Id="rId5" Type="http://schemas.openxmlformats.org/officeDocument/2006/relationships/oleObject" Target="../embeddings/oleObject224.bin"/><Relationship Id="rId4" Type="http://schemas.openxmlformats.org/officeDocument/2006/relationships/image" Target="../media/image198.wmf"/><Relationship Id="rId3" Type="http://schemas.openxmlformats.org/officeDocument/2006/relationships/oleObject" Target="../embeddings/oleObject223.bin"/><Relationship Id="rId2" Type="http://schemas.openxmlformats.org/officeDocument/2006/relationships/image" Target="../media/image197.wmf"/><Relationship Id="rId1" Type="http://schemas.openxmlformats.org/officeDocument/2006/relationships/oleObject" Target="../embeddings/oleObject222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7.vml"/><Relationship Id="rId8" Type="http://schemas.openxmlformats.org/officeDocument/2006/relationships/slideLayout" Target="../slideLayouts/slideLayout18.xml"/><Relationship Id="rId7" Type="http://schemas.openxmlformats.org/officeDocument/2006/relationships/image" Target="../media/image200.png"/><Relationship Id="rId6" Type="http://schemas.openxmlformats.org/officeDocument/2006/relationships/image" Target="../media/image199.wmf"/><Relationship Id="rId5" Type="http://schemas.openxmlformats.org/officeDocument/2006/relationships/oleObject" Target="../embeddings/oleObject227.bin"/><Relationship Id="rId4" Type="http://schemas.openxmlformats.org/officeDocument/2006/relationships/image" Target="../media/image198.wmf"/><Relationship Id="rId3" Type="http://schemas.openxmlformats.org/officeDocument/2006/relationships/oleObject" Target="../embeddings/oleObject226.bin"/><Relationship Id="rId2" Type="http://schemas.openxmlformats.org/officeDocument/2006/relationships/image" Target="../media/image197.wmf"/><Relationship Id="rId1" Type="http://schemas.openxmlformats.org/officeDocument/2006/relationships/oleObject" Target="../embeddings/oleObject225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2.bin"/><Relationship Id="rId8" Type="http://schemas.openxmlformats.org/officeDocument/2006/relationships/image" Target="../media/image204.wmf"/><Relationship Id="rId7" Type="http://schemas.openxmlformats.org/officeDocument/2006/relationships/oleObject" Target="../embeddings/oleObject231.bin"/><Relationship Id="rId6" Type="http://schemas.openxmlformats.org/officeDocument/2006/relationships/image" Target="../media/image203.wmf"/><Relationship Id="rId5" Type="http://schemas.openxmlformats.org/officeDocument/2006/relationships/oleObject" Target="../embeddings/oleObject230.bin"/><Relationship Id="rId4" Type="http://schemas.openxmlformats.org/officeDocument/2006/relationships/image" Target="../media/image202.wmf"/><Relationship Id="rId3" Type="http://schemas.openxmlformats.org/officeDocument/2006/relationships/oleObject" Target="../embeddings/oleObject229.bin"/><Relationship Id="rId20" Type="http://schemas.openxmlformats.org/officeDocument/2006/relationships/vmlDrawing" Target="../drawings/vmlDrawing28.vml"/><Relationship Id="rId2" Type="http://schemas.openxmlformats.org/officeDocument/2006/relationships/image" Target="../media/image201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134.wmf"/><Relationship Id="rId17" Type="http://schemas.openxmlformats.org/officeDocument/2006/relationships/oleObject" Target="../embeddings/oleObject236.bin"/><Relationship Id="rId16" Type="http://schemas.openxmlformats.org/officeDocument/2006/relationships/image" Target="../media/image208.wmf"/><Relationship Id="rId15" Type="http://schemas.openxmlformats.org/officeDocument/2006/relationships/oleObject" Target="../embeddings/oleObject235.bin"/><Relationship Id="rId14" Type="http://schemas.openxmlformats.org/officeDocument/2006/relationships/image" Target="../media/image207.wmf"/><Relationship Id="rId13" Type="http://schemas.openxmlformats.org/officeDocument/2006/relationships/oleObject" Target="../embeddings/oleObject234.bin"/><Relationship Id="rId12" Type="http://schemas.openxmlformats.org/officeDocument/2006/relationships/image" Target="../media/image206.wmf"/><Relationship Id="rId11" Type="http://schemas.openxmlformats.org/officeDocument/2006/relationships/oleObject" Target="../embeddings/oleObject233.bin"/><Relationship Id="rId10" Type="http://schemas.openxmlformats.org/officeDocument/2006/relationships/image" Target="../media/image205.wmf"/><Relationship Id="rId1" Type="http://schemas.openxmlformats.org/officeDocument/2006/relationships/oleObject" Target="../embeddings/oleObject228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1.bin"/><Relationship Id="rId8" Type="http://schemas.openxmlformats.org/officeDocument/2006/relationships/image" Target="../media/image212.wmf"/><Relationship Id="rId7" Type="http://schemas.openxmlformats.org/officeDocument/2006/relationships/oleObject" Target="../embeddings/oleObject240.bin"/><Relationship Id="rId6" Type="http://schemas.openxmlformats.org/officeDocument/2006/relationships/image" Target="../media/image211.wmf"/><Relationship Id="rId5" Type="http://schemas.openxmlformats.org/officeDocument/2006/relationships/oleObject" Target="../embeddings/oleObject239.bin"/><Relationship Id="rId4" Type="http://schemas.openxmlformats.org/officeDocument/2006/relationships/image" Target="../media/image210.wmf"/><Relationship Id="rId34" Type="http://schemas.openxmlformats.org/officeDocument/2006/relationships/vmlDrawing" Target="../drawings/vmlDrawing29.vml"/><Relationship Id="rId33" Type="http://schemas.openxmlformats.org/officeDocument/2006/relationships/slideLayout" Target="../slideLayouts/slideLayout18.xml"/><Relationship Id="rId32" Type="http://schemas.openxmlformats.org/officeDocument/2006/relationships/image" Target="../media/image224.wmf"/><Relationship Id="rId31" Type="http://schemas.openxmlformats.org/officeDocument/2006/relationships/oleObject" Target="../embeddings/oleObject252.bin"/><Relationship Id="rId30" Type="http://schemas.openxmlformats.org/officeDocument/2006/relationships/image" Target="../media/image223.wmf"/><Relationship Id="rId3" Type="http://schemas.openxmlformats.org/officeDocument/2006/relationships/oleObject" Target="../embeddings/oleObject238.bin"/><Relationship Id="rId29" Type="http://schemas.openxmlformats.org/officeDocument/2006/relationships/oleObject" Target="../embeddings/oleObject251.bin"/><Relationship Id="rId28" Type="http://schemas.openxmlformats.org/officeDocument/2006/relationships/image" Target="../media/image222.wmf"/><Relationship Id="rId27" Type="http://schemas.openxmlformats.org/officeDocument/2006/relationships/oleObject" Target="../embeddings/oleObject250.bin"/><Relationship Id="rId26" Type="http://schemas.openxmlformats.org/officeDocument/2006/relationships/image" Target="../media/image221.wmf"/><Relationship Id="rId25" Type="http://schemas.openxmlformats.org/officeDocument/2006/relationships/oleObject" Target="../embeddings/oleObject249.bin"/><Relationship Id="rId24" Type="http://schemas.openxmlformats.org/officeDocument/2006/relationships/image" Target="../media/image220.wmf"/><Relationship Id="rId23" Type="http://schemas.openxmlformats.org/officeDocument/2006/relationships/oleObject" Target="../embeddings/oleObject248.bin"/><Relationship Id="rId22" Type="http://schemas.openxmlformats.org/officeDocument/2006/relationships/image" Target="../media/image219.wmf"/><Relationship Id="rId21" Type="http://schemas.openxmlformats.org/officeDocument/2006/relationships/oleObject" Target="../embeddings/oleObject247.bin"/><Relationship Id="rId20" Type="http://schemas.openxmlformats.org/officeDocument/2006/relationships/image" Target="../media/image218.wmf"/><Relationship Id="rId2" Type="http://schemas.openxmlformats.org/officeDocument/2006/relationships/image" Target="../media/image209.wmf"/><Relationship Id="rId19" Type="http://schemas.openxmlformats.org/officeDocument/2006/relationships/oleObject" Target="../embeddings/oleObject246.bin"/><Relationship Id="rId18" Type="http://schemas.openxmlformats.org/officeDocument/2006/relationships/image" Target="../media/image217.wmf"/><Relationship Id="rId17" Type="http://schemas.openxmlformats.org/officeDocument/2006/relationships/oleObject" Target="../embeddings/oleObject245.bin"/><Relationship Id="rId16" Type="http://schemas.openxmlformats.org/officeDocument/2006/relationships/image" Target="../media/image216.wmf"/><Relationship Id="rId15" Type="http://schemas.openxmlformats.org/officeDocument/2006/relationships/oleObject" Target="../embeddings/oleObject244.bin"/><Relationship Id="rId14" Type="http://schemas.openxmlformats.org/officeDocument/2006/relationships/image" Target="../media/image215.wmf"/><Relationship Id="rId13" Type="http://schemas.openxmlformats.org/officeDocument/2006/relationships/oleObject" Target="../embeddings/oleObject243.bin"/><Relationship Id="rId12" Type="http://schemas.openxmlformats.org/officeDocument/2006/relationships/image" Target="../media/image214.wmf"/><Relationship Id="rId11" Type="http://schemas.openxmlformats.org/officeDocument/2006/relationships/oleObject" Target="../embeddings/oleObject242.bin"/><Relationship Id="rId10" Type="http://schemas.openxmlformats.org/officeDocument/2006/relationships/image" Target="../media/image213.wmf"/><Relationship Id="rId1" Type="http://schemas.openxmlformats.org/officeDocument/2006/relationships/oleObject" Target="../embeddings/oleObject237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7.bin"/><Relationship Id="rId8" Type="http://schemas.openxmlformats.org/officeDocument/2006/relationships/image" Target="../media/image228.wmf"/><Relationship Id="rId7" Type="http://schemas.openxmlformats.org/officeDocument/2006/relationships/oleObject" Target="../embeddings/oleObject256.bin"/><Relationship Id="rId6" Type="http://schemas.openxmlformats.org/officeDocument/2006/relationships/oleObject" Target="../embeddings/oleObject255.bin"/><Relationship Id="rId5" Type="http://schemas.openxmlformats.org/officeDocument/2006/relationships/image" Target="../media/image227.wmf"/><Relationship Id="rId4" Type="http://schemas.openxmlformats.org/officeDocument/2006/relationships/oleObject" Target="../embeddings/oleObject254.bin"/><Relationship Id="rId3" Type="http://schemas.openxmlformats.org/officeDocument/2006/relationships/image" Target="../media/image226.wmf"/><Relationship Id="rId28" Type="http://schemas.openxmlformats.org/officeDocument/2006/relationships/vmlDrawing" Target="../drawings/vmlDrawing30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237.wmf"/><Relationship Id="rId25" Type="http://schemas.openxmlformats.org/officeDocument/2006/relationships/oleObject" Target="../embeddings/oleObject265.bin"/><Relationship Id="rId24" Type="http://schemas.openxmlformats.org/officeDocument/2006/relationships/image" Target="../media/image236.wmf"/><Relationship Id="rId23" Type="http://schemas.openxmlformats.org/officeDocument/2006/relationships/oleObject" Target="../embeddings/oleObject264.bin"/><Relationship Id="rId22" Type="http://schemas.openxmlformats.org/officeDocument/2006/relationships/image" Target="../media/image235.wmf"/><Relationship Id="rId21" Type="http://schemas.openxmlformats.org/officeDocument/2006/relationships/oleObject" Target="../embeddings/oleObject263.bin"/><Relationship Id="rId20" Type="http://schemas.openxmlformats.org/officeDocument/2006/relationships/image" Target="../media/image234.wmf"/><Relationship Id="rId2" Type="http://schemas.openxmlformats.org/officeDocument/2006/relationships/oleObject" Target="../embeddings/oleObject253.bin"/><Relationship Id="rId19" Type="http://schemas.openxmlformats.org/officeDocument/2006/relationships/oleObject" Target="../embeddings/oleObject262.bin"/><Relationship Id="rId18" Type="http://schemas.openxmlformats.org/officeDocument/2006/relationships/image" Target="../media/image233.wmf"/><Relationship Id="rId17" Type="http://schemas.openxmlformats.org/officeDocument/2006/relationships/oleObject" Target="../embeddings/oleObject261.bin"/><Relationship Id="rId16" Type="http://schemas.openxmlformats.org/officeDocument/2006/relationships/image" Target="../media/image232.wmf"/><Relationship Id="rId15" Type="http://schemas.openxmlformats.org/officeDocument/2006/relationships/oleObject" Target="../embeddings/oleObject260.bin"/><Relationship Id="rId14" Type="http://schemas.openxmlformats.org/officeDocument/2006/relationships/image" Target="../media/image231.wmf"/><Relationship Id="rId13" Type="http://schemas.openxmlformats.org/officeDocument/2006/relationships/oleObject" Target="../embeddings/oleObject259.bin"/><Relationship Id="rId12" Type="http://schemas.openxmlformats.org/officeDocument/2006/relationships/image" Target="../media/image230.wmf"/><Relationship Id="rId11" Type="http://schemas.openxmlformats.org/officeDocument/2006/relationships/oleObject" Target="../embeddings/oleObject258.bin"/><Relationship Id="rId10" Type="http://schemas.openxmlformats.org/officeDocument/2006/relationships/image" Target="../media/image229.wmf"/><Relationship Id="rId1" Type="http://schemas.openxmlformats.org/officeDocument/2006/relationships/image" Target="../media/image225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0.bin"/><Relationship Id="rId8" Type="http://schemas.openxmlformats.org/officeDocument/2006/relationships/image" Target="../media/image241.wmf"/><Relationship Id="rId7" Type="http://schemas.openxmlformats.org/officeDocument/2006/relationships/oleObject" Target="../embeddings/oleObject269.bin"/><Relationship Id="rId6" Type="http://schemas.openxmlformats.org/officeDocument/2006/relationships/image" Target="../media/image240.wmf"/><Relationship Id="rId5" Type="http://schemas.openxmlformats.org/officeDocument/2006/relationships/oleObject" Target="../embeddings/oleObject268.bin"/><Relationship Id="rId4" Type="http://schemas.openxmlformats.org/officeDocument/2006/relationships/image" Target="../media/image239.wmf"/><Relationship Id="rId3" Type="http://schemas.openxmlformats.org/officeDocument/2006/relationships/oleObject" Target="../embeddings/oleObject267.bin"/><Relationship Id="rId28" Type="http://schemas.openxmlformats.org/officeDocument/2006/relationships/vmlDrawing" Target="../drawings/vmlDrawing31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250.wmf"/><Relationship Id="rId25" Type="http://schemas.openxmlformats.org/officeDocument/2006/relationships/oleObject" Target="../embeddings/oleObject278.bin"/><Relationship Id="rId24" Type="http://schemas.openxmlformats.org/officeDocument/2006/relationships/image" Target="../media/image249.wmf"/><Relationship Id="rId23" Type="http://schemas.openxmlformats.org/officeDocument/2006/relationships/oleObject" Target="../embeddings/oleObject277.bin"/><Relationship Id="rId22" Type="http://schemas.openxmlformats.org/officeDocument/2006/relationships/image" Target="../media/image248.wmf"/><Relationship Id="rId21" Type="http://schemas.openxmlformats.org/officeDocument/2006/relationships/oleObject" Target="../embeddings/oleObject276.bin"/><Relationship Id="rId20" Type="http://schemas.openxmlformats.org/officeDocument/2006/relationships/image" Target="../media/image247.wmf"/><Relationship Id="rId2" Type="http://schemas.openxmlformats.org/officeDocument/2006/relationships/image" Target="../media/image238.wmf"/><Relationship Id="rId19" Type="http://schemas.openxmlformats.org/officeDocument/2006/relationships/oleObject" Target="../embeddings/oleObject275.bin"/><Relationship Id="rId18" Type="http://schemas.openxmlformats.org/officeDocument/2006/relationships/image" Target="../media/image246.wmf"/><Relationship Id="rId17" Type="http://schemas.openxmlformats.org/officeDocument/2006/relationships/oleObject" Target="../embeddings/oleObject274.bin"/><Relationship Id="rId16" Type="http://schemas.openxmlformats.org/officeDocument/2006/relationships/image" Target="../media/image245.wmf"/><Relationship Id="rId15" Type="http://schemas.openxmlformats.org/officeDocument/2006/relationships/oleObject" Target="../embeddings/oleObject273.bin"/><Relationship Id="rId14" Type="http://schemas.openxmlformats.org/officeDocument/2006/relationships/image" Target="../media/image244.wmf"/><Relationship Id="rId13" Type="http://schemas.openxmlformats.org/officeDocument/2006/relationships/oleObject" Target="../embeddings/oleObject272.bin"/><Relationship Id="rId12" Type="http://schemas.openxmlformats.org/officeDocument/2006/relationships/image" Target="../media/image243.wmf"/><Relationship Id="rId11" Type="http://schemas.openxmlformats.org/officeDocument/2006/relationships/oleObject" Target="../embeddings/oleObject271.bin"/><Relationship Id="rId10" Type="http://schemas.openxmlformats.org/officeDocument/2006/relationships/image" Target="../media/image242.wmf"/><Relationship Id="rId1" Type="http://schemas.openxmlformats.org/officeDocument/2006/relationships/oleObject" Target="../embeddings/oleObject266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3.bin"/><Relationship Id="rId8" Type="http://schemas.openxmlformats.org/officeDocument/2006/relationships/image" Target="../media/image254.wmf"/><Relationship Id="rId7" Type="http://schemas.openxmlformats.org/officeDocument/2006/relationships/oleObject" Target="../embeddings/oleObject282.bin"/><Relationship Id="rId6" Type="http://schemas.openxmlformats.org/officeDocument/2006/relationships/image" Target="../media/image253.wmf"/><Relationship Id="rId5" Type="http://schemas.openxmlformats.org/officeDocument/2006/relationships/oleObject" Target="../embeddings/oleObject281.bin"/><Relationship Id="rId4" Type="http://schemas.openxmlformats.org/officeDocument/2006/relationships/image" Target="../media/image252.wmf"/><Relationship Id="rId31" Type="http://schemas.openxmlformats.org/officeDocument/2006/relationships/vmlDrawing" Target="../drawings/vmlDrawing32.vml"/><Relationship Id="rId30" Type="http://schemas.openxmlformats.org/officeDocument/2006/relationships/slideLayout" Target="../slideLayouts/slideLayout18.xml"/><Relationship Id="rId3" Type="http://schemas.openxmlformats.org/officeDocument/2006/relationships/oleObject" Target="../embeddings/oleObject280.bin"/><Relationship Id="rId29" Type="http://schemas.openxmlformats.org/officeDocument/2006/relationships/image" Target="../media/image265.png"/><Relationship Id="rId28" Type="http://schemas.openxmlformats.org/officeDocument/2006/relationships/image" Target="../media/image264.wmf"/><Relationship Id="rId27" Type="http://schemas.openxmlformats.org/officeDocument/2006/relationships/oleObject" Target="../embeddings/oleObject292.bin"/><Relationship Id="rId26" Type="http://schemas.openxmlformats.org/officeDocument/2006/relationships/image" Target="../media/image263.wmf"/><Relationship Id="rId25" Type="http://schemas.openxmlformats.org/officeDocument/2006/relationships/oleObject" Target="../embeddings/oleObject291.bin"/><Relationship Id="rId24" Type="http://schemas.openxmlformats.org/officeDocument/2006/relationships/image" Target="../media/image262.wmf"/><Relationship Id="rId23" Type="http://schemas.openxmlformats.org/officeDocument/2006/relationships/oleObject" Target="../embeddings/oleObject290.bin"/><Relationship Id="rId22" Type="http://schemas.openxmlformats.org/officeDocument/2006/relationships/image" Target="../media/image261.wmf"/><Relationship Id="rId21" Type="http://schemas.openxmlformats.org/officeDocument/2006/relationships/oleObject" Target="../embeddings/oleObject289.bin"/><Relationship Id="rId20" Type="http://schemas.openxmlformats.org/officeDocument/2006/relationships/image" Target="../media/image260.wmf"/><Relationship Id="rId2" Type="http://schemas.openxmlformats.org/officeDocument/2006/relationships/image" Target="../media/image251.wmf"/><Relationship Id="rId19" Type="http://schemas.openxmlformats.org/officeDocument/2006/relationships/oleObject" Target="../embeddings/oleObject288.bin"/><Relationship Id="rId18" Type="http://schemas.openxmlformats.org/officeDocument/2006/relationships/image" Target="../media/image259.wmf"/><Relationship Id="rId17" Type="http://schemas.openxmlformats.org/officeDocument/2006/relationships/oleObject" Target="../embeddings/oleObject287.bin"/><Relationship Id="rId16" Type="http://schemas.openxmlformats.org/officeDocument/2006/relationships/image" Target="../media/image258.wmf"/><Relationship Id="rId15" Type="http://schemas.openxmlformats.org/officeDocument/2006/relationships/oleObject" Target="../embeddings/oleObject286.bin"/><Relationship Id="rId14" Type="http://schemas.openxmlformats.org/officeDocument/2006/relationships/image" Target="../media/image257.wmf"/><Relationship Id="rId13" Type="http://schemas.openxmlformats.org/officeDocument/2006/relationships/oleObject" Target="../embeddings/oleObject285.bin"/><Relationship Id="rId12" Type="http://schemas.openxmlformats.org/officeDocument/2006/relationships/image" Target="../media/image256.wmf"/><Relationship Id="rId11" Type="http://schemas.openxmlformats.org/officeDocument/2006/relationships/oleObject" Target="../embeddings/oleObject284.bin"/><Relationship Id="rId10" Type="http://schemas.openxmlformats.org/officeDocument/2006/relationships/image" Target="../media/image255.wmf"/><Relationship Id="rId1" Type="http://schemas.openxmlformats.org/officeDocument/2006/relationships/oleObject" Target="../embeddings/oleObject279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7.bin"/><Relationship Id="rId8" Type="http://schemas.openxmlformats.org/officeDocument/2006/relationships/image" Target="../media/image269.wmf"/><Relationship Id="rId7" Type="http://schemas.openxmlformats.org/officeDocument/2006/relationships/oleObject" Target="../embeddings/oleObject296.bin"/><Relationship Id="rId6" Type="http://schemas.openxmlformats.org/officeDocument/2006/relationships/image" Target="../media/image268.wmf"/><Relationship Id="rId5" Type="http://schemas.openxmlformats.org/officeDocument/2006/relationships/oleObject" Target="../embeddings/oleObject295.bin"/><Relationship Id="rId4" Type="http://schemas.openxmlformats.org/officeDocument/2006/relationships/image" Target="../media/image267.wmf"/><Relationship Id="rId3" Type="http://schemas.openxmlformats.org/officeDocument/2006/relationships/oleObject" Target="../embeddings/oleObject294.bin"/><Relationship Id="rId2" Type="http://schemas.openxmlformats.org/officeDocument/2006/relationships/image" Target="../media/image266.wmf"/><Relationship Id="rId14" Type="http://schemas.openxmlformats.org/officeDocument/2006/relationships/vmlDrawing" Target="../drawings/vmlDrawing33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81.wmf"/><Relationship Id="rId11" Type="http://schemas.openxmlformats.org/officeDocument/2006/relationships/oleObject" Target="../embeddings/oleObject298.bin"/><Relationship Id="rId10" Type="http://schemas.openxmlformats.org/officeDocument/2006/relationships/image" Target="../media/image80.wmf"/><Relationship Id="rId1" Type="http://schemas.openxmlformats.org/officeDocument/2006/relationships/oleObject" Target="../embeddings/oleObject293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3.bin"/><Relationship Id="rId8" Type="http://schemas.openxmlformats.org/officeDocument/2006/relationships/image" Target="../media/image273.wmf"/><Relationship Id="rId7" Type="http://schemas.openxmlformats.org/officeDocument/2006/relationships/oleObject" Target="../embeddings/oleObject302.bin"/><Relationship Id="rId6" Type="http://schemas.openxmlformats.org/officeDocument/2006/relationships/image" Target="../media/image272.wmf"/><Relationship Id="rId5" Type="http://schemas.openxmlformats.org/officeDocument/2006/relationships/oleObject" Target="../embeddings/oleObject301.bin"/><Relationship Id="rId4" Type="http://schemas.openxmlformats.org/officeDocument/2006/relationships/image" Target="../media/image271.wmf"/><Relationship Id="rId3" Type="http://schemas.openxmlformats.org/officeDocument/2006/relationships/oleObject" Target="../embeddings/oleObject300.bin"/><Relationship Id="rId25" Type="http://schemas.openxmlformats.org/officeDocument/2006/relationships/vmlDrawing" Target="../drawings/vmlDrawing34.vml"/><Relationship Id="rId24" Type="http://schemas.openxmlformats.org/officeDocument/2006/relationships/slideLayout" Target="../slideLayouts/slideLayout18.xml"/><Relationship Id="rId23" Type="http://schemas.openxmlformats.org/officeDocument/2006/relationships/image" Target="../media/image283.wmf"/><Relationship Id="rId22" Type="http://schemas.openxmlformats.org/officeDocument/2006/relationships/oleObject" Target="../embeddings/oleObject307.bin"/><Relationship Id="rId21" Type="http://schemas.openxmlformats.org/officeDocument/2006/relationships/image" Target="../media/image282.png"/><Relationship Id="rId20" Type="http://schemas.openxmlformats.org/officeDocument/2006/relationships/image" Target="../media/image281.png"/><Relationship Id="rId2" Type="http://schemas.openxmlformats.org/officeDocument/2006/relationships/image" Target="../media/image270.wmf"/><Relationship Id="rId19" Type="http://schemas.openxmlformats.org/officeDocument/2006/relationships/image" Target="../media/image280.png"/><Relationship Id="rId18" Type="http://schemas.openxmlformats.org/officeDocument/2006/relationships/image" Target="../media/image279.png"/><Relationship Id="rId17" Type="http://schemas.openxmlformats.org/officeDocument/2006/relationships/image" Target="../media/image278.png"/><Relationship Id="rId16" Type="http://schemas.openxmlformats.org/officeDocument/2006/relationships/image" Target="../media/image277.wmf"/><Relationship Id="rId15" Type="http://schemas.openxmlformats.org/officeDocument/2006/relationships/oleObject" Target="../embeddings/oleObject306.bin"/><Relationship Id="rId14" Type="http://schemas.openxmlformats.org/officeDocument/2006/relationships/image" Target="../media/image276.wmf"/><Relationship Id="rId13" Type="http://schemas.openxmlformats.org/officeDocument/2006/relationships/oleObject" Target="../embeddings/oleObject305.bin"/><Relationship Id="rId12" Type="http://schemas.openxmlformats.org/officeDocument/2006/relationships/image" Target="../media/image275.wmf"/><Relationship Id="rId11" Type="http://schemas.openxmlformats.org/officeDocument/2006/relationships/oleObject" Target="../embeddings/oleObject304.bin"/><Relationship Id="rId10" Type="http://schemas.openxmlformats.org/officeDocument/2006/relationships/image" Target="../media/image274.wmf"/><Relationship Id="rId1" Type="http://schemas.openxmlformats.org/officeDocument/2006/relationships/oleObject" Target="../embeddings/oleObject299.bin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5.v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84.wmf"/><Relationship Id="rId1" Type="http://schemas.openxmlformats.org/officeDocument/2006/relationships/oleObject" Target="../embeddings/oleObject308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600200" y="640715"/>
            <a:ext cx="854075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1.2.4 极限四则运算法则</a:t>
            </a:r>
            <a:endParaRPr lang="en-US" altLang="zh-CN" sz="40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39950" y="1637665"/>
            <a:ext cx="419836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本小结内容提要</a:t>
            </a:r>
            <a:endParaRPr lang="zh-CN" altLang="en-US" sz="36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2999656" y="3147574"/>
            <a:ext cx="365442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二.有理函数的极限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2999656" y="3975095"/>
            <a:ext cx="406273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三.带参数的极限问题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Box 7">
            <a:hlinkClick r:id="" action="ppaction://noaction"/>
          </p:cNvPr>
          <p:cNvSpPr txBox="1"/>
          <p:nvPr/>
        </p:nvSpPr>
        <p:spPr>
          <a:xfrm>
            <a:off x="2999656" y="4746228"/>
            <a:ext cx="698477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四.关于四则运算法则的条件的注记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999656" y="2348756"/>
            <a:ext cx="447103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一.极限的四则运算法则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3851275" y="1605280"/>
            <a:ext cx="3771900" cy="435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320086" y="456992"/>
            <a:ext cx="385762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极限的四则运算法则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851275" y="1647190"/>
          <a:ext cx="389699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3" name="Equation" r:id="rId1" imgW="93573600" imgH="9448800" progId="Equation.DSMT4">
                  <p:embed/>
                </p:oleObj>
              </mc:Choice>
              <mc:Fallback>
                <p:oleObj name="Equation" r:id="rId1" imgW="93573600" imgH="9448800" progId="Equation.DSMT4">
                  <p:embed/>
                  <p:pic>
                    <p:nvPicPr>
                      <p:cNvPr id="0" name="图片 4915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51275" y="1647190"/>
                        <a:ext cx="3896995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825105" y="1582897"/>
            <a:ext cx="1219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则有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937000" y="2301240"/>
          <a:ext cx="26781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19" name="Equation" r:id="rId3" imgW="64312800" imgH="9448800" progId="Equation.DSMT4">
                  <p:embed/>
                </p:oleObj>
              </mc:Choice>
              <mc:Fallback>
                <p:oleObj name="Equation" r:id="rId3" imgW="64312800" imgH="9448800" progId="Equation.DSMT4">
                  <p:embed/>
                  <p:pic>
                    <p:nvPicPr>
                      <p:cNvPr id="0" name="图片 49418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937000" y="2301240"/>
                        <a:ext cx="2678113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6699250" y="2299970"/>
          <a:ext cx="2741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20" name="Equation" r:id="rId5" imgW="65836800" imgH="9448800" progId="Equation.DSMT4">
                  <p:embed/>
                </p:oleObj>
              </mc:Choice>
              <mc:Fallback>
                <p:oleObj name="Equation" r:id="rId5" imgW="65836800" imgH="9448800" progId="Equation.DSMT4">
                  <p:embed/>
                  <p:pic>
                    <p:nvPicPr>
                      <p:cNvPr id="0" name="图片 49419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699250" y="2299970"/>
                        <a:ext cx="2741613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1"/>
          <p:cNvGraphicFramePr>
            <a:graphicFrameLocks noChangeAspect="1"/>
          </p:cNvGraphicFramePr>
          <p:nvPr/>
        </p:nvGraphicFramePr>
        <p:xfrm>
          <a:off x="9440863" y="2299970"/>
          <a:ext cx="1143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21" name="Equation" r:id="rId7" imgW="27432000" imgH="9448800" progId="Equation.DSMT4">
                  <p:embed/>
                </p:oleObj>
              </mc:Choice>
              <mc:Fallback>
                <p:oleObj name="Equation" r:id="rId7" imgW="27432000" imgH="9448800" progId="Equation.DSMT4">
                  <p:embed/>
                  <p:pic>
                    <p:nvPicPr>
                      <p:cNvPr id="0" name="图片 49420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9440863" y="2299970"/>
                        <a:ext cx="1143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3"/>
          <p:cNvSpPr>
            <a:spLocks noGrp="1" noChangeArrowheads="1"/>
          </p:cNvSpPr>
          <p:nvPr/>
        </p:nvSpPr>
        <p:spPr bwMode="auto">
          <a:xfrm>
            <a:off x="1263015" y="1516698"/>
            <a:ext cx="284380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/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 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1.2.11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" name="Object 31"/>
          <p:cNvGraphicFramePr>
            <a:graphicFrameLocks noChangeAspect="1"/>
          </p:cNvGraphicFramePr>
          <p:nvPr/>
        </p:nvGraphicFramePr>
        <p:xfrm>
          <a:off x="3902075" y="3030538"/>
          <a:ext cx="2362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22" name="Equation" r:id="rId9" imgW="56692800" imgH="9448800" progId="Equation.DSMT4">
                  <p:embed/>
                </p:oleObj>
              </mc:Choice>
              <mc:Fallback>
                <p:oleObj name="Equation" r:id="rId9" imgW="56692800" imgH="9448800" progId="Equation.DSMT4">
                  <p:embed/>
                  <p:pic>
                    <p:nvPicPr>
                      <p:cNvPr id="0" name="图片 49421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902075" y="3030538"/>
                        <a:ext cx="2362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2"/>
          <p:cNvGraphicFramePr>
            <a:graphicFrameLocks noChangeAspect="1"/>
          </p:cNvGraphicFramePr>
          <p:nvPr/>
        </p:nvGraphicFramePr>
        <p:xfrm>
          <a:off x="6413818" y="3019425"/>
          <a:ext cx="2489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23" name="Equation" r:id="rId11" imgW="59740800" imgH="9448800" progId="Equation.DSMT4">
                  <p:embed/>
                </p:oleObj>
              </mc:Choice>
              <mc:Fallback>
                <p:oleObj name="Equation" r:id="rId11" imgW="59740800" imgH="9448800" progId="Equation.DSMT4">
                  <p:embed/>
                  <p:pic>
                    <p:nvPicPr>
                      <p:cNvPr id="0" name="图片 49422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413818" y="3019425"/>
                        <a:ext cx="2489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3"/>
          <p:cNvGraphicFramePr>
            <a:graphicFrameLocks noChangeAspect="1"/>
          </p:cNvGraphicFramePr>
          <p:nvPr/>
        </p:nvGraphicFramePr>
        <p:xfrm>
          <a:off x="9052878" y="3019425"/>
          <a:ext cx="787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24" name="Equation" r:id="rId13" imgW="18897600" imgH="9448800" progId="Equation.DSMT4">
                  <p:embed/>
                </p:oleObj>
              </mc:Choice>
              <mc:Fallback>
                <p:oleObj name="Equation" r:id="rId13" imgW="18897600" imgH="9448800" progId="Equation.DSMT4">
                  <p:embed/>
                  <p:pic>
                    <p:nvPicPr>
                      <p:cNvPr id="0" name="图片 49423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9052878" y="3019425"/>
                        <a:ext cx="787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4"/>
          <p:cNvGraphicFramePr>
            <a:graphicFrameLocks noChangeAspect="1"/>
          </p:cNvGraphicFramePr>
          <p:nvPr/>
        </p:nvGraphicFramePr>
        <p:xfrm>
          <a:off x="3902075" y="3669665"/>
          <a:ext cx="1574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25" name="Equation" r:id="rId15" imgW="37795200" imgH="21640800" progId="Equation.DSMT4">
                  <p:embed/>
                </p:oleObj>
              </mc:Choice>
              <mc:Fallback>
                <p:oleObj name="Equation" r:id="rId15" imgW="37795200" imgH="21640800" progId="Equation.DSMT4">
                  <p:embed/>
                  <p:pic>
                    <p:nvPicPr>
                      <p:cNvPr id="0" name="图片 49424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902075" y="3669665"/>
                        <a:ext cx="15748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35"/>
          <p:cNvGraphicFramePr>
            <a:graphicFrameLocks noChangeAspect="1"/>
          </p:cNvGraphicFramePr>
          <p:nvPr/>
        </p:nvGraphicFramePr>
        <p:xfrm>
          <a:off x="5476875" y="3689350"/>
          <a:ext cx="14097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26" name="Equation" r:id="rId17" imgW="33832800" imgH="21640800" progId="Equation.DSMT4">
                  <p:embed/>
                </p:oleObj>
              </mc:Choice>
              <mc:Fallback>
                <p:oleObj name="Equation" r:id="rId17" imgW="33832800" imgH="21640800" progId="Equation.DSMT4">
                  <p:embed/>
                  <p:pic>
                    <p:nvPicPr>
                      <p:cNvPr id="0" name="图片 49425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476875" y="3689350"/>
                        <a:ext cx="14097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6"/>
          <p:cNvGraphicFramePr>
            <a:graphicFrameLocks noChangeAspect="1"/>
          </p:cNvGraphicFramePr>
          <p:nvPr/>
        </p:nvGraphicFramePr>
        <p:xfrm>
          <a:off x="6886575" y="3676015"/>
          <a:ext cx="736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27" name="Equation" r:id="rId19" imgW="17678400" imgH="19812000" progId="Equation.DSMT4">
                  <p:embed/>
                </p:oleObj>
              </mc:Choice>
              <mc:Fallback>
                <p:oleObj name="Equation" r:id="rId19" imgW="17678400" imgH="19812000" progId="Equation.DSMT4">
                  <p:embed/>
                  <p:pic>
                    <p:nvPicPr>
                      <p:cNvPr id="0" name="图片 49426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886575" y="3676015"/>
                        <a:ext cx="7366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38"/>
          <p:cNvSpPr>
            <a:spLocks noChangeArrowheads="1"/>
          </p:cNvSpPr>
          <p:nvPr/>
        </p:nvSpPr>
        <p:spPr bwMode="auto">
          <a:xfrm>
            <a:off x="7503132" y="3830003"/>
            <a:ext cx="151193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≠0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)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Text Box 39"/>
          <p:cNvSpPr txBox="1">
            <a:spLocks noChangeArrowheads="1"/>
          </p:cNvSpPr>
          <p:nvPr/>
        </p:nvSpPr>
        <p:spPr bwMode="auto">
          <a:xfrm>
            <a:off x="2109788" y="4859338"/>
            <a:ext cx="1600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推论 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en-US" altLang="zh-CN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7" name="Object 40"/>
          <p:cNvGraphicFramePr>
            <a:graphicFrameLocks noChangeAspect="1"/>
          </p:cNvGraphicFramePr>
          <p:nvPr/>
        </p:nvGraphicFramePr>
        <p:xfrm>
          <a:off x="3540125" y="4941888"/>
          <a:ext cx="35274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28" name="Equation" r:id="rId21" imgW="84734400" imgH="9448800" progId="Equation.DSMT4">
                  <p:embed/>
                </p:oleObj>
              </mc:Choice>
              <mc:Fallback>
                <p:oleObj name="Equation" r:id="rId21" imgW="84734400" imgH="9448800" progId="Equation.DSMT4">
                  <p:embed/>
                  <p:pic>
                    <p:nvPicPr>
                      <p:cNvPr id="0" name="图片 49427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540125" y="4941888"/>
                        <a:ext cx="3527425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41"/>
          <p:cNvSpPr txBox="1">
            <a:spLocks noChangeArrowheads="1"/>
          </p:cNvSpPr>
          <p:nvPr/>
        </p:nvSpPr>
        <p:spPr bwMode="auto">
          <a:xfrm>
            <a:off x="7824788" y="4857750"/>
            <a:ext cx="2286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( 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为常数 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Text Box 42"/>
          <p:cNvSpPr txBox="1">
            <a:spLocks noChangeArrowheads="1"/>
          </p:cNvSpPr>
          <p:nvPr/>
        </p:nvSpPr>
        <p:spPr bwMode="auto">
          <a:xfrm>
            <a:off x="2109788" y="5502275"/>
            <a:ext cx="1600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推论 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en-US" altLang="zh-CN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0" name="Object 43"/>
          <p:cNvGraphicFramePr>
            <a:graphicFrameLocks noChangeAspect="1"/>
          </p:cNvGraphicFramePr>
          <p:nvPr/>
        </p:nvGraphicFramePr>
        <p:xfrm>
          <a:off x="3540125" y="5499418"/>
          <a:ext cx="3492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29" name="Equation" r:id="rId23" imgW="83820000" imgH="10972800" progId="Equation.DSMT4">
                  <p:embed/>
                </p:oleObj>
              </mc:Choice>
              <mc:Fallback>
                <p:oleObj name="Equation" r:id="rId23" imgW="83820000" imgH="10972800" progId="Equation.DSMT4">
                  <p:embed/>
                  <p:pic>
                    <p:nvPicPr>
                      <p:cNvPr id="0" name="图片 49428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540125" y="5499418"/>
                        <a:ext cx="34925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7824788" y="5502275"/>
            <a:ext cx="2590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( 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为正整数 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63241" y="2240632"/>
            <a:ext cx="27718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hangingPunct="0"/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）加减法则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63241" y="2955197"/>
            <a:ext cx="27718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hangingPunct="0"/>
            <a:r>
              <a:rPr lang="zh-CN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乘法</a:t>
            </a:r>
            <a:r>
              <a:rPr lang="zh-CN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法则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63241" y="3859550"/>
            <a:ext cx="27718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hangingPunct="0"/>
            <a:r>
              <a:rPr lang="zh-CN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除法</a:t>
            </a:r>
            <a:r>
              <a:rPr lang="zh-CN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法则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30357" y="1032877"/>
            <a:ext cx="590465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对于自变量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的任何变化过程，有：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 build="p"/>
      <p:bldP spid="8" grpId="0" autoUpdateAnimBg="0" build="p"/>
      <p:bldP spid="15" grpId="0" bldLvl="0" animBg="1"/>
      <p:bldP spid="16" grpId="0" bldLvl="0" animBg="1" autoUpdateAnimBg="0"/>
      <p:bldP spid="18" grpId="0" bldLvl="0" animBg="1" autoUpdateAnimBg="0"/>
      <p:bldP spid="19" grpId="0" bldLvl="0" animBg="1" autoUpdateAnimBg="0"/>
      <p:bldP spid="21" grpId="0" bldLvl="0" animBg="1" autoUpdateAnimBg="0"/>
      <p:bldP spid="23" grpId="0"/>
      <p:bldP spid="24" grpId="0"/>
      <p:bldP spid="25" grpId="0"/>
      <p:bldP spid="22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19248" y="386378"/>
            <a:ext cx="79208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证：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0701" y="391458"/>
            <a:ext cx="309634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根据定理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1.2.8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，设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403600" y="954088"/>
          <a:ext cx="246856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77" name="Equation" r:id="rId1" imgW="59436000" imgH="11582400" progId="Equation.DSMT4">
                  <p:embed/>
                </p:oleObj>
              </mc:Choice>
              <mc:Fallback>
                <p:oleObj name="Equation" r:id="rId1" imgW="59436000" imgH="11582400" progId="Equation.DSMT4">
                  <p:embed/>
                  <p:pic>
                    <p:nvPicPr>
                      <p:cNvPr id="0" name="图片 5017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03600" y="954088"/>
                        <a:ext cx="2468563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982206" y="954210"/>
          <a:ext cx="2455863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78" name="Equation" r:id="rId3" imgW="59131200" imgH="11582400" progId="Equation.DSMT4">
                  <p:embed/>
                </p:oleObj>
              </mc:Choice>
              <mc:Fallback>
                <p:oleObj name="Equation" r:id="rId3" imgW="59131200" imgH="11582400" progId="Equation.DSMT4">
                  <p:embed/>
                  <p:pic>
                    <p:nvPicPr>
                      <p:cNvPr id="0" name="图片 5017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82206" y="954210"/>
                        <a:ext cx="2455863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719134" y="1519410"/>
            <a:ext cx="115212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其中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744405" y="1556875"/>
          <a:ext cx="3459163" cy="603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79" name="Equation" r:id="rId5" imgW="83210400" imgH="14325600" progId="Equation.DSMT4">
                  <p:embed/>
                </p:oleObj>
              </mc:Choice>
              <mc:Fallback>
                <p:oleObj name="Equation" r:id="rId5" imgW="83210400" imgH="14325600" progId="Equation.DSMT4">
                  <p:embed/>
                  <p:pic>
                    <p:nvPicPr>
                      <p:cNvPr id="0" name="图片 5017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44405" y="1556875"/>
                        <a:ext cx="3459163" cy="6032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47460" y="1448925"/>
            <a:ext cx="17281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我们有：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63552" y="2864877"/>
            <a:ext cx="129614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dirty="0" smtClean="0"/>
              <a:t>（</a:t>
            </a:r>
            <a:r>
              <a:rPr lang="en-US" altLang="zh-CN" sz="2800" dirty="0" smtClean="0"/>
              <a:t>2</a:t>
            </a:r>
            <a:r>
              <a:rPr lang="zh-CN" altLang="zh-CN" sz="2800" dirty="0" smtClean="0"/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071664" y="2132086"/>
          <a:ext cx="3132138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0" name="Equation" r:id="rId7" imgW="74980800" imgH="9448800" progId="Equation.DSMT4">
                  <p:embed/>
                </p:oleObj>
              </mc:Choice>
              <mc:Fallback>
                <p:oleObj name="Equation" r:id="rId7" imgW="74980800" imgH="9448800" progId="Equation.DSMT4">
                  <p:embed/>
                  <p:pic>
                    <p:nvPicPr>
                      <p:cNvPr id="0" name="图片 5017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71664" y="2132086"/>
                        <a:ext cx="3132138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6292086" y="2041271"/>
          <a:ext cx="2146300" cy="552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1" name="Equation" r:id="rId9" imgW="51511200" imgH="13411200" progId="Equation.DSMT4">
                  <p:embed/>
                </p:oleObj>
              </mc:Choice>
              <mc:Fallback>
                <p:oleObj name="Equation" r:id="rId9" imgW="51511200" imgH="13411200" progId="Equation.DSMT4">
                  <p:embed/>
                  <p:pic>
                    <p:nvPicPr>
                      <p:cNvPr id="0" name="图片 5018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92086" y="2041271"/>
                        <a:ext cx="2146300" cy="5524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063552" y="2064152"/>
            <a:ext cx="129614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dirty="0"/>
              <a:t>（</a:t>
            </a:r>
            <a:r>
              <a:rPr lang="en-US" altLang="zh-CN" sz="2800" dirty="0"/>
              <a:t>1</a:t>
            </a:r>
            <a:r>
              <a:rPr lang="zh-CN" altLang="zh-CN" sz="2800" dirty="0"/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039408" y="2803584"/>
          <a:ext cx="7627938" cy="552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2" name="Equation" r:id="rId11" imgW="182880000" imgH="13411200" progId="Equation.DSMT4">
                  <p:embed/>
                </p:oleObj>
              </mc:Choice>
              <mc:Fallback>
                <p:oleObj name="Equation" r:id="rId11" imgW="182880000" imgH="13411200" progId="Equation.DSMT4">
                  <p:embed/>
                  <p:pic>
                    <p:nvPicPr>
                      <p:cNvPr id="0" name="图片 5018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39408" y="2803584"/>
                        <a:ext cx="7627938" cy="5524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063552" y="3719249"/>
            <a:ext cx="129614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dirty="0" smtClean="0"/>
              <a:t>（</a:t>
            </a:r>
            <a:r>
              <a:rPr lang="en-US" altLang="zh-CN" sz="2800" dirty="0" smtClean="0"/>
              <a:t>3</a:t>
            </a:r>
            <a:r>
              <a:rPr lang="zh-CN" altLang="zh-CN" sz="2800" dirty="0" smtClean="0"/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3071457" y="3501082"/>
          <a:ext cx="61341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3" name="Equation" r:id="rId13" imgW="147218400" imgH="25298400" progId="Equation.DSMT4">
                  <p:embed/>
                </p:oleObj>
              </mc:Choice>
              <mc:Fallback>
                <p:oleObj name="Equation" r:id="rId13" imgW="147218400" imgH="25298400" progId="Equation.DSMT4">
                  <p:embed/>
                  <p:pic>
                    <p:nvPicPr>
                      <p:cNvPr id="0" name="图片 5018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71457" y="3501082"/>
                        <a:ext cx="6134100" cy="10620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719134" y="4436005"/>
            <a:ext cx="14401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1631504" y="4888324"/>
          <a:ext cx="4770437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4" name="Equation" r:id="rId15" imgW="114300000" imgH="28041600" progId="Equation.DSMT4">
                  <p:embed/>
                </p:oleObj>
              </mc:Choice>
              <mc:Fallback>
                <p:oleObj name="Equation" r:id="rId15" imgW="114300000" imgH="28041600" progId="Equation.DSMT4">
                  <p:embed/>
                  <p:pic>
                    <p:nvPicPr>
                      <p:cNvPr id="0" name="图片 5018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631504" y="4888324"/>
                        <a:ext cx="4770437" cy="1168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6528048" y="5142324"/>
          <a:ext cx="40005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5" name="Equation" r:id="rId17" imgW="96012000" imgH="15849600" progId="Equation.DSMT4">
                  <p:embed/>
                </p:oleObj>
              </mc:Choice>
              <mc:Fallback>
                <p:oleObj name="Equation" r:id="rId17" imgW="96012000" imgH="15849600" progId="Equation.DSMT4">
                  <p:embed/>
                  <p:pic>
                    <p:nvPicPr>
                      <p:cNvPr id="0" name="图片 5018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528048" y="5142324"/>
                        <a:ext cx="4000500" cy="660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9" grpId="0"/>
      <p:bldP spid="12" grpId="0"/>
      <p:bldP spid="13" grpId="0"/>
      <p:bldP spid="19" grpId="0"/>
      <p:bldP spid="22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/>
          <p:cNvSpPr txBox="1">
            <a:spLocks noChangeArrowheads="1"/>
          </p:cNvSpPr>
          <p:nvPr/>
        </p:nvSpPr>
        <p:spPr>
          <a:xfrm>
            <a:off x="2260752" y="1388690"/>
            <a:ext cx="10287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3" name="Object 3"/>
          <p:cNvGraphicFramePr>
            <a:graphicFrameLocks noChangeAspect="1"/>
          </p:cNvGraphicFramePr>
          <p:nvPr/>
        </p:nvGraphicFramePr>
        <p:xfrm>
          <a:off x="3287078" y="1451928"/>
          <a:ext cx="31623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1" name="Equation" r:id="rId1" imgW="75895200" imgH="13106400" progId="Equation.DSMT4">
                  <p:embed/>
                </p:oleObj>
              </mc:Choice>
              <mc:Fallback>
                <p:oleObj name="Equation" r:id="rId1" imgW="75895200" imgH="13106400" progId="Equation.DSMT4">
                  <p:embed/>
                  <p:pic>
                    <p:nvPicPr>
                      <p:cNvPr id="0" name="图片 5120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87078" y="1451928"/>
                        <a:ext cx="31623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6568007" y="1432337"/>
            <a:ext cx="1219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则：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5" name="Object 5"/>
          <p:cNvGraphicFramePr>
            <a:graphicFrameLocks noChangeAspect="1"/>
          </p:cNvGraphicFramePr>
          <p:nvPr/>
        </p:nvGraphicFramePr>
        <p:xfrm>
          <a:off x="3289593" y="2353945"/>
          <a:ext cx="21717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3" name="Equation" r:id="rId3" imgW="52120800" imgH="13106400" progId="Equation.DSMT4">
                  <p:embed/>
                </p:oleObj>
              </mc:Choice>
              <mc:Fallback>
                <p:oleObj name="Equation" r:id="rId3" imgW="52120800" imgH="13106400" progId="Equation.DSMT4">
                  <p:embed/>
                  <p:pic>
                    <p:nvPicPr>
                      <p:cNvPr id="0" name="图片 5134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89593" y="2353945"/>
                        <a:ext cx="21717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6"/>
          <p:cNvGraphicFramePr>
            <a:graphicFrameLocks noChangeAspect="1"/>
          </p:cNvGraphicFramePr>
          <p:nvPr/>
        </p:nvGraphicFramePr>
        <p:xfrm>
          <a:off x="3289593" y="3155950"/>
          <a:ext cx="16510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4" name="Equation" r:id="rId5" imgW="39624000" imgH="13106400" progId="Equation.DSMT4">
                  <p:embed/>
                </p:oleObj>
              </mc:Choice>
              <mc:Fallback>
                <p:oleObj name="Equation" r:id="rId5" imgW="39624000" imgH="13106400" progId="Equation.DSMT4">
                  <p:embed/>
                  <p:pic>
                    <p:nvPicPr>
                      <p:cNvPr id="0" name="图片 5134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89593" y="3155950"/>
                        <a:ext cx="16510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7"/>
          <p:cNvGraphicFramePr>
            <a:graphicFrameLocks noChangeAspect="1"/>
          </p:cNvGraphicFramePr>
          <p:nvPr/>
        </p:nvGraphicFramePr>
        <p:xfrm>
          <a:off x="3289300" y="4057015"/>
          <a:ext cx="3365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5" name="Equation" r:id="rId7" imgW="80772000" imgH="10668000" progId="Equation.DSMT4">
                  <p:embed/>
                </p:oleObj>
              </mc:Choice>
              <mc:Fallback>
                <p:oleObj name="Equation" r:id="rId7" imgW="80772000" imgH="10668000" progId="Equation.DSMT4">
                  <p:embed/>
                  <p:pic>
                    <p:nvPicPr>
                      <p:cNvPr id="0" name="图片 5134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89300" y="4057015"/>
                        <a:ext cx="33655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8"/>
          <p:cNvGraphicFramePr>
            <a:graphicFrameLocks noChangeAspect="1"/>
          </p:cNvGraphicFramePr>
          <p:nvPr/>
        </p:nvGraphicFramePr>
        <p:xfrm>
          <a:off x="6866890" y="3815715"/>
          <a:ext cx="1600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6" name="Equation" r:id="rId9" imgW="38404800" imgH="22250400" progId="Equation.DSMT4">
                  <p:embed/>
                </p:oleObj>
              </mc:Choice>
              <mc:Fallback>
                <p:oleObj name="Equation" r:id="rId9" imgW="38404800" imgH="22250400" progId="Equation.DSMT4">
                  <p:embed/>
                  <p:pic>
                    <p:nvPicPr>
                      <p:cNvPr id="0" name="图片 5134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66890" y="3815715"/>
                        <a:ext cx="1600200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9"/>
          <p:cNvGraphicFramePr>
            <a:graphicFrameLocks noChangeAspect="1"/>
          </p:cNvGraphicFramePr>
          <p:nvPr/>
        </p:nvGraphicFramePr>
        <p:xfrm>
          <a:off x="5633378" y="2430145"/>
          <a:ext cx="1130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7" name="Equation" r:id="rId11" imgW="27127200" imgH="9448800" progId="Equation.DSMT4">
                  <p:embed/>
                </p:oleObj>
              </mc:Choice>
              <mc:Fallback>
                <p:oleObj name="Equation" r:id="rId11" imgW="27127200" imgH="9448800" progId="Equation.DSMT4">
                  <p:embed/>
                  <p:pic>
                    <p:nvPicPr>
                      <p:cNvPr id="0" name="图片 5134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33378" y="2430145"/>
                        <a:ext cx="1130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0"/>
          <p:cNvGraphicFramePr>
            <a:graphicFrameLocks noChangeAspect="1"/>
          </p:cNvGraphicFramePr>
          <p:nvPr/>
        </p:nvGraphicFramePr>
        <p:xfrm>
          <a:off x="5083786" y="3214688"/>
          <a:ext cx="787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8" name="Equation" r:id="rId13" imgW="18897600" imgH="9448800" progId="Equation.DSMT4">
                  <p:embed/>
                </p:oleObj>
              </mc:Choice>
              <mc:Fallback>
                <p:oleObj name="Equation" r:id="rId13" imgW="18897600" imgH="9448800" progId="Equation.DSMT4">
                  <p:embed/>
                  <p:pic>
                    <p:nvPicPr>
                      <p:cNvPr id="0" name="图片 5134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083786" y="3214688"/>
                        <a:ext cx="787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1787301" y="674959"/>
            <a:ext cx="590465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特别地，对于数列极限，有：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1523921" y="334437"/>
            <a:ext cx="304101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有理函数的极限</a:t>
            </a:r>
            <a:endParaRPr lang="zh-CN" altLang="zh-CN" sz="3200" b="1" dirty="0">
              <a:solidFill>
                <a:schemeClr val="accent6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Rectangle 4"/>
          <p:cNvSpPr txBox="1">
            <a:spLocks noChangeArrowheads="1"/>
          </p:cNvSpPr>
          <p:nvPr/>
        </p:nvSpPr>
        <p:spPr>
          <a:xfrm>
            <a:off x="1952353" y="889514"/>
            <a:ext cx="3429000" cy="762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设有分式函数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4859020" y="737235"/>
          <a:ext cx="19923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5" name="Equation" r:id="rId1" imgW="47548800" imgH="21640800" progId="Equation.DSMT4">
                  <p:embed/>
                </p:oleObj>
              </mc:Choice>
              <mc:Fallback>
                <p:oleObj name="Equation" r:id="rId1" imgW="47548800" imgH="21640800" progId="Equation.DSMT4">
                  <p:embed/>
                  <p:pic>
                    <p:nvPicPr>
                      <p:cNvPr id="0" name="图片 5222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859020" y="737235"/>
                        <a:ext cx="1992313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6"/>
          <p:cNvSpPr txBox="1">
            <a:spLocks noChangeArrowheads="1"/>
          </p:cNvSpPr>
          <p:nvPr/>
        </p:nvSpPr>
        <p:spPr bwMode="auto">
          <a:xfrm>
            <a:off x="1790065" y="2234327"/>
            <a:ext cx="3748534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        的极限</a:t>
            </a:r>
            <a:endParaRPr lang="zh-CN" altLang="en-US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7" name="Object 7"/>
          <p:cNvGraphicFramePr>
            <a:graphicFrameLocks noChangeAspect="1"/>
          </p:cNvGraphicFramePr>
          <p:nvPr/>
        </p:nvGraphicFramePr>
        <p:xfrm>
          <a:off x="7775893" y="997585"/>
          <a:ext cx="15605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6" name="Equation" r:id="rId3" imgW="37490400" imgH="9448800" progId="Equation.DSMT4">
                  <p:embed/>
                </p:oleObj>
              </mc:Choice>
              <mc:Fallback>
                <p:oleObj name="Equation" r:id="rId3" imgW="37490400" imgH="9448800" progId="Equation.DSMT4">
                  <p:embed/>
                  <p:pic>
                    <p:nvPicPr>
                      <p:cNvPr id="0" name="图片 52225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775893" y="997585"/>
                        <a:ext cx="1560512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8"/>
          <p:cNvSpPr txBox="1">
            <a:spLocks noChangeArrowheads="1"/>
          </p:cNvSpPr>
          <p:nvPr/>
        </p:nvSpPr>
        <p:spPr bwMode="auto">
          <a:xfrm>
            <a:off x="9336360" y="933488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都是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Text Box 9"/>
          <p:cNvSpPr txBox="1">
            <a:spLocks noChangeArrowheads="1"/>
          </p:cNvSpPr>
          <p:nvPr/>
        </p:nvSpPr>
        <p:spPr bwMode="auto">
          <a:xfrm>
            <a:off x="1622614" y="1543467"/>
            <a:ext cx="1600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多项式 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Text Box 6"/>
          <p:cNvSpPr txBox="1">
            <a:spLocks noChangeArrowheads="1"/>
          </p:cNvSpPr>
          <p:nvPr/>
        </p:nvSpPr>
        <p:spPr bwMode="auto">
          <a:xfrm>
            <a:off x="6851929" y="933488"/>
            <a:ext cx="1143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Rectangle 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2527598" y="2075279"/>
          <a:ext cx="1301751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7" name="Equation" r:id="rId5" imgW="31089600" imgH="21640800" progId="Equation.DSMT4">
                  <p:embed/>
                </p:oleObj>
              </mc:Choice>
              <mc:Fallback>
                <p:oleObj name="Equation" r:id="rId5" imgW="31089600" imgH="21640800" progId="Equation.DSMT4">
                  <p:embed/>
                  <p:pic>
                    <p:nvPicPr>
                      <p:cNvPr id="0" name="图片 5222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27598" y="2075279"/>
                        <a:ext cx="1301751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2"/>
          <p:cNvSpPr txBox="1">
            <a:spLocks noChangeArrowheads="1"/>
          </p:cNvSpPr>
          <p:nvPr/>
        </p:nvSpPr>
        <p:spPr>
          <a:xfrm>
            <a:off x="1523728" y="3170873"/>
            <a:ext cx="2344057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12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8" name="Object 3"/>
          <p:cNvGraphicFramePr>
            <a:graphicFrameLocks noChangeAspect="1"/>
          </p:cNvGraphicFramePr>
          <p:nvPr/>
        </p:nvGraphicFramePr>
        <p:xfrm>
          <a:off x="3803650" y="2961323"/>
          <a:ext cx="2349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8" name="Equation" r:id="rId7" imgW="56388000" imgH="21336000" progId="Equation.DSMT4">
                  <p:embed/>
                </p:oleObj>
              </mc:Choice>
              <mc:Fallback>
                <p:oleObj name="Equation" r:id="rId7" imgW="56388000" imgH="21336000" progId="Equation.DSMT4">
                  <p:embed/>
                  <p:pic>
                    <p:nvPicPr>
                      <p:cNvPr id="0" name="图片 52227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03650" y="2961323"/>
                        <a:ext cx="23495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4"/>
          <p:cNvSpPr txBox="1">
            <a:spLocks noChangeArrowheads="1"/>
          </p:cNvSpPr>
          <p:nvPr/>
        </p:nvSpPr>
        <p:spPr bwMode="auto">
          <a:xfrm>
            <a:off x="1952625" y="4134023"/>
            <a:ext cx="1219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endParaRPr kumimoji="1" lang="en-US" altLang="zh-CN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0" name="Object 5"/>
          <p:cNvGraphicFramePr>
            <a:graphicFrameLocks noChangeAspect="1"/>
          </p:cNvGraphicFramePr>
          <p:nvPr/>
        </p:nvGraphicFramePr>
        <p:xfrm>
          <a:off x="3171825" y="4278948"/>
          <a:ext cx="990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9" name="Equation" r:id="rId9" imgW="23774400" imgH="7620000" progId="Equation.DSMT4">
                  <p:embed/>
                </p:oleObj>
              </mc:Choice>
              <mc:Fallback>
                <p:oleObj name="Equation" r:id="rId9" imgW="23774400" imgH="7620000" progId="Equation.DSMT4">
                  <p:embed/>
                  <p:pic>
                    <p:nvPicPr>
                      <p:cNvPr id="0" name="图片 52228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171825" y="4278948"/>
                        <a:ext cx="9906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6"/>
          <p:cNvSpPr txBox="1">
            <a:spLocks noChangeArrowheads="1"/>
          </p:cNvSpPr>
          <p:nvPr/>
        </p:nvSpPr>
        <p:spPr bwMode="auto">
          <a:xfrm>
            <a:off x="4146550" y="4176713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2" name="Object 7"/>
          <p:cNvGraphicFramePr>
            <a:graphicFrameLocks noChangeAspect="1"/>
          </p:cNvGraphicFramePr>
          <p:nvPr/>
        </p:nvGraphicFramePr>
        <p:xfrm>
          <a:off x="5749290" y="4278948"/>
          <a:ext cx="876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0" name="Equation" r:id="rId11" imgW="21031200" imgH="7620000" progId="Equation.DSMT4">
                  <p:embed/>
                </p:oleObj>
              </mc:Choice>
              <mc:Fallback>
                <p:oleObj name="Equation" r:id="rId11" imgW="21031200" imgH="7620000" progId="Equation.DSMT4">
                  <p:embed/>
                  <p:pic>
                    <p:nvPicPr>
                      <p:cNvPr id="0" name="图片 52229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749290" y="4278948"/>
                        <a:ext cx="8763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 Box 8"/>
          <p:cNvSpPr txBox="1">
            <a:spLocks noChangeArrowheads="1"/>
          </p:cNvSpPr>
          <p:nvPr/>
        </p:nvSpPr>
        <p:spPr bwMode="auto">
          <a:xfrm>
            <a:off x="6851650" y="4130993"/>
            <a:ext cx="1219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分子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4" name="Object 9"/>
          <p:cNvGraphicFramePr>
            <a:graphicFrameLocks noChangeAspect="1"/>
          </p:cNvGraphicFramePr>
          <p:nvPr/>
        </p:nvGraphicFramePr>
        <p:xfrm>
          <a:off x="7651115" y="4235768"/>
          <a:ext cx="850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1" name="Equation" r:id="rId13" imgW="20421600" imgH="7620000" progId="Equation.DSMT4">
                  <p:embed/>
                </p:oleObj>
              </mc:Choice>
              <mc:Fallback>
                <p:oleObj name="Equation" r:id="rId13" imgW="20421600" imgH="7620000" progId="Equation.DSMT4">
                  <p:embed/>
                  <p:pic>
                    <p:nvPicPr>
                      <p:cNvPr id="0" name="图片 52230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651115" y="4235768"/>
                        <a:ext cx="8509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3143250" y="4938713"/>
            <a:ext cx="3048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分子分母同除以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7" name="Object 12"/>
          <p:cNvGraphicFramePr>
            <a:graphicFrameLocks noChangeAspect="1"/>
          </p:cNvGraphicFramePr>
          <p:nvPr/>
        </p:nvGraphicFramePr>
        <p:xfrm>
          <a:off x="5807968" y="4962972"/>
          <a:ext cx="580653" cy="554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2" name="Equation" r:id="rId15" imgW="5791200" imgH="5486400" progId="Equation.DSMT4">
                  <p:embed/>
                </p:oleObj>
              </mc:Choice>
              <mc:Fallback>
                <p:oleObj name="Equation" r:id="rId15" imgW="5791200" imgH="5486400" progId="Equation.DSMT4">
                  <p:embed/>
                  <p:pic>
                    <p:nvPicPr>
                      <p:cNvPr id="0" name="图片 5223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807968" y="4962972"/>
                        <a:ext cx="580653" cy="5542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Box 13"/>
          <p:cNvSpPr txBox="1">
            <a:spLocks noChangeArrowheads="1"/>
          </p:cNvSpPr>
          <p:nvPr/>
        </p:nvSpPr>
        <p:spPr bwMode="auto">
          <a:xfrm>
            <a:off x="6343650" y="4938713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" name="Text Box 15"/>
          <p:cNvSpPr txBox="1">
            <a:spLocks noChangeArrowheads="1"/>
          </p:cNvSpPr>
          <p:nvPr/>
        </p:nvSpPr>
        <p:spPr bwMode="auto">
          <a:xfrm>
            <a:off x="4859020" y="4176713"/>
            <a:ext cx="11049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分母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28" grpId="0" advAuto="0" autoUpdateAnimBg="0" build="p"/>
      <p:bldP spid="29" grpId="0" advAuto="0" autoUpdateAnimBg="0" build="p"/>
      <p:bldP spid="34" grpId="0" autoUpdateAnimBg="0" build="p"/>
      <p:bldP spid="37" grpId="0"/>
      <p:bldP spid="39" grpId="0" bldLvl="0" animBg="1" autoUpdateAnimBg="0"/>
      <p:bldP spid="41" grpId="0" bldLvl="0" animBg="1" autoUpdateAnimBg="0"/>
      <p:bldP spid="43" grpId="0" autoUpdateAnimBg="0" build="p"/>
      <p:bldP spid="46" grpId="0" bldLvl="0" animBg="1" autoUpdateAnimBg="0"/>
      <p:bldP spid="48" grpId="0" bldLvl="0" animBg="1" autoUpdateAnimBg="0"/>
      <p:bldP spid="50" grpId="0" bldLvl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"/>
          <p:cNvGraphicFramePr>
            <a:graphicFrameLocks noChangeAspect="1"/>
          </p:cNvGraphicFramePr>
          <p:nvPr/>
        </p:nvGraphicFramePr>
        <p:xfrm>
          <a:off x="3365500" y="270193"/>
          <a:ext cx="25273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49" name="Equation" r:id="rId1" imgW="60655200" imgH="24688800" progId="Equation.DSMT4">
                  <p:embed/>
                </p:oleObj>
              </mc:Choice>
              <mc:Fallback>
                <p:oleObj name="Equation" r:id="rId1" imgW="60655200" imgH="24688800" progId="Equation.DSMT4">
                  <p:embed/>
                  <p:pic>
                    <p:nvPicPr>
                      <p:cNvPr id="0" name="图片 532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65500" y="270193"/>
                        <a:ext cx="2527300" cy="1028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4"/>
          <p:cNvGraphicFramePr>
            <a:graphicFrameLocks noChangeAspect="1"/>
          </p:cNvGraphicFramePr>
          <p:nvPr/>
        </p:nvGraphicFramePr>
        <p:xfrm>
          <a:off x="6041390" y="304483"/>
          <a:ext cx="635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0" name="Equation" r:id="rId3" imgW="15240000" imgH="20116800" progId="Equation.DSMT4">
                  <p:embed/>
                </p:oleObj>
              </mc:Choice>
              <mc:Fallback>
                <p:oleObj name="Equation" r:id="rId3" imgW="15240000" imgH="20116800" progId="Equation.DSMT4">
                  <p:embed/>
                  <p:pic>
                    <p:nvPicPr>
                      <p:cNvPr id="0" name="图片 53249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041390" y="304483"/>
                        <a:ext cx="6350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7"/>
          <p:cNvSpPr txBox="1">
            <a:spLocks noChangeArrowheads="1"/>
          </p:cNvSpPr>
          <p:nvPr/>
        </p:nvSpPr>
        <p:spPr bwMode="auto">
          <a:xfrm>
            <a:off x="2423696" y="525190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原式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423560" y="1484313"/>
            <a:ext cx="3744447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一般地，有如下结果：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8353191" y="2627050"/>
            <a:ext cx="2362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为非负常数 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6257608" y="2671817"/>
          <a:ext cx="2095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1" name="Equation" r:id="rId5" imgW="50292000" imgH="10363200" progId="Equation.DSMT4">
                  <p:embed/>
                </p:oleObj>
              </mc:Choice>
              <mc:Fallback>
                <p:oleObj name="Equation" r:id="rId5" imgW="50292000" imgH="10363200" progId="Equation.DSMT4">
                  <p:embed/>
                  <p:pic>
                    <p:nvPicPr>
                      <p:cNvPr id="0" name="图片 53250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257608" y="2671817"/>
                        <a:ext cx="20955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2833053" y="4821238"/>
          <a:ext cx="244475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2" name="Equation" r:id="rId7" imgW="5791200" imgH="6705600" progId="Equation.DSMT4">
                  <p:embed/>
                </p:oleObj>
              </mc:Choice>
              <mc:Fallback>
                <p:oleObj name="Equation" r:id="rId7" imgW="5791200" imgH="6705600" progId="Equation.DSMT4">
                  <p:embed/>
                  <p:pic>
                    <p:nvPicPr>
                      <p:cNvPr id="0" name="图片 5325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33053" y="4821238"/>
                        <a:ext cx="244475" cy="282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4597718" y="3763963"/>
          <a:ext cx="11588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3" name="Equation" r:id="rId9" imgW="28041600" imgH="9144000" progId="Equation.DSMT4">
                  <p:embed/>
                </p:oleObj>
              </mc:Choice>
              <mc:Fallback>
                <p:oleObj name="Equation" r:id="rId9" imgW="28041600" imgH="9144000" progId="Equation.DSMT4">
                  <p:embed/>
                  <p:pic>
                    <p:nvPicPr>
                      <p:cNvPr id="0" name="图片 53252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97718" y="3763963"/>
                        <a:ext cx="1158875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/>
          <p:cNvGraphicFramePr>
            <a:graphicFrameLocks noChangeAspect="1"/>
          </p:cNvGraphicFramePr>
          <p:nvPr/>
        </p:nvGraphicFramePr>
        <p:xfrm>
          <a:off x="2500313" y="2387600"/>
          <a:ext cx="37338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4" name="Equation" r:id="rId11" imgW="89611200" imgH="21031200" progId="Equation.DSMT4">
                  <p:embed/>
                </p:oleObj>
              </mc:Choice>
              <mc:Fallback>
                <p:oleObj name="Equation" r:id="rId11" imgW="89611200" imgH="21031200" progId="Equation.DSMT4">
                  <p:embed/>
                  <p:pic>
                    <p:nvPicPr>
                      <p:cNvPr id="0" name="图片 5325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00313" y="2387600"/>
                        <a:ext cx="3733800" cy="876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1"/>
          <p:cNvGraphicFramePr>
            <a:graphicFrameLocks noChangeAspect="1"/>
          </p:cNvGraphicFramePr>
          <p:nvPr/>
        </p:nvGraphicFramePr>
        <p:xfrm>
          <a:off x="2999656" y="2852936"/>
          <a:ext cx="3258294" cy="620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5" name="Equation" r:id="rId13" imgW="30784800" imgH="5791200" progId="Equation.DSMT4">
                  <p:embed/>
                </p:oleObj>
              </mc:Choice>
              <mc:Fallback>
                <p:oleObj name="Equation" r:id="rId13" imgW="30784800" imgH="5791200" progId="Equation.DSMT4">
                  <p:embed/>
                  <p:pic>
                    <p:nvPicPr>
                      <p:cNvPr id="0" name="图片 5325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999656" y="2852936"/>
                        <a:ext cx="3258294" cy="62040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2"/>
          <p:cNvGraphicFramePr>
            <a:graphicFrameLocks noChangeAspect="1"/>
          </p:cNvGraphicFramePr>
          <p:nvPr/>
        </p:nvGraphicFramePr>
        <p:xfrm>
          <a:off x="3737928" y="3473133"/>
          <a:ext cx="571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6" name="Equation" r:id="rId15" imgW="13716000" imgH="22250400" progId="Equation.DSMT4">
                  <p:embed/>
                </p:oleObj>
              </mc:Choice>
              <mc:Fallback>
                <p:oleObj name="Equation" r:id="rId15" imgW="13716000" imgH="22250400" progId="Equation.DSMT4">
                  <p:embed/>
                  <p:pic>
                    <p:nvPicPr>
                      <p:cNvPr id="0" name="图片 53255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737928" y="3473133"/>
                        <a:ext cx="571500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3"/>
          <p:cNvGraphicFramePr>
            <a:graphicFrameLocks noChangeAspect="1"/>
          </p:cNvGraphicFramePr>
          <p:nvPr/>
        </p:nvGraphicFramePr>
        <p:xfrm>
          <a:off x="3782378" y="4672013"/>
          <a:ext cx="469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7" name="Equation" r:id="rId17" imgW="11277600" imgH="9448800" progId="Equation.DSMT4">
                  <p:embed/>
                </p:oleObj>
              </mc:Choice>
              <mc:Fallback>
                <p:oleObj name="Equation" r:id="rId17" imgW="11277600" imgH="9448800" progId="Equation.DSMT4">
                  <p:embed/>
                  <p:pic>
                    <p:nvPicPr>
                      <p:cNvPr id="0" name="图片 53256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782378" y="4672013"/>
                        <a:ext cx="469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4"/>
          <p:cNvGraphicFramePr>
            <a:graphicFrameLocks noChangeAspect="1"/>
          </p:cNvGraphicFramePr>
          <p:nvPr/>
        </p:nvGraphicFramePr>
        <p:xfrm>
          <a:off x="3738011" y="5639753"/>
          <a:ext cx="457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8" name="Equation" r:id="rId19" imgW="10972800" imgH="7620000" progId="Equation.DSMT4">
                  <p:embed/>
                </p:oleObj>
              </mc:Choice>
              <mc:Fallback>
                <p:oleObj name="Equation" r:id="rId19" imgW="10972800" imgH="7620000" progId="Equation.DSMT4">
                  <p:embed/>
                  <p:pic>
                    <p:nvPicPr>
                      <p:cNvPr id="0" name="图片 53257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738011" y="5639753"/>
                        <a:ext cx="4572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1"/>
          <p:cNvGraphicFramePr>
            <a:graphicFrameLocks noChangeAspect="1"/>
          </p:cNvGraphicFramePr>
          <p:nvPr/>
        </p:nvGraphicFramePr>
        <p:xfrm>
          <a:off x="4597718" y="4645343"/>
          <a:ext cx="11588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9" name="Equation" r:id="rId21" imgW="28041600" imgH="9144000" progId="Equation.DSMT4">
                  <p:embed/>
                </p:oleObj>
              </mc:Choice>
              <mc:Fallback>
                <p:oleObj name="Equation" r:id="rId21" imgW="28041600" imgH="9144000" progId="Equation.DSMT4">
                  <p:embed/>
                  <p:pic>
                    <p:nvPicPr>
                      <p:cNvPr id="0" name="图片 53258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97718" y="4645343"/>
                        <a:ext cx="1158875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2"/>
          <p:cNvGraphicFramePr>
            <a:graphicFrameLocks noChangeAspect="1"/>
          </p:cNvGraphicFramePr>
          <p:nvPr/>
        </p:nvGraphicFramePr>
        <p:xfrm>
          <a:off x="4610418" y="5608003"/>
          <a:ext cx="11461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0" name="Equation" r:id="rId23" imgW="27736800" imgH="9144000" progId="Equation.DSMT4">
                  <p:embed/>
                </p:oleObj>
              </mc:Choice>
              <mc:Fallback>
                <p:oleObj name="Equation" r:id="rId23" imgW="27736800" imgH="9144000" progId="Equation.DSMT4">
                  <p:embed/>
                  <p:pic>
                    <p:nvPicPr>
                      <p:cNvPr id="0" name="图片 53259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10418" y="5608003"/>
                        <a:ext cx="1146175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AutoShape 24"/>
          <p:cNvSpPr/>
          <p:nvPr/>
        </p:nvSpPr>
        <p:spPr bwMode="auto">
          <a:xfrm>
            <a:off x="3351296" y="3808413"/>
            <a:ext cx="228600" cy="2057400"/>
          </a:xfrm>
          <a:prstGeom prst="leftBrace">
            <a:avLst>
              <a:gd name="adj1" fmla="val 75000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dvAuto="0" autoUpdateAnimBg="0" build="p"/>
      <p:bldP spid="5" grpId="0"/>
      <p:bldP spid="6" grpId="0" bldLvl="0" animBg="1" autoUpdateAnimBg="0"/>
      <p:bldP spid="20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/>
          <p:cNvSpPr txBox="1">
            <a:spLocks noChangeArrowheads="1"/>
          </p:cNvSpPr>
          <p:nvPr/>
        </p:nvSpPr>
        <p:spPr bwMode="auto">
          <a:xfrm>
            <a:off x="1833880" y="454785"/>
            <a:ext cx="3748534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        的极限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519227" y="295052"/>
          <a:ext cx="13335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3" name="Equation" r:id="rId1" imgW="32004000" imgH="21640800" progId="Equation.DSMT4">
                  <p:embed/>
                </p:oleObj>
              </mc:Choice>
              <mc:Fallback>
                <p:oleObj name="Equation" r:id="rId1" imgW="32004000" imgH="21640800" progId="Equation.DSMT4">
                  <p:embed/>
                  <p:pic>
                    <p:nvPicPr>
                      <p:cNvPr id="0" name="图片 542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19227" y="295052"/>
                        <a:ext cx="13335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775520" y="1453357"/>
            <a:ext cx="4752528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首先注意：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1" lang="zh-CN" altLang="en-US" sz="2800" b="1" i="1" dirty="0" smtClean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次多项式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6142673" y="1445260"/>
          <a:ext cx="388143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4" name="Equation" r:id="rId3" imgW="93268800" imgH="11277600" progId="Equation.DSMT4">
                  <p:embed/>
                </p:oleObj>
              </mc:Choice>
              <mc:Fallback>
                <p:oleObj name="Equation" r:id="rId3" imgW="93268800" imgH="11277600" progId="Equation.DSMT4">
                  <p:embed/>
                  <p:pic>
                    <p:nvPicPr>
                      <p:cNvPr id="0" name="图片 54273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142673" y="1445260"/>
                        <a:ext cx="3881437" cy="469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781617" y="2346802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3716973" y="2349500"/>
          <a:ext cx="2654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5" name="Equation" r:id="rId5" imgW="63703200" imgH="14325600" progId="Equation.DSMT4">
                  <p:embed/>
                </p:oleObj>
              </mc:Choice>
              <mc:Fallback>
                <p:oleObj name="Equation" r:id="rId5" imgW="63703200" imgH="14325600" progId="Equation.DSMT4">
                  <p:embed/>
                  <p:pic>
                    <p:nvPicPr>
                      <p:cNvPr id="0" name="图片 5427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16973" y="2349500"/>
                        <a:ext cx="26543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911350" y="3469482"/>
            <a:ext cx="1066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证:</a:t>
            </a:r>
            <a:endParaRPr kumimoji="1"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10" name="Object 7"/>
          <p:cNvGraphicFramePr>
            <a:graphicFrameLocks noChangeAspect="1"/>
          </p:cNvGraphicFramePr>
          <p:nvPr/>
        </p:nvGraphicFramePr>
        <p:xfrm>
          <a:off x="2781300" y="3533775"/>
          <a:ext cx="1625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6" name="Equation" r:id="rId7" imgW="39014400" imgH="14325600" progId="Equation.DSMT4">
                  <p:embed/>
                </p:oleObj>
              </mc:Choice>
              <mc:Fallback>
                <p:oleObj name="Equation" r:id="rId7" imgW="39014400" imgH="14325600" progId="Equation.DSMT4">
                  <p:embed/>
                  <p:pic>
                    <p:nvPicPr>
                      <p:cNvPr id="0" name="图片 5427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81300" y="3533775"/>
                        <a:ext cx="16256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/>
          <p:cNvGraphicFramePr>
            <a:graphicFrameLocks noChangeAspect="1"/>
          </p:cNvGraphicFramePr>
          <p:nvPr/>
        </p:nvGraphicFramePr>
        <p:xfrm>
          <a:off x="4578350" y="3514725"/>
          <a:ext cx="35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7" name="Equation" r:id="rId9" imgW="8534400" imgH="10363200" progId="Equation.DSMT4">
                  <p:embed/>
                </p:oleObj>
              </mc:Choice>
              <mc:Fallback>
                <p:oleObj name="Equation" r:id="rId9" imgW="8534400" imgH="10363200" progId="Equation.DSMT4">
                  <p:embed/>
                  <p:pic>
                    <p:nvPicPr>
                      <p:cNvPr id="0" name="图片 54276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78350" y="3514725"/>
                        <a:ext cx="3556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9"/>
          <p:cNvGraphicFramePr>
            <a:graphicFrameLocks noChangeAspect="1"/>
          </p:cNvGraphicFramePr>
          <p:nvPr/>
        </p:nvGraphicFramePr>
        <p:xfrm>
          <a:off x="5105400" y="3550920"/>
          <a:ext cx="1308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8" name="Equation" r:id="rId11" imgW="31394400" imgH="14325600" progId="Equation.DSMT4">
                  <p:embed/>
                </p:oleObj>
              </mc:Choice>
              <mc:Fallback>
                <p:oleObj name="Equation" r:id="rId11" imgW="31394400" imgH="14325600" progId="Equation.DSMT4">
                  <p:embed/>
                  <p:pic>
                    <p:nvPicPr>
                      <p:cNvPr id="0" name="图片 54277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105400" y="3550920"/>
                        <a:ext cx="13081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/>
          <p:cNvGraphicFramePr>
            <a:graphicFrameLocks noChangeAspect="1"/>
          </p:cNvGraphicFramePr>
          <p:nvPr/>
        </p:nvGraphicFramePr>
        <p:xfrm>
          <a:off x="6683375" y="3616325"/>
          <a:ext cx="850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9" name="Equation" r:id="rId13" imgW="20421600" imgH="7924800" progId="Equation.DSMT4">
                  <p:embed/>
                </p:oleObj>
              </mc:Choice>
              <mc:Fallback>
                <p:oleObj name="Equation" r:id="rId13" imgW="20421600" imgH="7924800" progId="Equation.DSMT4">
                  <p:embed/>
                  <p:pic>
                    <p:nvPicPr>
                      <p:cNvPr id="0" name="图片 54278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683375" y="3616325"/>
                        <a:ext cx="8509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1"/>
          <p:cNvGraphicFramePr>
            <a:graphicFrameLocks noChangeAspect="1"/>
          </p:cNvGraphicFramePr>
          <p:nvPr/>
        </p:nvGraphicFramePr>
        <p:xfrm>
          <a:off x="7734935" y="3470910"/>
          <a:ext cx="12827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0" name="Equation" r:id="rId15" imgW="30784800" imgH="15240000" progId="Equation.DSMT4">
                  <p:embed/>
                </p:oleObj>
              </mc:Choice>
              <mc:Fallback>
                <p:oleObj name="Equation" r:id="rId15" imgW="30784800" imgH="15240000" progId="Equation.DSMT4">
                  <p:embed/>
                  <p:pic>
                    <p:nvPicPr>
                      <p:cNvPr id="0" name="图片 54279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734935" y="3470910"/>
                        <a:ext cx="1282700" cy="635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2"/>
          <p:cNvGraphicFramePr>
            <a:graphicFrameLocks noChangeAspect="1"/>
          </p:cNvGraphicFramePr>
          <p:nvPr/>
        </p:nvGraphicFramePr>
        <p:xfrm>
          <a:off x="4324350" y="5324475"/>
          <a:ext cx="1193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1" name="Equation" r:id="rId17" imgW="28651200" imgH="10363200" progId="Equation.DSMT4">
                  <p:embed/>
                </p:oleObj>
              </mc:Choice>
              <mc:Fallback>
                <p:oleObj name="Equation" r:id="rId17" imgW="28651200" imgH="10363200" progId="Equation.DSMT4">
                  <p:embed/>
                  <p:pic>
                    <p:nvPicPr>
                      <p:cNvPr id="0" name="图片 54280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324350" y="5324475"/>
                        <a:ext cx="11938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4"/>
          <p:cNvGraphicFramePr>
            <a:graphicFrameLocks noChangeAspect="1"/>
          </p:cNvGraphicFramePr>
          <p:nvPr/>
        </p:nvGraphicFramePr>
        <p:xfrm>
          <a:off x="4181475" y="4413250"/>
          <a:ext cx="366712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2" name="Equation" r:id="rId19" imgW="33832800" imgH="5791200" progId="Equation.DSMT4">
                  <p:embed/>
                </p:oleObj>
              </mc:Choice>
              <mc:Fallback>
                <p:oleObj name="Equation" r:id="rId19" imgW="33832800" imgH="5791200" progId="Equation.DSMT4">
                  <p:embed/>
                  <p:pic>
                    <p:nvPicPr>
                      <p:cNvPr id="0" name="图片 54281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81475" y="4413250"/>
                        <a:ext cx="3667125" cy="628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 build="p"/>
      <p:bldP spid="5" grpId="0" bldLvl="0" animBg="1" autoUpdateAnimBg="0"/>
      <p:bldP spid="7" grpId="0" bldLvl="0" animBg="1" autoUpdateAnimBg="0"/>
      <p:bldP spid="9" grpId="0" bldLvl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79452" y="865366"/>
            <a:ext cx="151216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所以，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63552" y="1387316"/>
            <a:ext cx="151216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）若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481070" y="1432421"/>
          <a:ext cx="14541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297" name="Equation" r:id="rId1" imgW="35052000" imgH="10363200" progId="Equation.DSMT4">
                  <p:embed/>
                </p:oleObj>
              </mc:Choice>
              <mc:Fallback>
                <p:oleObj name="Equation" r:id="rId1" imgW="35052000" imgH="10363200" progId="Equation.DSMT4">
                  <p:embed/>
                  <p:pic>
                    <p:nvPicPr>
                      <p:cNvPr id="0" name="图片 552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81070" y="1432421"/>
                        <a:ext cx="145415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164641" y="3816345"/>
            <a:ext cx="151216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081553" y="2132856"/>
          <a:ext cx="2933700" cy="1250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298" name="Equation" r:id="rId3" imgW="70408800" imgH="30175200" progId="Equation.DSMT4">
                  <p:embed/>
                </p:oleObj>
              </mc:Choice>
              <mc:Fallback>
                <p:oleObj name="Equation" r:id="rId3" imgW="70408800" imgH="30175200" progId="Equation.DSMT4">
                  <p:embed/>
                  <p:pic>
                    <p:nvPicPr>
                      <p:cNvPr id="0" name="图片 552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81553" y="2132856"/>
                        <a:ext cx="2933700" cy="1250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116573" y="2297956"/>
          <a:ext cx="1174751" cy="920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299" name="Equation" r:id="rId5" imgW="28346400" imgH="22250400" progId="Equation.DSMT4">
                  <p:embed/>
                </p:oleObj>
              </mc:Choice>
              <mc:Fallback>
                <p:oleObj name="Equation" r:id="rId5" imgW="28346400" imgH="22250400" progId="Equation.DSMT4">
                  <p:embed/>
                  <p:pic>
                    <p:nvPicPr>
                      <p:cNvPr id="0" name="图片 552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16573" y="2297956"/>
                        <a:ext cx="1174751" cy="9207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7392144" y="2490361"/>
          <a:ext cx="11112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0" name="Equation" r:id="rId7" imgW="26822400" imgH="10363200" progId="Equation.DSMT4">
                  <p:embed/>
                </p:oleObj>
              </mc:Choice>
              <mc:Fallback>
                <p:oleObj name="Equation" r:id="rId7" imgW="26822400" imgH="10363200" progId="Equation.DSMT4">
                  <p:embed/>
                  <p:pic>
                    <p:nvPicPr>
                      <p:cNvPr id="0" name="图片 5529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392144" y="2490361"/>
                        <a:ext cx="111125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575685" y="3861296"/>
          <a:ext cx="14525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1" name="Equation" r:id="rId9" imgW="35052000" imgH="10363200" progId="Equation.DSMT4">
                  <p:embed/>
                </p:oleObj>
              </mc:Choice>
              <mc:Fallback>
                <p:oleObj name="Equation" r:id="rId9" imgW="35052000" imgH="10363200" progId="Equation.DSMT4">
                  <p:embed/>
                  <p:pic>
                    <p:nvPicPr>
                      <p:cNvPr id="0" name="图片 5530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75685" y="3861296"/>
                        <a:ext cx="1452563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177131" y="4516879"/>
            <a:ext cx="623300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则需要观察分子和分母是否有公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因子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9128452" y="4561964"/>
          <a:ext cx="812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2" name="Equation" r:id="rId11" imgW="19507200" imgH="10363200" progId="Equation.DSMT4">
                  <p:embed/>
                </p:oleObj>
              </mc:Choice>
              <mc:Fallback>
                <p:oleObj name="Equation" r:id="rId11" imgW="19507200" imgH="10363200" progId="Equation.DSMT4">
                  <p:embed/>
                  <p:pic>
                    <p:nvPicPr>
                      <p:cNvPr id="0" name="图片 5530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128452" y="4561964"/>
                        <a:ext cx="8128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864012" y="5411918"/>
            <a:ext cx="4428728" cy="52197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= 3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时分母为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 !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7905750" y="4046538"/>
          <a:ext cx="15811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1" name="Equation" r:id="rId1" imgW="37185600" imgH="20116800" progId="Equation.DSMT4">
                  <p:embed/>
                </p:oleObj>
              </mc:Choice>
              <mc:Fallback>
                <p:oleObj name="Equation" r:id="rId1" imgW="37185600" imgH="20116800" progId="Equation.DSMT4">
                  <p:embed/>
                  <p:pic>
                    <p:nvPicPr>
                      <p:cNvPr id="0" name="图片 563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905750" y="4046538"/>
                        <a:ext cx="158115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2"/>
          <p:cNvGraphicFramePr>
            <a:graphicFrameLocks noChangeAspect="1"/>
          </p:cNvGraphicFramePr>
          <p:nvPr/>
        </p:nvGraphicFramePr>
        <p:xfrm>
          <a:off x="2857500" y="4027488"/>
          <a:ext cx="214947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2" name="Equation" r:id="rId3" imgW="50596800" imgH="21336000" progId="Equation.DSMT4">
                  <p:embed/>
                </p:oleObj>
              </mc:Choice>
              <mc:Fallback>
                <p:oleObj name="Equation" r:id="rId3" imgW="50596800" imgH="21336000" progId="Equation.DSMT4">
                  <p:embed/>
                  <p:pic>
                    <p:nvPicPr>
                      <p:cNvPr id="0" name="图片 56321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857500" y="4027488"/>
                        <a:ext cx="2149475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3"/>
          <p:cNvGraphicFramePr>
            <a:graphicFrameLocks noChangeAspect="1"/>
          </p:cNvGraphicFramePr>
          <p:nvPr/>
        </p:nvGraphicFramePr>
        <p:xfrm>
          <a:off x="5129213" y="4052888"/>
          <a:ext cx="274478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3" name="Equation" r:id="rId5" imgW="64617600" imgH="21640800" progId="Equation.DSMT4">
                  <p:embed/>
                </p:oleObj>
              </mc:Choice>
              <mc:Fallback>
                <p:oleObj name="Equation" r:id="rId5" imgW="64617600" imgH="21640800" progId="Equation.DSMT4">
                  <p:embed/>
                  <p:pic>
                    <p:nvPicPr>
                      <p:cNvPr id="0" name="图片 5632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29213" y="4052888"/>
                        <a:ext cx="2744787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4"/>
          <p:cNvGraphicFramePr>
            <a:graphicFrameLocks noChangeAspect="1"/>
          </p:cNvGraphicFramePr>
          <p:nvPr/>
        </p:nvGraphicFramePr>
        <p:xfrm>
          <a:off x="7880350" y="5033963"/>
          <a:ext cx="5699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4" name="Equation" r:id="rId7" imgW="13411200" imgH="20116800" progId="Equation.DSMT4">
                  <p:embed/>
                </p:oleObj>
              </mc:Choice>
              <mc:Fallback>
                <p:oleObj name="Equation" r:id="rId7" imgW="13411200" imgH="20116800" progId="Equation.DSMT4">
                  <p:embed/>
                  <p:pic>
                    <p:nvPicPr>
                      <p:cNvPr id="0" name="图片 56323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880350" y="5033963"/>
                        <a:ext cx="569913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5"/>
          <p:cNvGraphicFramePr>
            <a:graphicFrameLocks noChangeAspect="1"/>
          </p:cNvGraphicFramePr>
          <p:nvPr/>
        </p:nvGraphicFramePr>
        <p:xfrm>
          <a:off x="8489950" y="5024438"/>
          <a:ext cx="5445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5" name="Equation" r:id="rId9" imgW="12801600" imgH="20116800" progId="Equation.DSMT4">
                  <p:embed/>
                </p:oleObj>
              </mc:Choice>
              <mc:Fallback>
                <p:oleObj name="Equation" r:id="rId9" imgW="12801600" imgH="20116800" progId="Equation.DSMT4">
                  <p:embed/>
                  <p:pic>
                    <p:nvPicPr>
                      <p:cNvPr id="0" name="图片 56324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489950" y="5024438"/>
                        <a:ext cx="544513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Line 26"/>
          <p:cNvSpPr>
            <a:spLocks noChangeShapeType="1"/>
          </p:cNvSpPr>
          <p:nvPr/>
        </p:nvSpPr>
        <p:spPr bwMode="auto">
          <a:xfrm flipV="1">
            <a:off x="4083212" y="4954718"/>
            <a:ext cx="0" cy="457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1767546" y="184186"/>
            <a:ext cx="282704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13 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求极限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63552" y="874385"/>
            <a:ext cx="151216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006724" y="691495"/>
          <a:ext cx="2063751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6" name="Equation" r:id="rId11" imgW="49682400" imgH="21336000" progId="Equation.DSMT4">
                  <p:embed/>
                </p:oleObj>
              </mc:Choice>
              <mc:Fallback>
                <p:oleObj name="Equation" r:id="rId11" imgW="49682400" imgH="21336000" progId="Equation.DSMT4">
                  <p:embed/>
                  <p:pic>
                    <p:nvPicPr>
                      <p:cNvPr id="0" name="图片 5632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06724" y="691495"/>
                        <a:ext cx="2063751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168008" y="874385"/>
            <a:ext cx="151216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7099300" y="685145"/>
          <a:ext cx="222567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7" name="Equation" r:id="rId13" imgW="52120800" imgH="21336000" progId="Equation.DSMT4">
                  <p:embed/>
                </p:oleObj>
              </mc:Choice>
              <mc:Fallback>
                <p:oleObj name="Equation" r:id="rId13" imgW="52120800" imgH="21336000" progId="Equation.DSMT4">
                  <p:embed/>
                  <p:pic>
                    <p:nvPicPr>
                      <p:cNvPr id="0" name="图片 56326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099300" y="685145"/>
                        <a:ext cx="2225675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2057400" y="1752600"/>
            <a:ext cx="2133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因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608941" y="2420888"/>
          <a:ext cx="206375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8" name="Equation" r:id="rId15" imgW="49682400" imgH="21336000" progId="Equation.DSMT4">
                  <p:embed/>
                </p:oleObj>
              </mc:Choice>
              <mc:Fallback>
                <p:oleObj name="Equation" r:id="rId15" imgW="49682400" imgH="21336000" progId="Equation.DSMT4">
                  <p:embed/>
                  <p:pic>
                    <p:nvPicPr>
                      <p:cNvPr id="0" name="图片 5632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08941" y="2420888"/>
                        <a:ext cx="206375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809331" y="2289977"/>
          <a:ext cx="2573338" cy="1212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9" name="Equation" r:id="rId16" imgW="61569600" imgH="28956000" progId="Equation.DSMT4">
                  <p:embed/>
                </p:oleObj>
              </mc:Choice>
              <mc:Fallback>
                <p:oleObj name="Equation" r:id="rId16" imgW="61569600" imgH="28956000" progId="Equation.DSMT4">
                  <p:embed/>
                  <p:pic>
                    <p:nvPicPr>
                      <p:cNvPr id="0" name="图片 56328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809331" y="2289977"/>
                        <a:ext cx="2573338" cy="1212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038600" y="1738313"/>
          <a:ext cx="32258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0" name="Equation" r:id="rId18" imgW="77419200" imgH="14020800" progId="Equation.DSMT4">
                  <p:embed/>
                </p:oleObj>
              </mc:Choice>
              <mc:Fallback>
                <p:oleObj name="Equation" r:id="rId18" imgW="77419200" imgH="14020800" progId="Equation.DSMT4">
                  <p:embed/>
                  <p:pic>
                    <p:nvPicPr>
                      <p:cNvPr id="0" name="图片 56329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038600" y="1738313"/>
                        <a:ext cx="3225800" cy="590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7536160" y="2420888"/>
          <a:ext cx="176688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1" name="Equation" r:id="rId20" imgW="42672000" imgH="21336000" progId="Equation.DSMT4">
                  <p:embed/>
                </p:oleObj>
              </mc:Choice>
              <mc:Fallback>
                <p:oleObj name="Equation" r:id="rId20" imgW="42672000" imgH="21336000" progId="Equation.DSMT4">
                  <p:embed/>
                  <p:pic>
                    <p:nvPicPr>
                      <p:cNvPr id="0" name="图片 56330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536160" y="2420888"/>
                        <a:ext cx="1766888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2639616" y="3429000"/>
            <a:ext cx="3250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消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去零因子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autoUpdateAnimBg="0"/>
      <p:bldP spid="9" grpId="0" bldLvl="0" animBg="1"/>
      <p:bldP spid="17" grpId="0" bldLvl="0" animBg="1" autoUpdateAnimBg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828800" y="566738"/>
            <a:ext cx="17526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14.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419764" y="414458"/>
          <a:ext cx="218412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45" name="Equation" r:id="rId1" imgW="52425600" imgH="20116800" progId="Equation.DSMT4">
                  <p:embed/>
                </p:oleObj>
              </mc:Choice>
              <mc:Fallback>
                <p:oleObj name="Equation" r:id="rId1" imgW="52425600" imgH="20116800" progId="Equation.DSMT4">
                  <p:embed/>
                  <p:pic>
                    <p:nvPicPr>
                      <p:cNvPr id="0" name="图片 5734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19764" y="414458"/>
                        <a:ext cx="2184120" cy="838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057400" y="1752600"/>
            <a:ext cx="2454424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1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056682" y="2605544"/>
          <a:ext cx="2108160" cy="888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46" name="Equation" r:id="rId3" imgW="50596800" imgH="21336000" progId="Equation.DSMT4">
                  <p:embed/>
                </p:oleObj>
              </mc:Choice>
              <mc:Fallback>
                <p:oleObj name="Equation" r:id="rId3" imgW="50596800" imgH="21336000" progId="Equation.DSMT4">
                  <p:embed/>
                  <p:pic>
                    <p:nvPicPr>
                      <p:cNvPr id="0" name="图片 5734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56682" y="2605544"/>
                        <a:ext cx="2108160" cy="8888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7124938" y="2913261"/>
          <a:ext cx="83808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47" name="Equation" r:id="rId5" imgW="20116800" imgH="9448800" progId="Equation.DSMT4">
                  <p:embed/>
                </p:oleObj>
              </mc:Choice>
              <mc:Fallback>
                <p:oleObj name="Equation" r:id="rId5" imgW="20116800" imgH="9448800" progId="Equation.DSMT4">
                  <p:embed/>
                  <p:pic>
                    <p:nvPicPr>
                      <p:cNvPr id="0" name="图片 5734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24938" y="2913261"/>
                        <a:ext cx="83808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5164847" y="2605544"/>
          <a:ext cx="1904760" cy="888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48" name="Equation" r:id="rId7" imgW="45720000" imgH="21336000" progId="Equation.DSMT4">
                  <p:embed/>
                </p:oleObj>
              </mc:Choice>
              <mc:Fallback>
                <p:oleObj name="Equation" r:id="rId7" imgW="45720000" imgH="21336000" progId="Equation.DSMT4">
                  <p:embed/>
                  <p:pic>
                    <p:nvPicPr>
                      <p:cNvPr id="0" name="图片 5734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64847" y="2605544"/>
                        <a:ext cx="1904760" cy="8888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3057034" y="4005064"/>
          <a:ext cx="270504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49" name="Equation" r:id="rId9" imgW="64922400" imgH="20116800" progId="Equation.DSMT4">
                  <p:embed/>
                </p:oleObj>
              </mc:Choice>
              <mc:Fallback>
                <p:oleObj name="Equation" r:id="rId9" imgW="64922400" imgH="20116800" progId="Equation.DSMT4">
                  <p:embed/>
                  <p:pic>
                    <p:nvPicPr>
                      <p:cNvPr id="0" name="图片 57348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057034" y="4005064"/>
                        <a:ext cx="2705040" cy="838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3919627" y="1752600"/>
            <a:ext cx="3600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分母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0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分子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≠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 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6858104" y="1752566"/>
            <a:ext cx="1371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但因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2272968" y="4162851"/>
            <a:ext cx="864096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 autoUpdateAnimBg="0"/>
      <p:bldP spid="9" grpId="0" bldLvl="0" animBg="1" autoUpdateAnimBg="0"/>
      <p:bldP spid="10" grpId="0" bldLvl="0" animBg="1" autoUpdateAnimBg="0"/>
      <p:bldP spid="11" grpId="0" bldLvl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59481" y="323642"/>
            <a:ext cx="344932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带参数的极限问题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03383" y="971585"/>
            <a:ext cx="882047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已知极限的结果，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推算或发现某些信息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倒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推法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17064" y="1492657"/>
            <a:ext cx="496855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“否则将有什么样的矛盾？”</a:t>
            </a:r>
            <a:endParaRPr lang="zh-CN" altLang="en-US" sz="2800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6058158" y="1440830"/>
            <a:ext cx="0" cy="38646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59615" y="2157631"/>
            <a:ext cx="17281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15. 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077314" y="1907674"/>
          <a:ext cx="3386137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69" name="Equation" r:id="rId1" imgW="81076800" imgH="24384000" progId="Equation.DSMT4">
                  <p:embed/>
                </p:oleObj>
              </mc:Choice>
              <mc:Fallback>
                <p:oleObj name="Equation" r:id="rId1" imgW="81076800" imgH="24384000" progId="Equation.DSMT4">
                  <p:embed/>
                  <p:pic>
                    <p:nvPicPr>
                      <p:cNvPr id="0" name="图片 583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77314" y="1907674"/>
                        <a:ext cx="3386137" cy="1022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87728" y="2157874"/>
            <a:ext cx="136815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求常数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7875617" y="2225174"/>
          <a:ext cx="527051" cy="361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0" name="Equation" r:id="rId3" imgW="12496800" imgH="8839200" progId="Equation.DSMT4">
                  <p:embed/>
                </p:oleObj>
              </mc:Choice>
              <mc:Fallback>
                <p:oleObj name="Equation" r:id="rId3" imgW="12496800" imgH="8839200" progId="Equation.DSMT4">
                  <p:embed/>
                  <p:pic>
                    <p:nvPicPr>
                      <p:cNvPr id="0" name="图片 5836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75617" y="2225174"/>
                        <a:ext cx="527051" cy="361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702877" y="3062357"/>
            <a:ext cx="374441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极限式的左边化为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1562100" y="3694172"/>
          <a:ext cx="4533900" cy="908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1" name="Equation" r:id="rId5" imgW="108813600" imgH="21945600" progId="Equation.DSMT4">
                  <p:embed/>
                </p:oleObj>
              </mc:Choice>
              <mc:Fallback>
                <p:oleObj name="Equation" r:id="rId5" imgW="108813600" imgH="21945600" progId="Equation.DSMT4">
                  <p:embed/>
                  <p:pic>
                    <p:nvPicPr>
                      <p:cNvPr id="0" name="图片 5837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62100" y="3694172"/>
                        <a:ext cx="4533900" cy="9080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6096000" y="3717032"/>
          <a:ext cx="4610100" cy="908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2" name="Equation" r:id="rId7" imgW="110642400" imgH="21945600" progId="Equation.DSMT4">
                  <p:embed/>
                </p:oleObj>
              </mc:Choice>
              <mc:Fallback>
                <p:oleObj name="Equation" r:id="rId7" imgW="110642400" imgH="21945600" progId="Equation.DSMT4">
                  <p:embed/>
                  <p:pic>
                    <p:nvPicPr>
                      <p:cNvPr id="0" name="图片 5837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96000" y="3717032"/>
                        <a:ext cx="4610100" cy="9080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317299" y="4711556"/>
            <a:ext cx="856895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为使商的极限存在，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必须              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（否则极限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    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).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6463700" y="4815050"/>
          <a:ext cx="1181100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3" name="Equation" r:id="rId9" imgW="28346400" imgH="7620000" progId="Equation.DSMT4">
                  <p:embed/>
                </p:oleObj>
              </mc:Choice>
              <mc:Fallback>
                <p:oleObj name="Equation" r:id="rId9" imgW="28346400" imgH="7620000" progId="Equation.DSMT4">
                  <p:embed/>
                  <p:pic>
                    <p:nvPicPr>
                      <p:cNvPr id="0" name="图片 5837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63700" y="4815050"/>
                        <a:ext cx="1181100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9907984" y="4865850"/>
          <a:ext cx="292100" cy="222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4" name="Equation" r:id="rId11" imgW="7010400" imgH="5486400" progId="Equation.DSMT4">
                  <p:embed/>
                </p:oleObj>
              </mc:Choice>
              <mc:Fallback>
                <p:oleObj name="Equation" r:id="rId11" imgW="7010400" imgH="5486400" progId="Equation.DSMT4">
                  <p:embed/>
                  <p:pic>
                    <p:nvPicPr>
                      <p:cNvPr id="0" name="图片 5837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907984" y="4865850"/>
                        <a:ext cx="292100" cy="2222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1597596" y="5328756"/>
            <a:ext cx="9108504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因为极限为零，故分子上幂的最高次必须低于分母上幂的最高次（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次），从而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6587490" y="5840413"/>
          <a:ext cx="13271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5" name="Equation" r:id="rId13" imgW="31699200" imgH="7620000" progId="Equation.DSMT4">
                  <p:embed/>
                </p:oleObj>
              </mc:Choice>
              <mc:Fallback>
                <p:oleObj name="Equation" r:id="rId13" imgW="31699200" imgH="7620000" progId="Equation.DSMT4">
                  <p:embed/>
                  <p:pic>
                    <p:nvPicPr>
                      <p:cNvPr id="0" name="图片 5837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587490" y="5840413"/>
                        <a:ext cx="1327150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2317170" y="6282228"/>
            <a:ext cx="17281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因此解得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1" name="Rectangle 2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4045427" y="6376988"/>
          <a:ext cx="201168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6" name="Equation" r:id="rId15" imgW="47853600" imgH="7924800" progId="Equation.DSMT4">
                  <p:embed/>
                </p:oleObj>
              </mc:Choice>
              <mc:Fallback>
                <p:oleObj name="Equation" r:id="rId15" imgW="47853600" imgH="7924800" progId="Equation.DSMT4">
                  <p:embed/>
                  <p:pic>
                    <p:nvPicPr>
                      <p:cNvPr id="0" name="图片 5837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045427" y="6376988"/>
                        <a:ext cx="2011680" cy="336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11" grpId="0"/>
      <p:bldP spid="14" grpId="0"/>
      <p:bldP spid="19" grpId="0"/>
      <p:bldP spid="27" grpId="0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7005" y="357585"/>
            <a:ext cx="208823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16. 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479800" y="140653"/>
          <a:ext cx="269716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3" name="Equation" r:id="rId1" imgW="64922400" imgH="21336000" progId="Equation.DSMT4">
                  <p:embed/>
                </p:oleObj>
              </mc:Choice>
              <mc:Fallback>
                <p:oleObj name="Equation" r:id="rId1" imgW="64922400" imgH="21336000" progId="Equation.DSMT4">
                  <p:embed/>
                  <p:pic>
                    <p:nvPicPr>
                      <p:cNvPr id="0" name="图片 5939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79800" y="140653"/>
                        <a:ext cx="2697163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383650" y="332655"/>
            <a:ext cx="136815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求常数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7665189" y="420910"/>
          <a:ext cx="527051" cy="361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4" name="Equation" r:id="rId3" imgW="12496800" imgH="8839200" progId="Equation.DSMT4">
                  <p:embed/>
                </p:oleObj>
              </mc:Choice>
              <mc:Fallback>
                <p:oleObj name="Equation" r:id="rId3" imgW="12496800" imgH="8839200" progId="Equation.DSMT4">
                  <p:embed/>
                  <p:pic>
                    <p:nvPicPr>
                      <p:cNvPr id="0" name="图片 5939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65189" y="420910"/>
                        <a:ext cx="527051" cy="361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910393" y="1052736"/>
            <a:ext cx="129614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828076" y="1152420"/>
          <a:ext cx="819151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5" name="Equation" r:id="rId5" imgW="19812000" imgH="7620000" progId="Equation.DSMT4">
                  <p:embed/>
                </p:oleObj>
              </mc:Choice>
              <mc:Fallback>
                <p:oleObj name="Equation" r:id="rId5" imgW="19812000" imgH="7620000" progId="Equation.DSMT4">
                  <p:embed/>
                  <p:pic>
                    <p:nvPicPr>
                      <p:cNvPr id="0" name="图片 5939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28076" y="1152420"/>
                        <a:ext cx="819151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47728" y="1052736"/>
            <a:ext cx="698477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时，分母的极限是零，而商的极限存在，则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479658" y="1727349"/>
          <a:ext cx="4246563" cy="590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6" name="Equation" r:id="rId7" imgW="102108000" imgH="14020800" progId="Equation.DSMT4">
                  <p:embed/>
                </p:oleObj>
              </mc:Choice>
              <mc:Fallback>
                <p:oleObj name="Equation" r:id="rId7" imgW="102108000" imgH="14020800" progId="Equation.DSMT4">
                  <p:embed/>
                  <p:pic>
                    <p:nvPicPr>
                      <p:cNvPr id="0" name="图片 5939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79658" y="1727349"/>
                        <a:ext cx="4246563" cy="590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415079" y="2380630"/>
            <a:ext cx="748883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（否则左边的极限不会是有限数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2,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而是     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8707080" y="2530361"/>
          <a:ext cx="292100" cy="22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7" name="Equation" r:id="rId9" imgW="7010400" imgH="5486400" progId="Equation.DSMT4">
                  <p:embed/>
                </p:oleObj>
              </mc:Choice>
              <mc:Fallback>
                <p:oleObj name="Equation" r:id="rId9" imgW="7010400" imgH="5486400" progId="Equation.DSMT4">
                  <p:embed/>
                  <p:pic>
                    <p:nvPicPr>
                      <p:cNvPr id="0" name="图片 5939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707080" y="2530361"/>
                        <a:ext cx="292100" cy="222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115622" y="4530328"/>
            <a:ext cx="64807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又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2063552" y="3033803"/>
            <a:ext cx="50405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以下方法可以替代倒推法</a:t>
            </a:r>
            <a:endParaRPr lang="zh-CN" altLang="en-US" sz="28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908944" y="4340200"/>
          <a:ext cx="707548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8" name="Equation" r:id="rId11" imgW="170688000" imgH="21336000" progId="Equation.DSMT4">
                  <p:embed/>
                </p:oleObj>
              </mc:Choice>
              <mc:Fallback>
                <p:oleObj name="Equation" r:id="rId11" imgW="170688000" imgH="21336000" progId="Equation.DSMT4">
                  <p:embed/>
                  <p:pic>
                    <p:nvPicPr>
                      <p:cNvPr id="0" name="图片 5939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08944" y="4340200"/>
                        <a:ext cx="7075488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3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2063552" y="5445224"/>
            <a:ext cx="98937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所以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0847" name="Object 431"/>
          <p:cNvGraphicFramePr>
            <a:graphicFrameLocks noChangeAspect="1"/>
          </p:cNvGraphicFramePr>
          <p:nvPr/>
        </p:nvGraphicFramePr>
        <p:xfrm>
          <a:off x="2912649" y="3708524"/>
          <a:ext cx="3709987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9" name="Equation" r:id="rId13" imgW="89306400" imgH="14020800" progId="Equation.DSMT4">
                  <p:embed/>
                </p:oleObj>
              </mc:Choice>
              <mc:Fallback>
                <p:oleObj name="Equation" r:id="rId13" imgW="89306400" imgH="14020800" progId="Equation.DSMT4">
                  <p:embed/>
                  <p:pic>
                    <p:nvPicPr>
                      <p:cNvPr id="0" name="图片 5939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912649" y="3708524"/>
                        <a:ext cx="3709987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848" name="Object 432"/>
          <p:cNvGraphicFramePr>
            <a:graphicFrameLocks noChangeAspect="1"/>
          </p:cNvGraphicFramePr>
          <p:nvPr/>
        </p:nvGraphicFramePr>
        <p:xfrm>
          <a:off x="3139341" y="5559772"/>
          <a:ext cx="1671637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0" name="Equation" r:id="rId15" imgW="40233600" imgH="7620000" progId="Equation.DSMT4">
                  <p:embed/>
                </p:oleObj>
              </mc:Choice>
              <mc:Fallback>
                <p:oleObj name="Equation" r:id="rId15" imgW="40233600" imgH="7620000" progId="Equation.DSMT4">
                  <p:embed/>
                  <p:pic>
                    <p:nvPicPr>
                      <p:cNvPr id="0" name="图片 5939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39341" y="5559772"/>
                        <a:ext cx="1671637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矩形 29"/>
          <p:cNvSpPr/>
          <p:nvPr/>
        </p:nvSpPr>
        <p:spPr>
          <a:xfrm>
            <a:off x="1847528" y="3015049"/>
            <a:ext cx="8622764" cy="321275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0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0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3" grpId="0"/>
      <p:bldP spid="15" grpId="0"/>
      <p:bldP spid="19" grpId="0"/>
      <p:bldP spid="25" grpId="0"/>
      <p:bldP spid="30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2397373" y="1052736"/>
            <a:ext cx="64807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把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961739" y="1169883"/>
          <a:ext cx="1398588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17" name="Equation" r:id="rId1" imgW="33223200" imgH="7620000" progId="Equation.DSMT4">
                  <p:embed/>
                </p:oleObj>
              </mc:Choice>
              <mc:Fallback>
                <p:oleObj name="Equation" r:id="rId1" imgW="33223200" imgH="7620000" progId="Equation.DSMT4">
                  <p:embed/>
                  <p:pic>
                    <p:nvPicPr>
                      <p:cNvPr id="0" name="图片 604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61739" y="1169883"/>
                        <a:ext cx="1398588" cy="288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413597" y="1105580"/>
            <a:ext cx="187220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代回即得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418140" y="2152482"/>
          <a:ext cx="236696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18" name="Equation" r:id="rId3" imgW="56997600" imgH="21336000" progId="Equation.DSMT4">
                  <p:embed/>
                </p:oleObj>
              </mc:Choice>
              <mc:Fallback>
                <p:oleObj name="Equation" r:id="rId3" imgW="56997600" imgH="21336000" progId="Equation.DSMT4">
                  <p:embed/>
                  <p:pic>
                    <p:nvPicPr>
                      <p:cNvPr id="0" name="图片 6041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18140" y="2152482"/>
                        <a:ext cx="2366963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5853757" y="2146444"/>
          <a:ext cx="28400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19" name="Equation" r:id="rId5" imgW="67970400" imgH="21640800" progId="Equation.DSMT4">
                  <p:embed/>
                </p:oleObj>
              </mc:Choice>
              <mc:Fallback>
                <p:oleObj name="Equation" r:id="rId5" imgW="67970400" imgH="21640800" progId="Equation.DSMT4">
                  <p:embed/>
                  <p:pic>
                    <p:nvPicPr>
                      <p:cNvPr id="0" name="图片 6041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53757" y="2146444"/>
                        <a:ext cx="2840038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5611514" y="3407925"/>
          <a:ext cx="3652838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20" name="Equation" r:id="rId7" imgW="87477600" imgH="20116800" progId="Equation.DSMT4">
                  <p:embed/>
                </p:oleObj>
              </mc:Choice>
              <mc:Fallback>
                <p:oleObj name="Equation" r:id="rId7" imgW="87477600" imgH="20116800" progId="Equation.DSMT4">
                  <p:embed/>
                  <p:pic>
                    <p:nvPicPr>
                      <p:cNvPr id="0" name="图片 6041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11514" y="3407925"/>
                        <a:ext cx="3652838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401030" y="4416037"/>
            <a:ext cx="68407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3551054" y="5173061"/>
          <a:ext cx="1841500" cy="361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21" name="Equation" r:id="rId9" imgW="44196000" imgH="8839200" progId="Equation.DSMT4">
                  <p:embed/>
                </p:oleObj>
              </mc:Choice>
              <mc:Fallback>
                <p:oleObj name="Equation" r:id="rId9" imgW="44196000" imgH="8839200" progId="Equation.DSMT4">
                  <p:embed/>
                  <p:pic>
                    <p:nvPicPr>
                      <p:cNvPr id="0" name="图片 6042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51054" y="5173061"/>
                        <a:ext cx="1841500" cy="361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2343" y="389171"/>
            <a:ext cx="208823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17.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302923" y="443770"/>
          <a:ext cx="704851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41" name="Equation" r:id="rId1" imgW="16764000" imgH="9448800" progId="Equation.DSMT4">
                  <p:embed/>
                </p:oleObj>
              </mc:Choice>
              <mc:Fallback>
                <p:oleObj name="Equation" r:id="rId1" imgW="16764000" imgH="9448800" progId="Equation.DSMT4">
                  <p:embed/>
                  <p:pic>
                    <p:nvPicPr>
                      <p:cNvPr id="0" name="图片 6144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02923" y="443770"/>
                        <a:ext cx="704851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01996" y="355516"/>
            <a:ext cx="25202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为多项式，且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987675" y="948690"/>
          <a:ext cx="278606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12" name="Equation" r:id="rId3" imgW="67056000" imgH="21336000" progId="Equation.DSMT4">
                  <p:embed/>
                </p:oleObj>
              </mc:Choice>
              <mc:Fallback>
                <p:oleObj name="Equation" r:id="rId3" imgW="67056000" imgH="21336000" progId="Equation.DSMT4">
                  <p:embed/>
                  <p:pic>
                    <p:nvPicPr>
                      <p:cNvPr id="0" name="图片 6191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87675" y="948690"/>
                        <a:ext cx="2786063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063567" y="977553"/>
          <a:ext cx="1866900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13" name="Equation" r:id="rId5" imgW="44805600" imgH="20116800" progId="Equation.DSMT4">
                  <p:embed/>
                </p:oleObj>
              </mc:Choice>
              <mc:Fallback>
                <p:oleObj name="Equation" r:id="rId5" imgW="44805600" imgH="20116800" progId="Equation.DSMT4">
                  <p:embed/>
                  <p:pic>
                    <p:nvPicPr>
                      <p:cNvPr id="0" name="图片 6191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63567" y="977553"/>
                        <a:ext cx="1866900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01481" y="1120681"/>
            <a:ext cx="50405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8576945" y="1125220"/>
          <a:ext cx="782638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14" name="Equation" r:id="rId7" imgW="18592800" imgH="9448800" progId="Equation.DSMT4">
                  <p:embed/>
                </p:oleObj>
              </mc:Choice>
              <mc:Fallback>
                <p:oleObj name="Equation" r:id="rId7" imgW="18592800" imgH="9448800" progId="Equation.DSMT4">
                  <p:embed/>
                  <p:pic>
                    <p:nvPicPr>
                      <p:cNvPr id="0" name="图片 6191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576945" y="1125220"/>
                        <a:ext cx="782638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945688" y="2092282"/>
            <a:ext cx="14401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165529" y="1908757"/>
          <a:ext cx="278606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15" name="Equation" r:id="rId9" imgW="67056000" imgH="21336000" progId="Equation.DSMT4">
                  <p:embed/>
                </p:oleObj>
              </mc:Choice>
              <mc:Fallback>
                <p:oleObj name="Equation" r:id="rId9" imgW="67056000" imgH="21336000" progId="Equation.DSMT4">
                  <p:embed/>
                  <p:pic>
                    <p:nvPicPr>
                      <p:cNvPr id="0" name="图片 6191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65529" y="1908757"/>
                        <a:ext cx="2786063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951984" y="2092282"/>
            <a:ext cx="151216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得知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60268" y="2740035"/>
            <a:ext cx="223224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）多项式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839051" y="2776855"/>
          <a:ext cx="7048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16" name="Equation" r:id="rId10" imgW="16764000" imgH="9448800" progId="Equation.DSMT4">
                  <p:embed/>
                </p:oleObj>
              </mc:Choice>
              <mc:Fallback>
                <p:oleObj name="Equation" r:id="rId10" imgW="16764000" imgH="9448800" progId="Equation.DSMT4">
                  <p:embed/>
                  <p:pic>
                    <p:nvPicPr>
                      <p:cNvPr id="0" name="图片 6191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39051" y="2776855"/>
                        <a:ext cx="70485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449886" y="2738344"/>
            <a:ext cx="56521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最高幂次为三次，而且最高项恰为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9949507" y="2798023"/>
          <a:ext cx="476251" cy="374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17" name="Equation" r:id="rId11" imgW="11582400" imgH="9144000" progId="Equation.DSMT4">
                  <p:embed/>
                </p:oleObj>
              </mc:Choice>
              <mc:Fallback>
                <p:oleObj name="Equation" r:id="rId11" imgW="11582400" imgH="9144000" progId="Equation.DSMT4">
                  <p:embed/>
                  <p:pic>
                    <p:nvPicPr>
                      <p:cNvPr id="0" name="图片 6191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949507" y="2798023"/>
                        <a:ext cx="476251" cy="3746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775520" y="3642721"/>
            <a:ext cx="223224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多项式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864049" y="3710656"/>
          <a:ext cx="7048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18" name="Equation" r:id="rId13" imgW="16764000" imgH="9448800" progId="Equation.DSMT4">
                  <p:embed/>
                </p:oleObj>
              </mc:Choice>
              <mc:Fallback>
                <p:oleObj name="Equation" r:id="rId13" imgW="16764000" imgH="9448800" progId="Equation.DSMT4">
                  <p:embed/>
                  <p:pic>
                    <p:nvPicPr>
                      <p:cNvPr id="0" name="图片 61917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64049" y="3710656"/>
                        <a:ext cx="70485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4568899" y="3613387"/>
            <a:ext cx="28409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的二次项只能是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Rectangle 2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7265829" y="3687671"/>
          <a:ext cx="527051" cy="374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19" name="Equation" r:id="rId14" imgW="12496800" imgH="9144000" progId="Equation.DSMT4">
                  <p:embed/>
                </p:oleObj>
              </mc:Choice>
              <mc:Fallback>
                <p:oleObj name="Equation" r:id="rId14" imgW="12496800" imgH="9144000" progId="Equation.DSMT4">
                  <p:embed/>
                  <p:pic>
                    <p:nvPicPr>
                      <p:cNvPr id="0" name="图片 61918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265829" y="3687671"/>
                        <a:ext cx="527051" cy="3746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608168" y="3904331"/>
            <a:ext cx="295232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想一想：否则？</a:t>
            </a:r>
            <a:endParaRPr lang="zh-CN" altLang="en-US" sz="2800" b="1" dirty="0" smtClean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08167" y="3193812"/>
            <a:ext cx="295232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想一想：否则？</a:t>
            </a:r>
            <a:endParaRPr lang="zh-CN" altLang="en-US" sz="2800" b="1" dirty="0" smtClean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418563" y="4509120"/>
            <a:ext cx="14401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由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Rectangle 2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3258181" y="4355148"/>
          <a:ext cx="18669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20" name="Equation" r:id="rId16" imgW="44805600" imgH="20116800" progId="Equation.DSMT4">
                  <p:embed/>
                </p:oleObj>
              </mc:Choice>
              <mc:Fallback>
                <p:oleObj name="Equation" r:id="rId16" imgW="44805600" imgH="20116800" progId="Equation.DSMT4">
                  <p:embed/>
                  <p:pic>
                    <p:nvPicPr>
                      <p:cNvPr id="0" name="图片 61919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258181" y="4355148"/>
                        <a:ext cx="18669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5133733" y="4509120"/>
            <a:ext cx="496855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这个多项式的最低次项只能为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Rectangle 3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9882509" y="4602454"/>
          <a:ext cx="461963" cy="336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21" name="Equation" r:id="rId18" imgW="11277600" imgH="7924800" progId="Equation.DSMT4">
                  <p:embed/>
                </p:oleObj>
              </mc:Choice>
              <mc:Fallback>
                <p:oleObj name="Equation" r:id="rId18" imgW="11277600" imgH="7924800" progId="Equation.DSMT4">
                  <p:embed/>
                  <p:pic>
                    <p:nvPicPr>
                      <p:cNvPr id="0" name="图片 61920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882509" y="4602454"/>
                        <a:ext cx="461963" cy="336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7680176" y="4989696"/>
            <a:ext cx="295232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想一想：否则？</a:t>
            </a:r>
            <a:endParaRPr lang="zh-CN" altLang="en-US" sz="2800" b="1" dirty="0" smtClean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945688" y="5225271"/>
            <a:ext cx="223224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综上所述，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7" name="Rectangle 3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3810482" y="5747320"/>
          <a:ext cx="31035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22" name="Equation" r:id="rId20" imgW="74676000" imgH="10972800" progId="Equation.DSMT4">
                  <p:embed/>
                </p:oleObj>
              </mc:Choice>
              <mc:Fallback>
                <p:oleObj name="Equation" r:id="rId20" imgW="74676000" imgH="10972800" progId="Equation.DSMT4">
                  <p:embed/>
                  <p:pic>
                    <p:nvPicPr>
                      <p:cNvPr id="0" name="图片 61921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810482" y="5747320"/>
                        <a:ext cx="3103563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2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8" grpId="0"/>
      <p:bldP spid="21" grpId="0"/>
      <p:bldP spid="23" grpId="0"/>
      <p:bldP spid="26" grpId="0"/>
      <p:bldP spid="27" grpId="0"/>
      <p:bldP spid="28" grpId="0"/>
      <p:bldP spid="32" grpId="0"/>
      <p:bldP spid="35" grpId="0"/>
      <p:bldP spid="3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71851" y="183942"/>
            <a:ext cx="7632848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关于四则运算法则的条件的注记</a:t>
            </a:r>
            <a:endParaRPr lang="zh-CN" altLang="zh-CN" sz="3200" b="1" dirty="0">
              <a:solidFill>
                <a:schemeClr val="accent6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28914" y="1720919"/>
            <a:ext cx="9001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18. 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以下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运算过程有没有错？如果有错，错因在哪里？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24000" y="767447"/>
            <a:ext cx="9144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与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以往的代数四则运算完全不同，极限的四则运算是需要检验条件的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（但通常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不需要写出理由）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03760" y="2717571"/>
            <a:ext cx="93610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03507" y="4236541"/>
            <a:ext cx="93610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03507" y="5360355"/>
            <a:ext cx="93610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743240" y="2233272"/>
          <a:ext cx="7277100" cy="1644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65" name="Equation" r:id="rId1" imgW="174650400" imgH="39624000" progId="Equation.DSMT4">
                  <p:embed/>
                </p:oleObj>
              </mc:Choice>
              <mc:Fallback>
                <p:oleObj name="Equation" r:id="rId1" imgW="174650400" imgH="39624000" progId="Equation.DSMT4">
                  <p:embed/>
                  <p:pic>
                    <p:nvPicPr>
                      <p:cNvPr id="0" name="图片 6246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43240" y="2233272"/>
                        <a:ext cx="7277100" cy="16446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743240" y="4030929"/>
          <a:ext cx="4830763" cy="933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37" name="Equation" r:id="rId3" imgW="116128800" imgH="22555200" progId="Equation.DSMT4">
                  <p:embed/>
                </p:oleObj>
              </mc:Choice>
              <mc:Fallback>
                <p:oleObj name="Equation" r:id="rId3" imgW="116128800" imgH="22555200" progId="Equation.DSMT4">
                  <p:embed/>
                  <p:pic>
                    <p:nvPicPr>
                      <p:cNvPr id="0" name="图片 6253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43240" y="4030929"/>
                        <a:ext cx="4830763" cy="9334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743240" y="5205614"/>
          <a:ext cx="6332538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38" name="Equation" r:id="rId5" imgW="151790400" imgH="20116800" progId="Equation.DSMT4">
                  <p:embed/>
                </p:oleObj>
              </mc:Choice>
              <mc:Fallback>
                <p:oleObj name="Equation" r:id="rId5" imgW="151790400" imgH="20116800" progId="Equation.DSMT4">
                  <p:embed/>
                  <p:pic>
                    <p:nvPicPr>
                      <p:cNvPr id="0" name="图片 6253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43240" y="5205614"/>
                        <a:ext cx="6332538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747948" y="260648"/>
          <a:ext cx="7488238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89" name="Equation" r:id="rId1" imgW="179527200" imgH="22555200" progId="Equation.DSMT4">
                  <p:embed/>
                </p:oleObj>
              </mc:Choice>
              <mc:Fallback>
                <p:oleObj name="Equation" r:id="rId1" imgW="179527200" imgH="22555200" progId="Equation.DSMT4">
                  <p:embed/>
                  <p:pic>
                    <p:nvPicPr>
                      <p:cNvPr id="0" name="图片 6348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47948" y="260648"/>
                        <a:ext cx="7488238" cy="933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811524" y="465877"/>
            <a:ext cx="93610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11524" y="1412776"/>
            <a:ext cx="201622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）已知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714718" y="1419761"/>
          <a:ext cx="17716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91" name="Equation" r:id="rId3" imgW="42672000" imgH="13106400" progId="Equation.DSMT4">
                  <p:embed/>
                </p:oleObj>
              </mc:Choice>
              <mc:Fallback>
                <p:oleObj name="Equation" r:id="rId3" imgW="42672000" imgH="13106400" progId="Equation.DSMT4">
                  <p:embed/>
                  <p:pic>
                    <p:nvPicPr>
                      <p:cNvPr id="0" name="图片 6359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14718" y="1419761"/>
                        <a:ext cx="1771650" cy="539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27948" y="1412776"/>
            <a:ext cx="93610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747695" y="1961495"/>
          <a:ext cx="6773863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92" name="Equation" r:id="rId5" imgW="162763200" imgH="20116800" progId="Equation.DSMT4">
                  <p:embed/>
                </p:oleObj>
              </mc:Choice>
              <mc:Fallback>
                <p:oleObj name="Equation" r:id="rId5" imgW="162763200" imgH="20116800" progId="Equation.DSMT4">
                  <p:embed/>
                  <p:pic>
                    <p:nvPicPr>
                      <p:cNvPr id="0" name="图片 6359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47695" y="1961495"/>
                        <a:ext cx="6773863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703512" y="2780928"/>
            <a:ext cx="64807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51584" y="2852936"/>
            <a:ext cx="766885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）“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两项之和”只能推广到“有限项之和”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51584" y="3405318"/>
            <a:ext cx="766885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）必须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在两个函数极限都存在的条件下使用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51584" y="4080938"/>
            <a:ext cx="766885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               不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存在，不能使用乘法法则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359696" y="3900053"/>
          <a:ext cx="1244600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93" name="Equation" r:id="rId7" imgW="29870400" imgH="20116800" progId="Equation.DSMT4">
                  <p:embed/>
                </p:oleObj>
              </mc:Choice>
              <mc:Fallback>
                <p:oleObj name="Equation" r:id="rId7" imgW="29870400" imgH="20116800" progId="Equation.DSMT4">
                  <p:embed/>
                  <p:pic>
                    <p:nvPicPr>
                      <p:cNvPr id="0" name="图片 6359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59696" y="3900053"/>
                        <a:ext cx="1244600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351584" y="4756558"/>
            <a:ext cx="813690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      会有各种不同结果，称为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未定式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不定式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3215520" y="4856242"/>
          <a:ext cx="635000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94" name="Equation" r:id="rId9" imgW="15240000" imgH="7620000" progId="Equation.DSMT4">
                  <p:embed/>
                </p:oleObj>
              </mc:Choice>
              <mc:Fallback>
                <p:oleObj name="Equation" r:id="rId9" imgW="15240000" imgH="7620000" progId="Equation.DSMT4">
                  <p:embed/>
                  <p:pic>
                    <p:nvPicPr>
                      <p:cNvPr id="0" name="图片 63593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15520" y="4856242"/>
                        <a:ext cx="635000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2351584" y="5373216"/>
            <a:ext cx="766885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除法法则只能在分母极限不为零时使用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10" grpId="0"/>
      <p:bldP spid="12" grpId="0"/>
      <p:bldP spid="13" grpId="0"/>
      <p:bldP spid="14" grpId="0"/>
      <p:bldP spid="17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08180" y="261918"/>
            <a:ext cx="3312368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4400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  <a:cs typeface="+mj-cs"/>
              </a:rPr>
              <a:t>练习1.2.4</a:t>
            </a:r>
            <a:endParaRPr lang="zh-CN" altLang="zh-CN" sz="4400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14860" y="1030089"/>
            <a:ext cx="19977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计算极限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44990" y="1646574"/>
            <a:ext cx="10756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52184" y="2556032"/>
            <a:ext cx="10756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44990" y="2556032"/>
            <a:ext cx="10756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05151" y="2556032"/>
            <a:ext cx="10756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44990" y="3384797"/>
            <a:ext cx="10756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52184" y="1646574"/>
            <a:ext cx="10756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05151" y="1646574"/>
            <a:ext cx="10756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049960" y="1485115"/>
          <a:ext cx="1422400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13" name="Equation" r:id="rId1" imgW="34137600" imgH="20116800" progId="Equation.DSMT4">
                  <p:embed/>
                </p:oleObj>
              </mc:Choice>
              <mc:Fallback>
                <p:oleObj name="Equation" r:id="rId1" imgW="34137600" imgH="20116800" progId="Equation.DSMT4">
                  <p:embed/>
                  <p:pic>
                    <p:nvPicPr>
                      <p:cNvPr id="0" name="图片 6451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49960" y="1485115"/>
                        <a:ext cx="1422400" cy="846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807968" y="1463684"/>
          <a:ext cx="190023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14" name="Equation" r:id="rId3" imgW="45415200" imgH="21336000" progId="Equation.DSMT4">
                  <p:embed/>
                </p:oleObj>
              </mc:Choice>
              <mc:Fallback>
                <p:oleObj name="Equation" r:id="rId3" imgW="45415200" imgH="21336000" progId="Equation.DSMT4">
                  <p:embed/>
                  <p:pic>
                    <p:nvPicPr>
                      <p:cNvPr id="0" name="图片 6451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07968" y="1463684"/>
                        <a:ext cx="1900238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8544272" y="1463684"/>
          <a:ext cx="194786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15" name="Equation" r:id="rId5" imgW="46939200" imgH="21336000" progId="Equation.DSMT4">
                  <p:embed/>
                </p:oleObj>
              </mc:Choice>
              <mc:Fallback>
                <p:oleObj name="Equation" r:id="rId5" imgW="46939200" imgH="21336000" progId="Equation.DSMT4">
                  <p:embed/>
                  <p:pic>
                    <p:nvPicPr>
                      <p:cNvPr id="0" name="图片 6451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544272" y="1463684"/>
                        <a:ext cx="1947863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049960" y="2373142"/>
          <a:ext cx="188753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16" name="Equation" r:id="rId7" imgW="45110400" imgH="21336000" progId="Equation.DSMT4">
                  <p:embed/>
                </p:oleObj>
              </mc:Choice>
              <mc:Fallback>
                <p:oleObj name="Equation" r:id="rId7" imgW="45110400" imgH="21336000" progId="Equation.DSMT4">
                  <p:embed/>
                  <p:pic>
                    <p:nvPicPr>
                      <p:cNvPr id="0" name="图片 6451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49960" y="2373142"/>
                        <a:ext cx="1887538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5807968" y="2373142"/>
          <a:ext cx="178593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17" name="Equation" r:id="rId9" imgW="42672000" imgH="21336000" progId="Equation.DSMT4">
                  <p:embed/>
                </p:oleObj>
              </mc:Choice>
              <mc:Fallback>
                <p:oleObj name="Equation" r:id="rId9" imgW="42672000" imgH="21336000" progId="Equation.DSMT4">
                  <p:embed/>
                  <p:pic>
                    <p:nvPicPr>
                      <p:cNvPr id="0" name="图片 645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07968" y="2373142"/>
                        <a:ext cx="1785938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8544272" y="2373142"/>
          <a:ext cx="177006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18" name="Equation" r:id="rId11" imgW="42672000" imgH="21336000" progId="Equation.DSMT4">
                  <p:embed/>
                </p:oleObj>
              </mc:Choice>
              <mc:Fallback>
                <p:oleObj name="Equation" r:id="rId11" imgW="42672000" imgH="21336000" progId="Equation.DSMT4">
                  <p:embed/>
                  <p:pic>
                    <p:nvPicPr>
                      <p:cNvPr id="0" name="图片 6451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544272" y="2373142"/>
                        <a:ext cx="1770063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3049960" y="3201907"/>
          <a:ext cx="177006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19" name="Equation" r:id="rId13" imgW="42672000" imgH="21336000" progId="Equation.DSMT4">
                  <p:embed/>
                </p:oleObj>
              </mc:Choice>
              <mc:Fallback>
                <p:oleObj name="Equation" r:id="rId13" imgW="42672000" imgH="21336000" progId="Equation.DSMT4">
                  <p:embed/>
                  <p:pic>
                    <p:nvPicPr>
                      <p:cNvPr id="0" name="图片 6451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49960" y="3201907"/>
                        <a:ext cx="1770063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833907" y="5020523"/>
            <a:ext cx="8959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2986990" y="4822393"/>
          <a:ext cx="196056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0" name="Equation" r:id="rId15" imgW="47244000" imgH="21336000" progId="Equation.DSMT4">
                  <p:embed/>
                </p:oleObj>
              </mc:Choice>
              <mc:Fallback>
                <p:oleObj name="Equation" r:id="rId15" imgW="47244000" imgH="21336000" progId="Equation.DSMT4">
                  <p:embed/>
                  <p:pic>
                    <p:nvPicPr>
                      <p:cNvPr id="0" name="图片 6451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986990" y="4822393"/>
                        <a:ext cx="1960563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5466889" y="5079592"/>
          <a:ext cx="514351" cy="374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1" name="Equation" r:id="rId17" imgW="12496800" imgH="8839200" progId="Equation.DSMT4">
                  <p:embed/>
                </p:oleObj>
              </mc:Choice>
              <mc:Fallback>
                <p:oleObj name="Equation" r:id="rId17" imgW="12496800" imgH="8839200" progId="Equation.DSMT4">
                  <p:embed/>
                  <p:pic>
                    <p:nvPicPr>
                      <p:cNvPr id="0" name="图片 6452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466889" y="5079592"/>
                        <a:ext cx="514351" cy="3746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4986235" y="5020523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084514" y="5020523"/>
            <a:ext cx="34004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都是实数），求常数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9430357" y="5093940"/>
          <a:ext cx="5651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2" name="Equation" r:id="rId19" imgW="13716000" imgH="8839200" progId="Equation.DSMT4">
                  <p:embed/>
                </p:oleObj>
              </mc:Choice>
              <mc:Fallback>
                <p:oleObj name="Equation" r:id="rId19" imgW="13716000" imgH="8839200" progId="Equation.DSMT4">
                  <p:embed/>
                  <p:pic>
                    <p:nvPicPr>
                      <p:cNvPr id="0" name="图片 6452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430357" y="5093940"/>
                        <a:ext cx="565150" cy="374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551666" y="3835706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54408" y="4347834"/>
            <a:ext cx="12534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（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1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）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0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838393" y="4347834"/>
            <a:ext cx="12534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（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2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）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4045434" y="4253129"/>
                <a:ext cx="1227455" cy="7010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/>
                  </a:rPr>
                  <a:t>（</a:t>
                </a:r>
                <a:r>
                  <a:rPr lang="en-US" altLang="zh-CN" sz="28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/>
                  </a:rPr>
                  <a:t>3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/>
                  </a:rPr>
                  <a:t>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  <a:sym typeface="Symbol" panose="05050102010706020507"/>
                          </a:rPr>
                        </m:ctrlPr>
                      </m:fPr>
                      <m:num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  <a:sym typeface="Symbol" panose="05050102010706020507"/>
                          </a:rPr>
                          <m:t>𝟑</m:t>
                        </m:r>
                      </m:num>
                      <m:den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  <a:sym typeface="Symbol" panose="05050102010706020507"/>
                          </a:rPr>
                          <m:t>𝟒</m:t>
                        </m:r>
                      </m:den>
                    </m:f>
                  </m:oMath>
                </a14:m>
                <a:endParaRPr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5434" y="4253129"/>
                <a:ext cx="1227455" cy="701040"/>
              </a:xfrm>
              <a:prstGeom prst="rect">
                <a:avLst/>
              </a:prstGeom>
              <a:blipFill rotWithShape="1">
                <a:blip r:embed="rId21"/>
                <a:stretch>
                  <a:fillRect l="-39" t="-76" r="-581" b="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/>
          <p:cNvSpPr txBox="1"/>
          <p:nvPr/>
        </p:nvSpPr>
        <p:spPr>
          <a:xfrm>
            <a:off x="5230033" y="4347834"/>
            <a:ext cx="13296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（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4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）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514018" y="4347834"/>
            <a:ext cx="13716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（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5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）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-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8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841285" y="4347834"/>
            <a:ext cx="12534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（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6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）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048328" y="4347834"/>
            <a:ext cx="13296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（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7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）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731600" y="5805264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049588" y="5879465"/>
          <a:ext cx="6413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3" name="Equation" r:id="rId22" imgW="15544800" imgH="8839200" progId="Equation.DSMT4">
                  <p:embed/>
                </p:oleObj>
              </mc:Choice>
              <mc:Fallback>
                <p:oleObj name="Equation" r:id="rId22" imgW="15544800" imgH="8839200" progId="Equation.DSMT4">
                  <p:embed/>
                  <p:pic>
                    <p:nvPicPr>
                      <p:cNvPr id="0" name="图片 64522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049588" y="5879465"/>
                        <a:ext cx="641350" cy="374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045434" y="5908124"/>
          <a:ext cx="685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4" name="Equation" r:id="rId24" imgW="16459200" imgH="7620000" progId="Equation.DSMT4">
                  <p:embed/>
                </p:oleObj>
              </mc:Choice>
              <mc:Fallback>
                <p:oleObj name="Equation" r:id="rId24" imgW="16459200" imgH="7620000" progId="Equation.DSMT4">
                  <p:embed/>
                  <p:pic>
                    <p:nvPicPr>
                      <p:cNvPr id="0" name="图片 64523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045434" y="5908124"/>
                        <a:ext cx="6858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1" grpId="0"/>
      <p:bldP spid="13" grpId="0"/>
      <p:bldP spid="14" grpId="0"/>
      <p:bldP spid="29" grpId="0"/>
      <p:bldP spid="34" grpId="0"/>
      <p:bldP spid="35" grpId="0"/>
      <p:bldP spid="3" grpId="0"/>
      <p:bldP spid="4" grpId="0"/>
      <p:bldP spid="37" grpId="0"/>
      <p:bldP spid="38" grpId="0" animBg="1"/>
      <p:bldP spid="39" grpId="0"/>
      <p:bldP spid="40" grpId="0"/>
      <p:bldP spid="41" grpId="0"/>
      <p:bldP spid="42" grpId="0"/>
      <p:bldP spid="4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825625" y="420524"/>
            <a:ext cx="8540750" cy="164705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1.2.5 复合函数的极限，</a:t>
            </a:r>
            <a:endParaRPr lang="en-US" altLang="zh-CN" sz="40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r>
              <a:rPr lang="en-US" altLang="zh-CN" sz="40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曲线的渐近线</a:t>
            </a:r>
            <a:endParaRPr lang="en-US" altLang="zh-CN" sz="40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Text Box 11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646998" y="2623914"/>
            <a:ext cx="5616575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一、复合函数的极限法则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Text Box 16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647315" y="3588385"/>
            <a:ext cx="7852410" cy="1322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609600" indent="-609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二、极限的一个简单应用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en-US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曲线的渐近线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10597" y="1892771"/>
            <a:ext cx="39604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本小节内容提要</a:t>
            </a:r>
            <a:r>
              <a:rPr lang="zh-CN" altLang="en-US" sz="3600" dirty="0" smtClean="0">
                <a:latin typeface="华文琥珀" panose="02010800040101010101" pitchFamily="2" charset="-122"/>
                <a:ea typeface="华文琥珀" panose="02010800040101010101" pitchFamily="2" charset="-122"/>
              </a:rPr>
              <a:t>：</a:t>
            </a:r>
            <a:endParaRPr lang="zh-CN" altLang="en-US" sz="36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00125" y="109220"/>
            <a:ext cx="419608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复合函数的极限</a:t>
            </a: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法则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419225" y="710565"/>
            <a:ext cx="40093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1.2.12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复合函数</a:t>
            </a:r>
            <a:endParaRPr kumimoji="1"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493659" y="1316901"/>
          <a:ext cx="19796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37" name="Equation" r:id="rId1" imgW="48463200" imgH="14325600" progId="Equation.DSMT4">
                  <p:embed/>
                </p:oleObj>
              </mc:Choice>
              <mc:Fallback>
                <p:oleObj name="Equation" r:id="rId1" imgW="48463200" imgH="14325600" progId="Equation.DSMT4">
                  <p:embed/>
                  <p:pic>
                    <p:nvPicPr>
                      <p:cNvPr id="0" name="图片 65536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493659" y="1316901"/>
                        <a:ext cx="1979612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473382" y="1281500"/>
            <a:ext cx="1905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满足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7958536" y="1298327"/>
          <a:ext cx="204787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38" name="Equation" r:id="rId3" imgW="49682400" imgH="11582400" progId="Equation.DSMT4">
                  <p:embed/>
                </p:oleObj>
              </mc:Choice>
              <mc:Fallback>
                <p:oleObj name="Equation" r:id="rId3" imgW="49682400" imgH="11582400" progId="Equation.DSMT4">
                  <p:embed/>
                  <p:pic>
                    <p:nvPicPr>
                      <p:cNvPr id="0" name="图片 65537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958536" y="1298327"/>
                        <a:ext cx="2047875" cy="4778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540702" y="1810455"/>
            <a:ext cx="685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kumimoji="1" lang="en-US" altLang="zh-CN" sz="2800" b="1" i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2203561" y="1843549"/>
          <a:ext cx="1420812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39" name="Equation" r:id="rId5" imgW="34442400" imgH="10363200" progId="Equation.DSMT4">
                  <p:embed/>
                </p:oleObj>
              </mc:Choice>
              <mc:Fallback>
                <p:oleObj name="Equation" r:id="rId5" imgW="34442400" imgH="10363200" progId="Equation.DSMT4">
                  <p:embed/>
                  <p:pic>
                    <p:nvPicPr>
                      <p:cNvPr id="0" name="图片 6553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03561" y="1843549"/>
                        <a:ext cx="1420812" cy="427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3657600" y="1811020"/>
            <a:ext cx="341947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又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          ,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5891323" y="2427431"/>
          <a:ext cx="1939925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0" name="Equation" r:id="rId7" imgW="47548800" imgH="14325600" progId="Equation.DSMT4">
                  <p:embed/>
                </p:oleObj>
              </mc:Choice>
              <mc:Fallback>
                <p:oleObj name="Equation" r:id="rId7" imgW="47548800" imgH="14325600" progId="Equation.DSMT4">
                  <p:embed/>
                  <p:pic>
                    <p:nvPicPr>
                      <p:cNvPr id="0" name="图片 65539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891323" y="2427431"/>
                        <a:ext cx="1939925" cy="5857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6328314" y="1800508"/>
            <a:ext cx="1143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则有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3803877" y="2438356"/>
          <a:ext cx="19923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1" name="Equation" r:id="rId9" imgW="48768000" imgH="14325600" progId="Equation.DSMT4">
                  <p:embed/>
                </p:oleObj>
              </mc:Choice>
              <mc:Fallback>
                <p:oleObj name="Equation" r:id="rId9" imgW="48768000" imgH="14325600" progId="Equation.DSMT4">
                  <p:embed/>
                  <p:pic>
                    <p:nvPicPr>
                      <p:cNvPr id="0" name="图片 65540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03877" y="2438356"/>
                        <a:ext cx="1992312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4136934" y="1848758"/>
          <a:ext cx="18288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2" name="Equation" r:id="rId11" imgW="44805600" imgH="14325600" progId="Equation.DSMT4">
                  <p:embed/>
                </p:oleObj>
              </mc:Choice>
              <mc:Fallback>
                <p:oleObj name="Equation" r:id="rId11" imgW="44805600" imgH="14325600" progId="Equation.DSMT4">
                  <p:embed/>
                  <p:pic>
                    <p:nvPicPr>
                      <p:cNvPr id="0" name="图片 65541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36934" y="1848758"/>
                        <a:ext cx="18288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458782" y="2910148"/>
            <a:ext cx="64807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r>
              <a:rPr lang="zh-CN" altLang="zh-CN" sz="2800" dirty="0"/>
              <a:t> 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53881" y="3005398"/>
            <a:ext cx="106141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任给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008033" y="3057458"/>
          <a:ext cx="8318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3" name="Equation" r:id="rId13" imgW="20116800" imgH="7924800" progId="Equation.DSMT4">
                  <p:embed/>
                </p:oleObj>
              </mc:Choice>
              <mc:Fallback>
                <p:oleObj name="Equation" r:id="rId13" imgW="20116800" imgH="7924800" progId="Equation.DSMT4">
                  <p:embed/>
                  <p:pic>
                    <p:nvPicPr>
                      <p:cNvPr id="0" name="图片 6554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08033" y="3057458"/>
                        <a:ext cx="831850" cy="336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803802" y="2971108"/>
            <a:ext cx="113801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存在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689101" y="3018723"/>
          <a:ext cx="889000" cy="336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4" name="Equation" r:id="rId15" imgW="21336000" imgH="7924800" progId="Equation.DSMT4">
                  <p:embed/>
                </p:oleObj>
              </mc:Choice>
              <mc:Fallback>
                <p:oleObj name="Equation" r:id="rId15" imgW="21336000" imgH="7924800" progId="Equation.DSMT4">
                  <p:embed/>
                  <p:pic>
                    <p:nvPicPr>
                      <p:cNvPr id="0" name="图片 6554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689101" y="3018723"/>
                        <a:ext cx="889000" cy="336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564632" y="2953328"/>
            <a:ext cx="151216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使得当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6748521" y="3003483"/>
          <a:ext cx="2070100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5" name="Equation" r:id="rId17" imgW="49682400" imgH="11582400" progId="Equation.DSMT4">
                  <p:embed/>
                </p:oleObj>
              </mc:Choice>
              <mc:Fallback>
                <p:oleObj name="Equation" r:id="rId17" imgW="49682400" imgH="11582400" progId="Equation.DSMT4">
                  <p:embed/>
                  <p:pic>
                    <p:nvPicPr>
                      <p:cNvPr id="0" name="图片 6554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748521" y="3003483"/>
                        <a:ext cx="2070100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8780798" y="3005398"/>
            <a:ext cx="79208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时，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4869124" y="3500407"/>
          <a:ext cx="19732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6" name="Equation" r:id="rId19" imgW="47548800" imgH="11582400" progId="Equation.DSMT4">
                  <p:embed/>
                </p:oleObj>
              </mc:Choice>
              <mc:Fallback>
                <p:oleObj name="Equation" r:id="rId19" imgW="47548800" imgH="11582400" progId="Equation.DSMT4">
                  <p:embed/>
                  <p:pic>
                    <p:nvPicPr>
                      <p:cNvPr id="0" name="图片 6554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869124" y="3500407"/>
                        <a:ext cx="1973262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2131915" y="4013894"/>
            <a:ext cx="149206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对上述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3351819" y="4107229"/>
          <a:ext cx="8890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7" name="Equation" r:id="rId21" imgW="21336000" imgH="7924800" progId="Equation.DSMT4">
                  <p:embed/>
                </p:oleObj>
              </mc:Choice>
              <mc:Fallback>
                <p:oleObj name="Equation" r:id="rId21" imgW="21336000" imgH="7924800" progId="Equation.DSMT4">
                  <p:embed/>
                  <p:pic>
                    <p:nvPicPr>
                      <p:cNvPr id="0" name="图片 6554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351819" y="4107229"/>
                        <a:ext cx="889000" cy="336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5265681" y="4106515"/>
          <a:ext cx="8636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8" name="Equation" r:id="rId22" imgW="20726400" imgH="7924800" progId="Equation.DSMT4">
                  <p:embed/>
                </p:oleObj>
              </mc:Choice>
              <mc:Fallback>
                <p:oleObj name="Equation" r:id="rId22" imgW="20726400" imgH="7924800" progId="Equation.DSMT4">
                  <p:embed/>
                  <p:pic>
                    <p:nvPicPr>
                      <p:cNvPr id="0" name="图片 65547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265681" y="4106515"/>
                        <a:ext cx="863600" cy="336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4344063" y="4013894"/>
            <a:ext cx="113801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存在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56782" y="4009449"/>
            <a:ext cx="151216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使得当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7471354" y="4021425"/>
          <a:ext cx="20320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9" name="Equation" r:id="rId24" imgW="48768000" imgH="11582400" progId="Equation.DSMT4">
                  <p:embed/>
                </p:oleObj>
              </mc:Choice>
              <mc:Fallback>
                <p:oleObj name="Equation" r:id="rId24" imgW="48768000" imgH="11582400" progId="Equation.DSMT4">
                  <p:embed/>
                  <p:pic>
                    <p:nvPicPr>
                      <p:cNvPr id="0" name="图片 65548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471354" y="4021425"/>
                        <a:ext cx="20320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9503110" y="4009449"/>
            <a:ext cx="79208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时，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4817689" y="4527837"/>
          <a:ext cx="20764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0" name="Equation" r:id="rId26" imgW="49682400" imgH="11582400" progId="Equation.DSMT4">
                  <p:embed/>
                </p:oleObj>
              </mc:Choice>
              <mc:Fallback>
                <p:oleObj name="Equation" r:id="rId26" imgW="49682400" imgH="11582400" progId="Equation.DSMT4">
                  <p:embed/>
                  <p:pic>
                    <p:nvPicPr>
                      <p:cNvPr id="0" name="图片 65549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817689" y="4527837"/>
                        <a:ext cx="207645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2107058" y="5074076"/>
            <a:ext cx="101286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因为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2923736" y="5106292"/>
          <a:ext cx="1420812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1" name="Equation" r:id="rId28" imgW="1684020" imgH="501650" progId="Equation.DSMT4">
                  <p:embed/>
                </p:oleObj>
              </mc:Choice>
              <mc:Fallback>
                <p:oleObj name="Equation" r:id="rId28" imgW="1684020" imgH="501650" progId="Equation.DSMT4">
                  <p:embed/>
                  <p:pic>
                    <p:nvPicPr>
                      <p:cNvPr id="0" name="图片 65550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923736" y="5106292"/>
                        <a:ext cx="1420812" cy="427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4407052" y="5056296"/>
            <a:ext cx="101286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就有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5290307" y="5074055"/>
          <a:ext cx="2595563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2" name="Equation" r:id="rId30" imgW="62484000" imgH="11582400" progId="Equation.DSMT4">
                  <p:embed/>
                </p:oleObj>
              </mc:Choice>
              <mc:Fallback>
                <p:oleObj name="Equation" r:id="rId30" imgW="62484000" imgH="11582400" progId="Equation.DSMT4">
                  <p:embed/>
                  <p:pic>
                    <p:nvPicPr>
                      <p:cNvPr id="0" name="图片 65551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5290307" y="5074055"/>
                        <a:ext cx="2595563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980782" y="5074076"/>
            <a:ext cx="115212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从而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4689101" y="5649565"/>
          <a:ext cx="249396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3" name="Equation" r:id="rId32" imgW="60045600" imgH="13411200" progId="Equation.DSMT4">
                  <p:embed/>
                </p:oleObj>
              </mc:Choice>
              <mc:Fallback>
                <p:oleObj name="Equation" r:id="rId32" imgW="60045600" imgH="13411200" progId="Equation.DSMT4">
                  <p:embed/>
                  <p:pic>
                    <p:nvPicPr>
                      <p:cNvPr id="0" name="图片 65552"/>
                      <p:cNvPicPr>
                        <a:picLocks noChangeAspect="1"/>
                      </p:cNvPicPr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4689101" y="5649565"/>
                        <a:ext cx="2493963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2063552" y="6102126"/>
            <a:ext cx="115212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证毕.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83167" y="691958"/>
          <a:ext cx="2026285" cy="540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34" imgW="762000" imgH="203200" progId="Equation.KSEE3">
                  <p:embed/>
                </p:oleObj>
              </mc:Choice>
              <mc:Fallback>
                <p:oleObj name="" r:id="rId34" imgW="7620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5083167" y="691958"/>
                        <a:ext cx="2026285" cy="540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 Box 11"/>
          <p:cNvSpPr txBox="1">
            <a:spLocks noChangeArrowheads="1"/>
          </p:cNvSpPr>
          <p:nvPr/>
        </p:nvSpPr>
        <p:spPr bwMode="auto">
          <a:xfrm>
            <a:off x="7077075" y="710565"/>
            <a:ext cx="358203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的某去心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邻域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4" name="对象 4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587183" y="1171258"/>
          <a:ext cx="783703" cy="61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6" imgW="405765" imgH="316865" progId="Equation.KSEE3">
                  <p:embed/>
                </p:oleObj>
              </mc:Choice>
              <mc:Fallback>
                <p:oleObj name="" r:id="rId36" imgW="405765" imgH="316865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587183" y="1171258"/>
                        <a:ext cx="783703" cy="61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522712" y="710275"/>
          <a:ext cx="363957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8" imgW="165100" imgH="228600" progId="Equation.KSEE3">
                  <p:embed/>
                </p:oleObj>
              </mc:Choice>
              <mc:Fallback>
                <p:oleObj name="" r:id="rId38" imgW="1651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7522712" y="710275"/>
                        <a:ext cx="363957" cy="50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2226310" y="1276985"/>
            <a:ext cx="23818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内有定义，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000"/>
                            </p:stCondLst>
                            <p:childTnLst>
                              <p:par>
                                <p:cTn id="1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00"/>
                            </p:stCondLst>
                            <p:childTnLst>
                              <p:par>
                                <p:cTn id="1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 autoUpdateAnimBg="0"/>
      <p:bldP spid="6" grpId="0" bldLvl="0" animBg="1" autoUpdateAnimBg="0"/>
      <p:bldP spid="8" grpId="0" bldLvl="0" animBg="1" autoUpdateAnimBg="0"/>
      <p:bldP spid="10" grpId="0" bldLvl="0" animBg="1" autoUpdateAnimBg="0"/>
      <p:bldP spid="12" grpId="0" bldLvl="0" animBg="1" autoUpdateAnimBg="0"/>
      <p:bldP spid="18" grpId="0"/>
      <p:bldP spid="19" grpId="0"/>
      <p:bldP spid="21" grpId="0"/>
      <p:bldP spid="23" grpId="0"/>
      <p:bldP spid="25" grpId="0"/>
      <p:bldP spid="27" grpId="0"/>
      <p:bldP spid="30" grpId="0"/>
      <p:bldP spid="31" grpId="0"/>
      <p:bldP spid="33" grpId="0"/>
      <p:bldP spid="35" grpId="0"/>
      <p:bldP spid="37" grpId="0"/>
      <p:bldP spid="39" grpId="0"/>
      <p:bldP spid="41" grpId="0"/>
      <p:bldP spid="42" grpId="0" bldLvl="0" animBg="1" autoUpdateAnimBg="0"/>
      <p:bldP spid="46" grpId="0" bldLvl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00125" y="109220"/>
            <a:ext cx="419608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复合函数的极限</a:t>
            </a: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法则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419225" y="710565"/>
            <a:ext cx="40093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1.2.12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复合函数</a:t>
            </a:r>
            <a:endParaRPr kumimoji="1"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493659" y="1316901"/>
          <a:ext cx="19796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37" name="Equation" r:id="rId1" imgW="48463200" imgH="14325600" progId="Equation.DSMT4">
                  <p:embed/>
                </p:oleObj>
              </mc:Choice>
              <mc:Fallback>
                <p:oleObj name="Equation" r:id="rId1" imgW="48463200" imgH="14325600" progId="Equation.DSMT4">
                  <p:embed/>
                  <p:pic>
                    <p:nvPicPr>
                      <p:cNvPr id="0" name="图片 65536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493659" y="1316901"/>
                        <a:ext cx="1979612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473382" y="1281500"/>
            <a:ext cx="1905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满足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7958536" y="1298327"/>
          <a:ext cx="204787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38" name="Equation" r:id="rId3" imgW="49682400" imgH="11582400" progId="Equation.DSMT4">
                  <p:embed/>
                </p:oleObj>
              </mc:Choice>
              <mc:Fallback>
                <p:oleObj name="Equation" r:id="rId3" imgW="49682400" imgH="11582400" progId="Equation.DSMT4">
                  <p:embed/>
                  <p:pic>
                    <p:nvPicPr>
                      <p:cNvPr id="0" name="图片 65537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958536" y="1298327"/>
                        <a:ext cx="2047875" cy="4778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540702" y="1810455"/>
            <a:ext cx="685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kumimoji="1" lang="en-US" altLang="zh-CN" sz="2800" b="1" i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2203561" y="1843549"/>
          <a:ext cx="1420812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39" name="Equation" r:id="rId5" imgW="34442400" imgH="10363200" progId="Equation.DSMT4">
                  <p:embed/>
                </p:oleObj>
              </mc:Choice>
              <mc:Fallback>
                <p:oleObj name="Equation" r:id="rId5" imgW="34442400" imgH="10363200" progId="Equation.DSMT4">
                  <p:embed/>
                  <p:pic>
                    <p:nvPicPr>
                      <p:cNvPr id="0" name="图片 6553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03561" y="1843549"/>
                        <a:ext cx="1420812" cy="427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3657600" y="1811020"/>
            <a:ext cx="341947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又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          ,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5891323" y="2427431"/>
          <a:ext cx="1939925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0" name="Equation" r:id="rId7" imgW="47548800" imgH="14325600" progId="Equation.DSMT4">
                  <p:embed/>
                </p:oleObj>
              </mc:Choice>
              <mc:Fallback>
                <p:oleObj name="Equation" r:id="rId7" imgW="47548800" imgH="14325600" progId="Equation.DSMT4">
                  <p:embed/>
                  <p:pic>
                    <p:nvPicPr>
                      <p:cNvPr id="0" name="图片 65539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891323" y="2427431"/>
                        <a:ext cx="1939925" cy="5857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6328314" y="1800508"/>
            <a:ext cx="1143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则有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3803877" y="2438356"/>
          <a:ext cx="19923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1" name="Equation" r:id="rId9" imgW="48768000" imgH="14325600" progId="Equation.DSMT4">
                  <p:embed/>
                </p:oleObj>
              </mc:Choice>
              <mc:Fallback>
                <p:oleObj name="Equation" r:id="rId9" imgW="48768000" imgH="14325600" progId="Equation.DSMT4">
                  <p:embed/>
                  <p:pic>
                    <p:nvPicPr>
                      <p:cNvPr id="0" name="图片 65540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03877" y="2438356"/>
                        <a:ext cx="1992312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4136934" y="1848758"/>
          <a:ext cx="18288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2" name="Equation" r:id="rId11" imgW="44805600" imgH="14325600" progId="Equation.DSMT4">
                  <p:embed/>
                </p:oleObj>
              </mc:Choice>
              <mc:Fallback>
                <p:oleObj name="Equation" r:id="rId11" imgW="44805600" imgH="14325600" progId="Equation.DSMT4">
                  <p:embed/>
                  <p:pic>
                    <p:nvPicPr>
                      <p:cNvPr id="0" name="图片 65541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36934" y="1848758"/>
                        <a:ext cx="18288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83167" y="691958"/>
          <a:ext cx="2026285" cy="540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13" imgW="762000" imgH="203200" progId="Equation.KSEE3">
                  <p:embed/>
                </p:oleObj>
              </mc:Choice>
              <mc:Fallback>
                <p:oleObj name="" r:id="rId13" imgW="7620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083167" y="691958"/>
                        <a:ext cx="2026285" cy="540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 Box 11"/>
          <p:cNvSpPr txBox="1">
            <a:spLocks noChangeArrowheads="1"/>
          </p:cNvSpPr>
          <p:nvPr/>
        </p:nvSpPr>
        <p:spPr bwMode="auto">
          <a:xfrm>
            <a:off x="7077075" y="710565"/>
            <a:ext cx="358203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的某去心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邻域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4" name="对象 4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587183" y="1171258"/>
          <a:ext cx="783703" cy="61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15" imgW="405765" imgH="316865" progId="Equation.KSEE3">
                  <p:embed/>
                </p:oleObj>
              </mc:Choice>
              <mc:Fallback>
                <p:oleObj name="" r:id="rId15" imgW="405765" imgH="316865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7183" y="1171258"/>
                        <a:ext cx="783703" cy="61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522712" y="710275"/>
          <a:ext cx="363957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7" imgW="165100" imgH="228600" progId="Equation.KSEE3">
                  <p:embed/>
                </p:oleObj>
              </mc:Choice>
              <mc:Fallback>
                <p:oleObj name="" r:id="rId17" imgW="1651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522712" y="710275"/>
                        <a:ext cx="363957" cy="50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2226310" y="1276985"/>
            <a:ext cx="23818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内有定义，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Text Box 56"/>
          <p:cNvSpPr txBox="1">
            <a:spLocks noChangeArrowheads="1"/>
          </p:cNvSpPr>
          <p:nvPr/>
        </p:nvSpPr>
        <p:spPr bwMode="auto">
          <a:xfrm>
            <a:off x="1494336" y="3560615"/>
            <a:ext cx="3124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说明:</a:t>
            </a:r>
            <a:r>
              <a:rPr kumimoji="1" lang="en-US" altLang="zh-CN" sz="28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若定理中</a:t>
            </a:r>
            <a:endParaRPr kumimoji="1" lang="zh-CN" altLang="en-US" sz="28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43" name="Object 57"/>
          <p:cNvGraphicFramePr>
            <a:graphicFrameLocks noChangeAspect="1"/>
          </p:cNvGraphicFramePr>
          <p:nvPr/>
        </p:nvGraphicFramePr>
        <p:xfrm>
          <a:off x="4229735" y="3605530"/>
          <a:ext cx="1968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61" name="Equation" r:id="rId19" imgW="47244000" imgH="14325600" progId="Equation.DSMT4">
                  <p:embed/>
                </p:oleObj>
              </mc:Choice>
              <mc:Fallback>
                <p:oleObj name="Equation" r:id="rId19" imgW="47244000" imgH="14325600" progId="Equation.DSMT4">
                  <p:embed/>
                  <p:pic>
                    <p:nvPicPr>
                      <p:cNvPr id="0" name="图片 6656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229735" y="3605530"/>
                        <a:ext cx="19685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 Box 58"/>
          <p:cNvSpPr txBox="1">
            <a:spLocks noChangeArrowheads="1"/>
          </p:cNvSpPr>
          <p:nvPr/>
        </p:nvSpPr>
        <p:spPr bwMode="auto">
          <a:xfrm>
            <a:off x="6198220" y="3577759"/>
            <a:ext cx="2286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en-US" altLang="zh-CN" sz="28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则可得</a:t>
            </a:r>
            <a:endParaRPr kumimoji="1" lang="en-US" altLang="zh-CN" sz="2800" b="1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48" name="Object 59"/>
          <p:cNvGraphicFramePr>
            <a:graphicFrameLocks noChangeAspect="1"/>
          </p:cNvGraphicFramePr>
          <p:nvPr/>
        </p:nvGraphicFramePr>
        <p:xfrm>
          <a:off x="4137231" y="4340900"/>
          <a:ext cx="2032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62" name="Equation" r:id="rId21" imgW="48768000" imgH="14325600" progId="Equation.DSMT4">
                  <p:embed/>
                </p:oleObj>
              </mc:Choice>
              <mc:Fallback>
                <p:oleObj name="Equation" r:id="rId21" imgW="48768000" imgH="14325600" progId="Equation.DSMT4">
                  <p:embed/>
                  <p:pic>
                    <p:nvPicPr>
                      <p:cNvPr id="0" name="图片 66561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137231" y="4340900"/>
                        <a:ext cx="20320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60"/>
          <p:cNvGraphicFramePr>
            <a:graphicFrameLocks noChangeAspect="1"/>
          </p:cNvGraphicFramePr>
          <p:nvPr/>
        </p:nvGraphicFramePr>
        <p:xfrm>
          <a:off x="6256382" y="4340900"/>
          <a:ext cx="18669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63" name="Equation" r:id="rId23" imgW="44805600" imgH="13106400" progId="Equation.DSMT4">
                  <p:embed/>
                </p:oleObj>
              </mc:Choice>
              <mc:Fallback>
                <p:oleObj name="Equation" r:id="rId23" imgW="44805600" imgH="13106400" progId="Equation.DSMT4">
                  <p:embed/>
                  <p:pic>
                    <p:nvPicPr>
                      <p:cNvPr id="0" name="图片 66562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256382" y="4340900"/>
                        <a:ext cx="18669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 Box 58"/>
          <p:cNvSpPr txBox="1">
            <a:spLocks noChangeArrowheads="1"/>
          </p:cNvSpPr>
          <p:nvPr/>
        </p:nvSpPr>
        <p:spPr bwMode="auto">
          <a:xfrm>
            <a:off x="2778745" y="5014129"/>
            <a:ext cx="2286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8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类似若</a:t>
            </a:r>
            <a:endParaRPr kumimoji="1" lang="zh-CN" altLang="en-US" sz="2800" b="1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51" name="对象 5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19350" y="5013795"/>
          <a:ext cx="1675765" cy="576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" name="" r:id="rId25" imgW="812800" imgH="279400" progId="Equation.KSEE3">
                  <p:embed/>
                </p:oleObj>
              </mc:Choice>
              <mc:Fallback>
                <p:oleObj name="" r:id="rId25" imgW="812800" imgH="2794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019350" y="5013795"/>
                        <a:ext cx="1675765" cy="5765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Text Box 58"/>
          <p:cNvSpPr txBox="1">
            <a:spLocks noChangeArrowheads="1"/>
          </p:cNvSpPr>
          <p:nvPr/>
        </p:nvSpPr>
        <p:spPr bwMode="auto">
          <a:xfrm>
            <a:off x="5589255" y="5014129"/>
            <a:ext cx="2286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en-US" altLang="zh-CN" sz="28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,</a:t>
            </a:r>
            <a:r>
              <a:rPr kumimoji="1" lang="zh-CN" altLang="en-US" sz="28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则</a:t>
            </a:r>
            <a:r>
              <a:rPr kumimoji="1" lang="zh-CN" altLang="en-US" sz="28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有</a:t>
            </a:r>
            <a:endParaRPr kumimoji="1" lang="zh-CN" altLang="en-US" sz="2800" b="1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54" name="对象 5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62974" y="5690953"/>
          <a:ext cx="3561080" cy="586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" name="" r:id="rId27" imgW="1701800" imgH="279400" progId="Equation.KSEE3">
                  <p:embed/>
                </p:oleObj>
              </mc:Choice>
              <mc:Fallback>
                <p:oleObj name="" r:id="rId27" imgW="1701800" imgH="2794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162974" y="5690953"/>
                        <a:ext cx="3561080" cy="5861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47" grpId="0" bldLvl="0" animBg="1" autoUpdateAnimBg="0"/>
      <p:bldP spid="50" grpId="0" bldLvl="0" animBg="1" autoUpdateAnimBg="0"/>
      <p:bldP spid="53" grpId="0" bldLvl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272540" y="355600"/>
            <a:ext cx="419608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复合函数的极限</a:t>
            </a: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法则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431226" y="1049576"/>
            <a:ext cx="3024336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1.2.12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727849" y="1071156"/>
          <a:ext cx="19796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37" name="Equation" r:id="rId1" imgW="48463200" imgH="14325600" progId="Equation.DSMT4">
                  <p:embed/>
                </p:oleObj>
              </mc:Choice>
              <mc:Fallback>
                <p:oleObj name="Equation" r:id="rId1" imgW="48463200" imgH="14325600" progId="Equation.DSMT4">
                  <p:embed/>
                  <p:pic>
                    <p:nvPicPr>
                      <p:cNvPr id="0" name="图片 65536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727849" y="1071156"/>
                        <a:ext cx="1979612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635817" y="1049725"/>
            <a:ext cx="1905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满足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7110811" y="1066552"/>
          <a:ext cx="204787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38" name="Equation" r:id="rId3" imgW="49682400" imgH="11582400" progId="Equation.DSMT4">
                  <p:embed/>
                </p:oleObj>
              </mc:Choice>
              <mc:Fallback>
                <p:oleObj name="Equation" r:id="rId3" imgW="49682400" imgH="11582400" progId="Equation.DSMT4">
                  <p:embed/>
                  <p:pic>
                    <p:nvPicPr>
                      <p:cNvPr id="0" name="图片 65537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110811" y="1066552"/>
                        <a:ext cx="2047875" cy="4778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9136572" y="1071315"/>
            <a:ext cx="685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kumimoji="1" lang="en-US" altLang="zh-CN" sz="2800" b="1" i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562846" y="1655589"/>
          <a:ext cx="1420812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39" name="Equation" r:id="rId5" imgW="34442400" imgH="10363200" progId="Equation.DSMT4">
                  <p:embed/>
                </p:oleObj>
              </mc:Choice>
              <mc:Fallback>
                <p:oleObj name="Equation" r:id="rId5" imgW="34442400" imgH="10363200" progId="Equation.DSMT4">
                  <p:embed/>
                  <p:pic>
                    <p:nvPicPr>
                      <p:cNvPr id="0" name="图片 6553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62846" y="1655589"/>
                        <a:ext cx="1420812" cy="427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3007995" y="1607820"/>
            <a:ext cx="341947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又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          ,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6256448" y="2316465"/>
          <a:ext cx="1939925" cy="585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0" name="Equation" r:id="rId7" imgW="47548800" imgH="14325600" progId="Equation.DSMT4">
                  <p:embed/>
                </p:oleObj>
              </mc:Choice>
              <mc:Fallback>
                <p:oleObj name="Equation" r:id="rId7" imgW="47548800" imgH="14325600" progId="Equation.DSMT4">
                  <p:embed/>
                  <p:pic>
                    <p:nvPicPr>
                      <p:cNvPr id="0" name="图片 65539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256448" y="2316465"/>
                        <a:ext cx="1939925" cy="5854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5589174" y="1637948"/>
            <a:ext cx="1143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则有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4137252" y="2315801"/>
          <a:ext cx="19923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1" name="Equation" r:id="rId9" imgW="48768000" imgH="14325600" progId="Equation.DSMT4">
                  <p:embed/>
                </p:oleObj>
              </mc:Choice>
              <mc:Fallback>
                <p:oleObj name="Equation" r:id="rId9" imgW="48768000" imgH="14325600" progId="Equation.DSMT4">
                  <p:embed/>
                  <p:pic>
                    <p:nvPicPr>
                      <p:cNvPr id="0" name="图片 65540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37252" y="2315801"/>
                        <a:ext cx="1992312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3562894" y="1660163"/>
          <a:ext cx="18288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2" name="Equation" r:id="rId11" imgW="44805600" imgH="14325600" progId="Equation.DSMT4">
                  <p:embed/>
                </p:oleObj>
              </mc:Choice>
              <mc:Fallback>
                <p:oleObj name="Equation" r:id="rId11" imgW="44805600" imgH="14325600" progId="Equation.DSMT4">
                  <p:embed/>
                  <p:pic>
                    <p:nvPicPr>
                      <p:cNvPr id="0" name="图片 65541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62894" y="1660163"/>
                        <a:ext cx="18288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206357" y="324610"/>
          <a:ext cx="361251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3" imgW="1358900" imgH="241300" progId="Equation.KSEE3">
                  <p:embed/>
                </p:oleObj>
              </mc:Choice>
              <mc:Fallback>
                <p:oleObj name="" r:id="rId13" imgW="1358900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206357" y="324610"/>
                        <a:ext cx="3612515" cy="641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56"/>
          <p:cNvSpPr txBox="1">
            <a:spLocks noChangeArrowheads="1"/>
          </p:cNvSpPr>
          <p:nvPr/>
        </p:nvSpPr>
        <p:spPr bwMode="auto">
          <a:xfrm>
            <a:off x="1494336" y="3560615"/>
            <a:ext cx="3124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说明:</a:t>
            </a:r>
            <a:r>
              <a:rPr kumimoji="1" lang="en-US" altLang="zh-CN" sz="28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若定理中</a:t>
            </a:r>
            <a:endParaRPr kumimoji="1" lang="zh-CN" altLang="en-US" sz="28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15" name="Object 57"/>
          <p:cNvGraphicFramePr>
            <a:graphicFrameLocks noChangeAspect="1"/>
          </p:cNvGraphicFramePr>
          <p:nvPr/>
        </p:nvGraphicFramePr>
        <p:xfrm>
          <a:off x="4229735" y="3605530"/>
          <a:ext cx="1968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61" name="Equation" r:id="rId15" imgW="47244000" imgH="14325600" progId="Equation.DSMT4">
                  <p:embed/>
                </p:oleObj>
              </mc:Choice>
              <mc:Fallback>
                <p:oleObj name="Equation" r:id="rId15" imgW="47244000" imgH="14325600" progId="Equation.DSMT4">
                  <p:embed/>
                  <p:pic>
                    <p:nvPicPr>
                      <p:cNvPr id="0" name="图片 6656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29735" y="3605530"/>
                        <a:ext cx="19685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58"/>
          <p:cNvSpPr txBox="1">
            <a:spLocks noChangeArrowheads="1"/>
          </p:cNvSpPr>
          <p:nvPr/>
        </p:nvSpPr>
        <p:spPr bwMode="auto">
          <a:xfrm>
            <a:off x="6198220" y="3617129"/>
            <a:ext cx="2286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en-US" altLang="zh-CN" sz="28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则类似可得</a:t>
            </a:r>
            <a:endParaRPr kumimoji="1" lang="en-US" altLang="zh-CN" sz="2800" b="1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42" name="Object 59"/>
          <p:cNvGraphicFramePr>
            <a:graphicFrameLocks noChangeAspect="1"/>
          </p:cNvGraphicFramePr>
          <p:nvPr/>
        </p:nvGraphicFramePr>
        <p:xfrm>
          <a:off x="4137231" y="4340900"/>
          <a:ext cx="2032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62" name="Equation" r:id="rId17" imgW="48768000" imgH="14325600" progId="Equation.DSMT4">
                  <p:embed/>
                </p:oleObj>
              </mc:Choice>
              <mc:Fallback>
                <p:oleObj name="Equation" r:id="rId17" imgW="48768000" imgH="14325600" progId="Equation.DSMT4">
                  <p:embed/>
                  <p:pic>
                    <p:nvPicPr>
                      <p:cNvPr id="0" name="图片 6656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137231" y="4340900"/>
                        <a:ext cx="20320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60"/>
          <p:cNvGraphicFramePr>
            <a:graphicFrameLocks noChangeAspect="1"/>
          </p:cNvGraphicFramePr>
          <p:nvPr/>
        </p:nvGraphicFramePr>
        <p:xfrm>
          <a:off x="6256382" y="4340900"/>
          <a:ext cx="18669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63" name="Equation" r:id="rId19" imgW="44805600" imgH="13106400" progId="Equation.DSMT4">
                  <p:embed/>
                </p:oleObj>
              </mc:Choice>
              <mc:Fallback>
                <p:oleObj name="Equation" r:id="rId19" imgW="44805600" imgH="13106400" progId="Equation.DSMT4">
                  <p:embed/>
                  <p:pic>
                    <p:nvPicPr>
                      <p:cNvPr id="0" name="图片 66562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256382" y="4340900"/>
                        <a:ext cx="18669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Box 58"/>
          <p:cNvSpPr txBox="1">
            <a:spLocks noChangeArrowheads="1"/>
          </p:cNvSpPr>
          <p:nvPr/>
        </p:nvSpPr>
        <p:spPr bwMode="auto">
          <a:xfrm>
            <a:off x="2778745" y="5014129"/>
            <a:ext cx="2286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8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或者</a:t>
            </a:r>
            <a:r>
              <a:rPr kumimoji="1" lang="zh-CN" altLang="en-US" sz="28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若</a:t>
            </a:r>
            <a:endParaRPr kumimoji="1" lang="zh-CN" altLang="en-US" sz="2800" b="1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45" name="对象 4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06525" y="5014085"/>
          <a:ext cx="1701415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" r:id="rId21" imgW="825500" imgH="279400" progId="Equation.KSEE3">
                  <p:embed/>
                </p:oleObj>
              </mc:Choice>
              <mc:Fallback>
                <p:oleObj name="" r:id="rId21" imgW="825500" imgH="2794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006525" y="5014085"/>
                        <a:ext cx="1701415" cy="57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 Box 58"/>
          <p:cNvSpPr txBox="1">
            <a:spLocks noChangeArrowheads="1"/>
          </p:cNvSpPr>
          <p:nvPr/>
        </p:nvSpPr>
        <p:spPr bwMode="auto">
          <a:xfrm>
            <a:off x="5589255" y="5014129"/>
            <a:ext cx="2286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en-US" altLang="zh-CN" sz="28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,</a:t>
            </a:r>
            <a:r>
              <a:rPr kumimoji="1" lang="zh-CN" altLang="en-US" sz="28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则</a:t>
            </a:r>
            <a:r>
              <a:rPr kumimoji="1" lang="en-US" altLang="zh-CN" sz="28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可得</a:t>
            </a:r>
            <a:endParaRPr kumimoji="1" lang="en-US" altLang="zh-CN" sz="2800" b="1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48" name="对象 4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36825" y="5678005"/>
          <a:ext cx="3613377" cy="61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" r:id="rId23" imgW="1727200" imgH="292100" progId="Equation.KSEE3">
                  <p:embed/>
                </p:oleObj>
              </mc:Choice>
              <mc:Fallback>
                <p:oleObj name="" r:id="rId23" imgW="1727200" imgH="2921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136825" y="5678005"/>
                        <a:ext cx="3613377" cy="61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7" grpId="0" bldLvl="0" animBg="1" autoUpdateAnimBg="0"/>
      <p:bldP spid="44" grpId="0" bldLvl="0" animBg="1" autoUpdateAnimBg="0"/>
      <p:bldP spid="47" grpId="0" bldLvl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6340" y="1155700"/>
            <a:ext cx="22840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1.变量代换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17348" y="1154797"/>
            <a:ext cx="121262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692556" y="987662"/>
          <a:ext cx="4452938" cy="933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85" name="Equation" r:id="rId1" imgW="106680000" imgH="22555200" progId="Equation.DSMT4">
                  <p:embed/>
                </p:oleObj>
              </mc:Choice>
              <mc:Fallback>
                <p:oleObj name="Equation" r:id="rId1" imgW="106680000" imgH="22555200" progId="Equation.DSMT4">
                  <p:embed/>
                  <p:pic>
                    <p:nvPicPr>
                      <p:cNvPr id="0" name="图片 6758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92556" y="987662"/>
                        <a:ext cx="4452938" cy="9334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258670" y="1844189"/>
            <a:ext cx="280255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19. 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求极限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31068" y="2620402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581209" y="2371219"/>
          <a:ext cx="3284538" cy="958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86" name="Equation" r:id="rId3" imgW="78638400" imgH="22860000" progId="Equation.DSMT4">
                  <p:embed/>
                </p:oleObj>
              </mc:Choice>
              <mc:Fallback>
                <p:oleObj name="Equation" r:id="rId3" imgW="78638400" imgH="22860000" progId="Equation.DSMT4">
                  <p:embed/>
                  <p:pic>
                    <p:nvPicPr>
                      <p:cNvPr id="0" name="图片 6758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81209" y="2371219"/>
                        <a:ext cx="3284538" cy="958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1418774" y="3570838"/>
            <a:ext cx="7949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24259" y="4238223"/>
            <a:ext cx="20705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原式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3358634" y="3499708"/>
          <a:ext cx="7708900" cy="199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89" name="Equation" r:id="rId5" imgW="185013600" imgH="48158400" progId="Equation.DSMT4">
                  <p:embed/>
                </p:oleObj>
              </mc:Choice>
              <mc:Fallback>
                <p:oleObj name="Equation" r:id="rId5" imgW="185013600" imgH="48158400" progId="Equation.DSMT4">
                  <p:embed/>
                  <p:pic>
                    <p:nvPicPr>
                      <p:cNvPr id="0" name="图片 6758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58634" y="3499708"/>
                        <a:ext cx="7708900" cy="19986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7607489" y="5498306"/>
          <a:ext cx="25273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0" name="Equation" r:id="rId7" imgW="60655200" imgH="24079200" progId="Equation.DSMT4">
                  <p:embed/>
                </p:oleObj>
              </mc:Choice>
              <mc:Fallback>
                <p:oleObj name="Equation" r:id="rId7" imgW="60655200" imgH="24079200" progId="Equation.DSMT4">
                  <p:embed/>
                  <p:pic>
                    <p:nvPicPr>
                      <p:cNvPr id="0" name="图片 6758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07489" y="5498306"/>
                        <a:ext cx="2527300" cy="1003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1196142" y="403875"/>
            <a:ext cx="56659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复合函数</a:t>
            </a: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极限法则变式</a:t>
            </a: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及应用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16" grpId="0"/>
      <p:bldP spid="17" grpId="0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2600" y="968167"/>
            <a:ext cx="100811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244971" y="1655093"/>
          <a:ext cx="3284538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1" name="Equation" r:id="rId1" imgW="78638400" imgH="42672000" progId="Equation.DSMT4">
                  <p:embed/>
                </p:oleObj>
              </mc:Choice>
              <mc:Fallback>
                <p:oleObj name="Equation" r:id="rId1" imgW="78638400" imgH="42672000" progId="Equation.DSMT4">
                  <p:embed/>
                  <p:pic>
                    <p:nvPicPr>
                      <p:cNvPr id="0" name="图片 6861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44971" y="1655093"/>
                        <a:ext cx="3284538" cy="177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8654733" y="2107248"/>
          <a:ext cx="1562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2" name="Equation" r:id="rId3" imgW="37490400" imgH="19812000" progId="Equation.DSMT4">
                  <p:embed/>
                </p:oleObj>
              </mc:Choice>
              <mc:Fallback>
                <p:oleObj name="Equation" r:id="rId3" imgW="37490400" imgH="19812000" progId="Equation.DSMT4">
                  <p:embed/>
                  <p:pic>
                    <p:nvPicPr>
                      <p:cNvPr id="0" name="图片 6861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654733" y="2107248"/>
                        <a:ext cx="15621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72600" y="4692119"/>
            <a:ext cx="100811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092204" y="3269481"/>
          <a:ext cx="2942449" cy="10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4" name="Equation" r:id="rId5" imgW="81381600" imgH="29870400" progId="Equation.DSMT4">
                  <p:embed/>
                </p:oleObj>
              </mc:Choice>
              <mc:Fallback>
                <p:oleObj name="Equation" r:id="rId5" imgW="81381600" imgH="29870400" progId="Equation.DSMT4">
                  <p:embed/>
                  <p:pic>
                    <p:nvPicPr>
                      <p:cNvPr id="0" name="图片 6861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92204" y="3269481"/>
                        <a:ext cx="2942449" cy="108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15696" y="3524126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注意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375276" y="5845419"/>
          <a:ext cx="2676558" cy="82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5" name="Equation" r:id="rId7" imgW="84734400" imgH="26212800" progId="Equation.DSMT4">
                  <p:embed/>
                </p:oleObj>
              </mc:Choice>
              <mc:Fallback>
                <p:oleObj name="Equation" r:id="rId7" imgW="84734400" imgH="26212800" progId="Equation.DSMT4">
                  <p:embed/>
                  <p:pic>
                    <p:nvPicPr>
                      <p:cNvPr id="0" name="图片 6861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75276" y="5845419"/>
                        <a:ext cx="2676558" cy="82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281137" y="891147"/>
          <a:ext cx="2963863" cy="730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87" name="Equation" r:id="rId9" imgW="71323200" imgH="17678400" progId="Equation.DSMT4">
                  <p:embed/>
                </p:oleObj>
              </mc:Choice>
              <mc:Fallback>
                <p:oleObj name="Equation" r:id="rId9" imgW="71323200" imgH="17678400" progId="Equation.DSMT4">
                  <p:embed/>
                  <p:pic>
                    <p:nvPicPr>
                      <p:cNvPr id="0" name="图片 6758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81137" y="891147"/>
                        <a:ext cx="2963863" cy="7302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267903" y="4587875"/>
          <a:ext cx="2989262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88" name="Equation" r:id="rId11" imgW="71932800" imgH="17678400" progId="Equation.DSMT4">
                  <p:embed/>
                </p:oleObj>
              </mc:Choice>
              <mc:Fallback>
                <p:oleObj name="Equation" r:id="rId11" imgW="71932800" imgH="17678400" progId="Equation.DSMT4">
                  <p:embed/>
                  <p:pic>
                    <p:nvPicPr>
                      <p:cNvPr id="0" name="图片 6758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67903" y="4587875"/>
                        <a:ext cx="2989262" cy="730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图片 20"/>
          <p:cNvPicPr>
            <a:picLocks noChangeAspect="1"/>
          </p:cNvPicPr>
          <p:nvPr/>
        </p:nvPicPr>
        <p:blipFill>
          <a:blip r:embed="rId13"/>
          <a:srcRect l="38032" t="-444"/>
          <a:stretch>
            <a:fillRect/>
          </a:stretch>
        </p:blipFill>
        <p:spPr>
          <a:xfrm>
            <a:off x="5359400" y="473075"/>
            <a:ext cx="4857750" cy="114808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4"/>
          <a:srcRect l="39830" t="-1404"/>
          <a:stretch>
            <a:fillRect/>
          </a:stretch>
        </p:blipFill>
        <p:spPr>
          <a:xfrm>
            <a:off x="5359400" y="4417060"/>
            <a:ext cx="4498975" cy="1101090"/>
          </a:xfrm>
          <a:prstGeom prst="rect">
            <a:avLst/>
          </a:prstGeom>
        </p:spPr>
      </p:pic>
      <p:graphicFrame>
        <p:nvGraphicFramePr>
          <p:cNvPr id="23" name="对象 2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115820" y="2046605"/>
          <a:ext cx="2918118" cy="93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15" imgW="1346200" imgH="431800" progId="Equation.KSEE3">
                  <p:embed/>
                </p:oleObj>
              </mc:Choice>
              <mc:Fallback>
                <p:oleObj name="" r:id="rId15" imgW="1346200" imgH="4318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115820" y="2046605"/>
                        <a:ext cx="2918118" cy="93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13"/>
          <p:cNvSpPr txBox="1"/>
          <p:nvPr/>
        </p:nvSpPr>
        <p:spPr>
          <a:xfrm>
            <a:off x="5359276" y="5998086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注意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2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3118" y="476677"/>
            <a:ext cx="661322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2.由函数极限推知数列极限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65712" y="1192262"/>
            <a:ext cx="266429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1.2.13 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2210533" y="1846664"/>
          <a:ext cx="160655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3" name="Equation" r:id="rId1" imgW="39319200" imgH="13106400" progId="Equation.DSMT4">
                  <p:embed/>
                </p:oleObj>
              </mc:Choice>
              <mc:Fallback>
                <p:oleObj name="Equation" r:id="rId1" imgW="39319200" imgH="13106400" progId="Equation.DSMT4">
                  <p:embed/>
                  <p:pic>
                    <p:nvPicPr>
                      <p:cNvPr id="0" name="图片 6963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10533" y="1846664"/>
                        <a:ext cx="1606550" cy="5349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830565" y="1192262"/>
            <a:ext cx="2730549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则对任何数列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8137193" y="1051907"/>
          <a:ext cx="1858931" cy="61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4" name="Equation" r:id="rId3" imgW="49987200" imgH="16459200" progId="Equation.DSMT4">
                  <p:embed/>
                </p:oleObj>
              </mc:Choice>
              <mc:Fallback>
                <p:oleObj name="Equation" r:id="rId3" imgW="49987200" imgH="16459200" progId="Equation.DSMT4">
                  <p:embed/>
                  <p:pic>
                    <p:nvPicPr>
                      <p:cNvPr id="0" name="图片 69633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137193" y="1051907"/>
                        <a:ext cx="1858931" cy="61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/>
          <p:cNvGraphicFramePr>
            <a:graphicFrameLocks noChangeAspect="1"/>
          </p:cNvGraphicFramePr>
          <p:nvPr/>
        </p:nvGraphicFramePr>
        <p:xfrm>
          <a:off x="3860199" y="1247740"/>
          <a:ext cx="1939925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5" name="Equation" r:id="rId5" imgW="47548800" imgH="14325600" progId="Equation.DSMT4">
                  <p:embed/>
                </p:oleObj>
              </mc:Choice>
              <mc:Fallback>
                <p:oleObj name="Equation" r:id="rId5" imgW="47548800" imgH="14325600" progId="Equation.DSMT4">
                  <p:embed/>
                  <p:pic>
                    <p:nvPicPr>
                      <p:cNvPr id="0" name="图片 69634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60199" y="1247740"/>
                        <a:ext cx="1939925" cy="5857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856658" y="1860188"/>
            <a:ext cx="5715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427756" y="1925211"/>
          <a:ext cx="200183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6" name="Equation" r:id="rId7" imgW="49072800" imgH="13106400" progId="Equation.DSMT4">
                  <p:embed/>
                </p:oleObj>
              </mc:Choice>
              <mc:Fallback>
                <p:oleObj name="Equation" r:id="rId7" imgW="49072800" imgH="13106400" progId="Equation.DSMT4">
                  <p:embed/>
                  <p:pic>
                    <p:nvPicPr>
                      <p:cNvPr id="0" name="图片 69635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427756" y="1925211"/>
                        <a:ext cx="2001838" cy="536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1638856" y="1846863"/>
            <a:ext cx="5715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65663" y="2844046"/>
            <a:ext cx="279680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20. 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已知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极限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4117324" y="2672436"/>
          <a:ext cx="2128838" cy="781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7" name="Equation" r:id="rId9" imgW="50901600" imgH="18592800" progId="Equation.DSMT4">
                  <p:embed/>
                </p:oleObj>
              </mc:Choice>
              <mc:Fallback>
                <p:oleObj name="Equation" r:id="rId9" imgW="50901600" imgH="18592800" progId="Equation.DSMT4">
                  <p:embed/>
                  <p:pic>
                    <p:nvPicPr>
                      <p:cNvPr id="0" name="图片 6963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17324" y="2672436"/>
                        <a:ext cx="2128838" cy="7810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6246227" y="2853869"/>
            <a:ext cx="5715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6765608" y="2672715"/>
          <a:ext cx="1795462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8" name="Equation" r:id="rId11" imgW="43281600" imgH="20116800" progId="Equation.DSMT4">
                  <p:embed/>
                </p:oleObj>
              </mc:Choice>
              <mc:Fallback>
                <p:oleObj name="Equation" r:id="rId11" imgW="43281600" imgH="20116800" progId="Equation.DSMT4">
                  <p:embed/>
                  <p:pic>
                    <p:nvPicPr>
                      <p:cNvPr id="0" name="图片 6963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765608" y="2672715"/>
                        <a:ext cx="1795462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8560767" y="2827536"/>
            <a:ext cx="5715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351584" y="3894955"/>
            <a:ext cx="596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(1)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2948249" y="3463145"/>
          <a:ext cx="2341563" cy="1174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9" name="Equation" r:id="rId13" imgW="56388000" imgH="28346400" progId="Equation.DSMT4">
                  <p:embed/>
                </p:oleObj>
              </mc:Choice>
              <mc:Fallback>
                <p:oleObj name="Equation" r:id="rId13" imgW="56388000" imgH="28346400" progId="Equation.DSMT4">
                  <p:embed/>
                  <p:pic>
                    <p:nvPicPr>
                      <p:cNvPr id="0" name="图片 6963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948249" y="3463145"/>
                        <a:ext cx="2341563" cy="11747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800233" y="3895590"/>
            <a:ext cx="10756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6765622" y="3615545"/>
          <a:ext cx="3352800" cy="1022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40" name="Equation" r:id="rId15" imgW="80467200" imgH="24384000" progId="Equation.DSMT4">
                  <p:embed/>
                </p:oleObj>
              </mc:Choice>
              <mc:Fallback>
                <p:oleObj name="Equation" r:id="rId15" imgW="80467200" imgH="24384000" progId="Equation.DSMT4">
                  <p:embed/>
                  <p:pic>
                    <p:nvPicPr>
                      <p:cNvPr id="0" name="图片 6963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765622" y="3615545"/>
                        <a:ext cx="3352800" cy="1022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1764437" y="4946124"/>
            <a:ext cx="64807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2412490" y="4994879"/>
            <a:ext cx="1115218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由于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Rectangle 2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3339162" y="4789279"/>
          <a:ext cx="24606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41" name="Equation" r:id="rId17" imgW="58826400" imgH="22555200" progId="Equation.DSMT4">
                  <p:embed/>
                </p:oleObj>
              </mc:Choice>
              <mc:Fallback>
                <p:oleObj name="Equation" r:id="rId17" imgW="58826400" imgH="22555200" progId="Equation.DSMT4">
                  <p:embed/>
                  <p:pic>
                    <p:nvPicPr>
                      <p:cNvPr id="0" name="图片 6964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39162" y="4789279"/>
                        <a:ext cx="2460625" cy="933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Rectangle 2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0" name="Rectangle 2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817801" y="5116617"/>
          <a:ext cx="2903538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58" name="Equation" r:id="rId19" imgW="69494400" imgH="28346400" progId="Equation.DSMT4">
                  <p:embed/>
                </p:oleObj>
              </mc:Choice>
              <mc:Fallback>
                <p:oleObj name="Equation" r:id="rId19" imgW="69494400" imgH="28346400" progId="Equation.DSMT4">
                  <p:embed/>
                  <p:pic>
                    <p:nvPicPr>
                      <p:cNvPr id="0" name="图片 7065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817801" y="5116617"/>
                        <a:ext cx="2903538" cy="1174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26"/>
          <p:cNvSpPr txBox="1"/>
          <p:nvPr/>
        </p:nvSpPr>
        <p:spPr>
          <a:xfrm>
            <a:off x="6039664" y="5516745"/>
            <a:ext cx="596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(1)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 autoUpdateAnimBg="0"/>
      <p:bldP spid="14" grpId="0" bldLvl="0" animBg="1" autoUpdateAnimBg="0"/>
      <p:bldP spid="18" grpId="0" bldLvl="0" animBg="1"/>
      <p:bldP spid="19" grpId="0"/>
      <p:bldP spid="22" grpId="0" bldLvl="0" animBg="1" autoUpdateAnimBg="0"/>
      <p:bldP spid="25" grpId="0" bldLvl="0" animBg="1" autoUpdateAnimBg="0"/>
      <p:bldP spid="27" grpId="0"/>
      <p:bldP spid="31" grpId="0"/>
      <p:bldP spid="34" grpId="0"/>
      <p:bldP spid="35" grpId="0" bldLvl="0" animBg="1" autoUpdateAnimBg="0"/>
      <p:bldP spid="3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848366" y="1240646"/>
          <a:ext cx="6494463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57" name="Equation" r:id="rId1" imgW="156057600" imgH="42367200" progId="Equation.DSMT4">
                  <p:embed/>
                </p:oleObj>
              </mc:Choice>
              <mc:Fallback>
                <p:oleObj name="Equation" r:id="rId1" imgW="156057600" imgH="42367200" progId="Equation.DSMT4">
                  <p:embed/>
                  <p:pic>
                    <p:nvPicPr>
                      <p:cNvPr id="0" name="图片 7065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48366" y="1240646"/>
                        <a:ext cx="6494463" cy="176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907683" y="1862320"/>
            <a:ext cx="10756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307018" y="3207417"/>
          <a:ext cx="1645174" cy="16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3" imgW="774065" imgH="762000" progId="Equation.KSEE3">
                  <p:embed/>
                </p:oleObj>
              </mc:Choice>
              <mc:Fallback>
                <p:oleObj name="" r:id="rId3" imgW="774065" imgH="7620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07018" y="3207417"/>
                        <a:ext cx="1645174" cy="162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111375" y="3684270"/>
            <a:ext cx="9613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注意： </a:t>
            </a:r>
            <a:endParaRPr lang="zh-CN" altLang="en-US" sz="2800" b="1" dirty="0" smtClean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Box 33"/>
          <p:cNvSpPr txBox="1"/>
          <p:nvPr/>
        </p:nvSpPr>
        <p:spPr>
          <a:xfrm>
            <a:off x="5285105" y="3684270"/>
            <a:ext cx="488569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不能利用复合原理考虑而获得</a:t>
            </a:r>
            <a:r>
              <a:rPr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</a:t>
            </a:r>
            <a:endParaRPr lang="zh-CN" altLang="en-US" sz="2800" b="1" dirty="0" smtClean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939355" y="4206012"/>
          <a:ext cx="891540" cy="377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5" imgW="419100" imgH="177165" progId="Equation.KSEE3">
                  <p:embed/>
                </p:oleObj>
              </mc:Choice>
              <mc:Fallback>
                <p:oleObj name="" r:id="rId5" imgW="419100" imgH="177165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39355" y="4206012"/>
                        <a:ext cx="891540" cy="377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33"/>
          <p:cNvSpPr txBox="1"/>
          <p:nvPr/>
        </p:nvSpPr>
        <p:spPr>
          <a:xfrm>
            <a:off x="6742430" y="4133850"/>
            <a:ext cx="4090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时的</a:t>
            </a:r>
            <a:r>
              <a:rPr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极限</a:t>
            </a:r>
            <a:endParaRPr lang="zh-CN" altLang="en-US" sz="2800" b="1" dirty="0" smtClean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2228533" y="408940"/>
          <a:ext cx="1795462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8" name="Equation" r:id="rId7" imgW="43281600" imgH="20116800" progId="Equation.DSMT4">
                  <p:embed/>
                </p:oleObj>
              </mc:Choice>
              <mc:Fallback>
                <p:oleObj name="Equation" r:id="rId7" imgW="43281600" imgH="20116800" progId="Equation.DSMT4">
                  <p:embed/>
                  <p:pic>
                    <p:nvPicPr>
                      <p:cNvPr id="0" name="图片 6963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28533" y="408940"/>
                        <a:ext cx="1795462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7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08488" y="690672"/>
            <a:ext cx="661322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3.证明发散性或无界性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19568" y="1332647"/>
            <a:ext cx="2431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21.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84349" y="1332890"/>
            <a:ext cx="32207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）狄利克雷函数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029335" y="1085865"/>
          <a:ext cx="3182938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1" name="Equation" r:id="rId1" imgW="76200000" imgH="24384000" progId="Equation.DSMT4">
                  <p:embed/>
                </p:oleObj>
              </mc:Choice>
              <mc:Fallback>
                <p:oleObj name="Equation" r:id="rId1" imgW="76200000" imgH="24384000" progId="Equation.DSMT4">
                  <p:embed/>
                  <p:pic>
                    <p:nvPicPr>
                      <p:cNvPr id="0" name="图片 7168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29335" y="1085865"/>
                        <a:ext cx="3182938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345779" y="1981225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在点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295982" y="2080274"/>
          <a:ext cx="692151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2" name="Equation" r:id="rId3" imgW="16459200" imgH="7620000" progId="Equation.DSMT4">
                  <p:embed/>
                </p:oleObj>
              </mc:Choice>
              <mc:Fallback>
                <p:oleObj name="Equation" r:id="rId3" imgW="16459200" imgH="7620000" progId="Equation.DSMT4">
                  <p:embed/>
                  <p:pic>
                    <p:nvPicPr>
                      <p:cNvPr id="0" name="图片 7168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95982" y="2080274"/>
                        <a:ext cx="692151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969728" y="1981215"/>
            <a:ext cx="20593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处是发散的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57678" y="2716535"/>
            <a:ext cx="17907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）函数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948708" y="2557774"/>
          <a:ext cx="2101851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3" name="Equation" r:id="rId5" imgW="50292000" imgH="20116800" progId="Equation.DSMT4">
                  <p:embed/>
                </p:oleObj>
              </mc:Choice>
              <mc:Fallback>
                <p:oleObj name="Equation" r:id="rId5" imgW="50292000" imgH="20116800" progId="Equation.DSMT4">
                  <p:embed/>
                  <p:pic>
                    <p:nvPicPr>
                      <p:cNvPr id="0" name="图片 7168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48708" y="2557774"/>
                        <a:ext cx="2101851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050528" y="2706143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在点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948313" y="2805192"/>
          <a:ext cx="742951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4" name="Equation" r:id="rId7" imgW="17983200" imgH="7620000" progId="Equation.DSMT4">
                  <p:embed/>
                </p:oleObj>
              </mc:Choice>
              <mc:Fallback>
                <p:oleObj name="Equation" r:id="rId7" imgW="17983200" imgH="7620000" progId="Equation.DSMT4">
                  <p:embed/>
                  <p:pic>
                    <p:nvPicPr>
                      <p:cNvPr id="0" name="图片 7168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48313" y="2805192"/>
                        <a:ext cx="742951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91343" y="2706143"/>
            <a:ext cx="13442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处无界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24103" y="3595365"/>
            <a:ext cx="376600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）取有理数列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5011430" y="3443589"/>
          <a:ext cx="1365251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5" name="Equation" r:id="rId9" imgW="32918400" imgH="20116800" progId="Equation.DSMT4">
                  <p:embed/>
                </p:oleObj>
              </mc:Choice>
              <mc:Fallback>
                <p:oleObj name="Equation" r:id="rId9" imgW="32918400" imgH="20116800" progId="Equation.DSMT4">
                  <p:embed/>
                  <p:pic>
                    <p:nvPicPr>
                      <p:cNvPr id="0" name="图片 7168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11430" y="3443589"/>
                        <a:ext cx="1365251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80418" y="3605525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和无理数列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8427126" y="3316223"/>
          <a:ext cx="1670051" cy="920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6" name="Equation" r:id="rId11" imgW="39928800" imgH="22250400" progId="Equation.DSMT4">
                  <p:embed/>
                </p:oleObj>
              </mc:Choice>
              <mc:Fallback>
                <p:oleObj name="Equation" r:id="rId11" imgW="39928800" imgH="22250400" progId="Equation.DSMT4">
                  <p:embed/>
                  <p:pic>
                    <p:nvPicPr>
                      <p:cNvPr id="0" name="图片 7168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427126" y="3316223"/>
                        <a:ext cx="1670051" cy="9207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2953180" y="4428728"/>
          <a:ext cx="26035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7" name="Equation" r:id="rId13" imgW="62484000" imgH="13106400" progId="Equation.DSMT4">
                  <p:embed/>
                </p:oleObj>
              </mc:Choice>
              <mc:Fallback>
                <p:oleObj name="Equation" r:id="rId13" imgW="62484000" imgH="13106400" progId="Equation.DSMT4">
                  <p:embed/>
                  <p:pic>
                    <p:nvPicPr>
                      <p:cNvPr id="0" name="图片 7168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953180" y="4428728"/>
                        <a:ext cx="2603500" cy="539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672261" y="4416028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6212850" y="4435078"/>
          <a:ext cx="19431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8" name="Equation" r:id="rId15" imgW="46634400" imgH="13106400" progId="Equation.DSMT4">
                  <p:embed/>
                </p:oleObj>
              </mc:Choice>
              <mc:Fallback>
                <p:oleObj name="Equation" r:id="rId15" imgW="46634400" imgH="13106400" progId="Equation.DSMT4">
                  <p:embed/>
                  <p:pic>
                    <p:nvPicPr>
                      <p:cNvPr id="0" name="图片 7168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212850" y="4435078"/>
                        <a:ext cx="1943100" cy="539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8226021" y="4424283"/>
          <a:ext cx="2006600" cy="539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9" name="Equation" r:id="rId17" imgW="48158400" imgH="13106400" progId="Equation.DSMT4">
                  <p:embed/>
                </p:oleObj>
              </mc:Choice>
              <mc:Fallback>
                <p:oleObj name="Equation" r:id="rId17" imgW="48158400" imgH="13106400" progId="Equation.DSMT4">
                  <p:embed/>
                  <p:pic>
                    <p:nvPicPr>
                      <p:cNvPr id="0" name="图片 7168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226021" y="4424283"/>
                        <a:ext cx="2006600" cy="5397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2884163" y="5208116"/>
            <a:ext cx="26854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两者不等，从而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5569368" y="5220816"/>
          <a:ext cx="1257300" cy="539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0" name="Equation" r:id="rId19" imgW="30175200" imgH="13106400" progId="Equation.DSMT4">
                  <p:embed/>
                </p:oleObj>
              </mc:Choice>
              <mc:Fallback>
                <p:oleObj name="Equation" r:id="rId19" imgW="30175200" imgH="13106400" progId="Equation.DSMT4">
                  <p:embed/>
                  <p:pic>
                    <p:nvPicPr>
                      <p:cNvPr id="0" name="图片 7168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569368" y="5220816"/>
                        <a:ext cx="1257300" cy="5397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814169" y="5208116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不存在．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10" grpId="0"/>
      <p:bldP spid="11" grpId="0"/>
      <p:bldP spid="14" grpId="0"/>
      <p:bldP spid="17" grpId="0"/>
      <p:bldP spid="18" grpId="0"/>
      <p:bldP spid="21" grpId="0"/>
      <p:bldP spid="26" grpId="0"/>
      <p:bldP spid="31" grpId="0"/>
      <p:bldP spid="3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65113" y="1739305"/>
            <a:ext cx="265758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证：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取数列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884930" y="1535430"/>
          <a:ext cx="142875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05" name="Equation" r:id="rId1" imgW="34137600" imgH="20116800" progId="Equation.DSMT4">
                  <p:embed/>
                </p:oleObj>
              </mc:Choice>
              <mc:Fallback>
                <p:oleObj name="Equation" r:id="rId1" imgW="34137600" imgH="20116800" progId="Equation.DSMT4">
                  <p:embed/>
                  <p:pic>
                    <p:nvPicPr>
                      <p:cNvPr id="0" name="图片 7270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84930" y="1535430"/>
                        <a:ext cx="142875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569208" y="1739305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243955" y="1721366"/>
          <a:ext cx="14732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06" name="Equation" r:id="rId3" imgW="35356800" imgH="13106400" progId="Equation.DSMT4">
                  <p:embed/>
                </p:oleObj>
              </mc:Choice>
              <mc:Fallback>
                <p:oleObj name="Equation" r:id="rId3" imgW="35356800" imgH="13106400" progId="Equation.DSMT4">
                  <p:embed/>
                  <p:pic>
                    <p:nvPicPr>
                      <p:cNvPr id="0" name="图片 7270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43955" y="1721366"/>
                        <a:ext cx="1473200" cy="539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582218" y="2469416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但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884841" y="2802552"/>
          <a:ext cx="4052888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07" name="Equation" r:id="rId5" imgW="97536000" imgH="11582400" progId="Equation.DSMT4">
                  <p:embed/>
                </p:oleObj>
              </mc:Choice>
              <mc:Fallback>
                <p:oleObj name="Equation" r:id="rId5" imgW="97536000" imgH="11582400" progId="Equation.DSMT4">
                  <p:embed/>
                  <p:pic>
                    <p:nvPicPr>
                      <p:cNvPr id="0" name="图片 7270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84841" y="2802552"/>
                        <a:ext cx="4052888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216969" y="3625860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故函数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484259" y="3470909"/>
          <a:ext cx="1054100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08" name="Equation" r:id="rId7" imgW="25298400" imgH="20116800" progId="Equation.DSMT4">
                  <p:embed/>
                </p:oleObj>
              </mc:Choice>
              <mc:Fallback>
                <p:oleObj name="Equation" r:id="rId7" imgW="25298400" imgH="20116800" progId="Equation.DSMT4">
                  <p:embed/>
                  <p:pic>
                    <p:nvPicPr>
                      <p:cNvPr id="0" name="图片 7270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84259" y="3470909"/>
                        <a:ext cx="1054100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1008" y="3627130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在点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501117" y="3726179"/>
          <a:ext cx="742951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09" name="Equation" r:id="rId9" imgW="17983200" imgH="7620000" progId="Equation.DSMT4">
                  <p:embed/>
                </p:oleObj>
              </mc:Choice>
              <mc:Fallback>
                <p:oleObj name="Equation" r:id="rId9" imgW="17983200" imgH="7620000" progId="Equation.DSMT4">
                  <p:embed/>
                  <p:pic>
                    <p:nvPicPr>
                      <p:cNvPr id="0" name="图片 7270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01117" y="3726179"/>
                        <a:ext cx="742951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43834" y="3625860"/>
            <a:ext cx="38468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的任何去心邻域上无界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76783" y="4553074"/>
            <a:ext cx="9867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证毕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539768" y="699129"/>
          <a:ext cx="2101851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11" imgW="50292000" imgH="20116800" progId="Equation.DSMT4">
                  <p:embed/>
                </p:oleObj>
              </mc:Choice>
              <mc:Fallback>
                <p:oleObj name="Equation" r:id="rId11" imgW="50292000" imgH="20116800" progId="Equation.DSMT4">
                  <p:embed/>
                  <p:pic>
                    <p:nvPicPr>
                      <p:cNvPr id="0" name="图片 7168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539768" y="699129"/>
                        <a:ext cx="2101851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10"/>
          <p:cNvSpPr txBox="1"/>
          <p:nvPr/>
        </p:nvSpPr>
        <p:spPr>
          <a:xfrm>
            <a:off x="1752548" y="854080"/>
            <a:ext cx="17907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）函数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TextBox 13"/>
          <p:cNvSpPr txBox="1"/>
          <p:nvPr/>
        </p:nvSpPr>
        <p:spPr>
          <a:xfrm>
            <a:off x="5717153" y="853848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在点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TextBox 16"/>
          <p:cNvSpPr txBox="1"/>
          <p:nvPr/>
        </p:nvSpPr>
        <p:spPr>
          <a:xfrm>
            <a:off x="7495128" y="853848"/>
            <a:ext cx="13442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处无界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6729873" y="952897"/>
          <a:ext cx="742951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13" imgW="17983200" imgH="7620000" progId="Equation.DSMT4">
                  <p:embed/>
                </p:oleObj>
              </mc:Choice>
              <mc:Fallback>
                <p:oleObj name="Equation" r:id="rId13" imgW="17983200" imgH="7620000" progId="Equation.DSMT4">
                  <p:embed/>
                  <p:pic>
                    <p:nvPicPr>
                      <p:cNvPr id="0" name="图片 71683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729873" y="952897"/>
                        <a:ext cx="742951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7" grpId="0"/>
      <p:bldP spid="10" grpId="0"/>
      <p:bldP spid="13" grpId="0"/>
      <p:bldP spid="17" grpId="0"/>
      <p:bldP spid="1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3633" y="605582"/>
            <a:ext cx="661322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4.计算初等函数的极限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18772" y="1189390"/>
            <a:ext cx="466509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命题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1.2.3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一切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基本初等函数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454006" y="1205879"/>
          <a:ext cx="781051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29" name="Equation" r:id="rId1" imgW="18592800" imgH="11582400" progId="Equation.DSMT4">
                  <p:embed/>
                </p:oleObj>
              </mc:Choice>
              <mc:Fallback>
                <p:oleObj name="Equation" r:id="rId1" imgW="18592800" imgH="11582400" progId="Equation.DSMT4">
                  <p:embed/>
                  <p:pic>
                    <p:nvPicPr>
                      <p:cNvPr id="0" name="图片 7372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454006" y="1205879"/>
                        <a:ext cx="781051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99803" y="1189390"/>
            <a:ext cx="30429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在定义区间上的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每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35870" y="1838097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一点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981493" y="1883197"/>
          <a:ext cx="311151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30" name="Equation" r:id="rId3" imgW="7620000" imgH="10363200" progId="Equation.DSMT4">
                  <p:embed/>
                </p:oleObj>
              </mc:Choice>
              <mc:Fallback>
                <p:oleObj name="Equation" r:id="rId3" imgW="7620000" imgH="10363200" progId="Equation.DSMT4">
                  <p:embed/>
                  <p:pic>
                    <p:nvPicPr>
                      <p:cNvPr id="0" name="图片 7372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81493" y="1883197"/>
                        <a:ext cx="311151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340269" y="1838350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都满足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459605" y="2546012"/>
          <a:ext cx="2493963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31" name="Equation" r:id="rId5" imgW="60045600" imgH="14325600" progId="Equation.DSMT4">
                  <p:embed/>
                </p:oleObj>
              </mc:Choice>
              <mc:Fallback>
                <p:oleObj name="Equation" r:id="rId5" imgW="60045600" imgH="14325600" progId="Equation.DSMT4">
                  <p:embed/>
                  <p:pic>
                    <p:nvPicPr>
                      <p:cNvPr id="0" name="图片 7373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59605" y="2546012"/>
                        <a:ext cx="2493963" cy="603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720215" y="3472815"/>
            <a:ext cx="989012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说明：可以用定义逐一对基本初等函数进行证明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                              ——(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见阅读材料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1.6)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TextBox 13"/>
          <p:cNvSpPr txBox="1"/>
          <p:nvPr/>
        </p:nvSpPr>
        <p:spPr>
          <a:xfrm>
            <a:off x="2153285" y="4425950"/>
            <a:ext cx="774890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满足上述等式的性质称为函数的连续性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 </a:t>
            </a:r>
            <a:endParaRPr lang="en-US" altLang="zh-CN" sz="2800" b="1" dirty="0" smtClean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1.4 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节将对连续性作进一步的分析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11" grpId="0"/>
      <p:bldP spid="14" grpId="0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3633" y="605582"/>
            <a:ext cx="661322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4.计算初等函数的极限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18772" y="1189390"/>
            <a:ext cx="466509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命题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1.2.3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一切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基本初等函数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454006" y="1205879"/>
          <a:ext cx="781051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29" name="Equation" r:id="rId1" imgW="18592800" imgH="11582400" progId="Equation.DSMT4">
                  <p:embed/>
                </p:oleObj>
              </mc:Choice>
              <mc:Fallback>
                <p:oleObj name="Equation" r:id="rId1" imgW="18592800" imgH="11582400" progId="Equation.DSMT4">
                  <p:embed/>
                  <p:pic>
                    <p:nvPicPr>
                      <p:cNvPr id="0" name="图片 7372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454006" y="1205879"/>
                        <a:ext cx="781051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99803" y="1189390"/>
            <a:ext cx="30429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在定义区间上的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每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35870" y="1838097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一点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981493" y="1883197"/>
          <a:ext cx="311151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30" name="Equation" r:id="rId3" imgW="7620000" imgH="10363200" progId="Equation.DSMT4">
                  <p:embed/>
                </p:oleObj>
              </mc:Choice>
              <mc:Fallback>
                <p:oleObj name="Equation" r:id="rId3" imgW="7620000" imgH="10363200" progId="Equation.DSMT4">
                  <p:embed/>
                  <p:pic>
                    <p:nvPicPr>
                      <p:cNvPr id="0" name="图片 7372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81493" y="1883197"/>
                        <a:ext cx="311151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340269" y="1838350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都满足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459605" y="2546012"/>
          <a:ext cx="2493963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31" name="Equation" r:id="rId5" imgW="60045600" imgH="14325600" progId="Equation.DSMT4">
                  <p:embed/>
                </p:oleObj>
              </mc:Choice>
              <mc:Fallback>
                <p:oleObj name="Equation" r:id="rId5" imgW="60045600" imgH="14325600" progId="Equation.DSMT4">
                  <p:embed/>
                  <p:pic>
                    <p:nvPicPr>
                      <p:cNvPr id="0" name="图片 7373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59605" y="2546012"/>
                        <a:ext cx="2493963" cy="603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2280" y="3256280"/>
            <a:ext cx="8610600" cy="266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44732" y="491912"/>
            <a:ext cx="58896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1.2.12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中，            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，定理成为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45073" y="1322482"/>
            <a:ext cx="24881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1.2.14 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015685" y="1339617"/>
          <a:ext cx="259715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53" name="Equation" r:id="rId1" imgW="62484000" imgH="14935200" progId="Equation.DSMT4">
                  <p:embed/>
                </p:oleObj>
              </mc:Choice>
              <mc:Fallback>
                <p:oleObj name="Equation" r:id="rId1" imgW="62484000" imgH="14935200" progId="Equation.DSMT4">
                  <p:embed/>
                  <p:pic>
                    <p:nvPicPr>
                      <p:cNvPr id="0" name="图片 7475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15685" y="1339617"/>
                        <a:ext cx="2597150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884409" y="1330727"/>
          <a:ext cx="19812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54" name="Equation" r:id="rId3" imgW="47548800" imgH="14325600" progId="Equation.DSMT4">
                  <p:embed/>
                </p:oleObj>
              </mc:Choice>
              <mc:Fallback>
                <p:oleObj name="Equation" r:id="rId3" imgW="47548800" imgH="14325600" progId="Equation.DSMT4">
                  <p:embed/>
                  <p:pic>
                    <p:nvPicPr>
                      <p:cNvPr id="0" name="图片 7475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84409" y="1330727"/>
                        <a:ext cx="1981200" cy="603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763848" y="1330737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833495" y="1946275"/>
          <a:ext cx="5211763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55" name="Equation" r:id="rId5" imgW="125272800" imgH="19507200" progId="Equation.DSMT4">
                  <p:embed/>
                </p:oleObj>
              </mc:Choice>
              <mc:Fallback>
                <p:oleObj name="Equation" r:id="rId5" imgW="125272800" imgH="19507200" progId="Equation.DSMT4">
                  <p:embed/>
                  <p:pic>
                    <p:nvPicPr>
                      <p:cNvPr id="0" name="图片 7475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33495" y="1946275"/>
                        <a:ext cx="5211763" cy="812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700208" y="2826901"/>
            <a:ext cx="7690485" cy="1124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说明：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这个定理在求极限时十分“好用”，且没</a:t>
            </a:r>
            <a:endParaRPr lang="en-US" altLang="zh-CN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有附加条件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001867" y="3464227"/>
          <a:ext cx="14160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56" name="Equation" r:id="rId7" imgW="33832800" imgH="10363200" progId="Equation.DSMT4">
                  <p:embed/>
                </p:oleObj>
              </mc:Choice>
              <mc:Fallback>
                <p:oleObj name="Equation" r:id="rId7" imgW="33832800" imgH="10363200" progId="Equation.DSMT4">
                  <p:embed/>
                  <p:pic>
                    <p:nvPicPr>
                      <p:cNvPr id="0" name="图片 7475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01867" y="3464227"/>
                        <a:ext cx="141605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1524313" y="4077072"/>
            <a:ext cx="14827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</a:t>
            </a:r>
            <a:r>
              <a:rPr lang="zh-CN" altLang="en-US" sz="2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sz="2800" b="1" dirty="0">
              <a:solidFill>
                <a:srgbClr val="00206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628685" y="4150697"/>
          <a:ext cx="1689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58" name="Equation" r:id="rId9" imgW="40538400" imgH="8839200" progId="Equation.DSMT4">
                  <p:embed/>
                </p:oleObj>
              </mc:Choice>
              <mc:Fallback>
                <p:oleObj name="Equation" r:id="rId9" imgW="40538400" imgH="8839200" progId="Equation.DSMT4">
                  <p:embed/>
                  <p:pic>
                    <p:nvPicPr>
                      <p:cNvPr id="0" name="图片 7475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28685" y="4150697"/>
                        <a:ext cx="1689100" cy="368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496455" y="4074595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5146102" y="4077072"/>
          <a:ext cx="1003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59" name="Equation" r:id="rId11" imgW="24079200" imgH="10668000" progId="Equation.DSMT4">
                  <p:embed/>
                </p:oleObj>
              </mc:Choice>
              <mc:Fallback>
                <p:oleObj name="Equation" r:id="rId11" imgW="24079200" imgH="10668000" progId="Equation.DSMT4">
                  <p:embed/>
                  <p:pic>
                    <p:nvPicPr>
                      <p:cNvPr id="0" name="图片 7475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146102" y="4077072"/>
                        <a:ext cx="10033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258684" y="4079040"/>
            <a:ext cx="37579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是基本初等函数，就有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2249488" y="4600263"/>
          <a:ext cx="76930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0" name="Equation" r:id="rId13" imgW="184099200" imgH="17678400" progId="Equation.DSMT4">
                  <p:embed/>
                </p:oleObj>
              </mc:Choice>
              <mc:Fallback>
                <p:oleObj name="Equation" r:id="rId13" imgW="184099200" imgH="17678400" progId="Equation.DSMT4">
                  <p:embed/>
                  <p:pic>
                    <p:nvPicPr>
                      <p:cNvPr id="0" name="图片 7475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249488" y="4600263"/>
                        <a:ext cx="7693025" cy="742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2063874" y="5344289"/>
          <a:ext cx="85598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1" name="Equation" r:id="rId15" imgW="204825600" imgH="19812000" progId="Equation.DSMT4">
                  <p:embed/>
                </p:oleObj>
              </mc:Choice>
              <mc:Fallback>
                <p:oleObj name="Equation" r:id="rId15" imgW="204825600" imgH="19812000" progId="Equation.DSMT4">
                  <p:embed/>
                  <p:pic>
                    <p:nvPicPr>
                      <p:cNvPr id="0" name="图片 7476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063874" y="5344289"/>
                        <a:ext cx="85598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286801" y="4725144"/>
            <a:ext cx="10756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86801" y="5498963"/>
            <a:ext cx="10756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13"/>
          <p:cNvGraphicFramePr>
            <a:graphicFrameLocks noChangeAspect="1"/>
          </p:cNvGraphicFramePr>
          <p:nvPr/>
        </p:nvGraphicFramePr>
        <p:xfrm>
          <a:off x="3588929" y="492398"/>
          <a:ext cx="18288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2" name="Equation" r:id="rId17" imgW="44805600" imgH="14325600" progId="Equation.DSMT4">
                  <p:embed/>
                </p:oleObj>
              </mc:Choice>
              <mc:Fallback>
                <p:oleObj name="Equation" r:id="rId17" imgW="44805600" imgH="14325600" progId="Equation.DSMT4">
                  <p:embed/>
                  <p:pic>
                    <p:nvPicPr>
                      <p:cNvPr id="0" name="图片 65541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88929" y="492398"/>
                        <a:ext cx="18288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2" grpId="0"/>
      <p:bldP spid="17" grpId="0"/>
      <p:bldP spid="19" grpId="0"/>
      <p:bldP spid="21" grpId="0"/>
      <p:bldP spid="24" grpId="0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59260" y="342692"/>
            <a:ext cx="8208912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极限的一个简单应用——曲线的渐近线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9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1" name="Object 2"/>
          <p:cNvGraphicFramePr>
            <a:graphicFrameLocks noChangeAspect="1"/>
          </p:cNvGraphicFramePr>
          <p:nvPr/>
        </p:nvGraphicFramePr>
        <p:xfrm>
          <a:off x="3505200" y="5405919"/>
          <a:ext cx="939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77" name="Equation" r:id="rId1" imgW="22555200" imgH="12192000" progId="Equation.3">
                  <p:embed/>
                </p:oleObj>
              </mc:Choice>
              <mc:Fallback>
                <p:oleObj name="Equation" r:id="rId1" imgW="22555200" imgH="12192000" progId="Equation.3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05200" y="5405919"/>
                        <a:ext cx="939800" cy="50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3"/>
          <p:cNvSpPr txBox="1">
            <a:spLocks noChangeArrowheads="1"/>
          </p:cNvSpPr>
          <p:nvPr/>
        </p:nvSpPr>
        <p:spPr bwMode="auto">
          <a:xfrm>
            <a:off x="4519930" y="5431319"/>
            <a:ext cx="19812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无渐近线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33" name="Text Box 4"/>
          <p:cNvSpPr txBox="1">
            <a:spLocks noChangeArrowheads="1"/>
          </p:cNvSpPr>
          <p:nvPr/>
        </p:nvSpPr>
        <p:spPr bwMode="auto">
          <a:xfrm>
            <a:off x="2166620" y="1435582"/>
            <a:ext cx="55626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点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charset="-122"/>
              </a:rPr>
              <a:t>M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与某一直线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charset="-122"/>
              </a:rPr>
              <a:t>L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的距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离趋于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0,</a:t>
            </a:r>
            <a:endParaRPr kumimoji="1" lang="en-US" altLang="zh-CN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34" name="Text Box 6"/>
          <p:cNvSpPr txBox="1">
            <a:spLocks noChangeArrowheads="1"/>
          </p:cNvSpPr>
          <p:nvPr/>
        </p:nvSpPr>
        <p:spPr bwMode="auto">
          <a:xfrm>
            <a:off x="1524000" y="926465"/>
            <a:ext cx="8783320" cy="5092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1.2.7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若曲线</a:t>
            </a:r>
            <a:r>
              <a:rPr kumimoji="1" lang="zh-CN" altLang="en-US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上的点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沿着曲线无限地远离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原点时，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36" name="Text Box 8"/>
          <p:cNvSpPr txBox="1">
            <a:spLocks noChangeArrowheads="1"/>
          </p:cNvSpPr>
          <p:nvPr/>
        </p:nvSpPr>
        <p:spPr bwMode="auto">
          <a:xfrm>
            <a:off x="7519670" y="1435735"/>
            <a:ext cx="334137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则称直线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 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37" name="Text Box 9"/>
          <p:cNvSpPr txBox="1">
            <a:spLocks noChangeArrowheads="1"/>
          </p:cNvSpPr>
          <p:nvPr/>
        </p:nvSpPr>
        <p:spPr bwMode="auto">
          <a:xfrm>
            <a:off x="1473200" y="2047722"/>
            <a:ext cx="29718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曲线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charset="-122"/>
              </a:rPr>
              <a:t>C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的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charset="-122"/>
              </a:rPr>
              <a:t>渐近线 </a:t>
            </a:r>
            <a:r>
              <a:rPr kumimoji="1" lang="en-US" altLang="zh-CN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charset="-122"/>
              </a:rPr>
              <a:t>.</a:t>
            </a:r>
            <a:endParaRPr kumimoji="1" lang="en-US" altLang="zh-CN" sz="2800" b="1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38" name="Text Box 10"/>
          <p:cNvSpPr txBox="1">
            <a:spLocks noChangeArrowheads="1"/>
          </p:cNvSpPr>
          <p:nvPr/>
        </p:nvSpPr>
        <p:spPr bwMode="auto">
          <a:xfrm>
            <a:off x="1904683" y="3584422"/>
            <a:ext cx="26670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例如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双曲线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39" name="Object 11"/>
          <p:cNvGraphicFramePr>
            <a:graphicFrameLocks noChangeAspect="1"/>
          </p:cNvGraphicFramePr>
          <p:nvPr/>
        </p:nvGraphicFramePr>
        <p:xfrm>
          <a:off x="4267200" y="3299624"/>
          <a:ext cx="16510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78" name="Equation" r:id="rId3" imgW="39624000" imgH="23164800" progId="Equation.3">
                  <p:embed/>
                </p:oleObj>
              </mc:Choice>
              <mc:Fallback>
                <p:oleObj name="Equation" r:id="rId3" imgW="39624000" imgH="23164800" progId="Equation.3">
                  <p:embed/>
                  <p:pic>
                    <p:nvPicPr>
                      <p:cNvPr id="0" name="Object 11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267200" y="3299624"/>
                        <a:ext cx="16510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12"/>
          <p:cNvSpPr txBox="1">
            <a:spLocks noChangeArrowheads="1"/>
          </p:cNvSpPr>
          <p:nvPr/>
        </p:nvSpPr>
        <p:spPr bwMode="auto">
          <a:xfrm>
            <a:off x="1905000" y="4551844"/>
            <a:ext cx="1789113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有渐近线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41" name="Object 13"/>
          <p:cNvGraphicFramePr>
            <a:graphicFrameLocks noChangeAspect="1"/>
          </p:cNvGraphicFramePr>
          <p:nvPr/>
        </p:nvGraphicFramePr>
        <p:xfrm>
          <a:off x="4413250" y="4387379"/>
          <a:ext cx="1358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79" name="Equation" r:id="rId5" imgW="32613600" imgH="20421600" progId="Equation.3">
                  <p:embed/>
                </p:oleObj>
              </mc:Choice>
              <mc:Fallback>
                <p:oleObj name="Equation" r:id="rId5" imgW="32613600" imgH="20421600" progId="Equation.3">
                  <p:embed/>
                  <p:pic>
                    <p:nvPicPr>
                      <p:cNvPr id="0" name="Object 1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13250" y="4387379"/>
                        <a:ext cx="1358900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 Box 14"/>
          <p:cNvSpPr txBox="1">
            <a:spLocks noChangeArrowheads="1"/>
          </p:cNvSpPr>
          <p:nvPr/>
        </p:nvSpPr>
        <p:spPr bwMode="auto">
          <a:xfrm>
            <a:off x="1905000" y="5431319"/>
            <a:ext cx="18288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但抛物线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43" name="Rectangle 15"/>
          <p:cNvSpPr>
            <a:spLocks noChangeArrowheads="1"/>
          </p:cNvSpPr>
          <p:nvPr/>
        </p:nvSpPr>
        <p:spPr bwMode="auto">
          <a:xfrm>
            <a:off x="5631180" y="1435735"/>
            <a:ext cx="777240" cy="457200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  <a:miter lim="800000"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44" name="Text Box 16"/>
          <p:cNvSpPr txBox="1">
            <a:spLocks noChangeArrowheads="1"/>
          </p:cNvSpPr>
          <p:nvPr/>
        </p:nvSpPr>
        <p:spPr bwMode="auto">
          <a:xfrm>
            <a:off x="4572000" y="2569692"/>
            <a:ext cx="2895600" cy="521970"/>
          </a:xfrm>
          <a:prstGeom prst="rect">
            <a:avLst/>
          </a:prstGeom>
          <a:noFill/>
          <a:ln w="9525">
            <a:solidFill>
              <a:schemeClr val="accent5">
                <a:lumMod val="60000"/>
                <a:lumOff val="40000"/>
              </a:schemeClr>
            </a:solidFill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或为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charset="-122"/>
              </a:rPr>
              <a:t>“纵坐标差”</a:t>
            </a:r>
            <a:endParaRPr kumimoji="1" lang="zh-CN" altLang="en-US" sz="2800" b="1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45" name="Line 17"/>
          <p:cNvSpPr>
            <a:spLocks noChangeShapeType="1"/>
          </p:cNvSpPr>
          <p:nvPr/>
        </p:nvSpPr>
        <p:spPr bwMode="auto">
          <a:xfrm flipV="1">
            <a:off x="6019800" y="1883892"/>
            <a:ext cx="0" cy="685800"/>
          </a:xfrm>
          <a:prstGeom prst="line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 b="1"/>
          </a:p>
        </p:txBody>
      </p:sp>
      <p:grpSp>
        <p:nvGrpSpPr>
          <p:cNvPr id="46" name="Group 18"/>
          <p:cNvGrpSpPr/>
          <p:nvPr/>
        </p:nvGrpSpPr>
        <p:grpSpPr bwMode="auto">
          <a:xfrm>
            <a:off x="8031163" y="2610967"/>
            <a:ext cx="2484437" cy="1236662"/>
            <a:chOff x="4022" y="1582"/>
            <a:chExt cx="1738" cy="866"/>
          </a:xfrm>
        </p:grpSpPr>
        <p:grpSp>
          <p:nvGrpSpPr>
            <p:cNvPr id="47" name="Group 19"/>
            <p:cNvGrpSpPr/>
            <p:nvPr/>
          </p:nvGrpSpPr>
          <p:grpSpPr bwMode="auto">
            <a:xfrm>
              <a:off x="4022" y="1582"/>
              <a:ext cx="1738" cy="866"/>
              <a:chOff x="4022" y="1582"/>
              <a:chExt cx="1738" cy="866"/>
            </a:xfrm>
          </p:grpSpPr>
          <p:sp>
            <p:nvSpPr>
              <p:cNvPr id="49" name="Line 20"/>
              <p:cNvSpPr>
                <a:spLocks noChangeShapeType="1"/>
              </p:cNvSpPr>
              <p:nvPr/>
            </p:nvSpPr>
            <p:spPr bwMode="auto">
              <a:xfrm flipV="1">
                <a:off x="4032" y="1582"/>
                <a:ext cx="1248" cy="8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50" name="Line 21"/>
              <p:cNvSpPr>
                <a:spLocks noChangeShapeType="1"/>
              </p:cNvSpPr>
              <p:nvPr/>
            </p:nvSpPr>
            <p:spPr bwMode="auto">
              <a:xfrm>
                <a:off x="4416" y="1872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graphicFrame>
            <p:nvGraphicFramePr>
              <p:cNvPr id="51" name="Object 22"/>
              <p:cNvGraphicFramePr>
                <a:graphicFrameLocks noChangeAspect="1"/>
              </p:cNvGraphicFramePr>
              <p:nvPr/>
            </p:nvGraphicFramePr>
            <p:xfrm>
              <a:off x="4558" y="2039"/>
              <a:ext cx="224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5780" name="公式" r:id="rId7" imgW="4267200" imgH="4267200" progId="Equation.3">
                      <p:embed/>
                    </p:oleObj>
                  </mc:Choice>
                  <mc:Fallback>
                    <p:oleObj name="公式" r:id="rId7" imgW="4267200" imgH="4267200" progId="Equation.3">
                      <p:embed/>
                      <p:pic>
                        <p:nvPicPr>
                          <p:cNvPr id="0" name="Object 2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4558" y="2039"/>
                            <a:ext cx="224" cy="22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2" name="Object 23"/>
              <p:cNvGraphicFramePr>
                <a:graphicFrameLocks noChangeAspect="1"/>
              </p:cNvGraphicFramePr>
              <p:nvPr/>
            </p:nvGraphicFramePr>
            <p:xfrm>
              <a:off x="4022" y="2127"/>
              <a:ext cx="192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5781" name="公式" r:id="rId9" imgW="3352800" imgH="3962400" progId="Equation.3">
                      <p:embed/>
                    </p:oleObj>
                  </mc:Choice>
                  <mc:Fallback>
                    <p:oleObj name="公式" r:id="rId9" imgW="3352800" imgH="3962400" progId="Equation.3">
                      <p:embed/>
                      <p:pic>
                        <p:nvPicPr>
                          <p:cNvPr id="0" name="Object 23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4022" y="2127"/>
                            <a:ext cx="192" cy="22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3" name="Object 24"/>
              <p:cNvGraphicFramePr>
                <a:graphicFrameLocks noChangeAspect="1"/>
              </p:cNvGraphicFramePr>
              <p:nvPr/>
            </p:nvGraphicFramePr>
            <p:xfrm>
              <a:off x="4800" y="1771"/>
              <a:ext cx="960" cy="2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5782" name="公式" r:id="rId11" imgW="15849600" imgH="4876800" progId="Equation.3">
                      <p:embed/>
                    </p:oleObj>
                  </mc:Choice>
                  <mc:Fallback>
                    <p:oleObj name="公式" r:id="rId11" imgW="15849600" imgH="4876800" progId="Equation.3">
                      <p:embed/>
                      <p:pic>
                        <p:nvPicPr>
                          <p:cNvPr id="0" name="Object 24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4800" y="1771"/>
                            <a:ext cx="960" cy="29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8" name="Object 25"/>
            <p:cNvGraphicFramePr>
              <a:graphicFrameLocks noChangeAspect="1"/>
            </p:cNvGraphicFramePr>
            <p:nvPr/>
          </p:nvGraphicFramePr>
          <p:xfrm>
            <a:off x="4306" y="1665"/>
            <a:ext cx="254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783" name="公式" r:id="rId13" imgW="4876800" imgH="3962400" progId="Equation.3">
                    <p:embed/>
                  </p:oleObj>
                </mc:Choice>
                <mc:Fallback>
                  <p:oleObj name="公式" r:id="rId13" imgW="4876800" imgH="3962400" progId="Equation.3">
                    <p:embed/>
                    <p:pic>
                      <p:nvPicPr>
                        <p:cNvPr id="0" name="Object 2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306" y="1665"/>
                          <a:ext cx="254" cy="20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" name="Group 26"/>
          <p:cNvGrpSpPr/>
          <p:nvPr/>
        </p:nvGrpSpPr>
        <p:grpSpPr bwMode="auto">
          <a:xfrm>
            <a:off x="7581900" y="2202979"/>
            <a:ext cx="2624138" cy="2124075"/>
            <a:chOff x="3708" y="1296"/>
            <a:chExt cx="1835" cy="1488"/>
          </a:xfrm>
        </p:grpSpPr>
        <p:sp>
          <p:nvSpPr>
            <p:cNvPr id="55" name="Line 27"/>
            <p:cNvSpPr>
              <a:spLocks noChangeShapeType="1"/>
            </p:cNvSpPr>
            <p:nvPr/>
          </p:nvSpPr>
          <p:spPr bwMode="auto">
            <a:xfrm>
              <a:off x="3936" y="2544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56" name="Line 28"/>
            <p:cNvSpPr>
              <a:spLocks noChangeShapeType="1"/>
            </p:cNvSpPr>
            <p:nvPr/>
          </p:nvSpPr>
          <p:spPr bwMode="auto">
            <a:xfrm flipV="1">
              <a:off x="3936" y="1344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57" name="Freeform 29"/>
            <p:cNvSpPr/>
            <p:nvPr/>
          </p:nvSpPr>
          <p:spPr bwMode="auto">
            <a:xfrm>
              <a:off x="4128" y="1632"/>
              <a:ext cx="960" cy="240"/>
            </a:xfrm>
            <a:custGeom>
              <a:avLst/>
              <a:gdLst>
                <a:gd name="T0" fmla="*/ 0 w 960"/>
                <a:gd name="T1" fmla="*/ 192 h 240"/>
                <a:gd name="T2" fmla="*/ 192 w 960"/>
                <a:gd name="T3" fmla="*/ 240 h 240"/>
                <a:gd name="T4" fmla="*/ 528 w 960"/>
                <a:gd name="T5" fmla="*/ 192 h 240"/>
                <a:gd name="T6" fmla="*/ 960 w 960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0"/>
                <a:gd name="T13" fmla="*/ 0 h 240"/>
                <a:gd name="T14" fmla="*/ 960 w 960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0" h="240">
                  <a:moveTo>
                    <a:pt x="0" y="192"/>
                  </a:moveTo>
                  <a:cubicBezTo>
                    <a:pt x="52" y="216"/>
                    <a:pt x="104" y="240"/>
                    <a:pt x="192" y="240"/>
                  </a:cubicBezTo>
                  <a:cubicBezTo>
                    <a:pt x="280" y="240"/>
                    <a:pt x="400" y="232"/>
                    <a:pt x="528" y="192"/>
                  </a:cubicBezTo>
                  <a:cubicBezTo>
                    <a:pt x="656" y="152"/>
                    <a:pt x="888" y="32"/>
                    <a:pt x="960" y="0"/>
                  </a:cubicBezTo>
                </a:path>
              </a:pathLst>
            </a:custGeom>
            <a:noFill/>
            <a:ln w="38100" cmpd="sng">
              <a:solidFill>
                <a:schemeClr val="accent1"/>
              </a:solidFill>
              <a:rou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graphicFrame>
          <p:nvGraphicFramePr>
            <p:cNvPr id="58" name="Object 30"/>
            <p:cNvGraphicFramePr>
              <a:graphicFrameLocks noChangeAspect="1"/>
            </p:cNvGraphicFramePr>
            <p:nvPr/>
          </p:nvGraphicFramePr>
          <p:xfrm>
            <a:off x="5328" y="2544"/>
            <a:ext cx="21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784" name="公式" r:id="rId15" imgW="3048000" imgH="3352800" progId="Equation.3">
                    <p:embed/>
                  </p:oleObj>
                </mc:Choice>
                <mc:Fallback>
                  <p:oleObj name="公式" r:id="rId15" imgW="3048000" imgH="3352800" progId="Equation.3">
                    <p:embed/>
                    <p:pic>
                      <p:nvPicPr>
                        <p:cNvPr id="0" name="Object 3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328" y="2544"/>
                          <a:ext cx="215" cy="2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" name="Object 31"/>
            <p:cNvGraphicFramePr>
              <a:graphicFrameLocks noChangeAspect="1"/>
            </p:cNvGraphicFramePr>
            <p:nvPr/>
          </p:nvGraphicFramePr>
          <p:xfrm>
            <a:off x="3708" y="1296"/>
            <a:ext cx="218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785" name="公式" r:id="rId17" imgW="3352800" imgH="3962400" progId="Equation.3">
                    <p:embed/>
                  </p:oleObj>
                </mc:Choice>
                <mc:Fallback>
                  <p:oleObj name="公式" r:id="rId17" imgW="3352800" imgH="3962400" progId="Equation.3">
                    <p:embed/>
                    <p:pic>
                      <p:nvPicPr>
                        <p:cNvPr id="0" name="Object 3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708" y="1296"/>
                          <a:ext cx="218" cy="25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" name="Object 32"/>
            <p:cNvGraphicFramePr>
              <a:graphicFrameLocks noChangeAspect="1"/>
            </p:cNvGraphicFramePr>
            <p:nvPr/>
          </p:nvGraphicFramePr>
          <p:xfrm>
            <a:off x="3888" y="2544"/>
            <a:ext cx="21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786" name="公式" r:id="rId19" imgW="3048000" imgH="3352800" progId="Equation.3">
                    <p:embed/>
                  </p:oleObj>
                </mc:Choice>
                <mc:Fallback>
                  <p:oleObj name="公式" r:id="rId19" imgW="3048000" imgH="3352800" progId="Equation.3">
                    <p:embed/>
                    <p:pic>
                      <p:nvPicPr>
                        <p:cNvPr id="0" name="Object 3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888" y="2544"/>
                          <a:ext cx="215" cy="2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" name="Object 33"/>
            <p:cNvGraphicFramePr>
              <a:graphicFrameLocks noChangeAspect="1"/>
            </p:cNvGraphicFramePr>
            <p:nvPr/>
          </p:nvGraphicFramePr>
          <p:xfrm>
            <a:off x="4015" y="1582"/>
            <a:ext cx="206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787" name="公式" r:id="rId21" imgW="3657600" imgH="4267200" progId="Equation.3">
                    <p:embed/>
                  </p:oleObj>
                </mc:Choice>
                <mc:Fallback>
                  <p:oleObj name="公式" r:id="rId21" imgW="3657600" imgH="4267200" progId="Equation.3">
                    <p:embed/>
                    <p:pic>
                      <p:nvPicPr>
                        <p:cNvPr id="0" name="Object 3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015" y="1582"/>
                          <a:ext cx="206" cy="24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Object 34"/>
            <p:cNvGraphicFramePr>
              <a:graphicFrameLocks noChangeAspect="1"/>
            </p:cNvGraphicFramePr>
            <p:nvPr/>
          </p:nvGraphicFramePr>
          <p:xfrm>
            <a:off x="4481" y="1355"/>
            <a:ext cx="799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788" name="公式" r:id="rId23" imgW="14020800" imgH="4876800" progId="Equation.3">
                    <p:embed/>
                  </p:oleObj>
                </mc:Choice>
                <mc:Fallback>
                  <p:oleObj name="公式" r:id="rId23" imgW="14020800" imgH="4876800" progId="Equation.3">
                    <p:embed/>
                    <p:pic>
                      <p:nvPicPr>
                        <p:cNvPr id="0" name="Object 3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481" y="1355"/>
                          <a:ext cx="799" cy="27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3" name="Group 35"/>
          <p:cNvGrpSpPr/>
          <p:nvPr/>
        </p:nvGrpSpPr>
        <p:grpSpPr bwMode="auto">
          <a:xfrm>
            <a:off x="8558213" y="3025304"/>
            <a:ext cx="282575" cy="958850"/>
            <a:chOff x="4391" y="1872"/>
            <a:chExt cx="198" cy="672"/>
          </a:xfrm>
        </p:grpSpPr>
        <p:sp>
          <p:nvSpPr>
            <p:cNvPr id="64" name="Line 36"/>
            <p:cNvSpPr>
              <a:spLocks noChangeShapeType="1"/>
            </p:cNvSpPr>
            <p:nvPr/>
          </p:nvSpPr>
          <p:spPr bwMode="auto">
            <a:xfrm>
              <a:off x="4416" y="1872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graphicFrame>
          <p:nvGraphicFramePr>
            <p:cNvPr id="65" name="Object 37"/>
            <p:cNvGraphicFramePr>
              <a:graphicFrameLocks noChangeAspect="1"/>
            </p:cNvGraphicFramePr>
            <p:nvPr/>
          </p:nvGraphicFramePr>
          <p:xfrm>
            <a:off x="4399" y="2112"/>
            <a:ext cx="190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789" name="公式" r:id="rId25" imgW="3657600" imgH="3962400" progId="Equation.3">
                    <p:embed/>
                  </p:oleObj>
                </mc:Choice>
                <mc:Fallback>
                  <p:oleObj name="公式" r:id="rId25" imgW="3657600" imgH="3962400" progId="Equation.3">
                    <p:embed/>
                    <p:pic>
                      <p:nvPicPr>
                        <p:cNvPr id="0" name="Object 3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399" y="2112"/>
                          <a:ext cx="190" cy="20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" name="Oval 38"/>
            <p:cNvSpPr>
              <a:spLocks noChangeArrowheads="1"/>
            </p:cNvSpPr>
            <p:nvPr/>
          </p:nvSpPr>
          <p:spPr bwMode="auto">
            <a:xfrm>
              <a:off x="4391" y="2163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pSp>
        <p:nvGrpSpPr>
          <p:cNvPr id="67" name="Group 39"/>
          <p:cNvGrpSpPr/>
          <p:nvPr/>
        </p:nvGrpSpPr>
        <p:grpSpPr bwMode="auto">
          <a:xfrm>
            <a:off x="8086725" y="4627092"/>
            <a:ext cx="519113" cy="1452562"/>
            <a:chOff x="1356" y="2340"/>
            <a:chExt cx="468" cy="1308"/>
          </a:xfrm>
        </p:grpSpPr>
        <p:sp>
          <p:nvSpPr>
            <p:cNvPr id="68" name="Freeform 40"/>
            <p:cNvSpPr/>
            <p:nvPr/>
          </p:nvSpPr>
          <p:spPr bwMode="auto">
            <a:xfrm>
              <a:off x="1356" y="2340"/>
              <a:ext cx="360" cy="402"/>
            </a:xfrm>
            <a:custGeom>
              <a:avLst/>
              <a:gdLst>
                <a:gd name="T0" fmla="*/ 6 w 360"/>
                <a:gd name="T1" fmla="*/ 6 h 402"/>
                <a:gd name="T2" fmla="*/ 12 w 360"/>
                <a:gd name="T3" fmla="*/ 12 h 402"/>
                <a:gd name="T4" fmla="*/ 18 w 360"/>
                <a:gd name="T5" fmla="*/ 18 h 402"/>
                <a:gd name="T6" fmla="*/ 24 w 360"/>
                <a:gd name="T7" fmla="*/ 24 h 402"/>
                <a:gd name="T8" fmla="*/ 36 w 360"/>
                <a:gd name="T9" fmla="*/ 36 h 402"/>
                <a:gd name="T10" fmla="*/ 42 w 360"/>
                <a:gd name="T11" fmla="*/ 42 h 402"/>
                <a:gd name="T12" fmla="*/ 48 w 360"/>
                <a:gd name="T13" fmla="*/ 48 h 402"/>
                <a:gd name="T14" fmla="*/ 54 w 360"/>
                <a:gd name="T15" fmla="*/ 54 h 402"/>
                <a:gd name="T16" fmla="*/ 60 w 360"/>
                <a:gd name="T17" fmla="*/ 66 h 402"/>
                <a:gd name="T18" fmla="*/ 72 w 360"/>
                <a:gd name="T19" fmla="*/ 72 h 402"/>
                <a:gd name="T20" fmla="*/ 78 w 360"/>
                <a:gd name="T21" fmla="*/ 78 h 402"/>
                <a:gd name="T22" fmla="*/ 84 w 360"/>
                <a:gd name="T23" fmla="*/ 84 h 402"/>
                <a:gd name="T24" fmla="*/ 90 w 360"/>
                <a:gd name="T25" fmla="*/ 96 h 402"/>
                <a:gd name="T26" fmla="*/ 96 w 360"/>
                <a:gd name="T27" fmla="*/ 102 h 402"/>
                <a:gd name="T28" fmla="*/ 102 w 360"/>
                <a:gd name="T29" fmla="*/ 108 h 402"/>
                <a:gd name="T30" fmla="*/ 114 w 360"/>
                <a:gd name="T31" fmla="*/ 114 h 402"/>
                <a:gd name="T32" fmla="*/ 120 w 360"/>
                <a:gd name="T33" fmla="*/ 126 h 402"/>
                <a:gd name="T34" fmla="*/ 126 w 360"/>
                <a:gd name="T35" fmla="*/ 132 h 402"/>
                <a:gd name="T36" fmla="*/ 132 w 360"/>
                <a:gd name="T37" fmla="*/ 138 h 402"/>
                <a:gd name="T38" fmla="*/ 138 w 360"/>
                <a:gd name="T39" fmla="*/ 144 h 402"/>
                <a:gd name="T40" fmla="*/ 144 w 360"/>
                <a:gd name="T41" fmla="*/ 156 h 402"/>
                <a:gd name="T42" fmla="*/ 156 w 360"/>
                <a:gd name="T43" fmla="*/ 162 h 402"/>
                <a:gd name="T44" fmla="*/ 162 w 360"/>
                <a:gd name="T45" fmla="*/ 168 h 402"/>
                <a:gd name="T46" fmla="*/ 168 w 360"/>
                <a:gd name="T47" fmla="*/ 180 h 402"/>
                <a:gd name="T48" fmla="*/ 174 w 360"/>
                <a:gd name="T49" fmla="*/ 186 h 402"/>
                <a:gd name="T50" fmla="*/ 180 w 360"/>
                <a:gd name="T51" fmla="*/ 192 h 402"/>
                <a:gd name="T52" fmla="*/ 186 w 360"/>
                <a:gd name="T53" fmla="*/ 198 h 402"/>
                <a:gd name="T54" fmla="*/ 198 w 360"/>
                <a:gd name="T55" fmla="*/ 210 h 402"/>
                <a:gd name="T56" fmla="*/ 204 w 360"/>
                <a:gd name="T57" fmla="*/ 216 h 402"/>
                <a:gd name="T58" fmla="*/ 210 w 360"/>
                <a:gd name="T59" fmla="*/ 222 h 402"/>
                <a:gd name="T60" fmla="*/ 216 w 360"/>
                <a:gd name="T61" fmla="*/ 234 h 402"/>
                <a:gd name="T62" fmla="*/ 222 w 360"/>
                <a:gd name="T63" fmla="*/ 240 h 402"/>
                <a:gd name="T64" fmla="*/ 234 w 360"/>
                <a:gd name="T65" fmla="*/ 246 h 402"/>
                <a:gd name="T66" fmla="*/ 240 w 360"/>
                <a:gd name="T67" fmla="*/ 258 h 402"/>
                <a:gd name="T68" fmla="*/ 246 w 360"/>
                <a:gd name="T69" fmla="*/ 264 h 402"/>
                <a:gd name="T70" fmla="*/ 252 w 360"/>
                <a:gd name="T71" fmla="*/ 270 h 402"/>
                <a:gd name="T72" fmla="*/ 258 w 360"/>
                <a:gd name="T73" fmla="*/ 282 h 402"/>
                <a:gd name="T74" fmla="*/ 264 w 360"/>
                <a:gd name="T75" fmla="*/ 288 h 402"/>
                <a:gd name="T76" fmla="*/ 276 w 360"/>
                <a:gd name="T77" fmla="*/ 294 h 402"/>
                <a:gd name="T78" fmla="*/ 282 w 360"/>
                <a:gd name="T79" fmla="*/ 306 h 402"/>
                <a:gd name="T80" fmla="*/ 288 w 360"/>
                <a:gd name="T81" fmla="*/ 312 h 402"/>
                <a:gd name="T82" fmla="*/ 294 w 360"/>
                <a:gd name="T83" fmla="*/ 324 h 402"/>
                <a:gd name="T84" fmla="*/ 300 w 360"/>
                <a:gd name="T85" fmla="*/ 330 h 402"/>
                <a:gd name="T86" fmla="*/ 306 w 360"/>
                <a:gd name="T87" fmla="*/ 342 h 402"/>
                <a:gd name="T88" fmla="*/ 318 w 360"/>
                <a:gd name="T89" fmla="*/ 348 h 402"/>
                <a:gd name="T90" fmla="*/ 324 w 360"/>
                <a:gd name="T91" fmla="*/ 354 h 402"/>
                <a:gd name="T92" fmla="*/ 330 w 360"/>
                <a:gd name="T93" fmla="*/ 366 h 402"/>
                <a:gd name="T94" fmla="*/ 336 w 360"/>
                <a:gd name="T95" fmla="*/ 372 h 402"/>
                <a:gd name="T96" fmla="*/ 342 w 360"/>
                <a:gd name="T97" fmla="*/ 384 h 402"/>
                <a:gd name="T98" fmla="*/ 354 w 360"/>
                <a:gd name="T99" fmla="*/ 390 h 402"/>
                <a:gd name="T100" fmla="*/ 360 w 360"/>
                <a:gd name="T101" fmla="*/ 402 h 40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360"/>
                <a:gd name="T154" fmla="*/ 0 h 402"/>
                <a:gd name="T155" fmla="*/ 360 w 360"/>
                <a:gd name="T156" fmla="*/ 402 h 40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360" h="402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6" y="6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18" y="12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24"/>
                  </a:lnTo>
                  <a:lnTo>
                    <a:pt x="30" y="30"/>
                  </a:lnTo>
                  <a:lnTo>
                    <a:pt x="36" y="36"/>
                  </a:lnTo>
                  <a:lnTo>
                    <a:pt x="42" y="42"/>
                  </a:lnTo>
                  <a:lnTo>
                    <a:pt x="48" y="48"/>
                  </a:lnTo>
                  <a:lnTo>
                    <a:pt x="48" y="54"/>
                  </a:lnTo>
                  <a:lnTo>
                    <a:pt x="54" y="54"/>
                  </a:lnTo>
                  <a:lnTo>
                    <a:pt x="54" y="60"/>
                  </a:lnTo>
                  <a:lnTo>
                    <a:pt x="60" y="60"/>
                  </a:lnTo>
                  <a:lnTo>
                    <a:pt x="60" y="66"/>
                  </a:lnTo>
                  <a:lnTo>
                    <a:pt x="66" y="66"/>
                  </a:lnTo>
                  <a:lnTo>
                    <a:pt x="66" y="72"/>
                  </a:lnTo>
                  <a:lnTo>
                    <a:pt x="72" y="72"/>
                  </a:lnTo>
                  <a:lnTo>
                    <a:pt x="72" y="78"/>
                  </a:lnTo>
                  <a:lnTo>
                    <a:pt x="78" y="78"/>
                  </a:lnTo>
                  <a:lnTo>
                    <a:pt x="78" y="84"/>
                  </a:lnTo>
                  <a:lnTo>
                    <a:pt x="84" y="84"/>
                  </a:lnTo>
                  <a:lnTo>
                    <a:pt x="84" y="90"/>
                  </a:lnTo>
                  <a:lnTo>
                    <a:pt x="90" y="90"/>
                  </a:lnTo>
                  <a:lnTo>
                    <a:pt x="90" y="96"/>
                  </a:lnTo>
                  <a:lnTo>
                    <a:pt x="96" y="96"/>
                  </a:lnTo>
                  <a:lnTo>
                    <a:pt x="96" y="102"/>
                  </a:lnTo>
                  <a:lnTo>
                    <a:pt x="102" y="102"/>
                  </a:lnTo>
                  <a:lnTo>
                    <a:pt x="102" y="108"/>
                  </a:lnTo>
                  <a:lnTo>
                    <a:pt x="108" y="108"/>
                  </a:lnTo>
                  <a:lnTo>
                    <a:pt x="108" y="114"/>
                  </a:lnTo>
                  <a:lnTo>
                    <a:pt x="114" y="114"/>
                  </a:lnTo>
                  <a:lnTo>
                    <a:pt x="114" y="120"/>
                  </a:lnTo>
                  <a:lnTo>
                    <a:pt x="120" y="120"/>
                  </a:lnTo>
                  <a:lnTo>
                    <a:pt x="120" y="126"/>
                  </a:lnTo>
                  <a:lnTo>
                    <a:pt x="126" y="132"/>
                  </a:lnTo>
                  <a:lnTo>
                    <a:pt x="132" y="138"/>
                  </a:lnTo>
                  <a:lnTo>
                    <a:pt x="138" y="144"/>
                  </a:lnTo>
                  <a:lnTo>
                    <a:pt x="144" y="150"/>
                  </a:lnTo>
                  <a:lnTo>
                    <a:pt x="144" y="156"/>
                  </a:lnTo>
                  <a:lnTo>
                    <a:pt x="150" y="156"/>
                  </a:lnTo>
                  <a:lnTo>
                    <a:pt x="150" y="162"/>
                  </a:lnTo>
                  <a:lnTo>
                    <a:pt x="156" y="162"/>
                  </a:lnTo>
                  <a:lnTo>
                    <a:pt x="156" y="168"/>
                  </a:lnTo>
                  <a:lnTo>
                    <a:pt x="162" y="168"/>
                  </a:lnTo>
                  <a:lnTo>
                    <a:pt x="162" y="174"/>
                  </a:lnTo>
                  <a:lnTo>
                    <a:pt x="168" y="174"/>
                  </a:lnTo>
                  <a:lnTo>
                    <a:pt x="168" y="180"/>
                  </a:lnTo>
                  <a:lnTo>
                    <a:pt x="174" y="180"/>
                  </a:lnTo>
                  <a:lnTo>
                    <a:pt x="174" y="186"/>
                  </a:lnTo>
                  <a:lnTo>
                    <a:pt x="180" y="186"/>
                  </a:lnTo>
                  <a:lnTo>
                    <a:pt x="180" y="192"/>
                  </a:lnTo>
                  <a:lnTo>
                    <a:pt x="186" y="192"/>
                  </a:lnTo>
                  <a:lnTo>
                    <a:pt x="186" y="198"/>
                  </a:lnTo>
                  <a:lnTo>
                    <a:pt x="192" y="204"/>
                  </a:lnTo>
                  <a:lnTo>
                    <a:pt x="198" y="210"/>
                  </a:lnTo>
                  <a:lnTo>
                    <a:pt x="204" y="216"/>
                  </a:lnTo>
                  <a:lnTo>
                    <a:pt x="204" y="222"/>
                  </a:lnTo>
                  <a:lnTo>
                    <a:pt x="210" y="222"/>
                  </a:lnTo>
                  <a:lnTo>
                    <a:pt x="210" y="228"/>
                  </a:lnTo>
                  <a:lnTo>
                    <a:pt x="216" y="228"/>
                  </a:lnTo>
                  <a:lnTo>
                    <a:pt x="216" y="234"/>
                  </a:lnTo>
                  <a:lnTo>
                    <a:pt x="222" y="234"/>
                  </a:lnTo>
                  <a:lnTo>
                    <a:pt x="222" y="240"/>
                  </a:lnTo>
                  <a:lnTo>
                    <a:pt x="228" y="240"/>
                  </a:lnTo>
                  <a:lnTo>
                    <a:pt x="228" y="246"/>
                  </a:lnTo>
                  <a:lnTo>
                    <a:pt x="234" y="246"/>
                  </a:lnTo>
                  <a:lnTo>
                    <a:pt x="234" y="252"/>
                  </a:lnTo>
                  <a:lnTo>
                    <a:pt x="240" y="258"/>
                  </a:lnTo>
                  <a:lnTo>
                    <a:pt x="246" y="264"/>
                  </a:lnTo>
                  <a:lnTo>
                    <a:pt x="246" y="270"/>
                  </a:lnTo>
                  <a:lnTo>
                    <a:pt x="252" y="270"/>
                  </a:lnTo>
                  <a:lnTo>
                    <a:pt x="252" y="276"/>
                  </a:lnTo>
                  <a:lnTo>
                    <a:pt x="258" y="276"/>
                  </a:lnTo>
                  <a:lnTo>
                    <a:pt x="258" y="282"/>
                  </a:lnTo>
                  <a:lnTo>
                    <a:pt x="264" y="282"/>
                  </a:lnTo>
                  <a:lnTo>
                    <a:pt x="264" y="288"/>
                  </a:lnTo>
                  <a:lnTo>
                    <a:pt x="270" y="288"/>
                  </a:lnTo>
                  <a:lnTo>
                    <a:pt x="270" y="294"/>
                  </a:lnTo>
                  <a:lnTo>
                    <a:pt x="276" y="294"/>
                  </a:lnTo>
                  <a:lnTo>
                    <a:pt x="276" y="300"/>
                  </a:lnTo>
                  <a:lnTo>
                    <a:pt x="282" y="306"/>
                  </a:lnTo>
                  <a:lnTo>
                    <a:pt x="282" y="312"/>
                  </a:lnTo>
                  <a:lnTo>
                    <a:pt x="288" y="312"/>
                  </a:lnTo>
                  <a:lnTo>
                    <a:pt x="288" y="318"/>
                  </a:lnTo>
                  <a:lnTo>
                    <a:pt x="294" y="318"/>
                  </a:lnTo>
                  <a:lnTo>
                    <a:pt x="294" y="324"/>
                  </a:lnTo>
                  <a:lnTo>
                    <a:pt x="300" y="324"/>
                  </a:lnTo>
                  <a:lnTo>
                    <a:pt x="300" y="330"/>
                  </a:lnTo>
                  <a:lnTo>
                    <a:pt x="306" y="330"/>
                  </a:lnTo>
                  <a:lnTo>
                    <a:pt x="306" y="336"/>
                  </a:lnTo>
                  <a:lnTo>
                    <a:pt x="306" y="342"/>
                  </a:lnTo>
                  <a:lnTo>
                    <a:pt x="312" y="342"/>
                  </a:lnTo>
                  <a:lnTo>
                    <a:pt x="312" y="348"/>
                  </a:lnTo>
                  <a:lnTo>
                    <a:pt x="318" y="348"/>
                  </a:lnTo>
                  <a:lnTo>
                    <a:pt x="318" y="354"/>
                  </a:lnTo>
                  <a:lnTo>
                    <a:pt x="324" y="354"/>
                  </a:lnTo>
                  <a:lnTo>
                    <a:pt x="324" y="360"/>
                  </a:lnTo>
                  <a:lnTo>
                    <a:pt x="330" y="360"/>
                  </a:lnTo>
                  <a:lnTo>
                    <a:pt x="330" y="366"/>
                  </a:lnTo>
                  <a:lnTo>
                    <a:pt x="330" y="372"/>
                  </a:lnTo>
                  <a:lnTo>
                    <a:pt x="336" y="372"/>
                  </a:lnTo>
                  <a:lnTo>
                    <a:pt x="336" y="378"/>
                  </a:lnTo>
                  <a:lnTo>
                    <a:pt x="342" y="378"/>
                  </a:lnTo>
                  <a:lnTo>
                    <a:pt x="342" y="384"/>
                  </a:lnTo>
                  <a:lnTo>
                    <a:pt x="348" y="384"/>
                  </a:lnTo>
                  <a:lnTo>
                    <a:pt x="348" y="390"/>
                  </a:lnTo>
                  <a:lnTo>
                    <a:pt x="354" y="390"/>
                  </a:lnTo>
                  <a:lnTo>
                    <a:pt x="354" y="396"/>
                  </a:lnTo>
                  <a:lnTo>
                    <a:pt x="354" y="402"/>
                  </a:lnTo>
                  <a:lnTo>
                    <a:pt x="360" y="402"/>
                  </a:lnTo>
                </a:path>
              </a:pathLst>
            </a:custGeom>
            <a:noFill/>
            <a:ln w="25400">
              <a:solidFill>
                <a:srgbClr val="FF00FF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69" name="Freeform 41"/>
            <p:cNvSpPr/>
            <p:nvPr/>
          </p:nvSpPr>
          <p:spPr bwMode="auto">
            <a:xfrm>
              <a:off x="1716" y="2742"/>
              <a:ext cx="108" cy="240"/>
            </a:xfrm>
            <a:custGeom>
              <a:avLst/>
              <a:gdLst>
                <a:gd name="T0" fmla="*/ 0 w 108"/>
                <a:gd name="T1" fmla="*/ 6 h 240"/>
                <a:gd name="T2" fmla="*/ 6 w 108"/>
                <a:gd name="T3" fmla="*/ 6 h 240"/>
                <a:gd name="T4" fmla="*/ 6 w 108"/>
                <a:gd name="T5" fmla="*/ 12 h 240"/>
                <a:gd name="T6" fmla="*/ 12 w 108"/>
                <a:gd name="T7" fmla="*/ 18 h 240"/>
                <a:gd name="T8" fmla="*/ 12 w 108"/>
                <a:gd name="T9" fmla="*/ 18 h 240"/>
                <a:gd name="T10" fmla="*/ 18 w 108"/>
                <a:gd name="T11" fmla="*/ 24 h 240"/>
                <a:gd name="T12" fmla="*/ 18 w 108"/>
                <a:gd name="T13" fmla="*/ 30 h 240"/>
                <a:gd name="T14" fmla="*/ 18 w 108"/>
                <a:gd name="T15" fmla="*/ 30 h 240"/>
                <a:gd name="T16" fmla="*/ 24 w 108"/>
                <a:gd name="T17" fmla="*/ 36 h 240"/>
                <a:gd name="T18" fmla="*/ 24 w 108"/>
                <a:gd name="T19" fmla="*/ 42 h 240"/>
                <a:gd name="T20" fmla="*/ 30 w 108"/>
                <a:gd name="T21" fmla="*/ 42 h 240"/>
                <a:gd name="T22" fmla="*/ 30 w 108"/>
                <a:gd name="T23" fmla="*/ 48 h 240"/>
                <a:gd name="T24" fmla="*/ 36 w 108"/>
                <a:gd name="T25" fmla="*/ 54 h 240"/>
                <a:gd name="T26" fmla="*/ 36 w 108"/>
                <a:gd name="T27" fmla="*/ 54 h 240"/>
                <a:gd name="T28" fmla="*/ 42 w 108"/>
                <a:gd name="T29" fmla="*/ 60 h 240"/>
                <a:gd name="T30" fmla="*/ 42 w 108"/>
                <a:gd name="T31" fmla="*/ 66 h 240"/>
                <a:gd name="T32" fmla="*/ 48 w 108"/>
                <a:gd name="T33" fmla="*/ 72 h 240"/>
                <a:gd name="T34" fmla="*/ 48 w 108"/>
                <a:gd name="T35" fmla="*/ 72 h 240"/>
                <a:gd name="T36" fmla="*/ 54 w 108"/>
                <a:gd name="T37" fmla="*/ 78 h 240"/>
                <a:gd name="T38" fmla="*/ 54 w 108"/>
                <a:gd name="T39" fmla="*/ 84 h 240"/>
                <a:gd name="T40" fmla="*/ 60 w 108"/>
                <a:gd name="T41" fmla="*/ 90 h 240"/>
                <a:gd name="T42" fmla="*/ 60 w 108"/>
                <a:gd name="T43" fmla="*/ 96 h 240"/>
                <a:gd name="T44" fmla="*/ 66 w 108"/>
                <a:gd name="T45" fmla="*/ 96 h 240"/>
                <a:gd name="T46" fmla="*/ 66 w 108"/>
                <a:gd name="T47" fmla="*/ 102 h 240"/>
                <a:gd name="T48" fmla="*/ 66 w 108"/>
                <a:gd name="T49" fmla="*/ 108 h 240"/>
                <a:gd name="T50" fmla="*/ 72 w 108"/>
                <a:gd name="T51" fmla="*/ 114 h 240"/>
                <a:gd name="T52" fmla="*/ 72 w 108"/>
                <a:gd name="T53" fmla="*/ 120 h 240"/>
                <a:gd name="T54" fmla="*/ 78 w 108"/>
                <a:gd name="T55" fmla="*/ 126 h 240"/>
                <a:gd name="T56" fmla="*/ 78 w 108"/>
                <a:gd name="T57" fmla="*/ 132 h 240"/>
                <a:gd name="T58" fmla="*/ 84 w 108"/>
                <a:gd name="T59" fmla="*/ 138 h 240"/>
                <a:gd name="T60" fmla="*/ 84 w 108"/>
                <a:gd name="T61" fmla="*/ 144 h 240"/>
                <a:gd name="T62" fmla="*/ 90 w 108"/>
                <a:gd name="T63" fmla="*/ 150 h 240"/>
                <a:gd name="T64" fmla="*/ 90 w 108"/>
                <a:gd name="T65" fmla="*/ 156 h 240"/>
                <a:gd name="T66" fmla="*/ 96 w 108"/>
                <a:gd name="T67" fmla="*/ 168 h 240"/>
                <a:gd name="T68" fmla="*/ 96 w 108"/>
                <a:gd name="T69" fmla="*/ 174 h 240"/>
                <a:gd name="T70" fmla="*/ 102 w 108"/>
                <a:gd name="T71" fmla="*/ 180 h 240"/>
                <a:gd name="T72" fmla="*/ 102 w 108"/>
                <a:gd name="T73" fmla="*/ 192 h 240"/>
                <a:gd name="T74" fmla="*/ 108 w 108"/>
                <a:gd name="T75" fmla="*/ 204 h 240"/>
                <a:gd name="T76" fmla="*/ 108 w 108"/>
                <a:gd name="T77" fmla="*/ 222 h 240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08"/>
                <a:gd name="T118" fmla="*/ 0 h 240"/>
                <a:gd name="T119" fmla="*/ 108 w 108"/>
                <a:gd name="T120" fmla="*/ 240 h 240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08" h="240">
                  <a:moveTo>
                    <a:pt x="0" y="0"/>
                  </a:moveTo>
                  <a:lnTo>
                    <a:pt x="0" y="6"/>
                  </a:lnTo>
                  <a:lnTo>
                    <a:pt x="6" y="6"/>
                  </a:lnTo>
                  <a:lnTo>
                    <a:pt x="6" y="12"/>
                  </a:lnTo>
                  <a:lnTo>
                    <a:pt x="12" y="18"/>
                  </a:lnTo>
                  <a:lnTo>
                    <a:pt x="12" y="24"/>
                  </a:lnTo>
                  <a:lnTo>
                    <a:pt x="18" y="24"/>
                  </a:lnTo>
                  <a:lnTo>
                    <a:pt x="18" y="30"/>
                  </a:lnTo>
                  <a:lnTo>
                    <a:pt x="24" y="36"/>
                  </a:lnTo>
                  <a:lnTo>
                    <a:pt x="24" y="42"/>
                  </a:lnTo>
                  <a:lnTo>
                    <a:pt x="30" y="42"/>
                  </a:lnTo>
                  <a:lnTo>
                    <a:pt x="30" y="48"/>
                  </a:lnTo>
                  <a:lnTo>
                    <a:pt x="36" y="48"/>
                  </a:lnTo>
                  <a:lnTo>
                    <a:pt x="36" y="54"/>
                  </a:lnTo>
                  <a:lnTo>
                    <a:pt x="42" y="60"/>
                  </a:lnTo>
                  <a:lnTo>
                    <a:pt x="42" y="66"/>
                  </a:lnTo>
                  <a:lnTo>
                    <a:pt x="48" y="72"/>
                  </a:lnTo>
                  <a:lnTo>
                    <a:pt x="48" y="78"/>
                  </a:lnTo>
                  <a:lnTo>
                    <a:pt x="54" y="78"/>
                  </a:lnTo>
                  <a:lnTo>
                    <a:pt x="54" y="84"/>
                  </a:lnTo>
                  <a:lnTo>
                    <a:pt x="60" y="90"/>
                  </a:lnTo>
                  <a:lnTo>
                    <a:pt x="60" y="96"/>
                  </a:lnTo>
                  <a:lnTo>
                    <a:pt x="66" y="96"/>
                  </a:lnTo>
                  <a:lnTo>
                    <a:pt x="66" y="102"/>
                  </a:lnTo>
                  <a:lnTo>
                    <a:pt x="66" y="108"/>
                  </a:lnTo>
                  <a:lnTo>
                    <a:pt x="72" y="114"/>
                  </a:lnTo>
                  <a:lnTo>
                    <a:pt x="72" y="120"/>
                  </a:lnTo>
                  <a:lnTo>
                    <a:pt x="78" y="120"/>
                  </a:lnTo>
                  <a:lnTo>
                    <a:pt x="78" y="126"/>
                  </a:lnTo>
                  <a:lnTo>
                    <a:pt x="78" y="132"/>
                  </a:lnTo>
                  <a:lnTo>
                    <a:pt x="84" y="132"/>
                  </a:lnTo>
                  <a:lnTo>
                    <a:pt x="84" y="138"/>
                  </a:lnTo>
                  <a:lnTo>
                    <a:pt x="84" y="144"/>
                  </a:lnTo>
                  <a:lnTo>
                    <a:pt x="90" y="150"/>
                  </a:lnTo>
                  <a:lnTo>
                    <a:pt x="90" y="156"/>
                  </a:lnTo>
                  <a:lnTo>
                    <a:pt x="90" y="162"/>
                  </a:lnTo>
                  <a:lnTo>
                    <a:pt x="96" y="168"/>
                  </a:lnTo>
                  <a:lnTo>
                    <a:pt x="96" y="174"/>
                  </a:lnTo>
                  <a:lnTo>
                    <a:pt x="96" y="180"/>
                  </a:lnTo>
                  <a:lnTo>
                    <a:pt x="102" y="180"/>
                  </a:lnTo>
                  <a:lnTo>
                    <a:pt x="102" y="186"/>
                  </a:lnTo>
                  <a:lnTo>
                    <a:pt x="102" y="192"/>
                  </a:lnTo>
                  <a:lnTo>
                    <a:pt x="102" y="198"/>
                  </a:lnTo>
                  <a:lnTo>
                    <a:pt x="108" y="204"/>
                  </a:lnTo>
                  <a:lnTo>
                    <a:pt x="108" y="216"/>
                  </a:lnTo>
                  <a:lnTo>
                    <a:pt x="108" y="222"/>
                  </a:lnTo>
                  <a:lnTo>
                    <a:pt x="108" y="240"/>
                  </a:lnTo>
                </a:path>
              </a:pathLst>
            </a:custGeom>
            <a:noFill/>
            <a:ln w="25400">
              <a:solidFill>
                <a:srgbClr val="FF00FF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70" name="Freeform 42"/>
            <p:cNvSpPr/>
            <p:nvPr/>
          </p:nvSpPr>
          <p:spPr bwMode="auto">
            <a:xfrm>
              <a:off x="1356" y="3246"/>
              <a:ext cx="360" cy="402"/>
            </a:xfrm>
            <a:custGeom>
              <a:avLst/>
              <a:gdLst>
                <a:gd name="T0" fmla="*/ 6 w 360"/>
                <a:gd name="T1" fmla="*/ 396 h 402"/>
                <a:gd name="T2" fmla="*/ 12 w 360"/>
                <a:gd name="T3" fmla="*/ 390 h 402"/>
                <a:gd name="T4" fmla="*/ 18 w 360"/>
                <a:gd name="T5" fmla="*/ 384 h 402"/>
                <a:gd name="T6" fmla="*/ 24 w 360"/>
                <a:gd name="T7" fmla="*/ 378 h 402"/>
                <a:gd name="T8" fmla="*/ 36 w 360"/>
                <a:gd name="T9" fmla="*/ 366 h 402"/>
                <a:gd name="T10" fmla="*/ 42 w 360"/>
                <a:gd name="T11" fmla="*/ 360 h 402"/>
                <a:gd name="T12" fmla="*/ 48 w 360"/>
                <a:gd name="T13" fmla="*/ 354 h 402"/>
                <a:gd name="T14" fmla="*/ 54 w 360"/>
                <a:gd name="T15" fmla="*/ 348 h 402"/>
                <a:gd name="T16" fmla="*/ 60 w 360"/>
                <a:gd name="T17" fmla="*/ 336 h 402"/>
                <a:gd name="T18" fmla="*/ 72 w 360"/>
                <a:gd name="T19" fmla="*/ 330 h 402"/>
                <a:gd name="T20" fmla="*/ 78 w 360"/>
                <a:gd name="T21" fmla="*/ 324 h 402"/>
                <a:gd name="T22" fmla="*/ 84 w 360"/>
                <a:gd name="T23" fmla="*/ 318 h 402"/>
                <a:gd name="T24" fmla="*/ 90 w 360"/>
                <a:gd name="T25" fmla="*/ 306 h 402"/>
                <a:gd name="T26" fmla="*/ 96 w 360"/>
                <a:gd name="T27" fmla="*/ 300 h 402"/>
                <a:gd name="T28" fmla="*/ 102 w 360"/>
                <a:gd name="T29" fmla="*/ 294 h 402"/>
                <a:gd name="T30" fmla="*/ 114 w 360"/>
                <a:gd name="T31" fmla="*/ 288 h 402"/>
                <a:gd name="T32" fmla="*/ 120 w 360"/>
                <a:gd name="T33" fmla="*/ 276 h 402"/>
                <a:gd name="T34" fmla="*/ 126 w 360"/>
                <a:gd name="T35" fmla="*/ 270 h 402"/>
                <a:gd name="T36" fmla="*/ 132 w 360"/>
                <a:gd name="T37" fmla="*/ 264 h 402"/>
                <a:gd name="T38" fmla="*/ 138 w 360"/>
                <a:gd name="T39" fmla="*/ 258 h 402"/>
                <a:gd name="T40" fmla="*/ 144 w 360"/>
                <a:gd name="T41" fmla="*/ 246 h 402"/>
                <a:gd name="T42" fmla="*/ 156 w 360"/>
                <a:gd name="T43" fmla="*/ 240 h 402"/>
                <a:gd name="T44" fmla="*/ 162 w 360"/>
                <a:gd name="T45" fmla="*/ 234 h 402"/>
                <a:gd name="T46" fmla="*/ 168 w 360"/>
                <a:gd name="T47" fmla="*/ 222 h 402"/>
                <a:gd name="T48" fmla="*/ 174 w 360"/>
                <a:gd name="T49" fmla="*/ 216 h 402"/>
                <a:gd name="T50" fmla="*/ 180 w 360"/>
                <a:gd name="T51" fmla="*/ 210 h 402"/>
                <a:gd name="T52" fmla="*/ 186 w 360"/>
                <a:gd name="T53" fmla="*/ 204 h 402"/>
                <a:gd name="T54" fmla="*/ 198 w 360"/>
                <a:gd name="T55" fmla="*/ 192 h 402"/>
                <a:gd name="T56" fmla="*/ 204 w 360"/>
                <a:gd name="T57" fmla="*/ 186 h 402"/>
                <a:gd name="T58" fmla="*/ 210 w 360"/>
                <a:gd name="T59" fmla="*/ 180 h 402"/>
                <a:gd name="T60" fmla="*/ 216 w 360"/>
                <a:gd name="T61" fmla="*/ 168 h 402"/>
                <a:gd name="T62" fmla="*/ 222 w 360"/>
                <a:gd name="T63" fmla="*/ 162 h 402"/>
                <a:gd name="T64" fmla="*/ 234 w 360"/>
                <a:gd name="T65" fmla="*/ 156 h 402"/>
                <a:gd name="T66" fmla="*/ 240 w 360"/>
                <a:gd name="T67" fmla="*/ 144 h 402"/>
                <a:gd name="T68" fmla="*/ 246 w 360"/>
                <a:gd name="T69" fmla="*/ 138 h 402"/>
                <a:gd name="T70" fmla="*/ 252 w 360"/>
                <a:gd name="T71" fmla="*/ 132 h 402"/>
                <a:gd name="T72" fmla="*/ 258 w 360"/>
                <a:gd name="T73" fmla="*/ 120 h 402"/>
                <a:gd name="T74" fmla="*/ 264 w 360"/>
                <a:gd name="T75" fmla="*/ 114 h 402"/>
                <a:gd name="T76" fmla="*/ 276 w 360"/>
                <a:gd name="T77" fmla="*/ 108 h 402"/>
                <a:gd name="T78" fmla="*/ 282 w 360"/>
                <a:gd name="T79" fmla="*/ 96 h 402"/>
                <a:gd name="T80" fmla="*/ 288 w 360"/>
                <a:gd name="T81" fmla="*/ 90 h 402"/>
                <a:gd name="T82" fmla="*/ 294 w 360"/>
                <a:gd name="T83" fmla="*/ 78 h 402"/>
                <a:gd name="T84" fmla="*/ 300 w 360"/>
                <a:gd name="T85" fmla="*/ 72 h 402"/>
                <a:gd name="T86" fmla="*/ 306 w 360"/>
                <a:gd name="T87" fmla="*/ 60 h 402"/>
                <a:gd name="T88" fmla="*/ 318 w 360"/>
                <a:gd name="T89" fmla="*/ 54 h 402"/>
                <a:gd name="T90" fmla="*/ 324 w 360"/>
                <a:gd name="T91" fmla="*/ 48 h 402"/>
                <a:gd name="T92" fmla="*/ 330 w 360"/>
                <a:gd name="T93" fmla="*/ 36 h 402"/>
                <a:gd name="T94" fmla="*/ 336 w 360"/>
                <a:gd name="T95" fmla="*/ 30 h 402"/>
                <a:gd name="T96" fmla="*/ 342 w 360"/>
                <a:gd name="T97" fmla="*/ 18 h 402"/>
                <a:gd name="T98" fmla="*/ 354 w 360"/>
                <a:gd name="T99" fmla="*/ 12 h 402"/>
                <a:gd name="T100" fmla="*/ 360 w 360"/>
                <a:gd name="T101" fmla="*/ 0 h 40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360"/>
                <a:gd name="T154" fmla="*/ 0 h 402"/>
                <a:gd name="T155" fmla="*/ 360 w 360"/>
                <a:gd name="T156" fmla="*/ 402 h 40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360" h="402">
                  <a:moveTo>
                    <a:pt x="0" y="402"/>
                  </a:moveTo>
                  <a:lnTo>
                    <a:pt x="0" y="402"/>
                  </a:lnTo>
                  <a:lnTo>
                    <a:pt x="6" y="402"/>
                  </a:lnTo>
                  <a:lnTo>
                    <a:pt x="6" y="396"/>
                  </a:lnTo>
                  <a:lnTo>
                    <a:pt x="12" y="396"/>
                  </a:lnTo>
                  <a:lnTo>
                    <a:pt x="12" y="390"/>
                  </a:lnTo>
                  <a:lnTo>
                    <a:pt x="18" y="390"/>
                  </a:lnTo>
                  <a:lnTo>
                    <a:pt x="18" y="384"/>
                  </a:lnTo>
                  <a:lnTo>
                    <a:pt x="24" y="384"/>
                  </a:lnTo>
                  <a:lnTo>
                    <a:pt x="24" y="378"/>
                  </a:lnTo>
                  <a:lnTo>
                    <a:pt x="30" y="372"/>
                  </a:lnTo>
                  <a:lnTo>
                    <a:pt x="36" y="366"/>
                  </a:lnTo>
                  <a:lnTo>
                    <a:pt x="42" y="360"/>
                  </a:lnTo>
                  <a:lnTo>
                    <a:pt x="48" y="354"/>
                  </a:lnTo>
                  <a:lnTo>
                    <a:pt x="48" y="348"/>
                  </a:lnTo>
                  <a:lnTo>
                    <a:pt x="54" y="348"/>
                  </a:lnTo>
                  <a:lnTo>
                    <a:pt x="54" y="342"/>
                  </a:lnTo>
                  <a:lnTo>
                    <a:pt x="60" y="342"/>
                  </a:lnTo>
                  <a:lnTo>
                    <a:pt x="60" y="336"/>
                  </a:lnTo>
                  <a:lnTo>
                    <a:pt x="66" y="336"/>
                  </a:lnTo>
                  <a:lnTo>
                    <a:pt x="66" y="330"/>
                  </a:lnTo>
                  <a:lnTo>
                    <a:pt x="72" y="330"/>
                  </a:lnTo>
                  <a:lnTo>
                    <a:pt x="72" y="324"/>
                  </a:lnTo>
                  <a:lnTo>
                    <a:pt x="78" y="324"/>
                  </a:lnTo>
                  <a:lnTo>
                    <a:pt x="78" y="318"/>
                  </a:lnTo>
                  <a:lnTo>
                    <a:pt x="84" y="318"/>
                  </a:lnTo>
                  <a:lnTo>
                    <a:pt x="84" y="312"/>
                  </a:lnTo>
                  <a:lnTo>
                    <a:pt x="90" y="312"/>
                  </a:lnTo>
                  <a:lnTo>
                    <a:pt x="90" y="306"/>
                  </a:lnTo>
                  <a:lnTo>
                    <a:pt x="96" y="306"/>
                  </a:lnTo>
                  <a:lnTo>
                    <a:pt x="96" y="300"/>
                  </a:lnTo>
                  <a:lnTo>
                    <a:pt x="102" y="300"/>
                  </a:lnTo>
                  <a:lnTo>
                    <a:pt x="102" y="294"/>
                  </a:lnTo>
                  <a:lnTo>
                    <a:pt x="108" y="294"/>
                  </a:lnTo>
                  <a:lnTo>
                    <a:pt x="108" y="288"/>
                  </a:lnTo>
                  <a:lnTo>
                    <a:pt x="114" y="288"/>
                  </a:lnTo>
                  <a:lnTo>
                    <a:pt x="114" y="282"/>
                  </a:lnTo>
                  <a:lnTo>
                    <a:pt x="120" y="282"/>
                  </a:lnTo>
                  <a:lnTo>
                    <a:pt x="120" y="276"/>
                  </a:lnTo>
                  <a:lnTo>
                    <a:pt x="126" y="270"/>
                  </a:lnTo>
                  <a:lnTo>
                    <a:pt x="132" y="264"/>
                  </a:lnTo>
                  <a:lnTo>
                    <a:pt x="138" y="258"/>
                  </a:lnTo>
                  <a:lnTo>
                    <a:pt x="144" y="252"/>
                  </a:lnTo>
                  <a:lnTo>
                    <a:pt x="144" y="246"/>
                  </a:lnTo>
                  <a:lnTo>
                    <a:pt x="150" y="246"/>
                  </a:lnTo>
                  <a:lnTo>
                    <a:pt x="150" y="240"/>
                  </a:lnTo>
                  <a:lnTo>
                    <a:pt x="156" y="240"/>
                  </a:lnTo>
                  <a:lnTo>
                    <a:pt x="156" y="234"/>
                  </a:lnTo>
                  <a:lnTo>
                    <a:pt x="162" y="234"/>
                  </a:lnTo>
                  <a:lnTo>
                    <a:pt x="162" y="228"/>
                  </a:lnTo>
                  <a:lnTo>
                    <a:pt x="168" y="228"/>
                  </a:lnTo>
                  <a:lnTo>
                    <a:pt x="168" y="222"/>
                  </a:lnTo>
                  <a:lnTo>
                    <a:pt x="174" y="222"/>
                  </a:lnTo>
                  <a:lnTo>
                    <a:pt x="174" y="216"/>
                  </a:lnTo>
                  <a:lnTo>
                    <a:pt x="180" y="216"/>
                  </a:lnTo>
                  <a:lnTo>
                    <a:pt x="180" y="210"/>
                  </a:lnTo>
                  <a:lnTo>
                    <a:pt x="186" y="210"/>
                  </a:lnTo>
                  <a:lnTo>
                    <a:pt x="186" y="204"/>
                  </a:lnTo>
                  <a:lnTo>
                    <a:pt x="192" y="198"/>
                  </a:lnTo>
                  <a:lnTo>
                    <a:pt x="198" y="192"/>
                  </a:lnTo>
                  <a:lnTo>
                    <a:pt x="204" y="186"/>
                  </a:lnTo>
                  <a:lnTo>
                    <a:pt x="204" y="180"/>
                  </a:lnTo>
                  <a:lnTo>
                    <a:pt x="210" y="180"/>
                  </a:lnTo>
                  <a:lnTo>
                    <a:pt x="210" y="174"/>
                  </a:lnTo>
                  <a:lnTo>
                    <a:pt x="216" y="174"/>
                  </a:lnTo>
                  <a:lnTo>
                    <a:pt x="216" y="168"/>
                  </a:lnTo>
                  <a:lnTo>
                    <a:pt x="222" y="168"/>
                  </a:lnTo>
                  <a:lnTo>
                    <a:pt x="222" y="162"/>
                  </a:lnTo>
                  <a:lnTo>
                    <a:pt x="228" y="162"/>
                  </a:lnTo>
                  <a:lnTo>
                    <a:pt x="228" y="156"/>
                  </a:lnTo>
                  <a:lnTo>
                    <a:pt x="234" y="156"/>
                  </a:lnTo>
                  <a:lnTo>
                    <a:pt x="234" y="150"/>
                  </a:lnTo>
                  <a:lnTo>
                    <a:pt x="240" y="144"/>
                  </a:lnTo>
                  <a:lnTo>
                    <a:pt x="246" y="138"/>
                  </a:lnTo>
                  <a:lnTo>
                    <a:pt x="246" y="132"/>
                  </a:lnTo>
                  <a:lnTo>
                    <a:pt x="252" y="132"/>
                  </a:lnTo>
                  <a:lnTo>
                    <a:pt x="252" y="126"/>
                  </a:lnTo>
                  <a:lnTo>
                    <a:pt x="258" y="126"/>
                  </a:lnTo>
                  <a:lnTo>
                    <a:pt x="258" y="120"/>
                  </a:lnTo>
                  <a:lnTo>
                    <a:pt x="264" y="120"/>
                  </a:lnTo>
                  <a:lnTo>
                    <a:pt x="264" y="114"/>
                  </a:lnTo>
                  <a:lnTo>
                    <a:pt x="270" y="114"/>
                  </a:lnTo>
                  <a:lnTo>
                    <a:pt x="270" y="108"/>
                  </a:lnTo>
                  <a:lnTo>
                    <a:pt x="276" y="108"/>
                  </a:lnTo>
                  <a:lnTo>
                    <a:pt x="276" y="102"/>
                  </a:lnTo>
                  <a:lnTo>
                    <a:pt x="282" y="96"/>
                  </a:lnTo>
                  <a:lnTo>
                    <a:pt x="282" y="90"/>
                  </a:lnTo>
                  <a:lnTo>
                    <a:pt x="288" y="90"/>
                  </a:lnTo>
                  <a:lnTo>
                    <a:pt x="288" y="84"/>
                  </a:lnTo>
                  <a:lnTo>
                    <a:pt x="294" y="84"/>
                  </a:lnTo>
                  <a:lnTo>
                    <a:pt x="294" y="78"/>
                  </a:lnTo>
                  <a:lnTo>
                    <a:pt x="300" y="78"/>
                  </a:lnTo>
                  <a:lnTo>
                    <a:pt x="300" y="72"/>
                  </a:lnTo>
                  <a:lnTo>
                    <a:pt x="306" y="72"/>
                  </a:lnTo>
                  <a:lnTo>
                    <a:pt x="306" y="66"/>
                  </a:lnTo>
                  <a:lnTo>
                    <a:pt x="306" y="60"/>
                  </a:lnTo>
                  <a:lnTo>
                    <a:pt x="312" y="60"/>
                  </a:lnTo>
                  <a:lnTo>
                    <a:pt x="312" y="54"/>
                  </a:lnTo>
                  <a:lnTo>
                    <a:pt x="318" y="54"/>
                  </a:lnTo>
                  <a:lnTo>
                    <a:pt x="318" y="48"/>
                  </a:lnTo>
                  <a:lnTo>
                    <a:pt x="324" y="48"/>
                  </a:lnTo>
                  <a:lnTo>
                    <a:pt x="324" y="42"/>
                  </a:lnTo>
                  <a:lnTo>
                    <a:pt x="330" y="42"/>
                  </a:lnTo>
                  <a:lnTo>
                    <a:pt x="330" y="36"/>
                  </a:lnTo>
                  <a:lnTo>
                    <a:pt x="330" y="30"/>
                  </a:lnTo>
                  <a:lnTo>
                    <a:pt x="336" y="30"/>
                  </a:lnTo>
                  <a:lnTo>
                    <a:pt x="336" y="24"/>
                  </a:lnTo>
                  <a:lnTo>
                    <a:pt x="342" y="24"/>
                  </a:lnTo>
                  <a:lnTo>
                    <a:pt x="342" y="18"/>
                  </a:lnTo>
                  <a:lnTo>
                    <a:pt x="348" y="18"/>
                  </a:lnTo>
                  <a:lnTo>
                    <a:pt x="348" y="12"/>
                  </a:lnTo>
                  <a:lnTo>
                    <a:pt x="354" y="12"/>
                  </a:lnTo>
                  <a:lnTo>
                    <a:pt x="354" y="6"/>
                  </a:lnTo>
                  <a:lnTo>
                    <a:pt x="354" y="0"/>
                  </a:lnTo>
                  <a:lnTo>
                    <a:pt x="360" y="0"/>
                  </a:lnTo>
                </a:path>
              </a:pathLst>
            </a:custGeom>
            <a:noFill/>
            <a:ln w="25400">
              <a:solidFill>
                <a:srgbClr val="FF00FF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71" name="Freeform 43"/>
            <p:cNvSpPr/>
            <p:nvPr/>
          </p:nvSpPr>
          <p:spPr bwMode="auto">
            <a:xfrm>
              <a:off x="1716" y="3006"/>
              <a:ext cx="108" cy="240"/>
            </a:xfrm>
            <a:custGeom>
              <a:avLst/>
              <a:gdLst>
                <a:gd name="T0" fmla="*/ 0 w 108"/>
                <a:gd name="T1" fmla="*/ 234 h 240"/>
                <a:gd name="T2" fmla="*/ 6 w 108"/>
                <a:gd name="T3" fmla="*/ 234 h 240"/>
                <a:gd name="T4" fmla="*/ 6 w 108"/>
                <a:gd name="T5" fmla="*/ 228 h 240"/>
                <a:gd name="T6" fmla="*/ 12 w 108"/>
                <a:gd name="T7" fmla="*/ 222 h 240"/>
                <a:gd name="T8" fmla="*/ 12 w 108"/>
                <a:gd name="T9" fmla="*/ 222 h 240"/>
                <a:gd name="T10" fmla="*/ 18 w 108"/>
                <a:gd name="T11" fmla="*/ 216 h 240"/>
                <a:gd name="T12" fmla="*/ 18 w 108"/>
                <a:gd name="T13" fmla="*/ 210 h 240"/>
                <a:gd name="T14" fmla="*/ 18 w 108"/>
                <a:gd name="T15" fmla="*/ 210 h 240"/>
                <a:gd name="T16" fmla="*/ 24 w 108"/>
                <a:gd name="T17" fmla="*/ 204 h 240"/>
                <a:gd name="T18" fmla="*/ 24 w 108"/>
                <a:gd name="T19" fmla="*/ 198 h 240"/>
                <a:gd name="T20" fmla="*/ 30 w 108"/>
                <a:gd name="T21" fmla="*/ 198 h 240"/>
                <a:gd name="T22" fmla="*/ 30 w 108"/>
                <a:gd name="T23" fmla="*/ 192 h 240"/>
                <a:gd name="T24" fmla="*/ 36 w 108"/>
                <a:gd name="T25" fmla="*/ 186 h 240"/>
                <a:gd name="T26" fmla="*/ 36 w 108"/>
                <a:gd name="T27" fmla="*/ 186 h 240"/>
                <a:gd name="T28" fmla="*/ 42 w 108"/>
                <a:gd name="T29" fmla="*/ 180 h 240"/>
                <a:gd name="T30" fmla="*/ 42 w 108"/>
                <a:gd name="T31" fmla="*/ 174 h 240"/>
                <a:gd name="T32" fmla="*/ 48 w 108"/>
                <a:gd name="T33" fmla="*/ 168 h 240"/>
                <a:gd name="T34" fmla="*/ 48 w 108"/>
                <a:gd name="T35" fmla="*/ 168 h 240"/>
                <a:gd name="T36" fmla="*/ 54 w 108"/>
                <a:gd name="T37" fmla="*/ 162 h 240"/>
                <a:gd name="T38" fmla="*/ 54 w 108"/>
                <a:gd name="T39" fmla="*/ 156 h 240"/>
                <a:gd name="T40" fmla="*/ 60 w 108"/>
                <a:gd name="T41" fmla="*/ 150 h 240"/>
                <a:gd name="T42" fmla="*/ 60 w 108"/>
                <a:gd name="T43" fmla="*/ 144 h 240"/>
                <a:gd name="T44" fmla="*/ 66 w 108"/>
                <a:gd name="T45" fmla="*/ 144 h 240"/>
                <a:gd name="T46" fmla="*/ 66 w 108"/>
                <a:gd name="T47" fmla="*/ 138 h 240"/>
                <a:gd name="T48" fmla="*/ 66 w 108"/>
                <a:gd name="T49" fmla="*/ 132 h 240"/>
                <a:gd name="T50" fmla="*/ 72 w 108"/>
                <a:gd name="T51" fmla="*/ 126 h 240"/>
                <a:gd name="T52" fmla="*/ 72 w 108"/>
                <a:gd name="T53" fmla="*/ 120 h 240"/>
                <a:gd name="T54" fmla="*/ 78 w 108"/>
                <a:gd name="T55" fmla="*/ 114 h 240"/>
                <a:gd name="T56" fmla="*/ 78 w 108"/>
                <a:gd name="T57" fmla="*/ 108 h 240"/>
                <a:gd name="T58" fmla="*/ 84 w 108"/>
                <a:gd name="T59" fmla="*/ 102 h 240"/>
                <a:gd name="T60" fmla="*/ 84 w 108"/>
                <a:gd name="T61" fmla="*/ 96 h 240"/>
                <a:gd name="T62" fmla="*/ 90 w 108"/>
                <a:gd name="T63" fmla="*/ 90 h 240"/>
                <a:gd name="T64" fmla="*/ 90 w 108"/>
                <a:gd name="T65" fmla="*/ 84 h 240"/>
                <a:gd name="T66" fmla="*/ 96 w 108"/>
                <a:gd name="T67" fmla="*/ 72 h 240"/>
                <a:gd name="T68" fmla="*/ 96 w 108"/>
                <a:gd name="T69" fmla="*/ 66 h 240"/>
                <a:gd name="T70" fmla="*/ 102 w 108"/>
                <a:gd name="T71" fmla="*/ 60 h 240"/>
                <a:gd name="T72" fmla="*/ 102 w 108"/>
                <a:gd name="T73" fmla="*/ 48 h 240"/>
                <a:gd name="T74" fmla="*/ 108 w 108"/>
                <a:gd name="T75" fmla="*/ 36 h 240"/>
                <a:gd name="T76" fmla="*/ 108 w 108"/>
                <a:gd name="T77" fmla="*/ 18 h 240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08"/>
                <a:gd name="T118" fmla="*/ 0 h 240"/>
                <a:gd name="T119" fmla="*/ 108 w 108"/>
                <a:gd name="T120" fmla="*/ 240 h 240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08" h="240">
                  <a:moveTo>
                    <a:pt x="0" y="240"/>
                  </a:moveTo>
                  <a:lnTo>
                    <a:pt x="0" y="234"/>
                  </a:lnTo>
                  <a:lnTo>
                    <a:pt x="6" y="234"/>
                  </a:lnTo>
                  <a:lnTo>
                    <a:pt x="6" y="228"/>
                  </a:lnTo>
                  <a:lnTo>
                    <a:pt x="12" y="222"/>
                  </a:lnTo>
                  <a:lnTo>
                    <a:pt x="12" y="216"/>
                  </a:lnTo>
                  <a:lnTo>
                    <a:pt x="18" y="216"/>
                  </a:lnTo>
                  <a:lnTo>
                    <a:pt x="18" y="210"/>
                  </a:lnTo>
                  <a:lnTo>
                    <a:pt x="24" y="204"/>
                  </a:lnTo>
                  <a:lnTo>
                    <a:pt x="24" y="198"/>
                  </a:lnTo>
                  <a:lnTo>
                    <a:pt x="30" y="198"/>
                  </a:lnTo>
                  <a:lnTo>
                    <a:pt x="30" y="192"/>
                  </a:lnTo>
                  <a:lnTo>
                    <a:pt x="36" y="192"/>
                  </a:lnTo>
                  <a:lnTo>
                    <a:pt x="36" y="186"/>
                  </a:lnTo>
                  <a:lnTo>
                    <a:pt x="42" y="180"/>
                  </a:lnTo>
                  <a:lnTo>
                    <a:pt x="42" y="174"/>
                  </a:lnTo>
                  <a:lnTo>
                    <a:pt x="48" y="168"/>
                  </a:lnTo>
                  <a:lnTo>
                    <a:pt x="48" y="162"/>
                  </a:lnTo>
                  <a:lnTo>
                    <a:pt x="54" y="162"/>
                  </a:lnTo>
                  <a:lnTo>
                    <a:pt x="54" y="156"/>
                  </a:lnTo>
                  <a:lnTo>
                    <a:pt x="60" y="150"/>
                  </a:lnTo>
                  <a:lnTo>
                    <a:pt x="60" y="144"/>
                  </a:lnTo>
                  <a:lnTo>
                    <a:pt x="66" y="144"/>
                  </a:lnTo>
                  <a:lnTo>
                    <a:pt x="66" y="138"/>
                  </a:lnTo>
                  <a:lnTo>
                    <a:pt x="66" y="132"/>
                  </a:lnTo>
                  <a:lnTo>
                    <a:pt x="72" y="126"/>
                  </a:lnTo>
                  <a:lnTo>
                    <a:pt x="72" y="120"/>
                  </a:lnTo>
                  <a:lnTo>
                    <a:pt x="78" y="120"/>
                  </a:lnTo>
                  <a:lnTo>
                    <a:pt x="78" y="114"/>
                  </a:lnTo>
                  <a:lnTo>
                    <a:pt x="78" y="108"/>
                  </a:lnTo>
                  <a:lnTo>
                    <a:pt x="84" y="108"/>
                  </a:lnTo>
                  <a:lnTo>
                    <a:pt x="84" y="102"/>
                  </a:lnTo>
                  <a:lnTo>
                    <a:pt x="84" y="96"/>
                  </a:lnTo>
                  <a:lnTo>
                    <a:pt x="90" y="90"/>
                  </a:lnTo>
                  <a:lnTo>
                    <a:pt x="90" y="84"/>
                  </a:lnTo>
                  <a:lnTo>
                    <a:pt x="90" y="78"/>
                  </a:lnTo>
                  <a:lnTo>
                    <a:pt x="96" y="72"/>
                  </a:lnTo>
                  <a:lnTo>
                    <a:pt x="96" y="66"/>
                  </a:lnTo>
                  <a:lnTo>
                    <a:pt x="96" y="60"/>
                  </a:lnTo>
                  <a:lnTo>
                    <a:pt x="102" y="60"/>
                  </a:lnTo>
                  <a:lnTo>
                    <a:pt x="102" y="54"/>
                  </a:lnTo>
                  <a:lnTo>
                    <a:pt x="102" y="48"/>
                  </a:lnTo>
                  <a:lnTo>
                    <a:pt x="102" y="42"/>
                  </a:lnTo>
                  <a:lnTo>
                    <a:pt x="108" y="36"/>
                  </a:lnTo>
                  <a:lnTo>
                    <a:pt x="108" y="24"/>
                  </a:lnTo>
                  <a:lnTo>
                    <a:pt x="108" y="18"/>
                  </a:lnTo>
                  <a:lnTo>
                    <a:pt x="108" y="0"/>
                  </a:lnTo>
                </a:path>
              </a:pathLst>
            </a:custGeom>
            <a:noFill/>
            <a:ln w="25400">
              <a:solidFill>
                <a:srgbClr val="FF00FF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b="1"/>
            </a:p>
          </p:txBody>
        </p:sp>
      </p:grpSp>
      <p:grpSp>
        <p:nvGrpSpPr>
          <p:cNvPr id="72" name="Group 44"/>
          <p:cNvGrpSpPr/>
          <p:nvPr/>
        </p:nvGrpSpPr>
        <p:grpSpPr bwMode="auto">
          <a:xfrm>
            <a:off x="9132888" y="4627092"/>
            <a:ext cx="519112" cy="1452562"/>
            <a:chOff x="2298" y="2340"/>
            <a:chExt cx="468" cy="1308"/>
          </a:xfrm>
        </p:grpSpPr>
        <p:sp>
          <p:nvSpPr>
            <p:cNvPr id="73" name="Freeform 45"/>
            <p:cNvSpPr/>
            <p:nvPr/>
          </p:nvSpPr>
          <p:spPr bwMode="auto">
            <a:xfrm>
              <a:off x="2298" y="2454"/>
              <a:ext cx="360" cy="528"/>
            </a:xfrm>
            <a:custGeom>
              <a:avLst/>
              <a:gdLst>
                <a:gd name="T0" fmla="*/ 6 w 360"/>
                <a:gd name="T1" fmla="*/ 486 h 528"/>
                <a:gd name="T2" fmla="*/ 12 w 360"/>
                <a:gd name="T3" fmla="*/ 462 h 528"/>
                <a:gd name="T4" fmla="*/ 18 w 360"/>
                <a:gd name="T5" fmla="*/ 444 h 528"/>
                <a:gd name="T6" fmla="*/ 24 w 360"/>
                <a:gd name="T7" fmla="*/ 426 h 528"/>
                <a:gd name="T8" fmla="*/ 30 w 360"/>
                <a:gd name="T9" fmla="*/ 408 h 528"/>
                <a:gd name="T10" fmla="*/ 42 w 360"/>
                <a:gd name="T11" fmla="*/ 396 h 528"/>
                <a:gd name="T12" fmla="*/ 48 w 360"/>
                <a:gd name="T13" fmla="*/ 384 h 528"/>
                <a:gd name="T14" fmla="*/ 54 w 360"/>
                <a:gd name="T15" fmla="*/ 372 h 528"/>
                <a:gd name="T16" fmla="*/ 60 w 360"/>
                <a:gd name="T17" fmla="*/ 360 h 528"/>
                <a:gd name="T18" fmla="*/ 66 w 360"/>
                <a:gd name="T19" fmla="*/ 348 h 528"/>
                <a:gd name="T20" fmla="*/ 72 w 360"/>
                <a:gd name="T21" fmla="*/ 336 h 528"/>
                <a:gd name="T22" fmla="*/ 84 w 360"/>
                <a:gd name="T23" fmla="*/ 330 h 528"/>
                <a:gd name="T24" fmla="*/ 90 w 360"/>
                <a:gd name="T25" fmla="*/ 318 h 528"/>
                <a:gd name="T26" fmla="*/ 96 w 360"/>
                <a:gd name="T27" fmla="*/ 306 h 528"/>
                <a:gd name="T28" fmla="*/ 102 w 360"/>
                <a:gd name="T29" fmla="*/ 300 h 528"/>
                <a:gd name="T30" fmla="*/ 108 w 360"/>
                <a:gd name="T31" fmla="*/ 288 h 528"/>
                <a:gd name="T32" fmla="*/ 114 w 360"/>
                <a:gd name="T33" fmla="*/ 276 h 528"/>
                <a:gd name="T34" fmla="*/ 126 w 360"/>
                <a:gd name="T35" fmla="*/ 270 h 528"/>
                <a:gd name="T36" fmla="*/ 132 w 360"/>
                <a:gd name="T37" fmla="*/ 258 h 528"/>
                <a:gd name="T38" fmla="*/ 138 w 360"/>
                <a:gd name="T39" fmla="*/ 252 h 528"/>
                <a:gd name="T40" fmla="*/ 144 w 360"/>
                <a:gd name="T41" fmla="*/ 240 h 528"/>
                <a:gd name="T42" fmla="*/ 150 w 360"/>
                <a:gd name="T43" fmla="*/ 234 h 528"/>
                <a:gd name="T44" fmla="*/ 162 w 360"/>
                <a:gd name="T45" fmla="*/ 228 h 528"/>
                <a:gd name="T46" fmla="*/ 168 w 360"/>
                <a:gd name="T47" fmla="*/ 216 h 528"/>
                <a:gd name="T48" fmla="*/ 174 w 360"/>
                <a:gd name="T49" fmla="*/ 210 h 528"/>
                <a:gd name="T50" fmla="*/ 180 w 360"/>
                <a:gd name="T51" fmla="*/ 198 h 528"/>
                <a:gd name="T52" fmla="*/ 186 w 360"/>
                <a:gd name="T53" fmla="*/ 192 h 528"/>
                <a:gd name="T54" fmla="*/ 192 w 360"/>
                <a:gd name="T55" fmla="*/ 180 h 528"/>
                <a:gd name="T56" fmla="*/ 204 w 360"/>
                <a:gd name="T57" fmla="*/ 174 h 528"/>
                <a:gd name="T58" fmla="*/ 210 w 360"/>
                <a:gd name="T59" fmla="*/ 168 h 528"/>
                <a:gd name="T60" fmla="*/ 216 w 360"/>
                <a:gd name="T61" fmla="*/ 156 h 528"/>
                <a:gd name="T62" fmla="*/ 222 w 360"/>
                <a:gd name="T63" fmla="*/ 150 h 528"/>
                <a:gd name="T64" fmla="*/ 228 w 360"/>
                <a:gd name="T65" fmla="*/ 144 h 528"/>
                <a:gd name="T66" fmla="*/ 234 w 360"/>
                <a:gd name="T67" fmla="*/ 132 h 528"/>
                <a:gd name="T68" fmla="*/ 246 w 360"/>
                <a:gd name="T69" fmla="*/ 126 h 528"/>
                <a:gd name="T70" fmla="*/ 252 w 360"/>
                <a:gd name="T71" fmla="*/ 120 h 528"/>
                <a:gd name="T72" fmla="*/ 258 w 360"/>
                <a:gd name="T73" fmla="*/ 108 h 528"/>
                <a:gd name="T74" fmla="*/ 264 w 360"/>
                <a:gd name="T75" fmla="*/ 102 h 528"/>
                <a:gd name="T76" fmla="*/ 270 w 360"/>
                <a:gd name="T77" fmla="*/ 96 h 528"/>
                <a:gd name="T78" fmla="*/ 282 w 360"/>
                <a:gd name="T79" fmla="*/ 84 h 528"/>
                <a:gd name="T80" fmla="*/ 288 w 360"/>
                <a:gd name="T81" fmla="*/ 78 h 528"/>
                <a:gd name="T82" fmla="*/ 294 w 360"/>
                <a:gd name="T83" fmla="*/ 72 h 528"/>
                <a:gd name="T84" fmla="*/ 300 w 360"/>
                <a:gd name="T85" fmla="*/ 66 h 528"/>
                <a:gd name="T86" fmla="*/ 306 w 360"/>
                <a:gd name="T87" fmla="*/ 54 h 528"/>
                <a:gd name="T88" fmla="*/ 312 w 360"/>
                <a:gd name="T89" fmla="*/ 48 h 528"/>
                <a:gd name="T90" fmla="*/ 324 w 360"/>
                <a:gd name="T91" fmla="*/ 42 h 528"/>
                <a:gd name="T92" fmla="*/ 330 w 360"/>
                <a:gd name="T93" fmla="*/ 30 h 528"/>
                <a:gd name="T94" fmla="*/ 336 w 360"/>
                <a:gd name="T95" fmla="*/ 24 h 528"/>
                <a:gd name="T96" fmla="*/ 342 w 360"/>
                <a:gd name="T97" fmla="*/ 18 h 528"/>
                <a:gd name="T98" fmla="*/ 348 w 360"/>
                <a:gd name="T99" fmla="*/ 12 h 528"/>
                <a:gd name="T100" fmla="*/ 354 w 360"/>
                <a:gd name="T101" fmla="*/ 0 h 52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360"/>
                <a:gd name="T154" fmla="*/ 0 h 528"/>
                <a:gd name="T155" fmla="*/ 360 w 360"/>
                <a:gd name="T156" fmla="*/ 528 h 52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360" h="528">
                  <a:moveTo>
                    <a:pt x="0" y="528"/>
                  </a:moveTo>
                  <a:lnTo>
                    <a:pt x="0" y="510"/>
                  </a:lnTo>
                  <a:lnTo>
                    <a:pt x="0" y="504"/>
                  </a:lnTo>
                  <a:lnTo>
                    <a:pt x="0" y="492"/>
                  </a:lnTo>
                  <a:lnTo>
                    <a:pt x="6" y="486"/>
                  </a:lnTo>
                  <a:lnTo>
                    <a:pt x="6" y="480"/>
                  </a:lnTo>
                  <a:lnTo>
                    <a:pt x="6" y="474"/>
                  </a:lnTo>
                  <a:lnTo>
                    <a:pt x="6" y="468"/>
                  </a:lnTo>
                  <a:lnTo>
                    <a:pt x="12" y="468"/>
                  </a:lnTo>
                  <a:lnTo>
                    <a:pt x="12" y="462"/>
                  </a:lnTo>
                  <a:lnTo>
                    <a:pt x="12" y="456"/>
                  </a:lnTo>
                  <a:lnTo>
                    <a:pt x="18" y="450"/>
                  </a:lnTo>
                  <a:lnTo>
                    <a:pt x="18" y="444"/>
                  </a:lnTo>
                  <a:lnTo>
                    <a:pt x="18" y="438"/>
                  </a:lnTo>
                  <a:lnTo>
                    <a:pt x="24" y="432"/>
                  </a:lnTo>
                  <a:lnTo>
                    <a:pt x="24" y="426"/>
                  </a:lnTo>
                  <a:lnTo>
                    <a:pt x="24" y="420"/>
                  </a:lnTo>
                  <a:lnTo>
                    <a:pt x="30" y="420"/>
                  </a:lnTo>
                  <a:lnTo>
                    <a:pt x="30" y="414"/>
                  </a:lnTo>
                  <a:lnTo>
                    <a:pt x="30" y="408"/>
                  </a:lnTo>
                  <a:lnTo>
                    <a:pt x="36" y="408"/>
                  </a:lnTo>
                  <a:lnTo>
                    <a:pt x="36" y="402"/>
                  </a:lnTo>
                  <a:lnTo>
                    <a:pt x="42" y="396"/>
                  </a:lnTo>
                  <a:lnTo>
                    <a:pt x="42" y="390"/>
                  </a:lnTo>
                  <a:lnTo>
                    <a:pt x="48" y="384"/>
                  </a:lnTo>
                  <a:lnTo>
                    <a:pt x="48" y="378"/>
                  </a:lnTo>
                  <a:lnTo>
                    <a:pt x="54" y="372"/>
                  </a:lnTo>
                  <a:lnTo>
                    <a:pt x="54" y="366"/>
                  </a:lnTo>
                  <a:lnTo>
                    <a:pt x="60" y="366"/>
                  </a:lnTo>
                  <a:lnTo>
                    <a:pt x="60" y="360"/>
                  </a:lnTo>
                  <a:lnTo>
                    <a:pt x="66" y="354"/>
                  </a:lnTo>
                  <a:lnTo>
                    <a:pt x="66" y="348"/>
                  </a:lnTo>
                  <a:lnTo>
                    <a:pt x="72" y="342"/>
                  </a:lnTo>
                  <a:lnTo>
                    <a:pt x="72" y="336"/>
                  </a:lnTo>
                  <a:lnTo>
                    <a:pt x="78" y="336"/>
                  </a:lnTo>
                  <a:lnTo>
                    <a:pt x="78" y="330"/>
                  </a:lnTo>
                  <a:lnTo>
                    <a:pt x="84" y="330"/>
                  </a:lnTo>
                  <a:lnTo>
                    <a:pt x="84" y="324"/>
                  </a:lnTo>
                  <a:lnTo>
                    <a:pt x="90" y="318"/>
                  </a:lnTo>
                  <a:lnTo>
                    <a:pt x="90" y="312"/>
                  </a:lnTo>
                  <a:lnTo>
                    <a:pt x="96" y="312"/>
                  </a:lnTo>
                  <a:lnTo>
                    <a:pt x="96" y="306"/>
                  </a:lnTo>
                  <a:lnTo>
                    <a:pt x="102" y="300"/>
                  </a:lnTo>
                  <a:lnTo>
                    <a:pt x="102" y="294"/>
                  </a:lnTo>
                  <a:lnTo>
                    <a:pt x="108" y="294"/>
                  </a:lnTo>
                  <a:lnTo>
                    <a:pt x="108" y="288"/>
                  </a:lnTo>
                  <a:lnTo>
                    <a:pt x="114" y="288"/>
                  </a:lnTo>
                  <a:lnTo>
                    <a:pt x="114" y="282"/>
                  </a:lnTo>
                  <a:lnTo>
                    <a:pt x="114" y="276"/>
                  </a:lnTo>
                  <a:lnTo>
                    <a:pt x="120" y="276"/>
                  </a:lnTo>
                  <a:lnTo>
                    <a:pt x="120" y="270"/>
                  </a:lnTo>
                  <a:lnTo>
                    <a:pt x="126" y="270"/>
                  </a:lnTo>
                  <a:lnTo>
                    <a:pt x="126" y="264"/>
                  </a:lnTo>
                  <a:lnTo>
                    <a:pt x="132" y="264"/>
                  </a:lnTo>
                  <a:lnTo>
                    <a:pt x="132" y="258"/>
                  </a:lnTo>
                  <a:lnTo>
                    <a:pt x="138" y="258"/>
                  </a:lnTo>
                  <a:lnTo>
                    <a:pt x="138" y="252"/>
                  </a:lnTo>
                  <a:lnTo>
                    <a:pt x="138" y="246"/>
                  </a:lnTo>
                  <a:lnTo>
                    <a:pt x="144" y="246"/>
                  </a:lnTo>
                  <a:lnTo>
                    <a:pt x="144" y="240"/>
                  </a:lnTo>
                  <a:lnTo>
                    <a:pt x="150" y="240"/>
                  </a:lnTo>
                  <a:lnTo>
                    <a:pt x="150" y="234"/>
                  </a:lnTo>
                  <a:lnTo>
                    <a:pt x="156" y="234"/>
                  </a:lnTo>
                  <a:lnTo>
                    <a:pt x="156" y="228"/>
                  </a:lnTo>
                  <a:lnTo>
                    <a:pt x="162" y="228"/>
                  </a:lnTo>
                  <a:lnTo>
                    <a:pt x="162" y="222"/>
                  </a:lnTo>
                  <a:lnTo>
                    <a:pt x="162" y="216"/>
                  </a:lnTo>
                  <a:lnTo>
                    <a:pt x="168" y="216"/>
                  </a:lnTo>
                  <a:lnTo>
                    <a:pt x="168" y="210"/>
                  </a:lnTo>
                  <a:lnTo>
                    <a:pt x="174" y="210"/>
                  </a:lnTo>
                  <a:lnTo>
                    <a:pt x="174" y="204"/>
                  </a:lnTo>
                  <a:lnTo>
                    <a:pt x="180" y="204"/>
                  </a:lnTo>
                  <a:lnTo>
                    <a:pt x="180" y="198"/>
                  </a:lnTo>
                  <a:lnTo>
                    <a:pt x="186" y="198"/>
                  </a:lnTo>
                  <a:lnTo>
                    <a:pt x="186" y="192"/>
                  </a:lnTo>
                  <a:lnTo>
                    <a:pt x="192" y="186"/>
                  </a:lnTo>
                  <a:lnTo>
                    <a:pt x="192" y="180"/>
                  </a:lnTo>
                  <a:lnTo>
                    <a:pt x="198" y="180"/>
                  </a:lnTo>
                  <a:lnTo>
                    <a:pt x="198" y="174"/>
                  </a:lnTo>
                  <a:lnTo>
                    <a:pt x="204" y="174"/>
                  </a:lnTo>
                  <a:lnTo>
                    <a:pt x="204" y="168"/>
                  </a:lnTo>
                  <a:lnTo>
                    <a:pt x="210" y="168"/>
                  </a:lnTo>
                  <a:lnTo>
                    <a:pt x="210" y="162"/>
                  </a:lnTo>
                  <a:lnTo>
                    <a:pt x="216" y="162"/>
                  </a:lnTo>
                  <a:lnTo>
                    <a:pt x="216" y="156"/>
                  </a:lnTo>
                  <a:lnTo>
                    <a:pt x="222" y="156"/>
                  </a:lnTo>
                  <a:lnTo>
                    <a:pt x="222" y="150"/>
                  </a:lnTo>
                  <a:lnTo>
                    <a:pt x="228" y="144"/>
                  </a:lnTo>
                  <a:lnTo>
                    <a:pt x="234" y="138"/>
                  </a:lnTo>
                  <a:lnTo>
                    <a:pt x="234" y="132"/>
                  </a:lnTo>
                  <a:lnTo>
                    <a:pt x="240" y="132"/>
                  </a:lnTo>
                  <a:lnTo>
                    <a:pt x="240" y="126"/>
                  </a:lnTo>
                  <a:lnTo>
                    <a:pt x="246" y="126"/>
                  </a:lnTo>
                  <a:lnTo>
                    <a:pt x="246" y="120"/>
                  </a:lnTo>
                  <a:lnTo>
                    <a:pt x="252" y="120"/>
                  </a:lnTo>
                  <a:lnTo>
                    <a:pt x="252" y="114"/>
                  </a:lnTo>
                  <a:lnTo>
                    <a:pt x="258" y="114"/>
                  </a:lnTo>
                  <a:lnTo>
                    <a:pt x="258" y="108"/>
                  </a:lnTo>
                  <a:lnTo>
                    <a:pt x="264" y="108"/>
                  </a:lnTo>
                  <a:lnTo>
                    <a:pt x="264" y="102"/>
                  </a:lnTo>
                  <a:lnTo>
                    <a:pt x="270" y="96"/>
                  </a:lnTo>
                  <a:lnTo>
                    <a:pt x="276" y="90"/>
                  </a:lnTo>
                  <a:lnTo>
                    <a:pt x="282" y="84"/>
                  </a:lnTo>
                  <a:lnTo>
                    <a:pt x="282" y="78"/>
                  </a:lnTo>
                  <a:lnTo>
                    <a:pt x="288" y="78"/>
                  </a:lnTo>
                  <a:lnTo>
                    <a:pt x="288" y="72"/>
                  </a:lnTo>
                  <a:lnTo>
                    <a:pt x="294" y="72"/>
                  </a:lnTo>
                  <a:lnTo>
                    <a:pt x="294" y="66"/>
                  </a:lnTo>
                  <a:lnTo>
                    <a:pt x="300" y="66"/>
                  </a:lnTo>
                  <a:lnTo>
                    <a:pt x="300" y="60"/>
                  </a:lnTo>
                  <a:lnTo>
                    <a:pt x="306" y="60"/>
                  </a:lnTo>
                  <a:lnTo>
                    <a:pt x="306" y="54"/>
                  </a:lnTo>
                  <a:lnTo>
                    <a:pt x="312" y="54"/>
                  </a:lnTo>
                  <a:lnTo>
                    <a:pt x="312" y="48"/>
                  </a:lnTo>
                  <a:lnTo>
                    <a:pt x="318" y="48"/>
                  </a:lnTo>
                  <a:lnTo>
                    <a:pt x="318" y="42"/>
                  </a:lnTo>
                  <a:lnTo>
                    <a:pt x="324" y="42"/>
                  </a:lnTo>
                  <a:lnTo>
                    <a:pt x="324" y="36"/>
                  </a:lnTo>
                  <a:lnTo>
                    <a:pt x="330" y="36"/>
                  </a:lnTo>
                  <a:lnTo>
                    <a:pt x="330" y="30"/>
                  </a:lnTo>
                  <a:lnTo>
                    <a:pt x="336" y="24"/>
                  </a:lnTo>
                  <a:lnTo>
                    <a:pt x="342" y="18"/>
                  </a:lnTo>
                  <a:lnTo>
                    <a:pt x="348" y="12"/>
                  </a:lnTo>
                  <a:lnTo>
                    <a:pt x="348" y="6"/>
                  </a:lnTo>
                  <a:lnTo>
                    <a:pt x="354" y="6"/>
                  </a:lnTo>
                  <a:lnTo>
                    <a:pt x="354" y="0"/>
                  </a:lnTo>
                  <a:lnTo>
                    <a:pt x="360" y="0"/>
                  </a:lnTo>
                </a:path>
              </a:pathLst>
            </a:custGeom>
            <a:noFill/>
            <a:ln w="25400">
              <a:solidFill>
                <a:srgbClr val="FF00FF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74" name="Freeform 46"/>
            <p:cNvSpPr/>
            <p:nvPr/>
          </p:nvSpPr>
          <p:spPr bwMode="auto">
            <a:xfrm>
              <a:off x="2658" y="2340"/>
              <a:ext cx="108" cy="114"/>
            </a:xfrm>
            <a:custGeom>
              <a:avLst/>
              <a:gdLst>
                <a:gd name="T0" fmla="*/ 0 w 108"/>
                <a:gd name="T1" fmla="*/ 114 h 114"/>
                <a:gd name="T2" fmla="*/ 0 w 108"/>
                <a:gd name="T3" fmla="*/ 108 h 114"/>
                <a:gd name="T4" fmla="*/ 6 w 108"/>
                <a:gd name="T5" fmla="*/ 108 h 114"/>
                <a:gd name="T6" fmla="*/ 6 w 108"/>
                <a:gd name="T7" fmla="*/ 102 h 114"/>
                <a:gd name="T8" fmla="*/ 12 w 108"/>
                <a:gd name="T9" fmla="*/ 102 h 114"/>
                <a:gd name="T10" fmla="*/ 12 w 108"/>
                <a:gd name="T11" fmla="*/ 96 h 114"/>
                <a:gd name="T12" fmla="*/ 18 w 108"/>
                <a:gd name="T13" fmla="*/ 96 h 114"/>
                <a:gd name="T14" fmla="*/ 18 w 108"/>
                <a:gd name="T15" fmla="*/ 90 h 114"/>
                <a:gd name="T16" fmla="*/ 24 w 108"/>
                <a:gd name="T17" fmla="*/ 90 h 114"/>
                <a:gd name="T18" fmla="*/ 24 w 108"/>
                <a:gd name="T19" fmla="*/ 84 h 114"/>
                <a:gd name="T20" fmla="*/ 30 w 108"/>
                <a:gd name="T21" fmla="*/ 84 h 114"/>
                <a:gd name="T22" fmla="*/ 30 w 108"/>
                <a:gd name="T23" fmla="*/ 78 h 114"/>
                <a:gd name="T24" fmla="*/ 36 w 108"/>
                <a:gd name="T25" fmla="*/ 78 h 114"/>
                <a:gd name="T26" fmla="*/ 36 w 108"/>
                <a:gd name="T27" fmla="*/ 72 h 114"/>
                <a:gd name="T28" fmla="*/ 36 w 108"/>
                <a:gd name="T29" fmla="*/ 72 h 114"/>
                <a:gd name="T30" fmla="*/ 42 w 108"/>
                <a:gd name="T31" fmla="*/ 66 h 114"/>
                <a:gd name="T32" fmla="*/ 42 w 108"/>
                <a:gd name="T33" fmla="*/ 66 h 114"/>
                <a:gd name="T34" fmla="*/ 48 w 108"/>
                <a:gd name="T35" fmla="*/ 60 h 114"/>
                <a:gd name="T36" fmla="*/ 48 w 108"/>
                <a:gd name="T37" fmla="*/ 60 h 114"/>
                <a:gd name="T38" fmla="*/ 54 w 108"/>
                <a:gd name="T39" fmla="*/ 54 h 114"/>
                <a:gd name="T40" fmla="*/ 54 w 108"/>
                <a:gd name="T41" fmla="*/ 54 h 114"/>
                <a:gd name="T42" fmla="*/ 60 w 108"/>
                <a:gd name="T43" fmla="*/ 48 h 114"/>
                <a:gd name="T44" fmla="*/ 60 w 108"/>
                <a:gd name="T45" fmla="*/ 48 h 114"/>
                <a:gd name="T46" fmla="*/ 66 w 108"/>
                <a:gd name="T47" fmla="*/ 42 h 114"/>
                <a:gd name="T48" fmla="*/ 66 w 108"/>
                <a:gd name="T49" fmla="*/ 42 h 114"/>
                <a:gd name="T50" fmla="*/ 72 w 108"/>
                <a:gd name="T51" fmla="*/ 36 h 114"/>
                <a:gd name="T52" fmla="*/ 72 w 108"/>
                <a:gd name="T53" fmla="*/ 36 h 114"/>
                <a:gd name="T54" fmla="*/ 78 w 108"/>
                <a:gd name="T55" fmla="*/ 30 h 114"/>
                <a:gd name="T56" fmla="*/ 78 w 108"/>
                <a:gd name="T57" fmla="*/ 30 h 114"/>
                <a:gd name="T58" fmla="*/ 84 w 108"/>
                <a:gd name="T59" fmla="*/ 24 h 114"/>
                <a:gd name="T60" fmla="*/ 84 w 108"/>
                <a:gd name="T61" fmla="*/ 24 h 114"/>
                <a:gd name="T62" fmla="*/ 84 w 108"/>
                <a:gd name="T63" fmla="*/ 18 h 114"/>
                <a:gd name="T64" fmla="*/ 90 w 108"/>
                <a:gd name="T65" fmla="*/ 18 h 114"/>
                <a:gd name="T66" fmla="*/ 90 w 108"/>
                <a:gd name="T67" fmla="*/ 12 h 114"/>
                <a:gd name="T68" fmla="*/ 96 w 108"/>
                <a:gd name="T69" fmla="*/ 12 h 114"/>
                <a:gd name="T70" fmla="*/ 96 w 108"/>
                <a:gd name="T71" fmla="*/ 6 h 114"/>
                <a:gd name="T72" fmla="*/ 102 w 108"/>
                <a:gd name="T73" fmla="*/ 6 h 114"/>
                <a:gd name="T74" fmla="*/ 102 w 108"/>
                <a:gd name="T75" fmla="*/ 0 h 114"/>
                <a:gd name="T76" fmla="*/ 108 w 108"/>
                <a:gd name="T77" fmla="*/ 0 h 11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08"/>
                <a:gd name="T118" fmla="*/ 0 h 114"/>
                <a:gd name="T119" fmla="*/ 108 w 108"/>
                <a:gd name="T120" fmla="*/ 114 h 11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08" h="114">
                  <a:moveTo>
                    <a:pt x="0" y="114"/>
                  </a:moveTo>
                  <a:lnTo>
                    <a:pt x="0" y="114"/>
                  </a:lnTo>
                  <a:lnTo>
                    <a:pt x="0" y="108"/>
                  </a:lnTo>
                  <a:lnTo>
                    <a:pt x="6" y="108"/>
                  </a:lnTo>
                  <a:lnTo>
                    <a:pt x="6" y="102"/>
                  </a:lnTo>
                  <a:lnTo>
                    <a:pt x="12" y="102"/>
                  </a:lnTo>
                  <a:lnTo>
                    <a:pt x="12" y="96"/>
                  </a:lnTo>
                  <a:lnTo>
                    <a:pt x="18" y="96"/>
                  </a:lnTo>
                  <a:lnTo>
                    <a:pt x="18" y="90"/>
                  </a:lnTo>
                  <a:lnTo>
                    <a:pt x="24" y="90"/>
                  </a:lnTo>
                  <a:lnTo>
                    <a:pt x="24" y="84"/>
                  </a:lnTo>
                  <a:lnTo>
                    <a:pt x="30" y="84"/>
                  </a:lnTo>
                  <a:lnTo>
                    <a:pt x="30" y="78"/>
                  </a:lnTo>
                  <a:lnTo>
                    <a:pt x="36" y="78"/>
                  </a:lnTo>
                  <a:lnTo>
                    <a:pt x="36" y="72"/>
                  </a:lnTo>
                  <a:lnTo>
                    <a:pt x="42" y="72"/>
                  </a:lnTo>
                  <a:lnTo>
                    <a:pt x="42" y="66"/>
                  </a:lnTo>
                  <a:lnTo>
                    <a:pt x="48" y="66"/>
                  </a:lnTo>
                  <a:lnTo>
                    <a:pt x="48" y="60"/>
                  </a:lnTo>
                  <a:lnTo>
                    <a:pt x="54" y="60"/>
                  </a:lnTo>
                  <a:lnTo>
                    <a:pt x="54" y="54"/>
                  </a:lnTo>
                  <a:lnTo>
                    <a:pt x="60" y="54"/>
                  </a:lnTo>
                  <a:lnTo>
                    <a:pt x="60" y="48"/>
                  </a:lnTo>
                  <a:lnTo>
                    <a:pt x="66" y="42"/>
                  </a:lnTo>
                  <a:lnTo>
                    <a:pt x="72" y="36"/>
                  </a:lnTo>
                  <a:lnTo>
                    <a:pt x="78" y="30"/>
                  </a:lnTo>
                  <a:lnTo>
                    <a:pt x="84" y="24"/>
                  </a:lnTo>
                  <a:lnTo>
                    <a:pt x="84" y="18"/>
                  </a:lnTo>
                  <a:lnTo>
                    <a:pt x="90" y="18"/>
                  </a:lnTo>
                  <a:lnTo>
                    <a:pt x="90" y="12"/>
                  </a:lnTo>
                  <a:lnTo>
                    <a:pt x="96" y="12"/>
                  </a:lnTo>
                  <a:lnTo>
                    <a:pt x="96" y="6"/>
                  </a:lnTo>
                  <a:lnTo>
                    <a:pt x="102" y="6"/>
                  </a:lnTo>
                  <a:lnTo>
                    <a:pt x="102" y="0"/>
                  </a:lnTo>
                  <a:lnTo>
                    <a:pt x="108" y="0"/>
                  </a:lnTo>
                </a:path>
              </a:pathLst>
            </a:custGeom>
            <a:noFill/>
            <a:ln w="25400">
              <a:solidFill>
                <a:srgbClr val="FF00FF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75" name="Freeform 47"/>
            <p:cNvSpPr/>
            <p:nvPr/>
          </p:nvSpPr>
          <p:spPr bwMode="auto">
            <a:xfrm>
              <a:off x="2298" y="3006"/>
              <a:ext cx="360" cy="528"/>
            </a:xfrm>
            <a:custGeom>
              <a:avLst/>
              <a:gdLst>
                <a:gd name="T0" fmla="*/ 6 w 360"/>
                <a:gd name="T1" fmla="*/ 42 h 528"/>
                <a:gd name="T2" fmla="*/ 12 w 360"/>
                <a:gd name="T3" fmla="*/ 66 h 528"/>
                <a:gd name="T4" fmla="*/ 18 w 360"/>
                <a:gd name="T5" fmla="*/ 84 h 528"/>
                <a:gd name="T6" fmla="*/ 24 w 360"/>
                <a:gd name="T7" fmla="*/ 102 h 528"/>
                <a:gd name="T8" fmla="*/ 30 w 360"/>
                <a:gd name="T9" fmla="*/ 120 h 528"/>
                <a:gd name="T10" fmla="*/ 42 w 360"/>
                <a:gd name="T11" fmla="*/ 132 h 528"/>
                <a:gd name="T12" fmla="*/ 48 w 360"/>
                <a:gd name="T13" fmla="*/ 144 h 528"/>
                <a:gd name="T14" fmla="*/ 54 w 360"/>
                <a:gd name="T15" fmla="*/ 156 h 528"/>
                <a:gd name="T16" fmla="*/ 60 w 360"/>
                <a:gd name="T17" fmla="*/ 168 h 528"/>
                <a:gd name="T18" fmla="*/ 66 w 360"/>
                <a:gd name="T19" fmla="*/ 180 h 528"/>
                <a:gd name="T20" fmla="*/ 72 w 360"/>
                <a:gd name="T21" fmla="*/ 192 h 528"/>
                <a:gd name="T22" fmla="*/ 84 w 360"/>
                <a:gd name="T23" fmla="*/ 198 h 528"/>
                <a:gd name="T24" fmla="*/ 90 w 360"/>
                <a:gd name="T25" fmla="*/ 210 h 528"/>
                <a:gd name="T26" fmla="*/ 96 w 360"/>
                <a:gd name="T27" fmla="*/ 222 h 528"/>
                <a:gd name="T28" fmla="*/ 102 w 360"/>
                <a:gd name="T29" fmla="*/ 228 h 528"/>
                <a:gd name="T30" fmla="*/ 108 w 360"/>
                <a:gd name="T31" fmla="*/ 240 h 528"/>
                <a:gd name="T32" fmla="*/ 114 w 360"/>
                <a:gd name="T33" fmla="*/ 252 h 528"/>
                <a:gd name="T34" fmla="*/ 126 w 360"/>
                <a:gd name="T35" fmla="*/ 258 h 528"/>
                <a:gd name="T36" fmla="*/ 132 w 360"/>
                <a:gd name="T37" fmla="*/ 270 h 528"/>
                <a:gd name="T38" fmla="*/ 138 w 360"/>
                <a:gd name="T39" fmla="*/ 276 h 528"/>
                <a:gd name="T40" fmla="*/ 144 w 360"/>
                <a:gd name="T41" fmla="*/ 288 h 528"/>
                <a:gd name="T42" fmla="*/ 150 w 360"/>
                <a:gd name="T43" fmla="*/ 294 h 528"/>
                <a:gd name="T44" fmla="*/ 162 w 360"/>
                <a:gd name="T45" fmla="*/ 300 h 528"/>
                <a:gd name="T46" fmla="*/ 168 w 360"/>
                <a:gd name="T47" fmla="*/ 312 h 528"/>
                <a:gd name="T48" fmla="*/ 174 w 360"/>
                <a:gd name="T49" fmla="*/ 318 h 528"/>
                <a:gd name="T50" fmla="*/ 180 w 360"/>
                <a:gd name="T51" fmla="*/ 330 h 528"/>
                <a:gd name="T52" fmla="*/ 186 w 360"/>
                <a:gd name="T53" fmla="*/ 336 h 528"/>
                <a:gd name="T54" fmla="*/ 192 w 360"/>
                <a:gd name="T55" fmla="*/ 348 h 528"/>
                <a:gd name="T56" fmla="*/ 204 w 360"/>
                <a:gd name="T57" fmla="*/ 354 h 528"/>
                <a:gd name="T58" fmla="*/ 210 w 360"/>
                <a:gd name="T59" fmla="*/ 360 h 528"/>
                <a:gd name="T60" fmla="*/ 216 w 360"/>
                <a:gd name="T61" fmla="*/ 372 h 528"/>
                <a:gd name="T62" fmla="*/ 222 w 360"/>
                <a:gd name="T63" fmla="*/ 378 h 528"/>
                <a:gd name="T64" fmla="*/ 228 w 360"/>
                <a:gd name="T65" fmla="*/ 384 h 528"/>
                <a:gd name="T66" fmla="*/ 234 w 360"/>
                <a:gd name="T67" fmla="*/ 396 h 528"/>
                <a:gd name="T68" fmla="*/ 246 w 360"/>
                <a:gd name="T69" fmla="*/ 402 h 528"/>
                <a:gd name="T70" fmla="*/ 252 w 360"/>
                <a:gd name="T71" fmla="*/ 408 h 528"/>
                <a:gd name="T72" fmla="*/ 258 w 360"/>
                <a:gd name="T73" fmla="*/ 420 h 528"/>
                <a:gd name="T74" fmla="*/ 264 w 360"/>
                <a:gd name="T75" fmla="*/ 426 h 528"/>
                <a:gd name="T76" fmla="*/ 270 w 360"/>
                <a:gd name="T77" fmla="*/ 432 h 528"/>
                <a:gd name="T78" fmla="*/ 282 w 360"/>
                <a:gd name="T79" fmla="*/ 444 h 528"/>
                <a:gd name="T80" fmla="*/ 288 w 360"/>
                <a:gd name="T81" fmla="*/ 450 h 528"/>
                <a:gd name="T82" fmla="*/ 294 w 360"/>
                <a:gd name="T83" fmla="*/ 456 h 528"/>
                <a:gd name="T84" fmla="*/ 300 w 360"/>
                <a:gd name="T85" fmla="*/ 462 h 528"/>
                <a:gd name="T86" fmla="*/ 306 w 360"/>
                <a:gd name="T87" fmla="*/ 474 h 528"/>
                <a:gd name="T88" fmla="*/ 312 w 360"/>
                <a:gd name="T89" fmla="*/ 480 h 528"/>
                <a:gd name="T90" fmla="*/ 324 w 360"/>
                <a:gd name="T91" fmla="*/ 486 h 528"/>
                <a:gd name="T92" fmla="*/ 330 w 360"/>
                <a:gd name="T93" fmla="*/ 498 h 528"/>
                <a:gd name="T94" fmla="*/ 336 w 360"/>
                <a:gd name="T95" fmla="*/ 504 h 528"/>
                <a:gd name="T96" fmla="*/ 342 w 360"/>
                <a:gd name="T97" fmla="*/ 510 h 528"/>
                <a:gd name="T98" fmla="*/ 348 w 360"/>
                <a:gd name="T99" fmla="*/ 516 h 528"/>
                <a:gd name="T100" fmla="*/ 354 w 360"/>
                <a:gd name="T101" fmla="*/ 528 h 52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360"/>
                <a:gd name="T154" fmla="*/ 0 h 528"/>
                <a:gd name="T155" fmla="*/ 360 w 360"/>
                <a:gd name="T156" fmla="*/ 528 h 52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360" h="528">
                  <a:moveTo>
                    <a:pt x="0" y="0"/>
                  </a:moveTo>
                  <a:lnTo>
                    <a:pt x="0" y="18"/>
                  </a:lnTo>
                  <a:lnTo>
                    <a:pt x="0" y="24"/>
                  </a:lnTo>
                  <a:lnTo>
                    <a:pt x="0" y="36"/>
                  </a:lnTo>
                  <a:lnTo>
                    <a:pt x="6" y="42"/>
                  </a:lnTo>
                  <a:lnTo>
                    <a:pt x="6" y="48"/>
                  </a:lnTo>
                  <a:lnTo>
                    <a:pt x="6" y="54"/>
                  </a:lnTo>
                  <a:lnTo>
                    <a:pt x="6" y="60"/>
                  </a:lnTo>
                  <a:lnTo>
                    <a:pt x="12" y="60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8" y="78"/>
                  </a:lnTo>
                  <a:lnTo>
                    <a:pt x="18" y="84"/>
                  </a:lnTo>
                  <a:lnTo>
                    <a:pt x="18" y="90"/>
                  </a:lnTo>
                  <a:lnTo>
                    <a:pt x="24" y="96"/>
                  </a:lnTo>
                  <a:lnTo>
                    <a:pt x="24" y="102"/>
                  </a:lnTo>
                  <a:lnTo>
                    <a:pt x="24" y="108"/>
                  </a:lnTo>
                  <a:lnTo>
                    <a:pt x="30" y="108"/>
                  </a:lnTo>
                  <a:lnTo>
                    <a:pt x="30" y="114"/>
                  </a:lnTo>
                  <a:lnTo>
                    <a:pt x="30" y="120"/>
                  </a:lnTo>
                  <a:lnTo>
                    <a:pt x="36" y="120"/>
                  </a:lnTo>
                  <a:lnTo>
                    <a:pt x="36" y="126"/>
                  </a:lnTo>
                  <a:lnTo>
                    <a:pt x="42" y="132"/>
                  </a:lnTo>
                  <a:lnTo>
                    <a:pt x="42" y="138"/>
                  </a:lnTo>
                  <a:lnTo>
                    <a:pt x="48" y="144"/>
                  </a:lnTo>
                  <a:lnTo>
                    <a:pt x="48" y="150"/>
                  </a:lnTo>
                  <a:lnTo>
                    <a:pt x="54" y="156"/>
                  </a:lnTo>
                  <a:lnTo>
                    <a:pt x="54" y="162"/>
                  </a:lnTo>
                  <a:lnTo>
                    <a:pt x="60" y="162"/>
                  </a:lnTo>
                  <a:lnTo>
                    <a:pt x="60" y="168"/>
                  </a:lnTo>
                  <a:lnTo>
                    <a:pt x="66" y="174"/>
                  </a:lnTo>
                  <a:lnTo>
                    <a:pt x="66" y="180"/>
                  </a:lnTo>
                  <a:lnTo>
                    <a:pt x="72" y="186"/>
                  </a:lnTo>
                  <a:lnTo>
                    <a:pt x="72" y="192"/>
                  </a:lnTo>
                  <a:lnTo>
                    <a:pt x="78" y="192"/>
                  </a:lnTo>
                  <a:lnTo>
                    <a:pt x="78" y="198"/>
                  </a:lnTo>
                  <a:lnTo>
                    <a:pt x="84" y="198"/>
                  </a:lnTo>
                  <a:lnTo>
                    <a:pt x="84" y="204"/>
                  </a:lnTo>
                  <a:lnTo>
                    <a:pt x="90" y="210"/>
                  </a:lnTo>
                  <a:lnTo>
                    <a:pt x="90" y="216"/>
                  </a:lnTo>
                  <a:lnTo>
                    <a:pt x="96" y="216"/>
                  </a:lnTo>
                  <a:lnTo>
                    <a:pt x="96" y="222"/>
                  </a:lnTo>
                  <a:lnTo>
                    <a:pt x="102" y="228"/>
                  </a:lnTo>
                  <a:lnTo>
                    <a:pt x="102" y="234"/>
                  </a:lnTo>
                  <a:lnTo>
                    <a:pt x="108" y="234"/>
                  </a:lnTo>
                  <a:lnTo>
                    <a:pt x="108" y="240"/>
                  </a:lnTo>
                  <a:lnTo>
                    <a:pt x="114" y="240"/>
                  </a:lnTo>
                  <a:lnTo>
                    <a:pt x="114" y="246"/>
                  </a:lnTo>
                  <a:lnTo>
                    <a:pt x="114" y="252"/>
                  </a:lnTo>
                  <a:lnTo>
                    <a:pt x="120" y="252"/>
                  </a:lnTo>
                  <a:lnTo>
                    <a:pt x="120" y="258"/>
                  </a:lnTo>
                  <a:lnTo>
                    <a:pt x="126" y="258"/>
                  </a:lnTo>
                  <a:lnTo>
                    <a:pt x="126" y="264"/>
                  </a:lnTo>
                  <a:lnTo>
                    <a:pt x="132" y="264"/>
                  </a:lnTo>
                  <a:lnTo>
                    <a:pt x="132" y="270"/>
                  </a:lnTo>
                  <a:lnTo>
                    <a:pt x="138" y="270"/>
                  </a:lnTo>
                  <a:lnTo>
                    <a:pt x="138" y="276"/>
                  </a:lnTo>
                  <a:lnTo>
                    <a:pt x="138" y="282"/>
                  </a:lnTo>
                  <a:lnTo>
                    <a:pt x="144" y="282"/>
                  </a:lnTo>
                  <a:lnTo>
                    <a:pt x="144" y="288"/>
                  </a:lnTo>
                  <a:lnTo>
                    <a:pt x="150" y="288"/>
                  </a:lnTo>
                  <a:lnTo>
                    <a:pt x="150" y="294"/>
                  </a:lnTo>
                  <a:lnTo>
                    <a:pt x="156" y="294"/>
                  </a:lnTo>
                  <a:lnTo>
                    <a:pt x="156" y="300"/>
                  </a:lnTo>
                  <a:lnTo>
                    <a:pt x="162" y="300"/>
                  </a:lnTo>
                  <a:lnTo>
                    <a:pt x="162" y="306"/>
                  </a:lnTo>
                  <a:lnTo>
                    <a:pt x="162" y="312"/>
                  </a:lnTo>
                  <a:lnTo>
                    <a:pt x="168" y="312"/>
                  </a:lnTo>
                  <a:lnTo>
                    <a:pt x="168" y="318"/>
                  </a:lnTo>
                  <a:lnTo>
                    <a:pt x="174" y="318"/>
                  </a:lnTo>
                  <a:lnTo>
                    <a:pt x="174" y="324"/>
                  </a:lnTo>
                  <a:lnTo>
                    <a:pt x="180" y="324"/>
                  </a:lnTo>
                  <a:lnTo>
                    <a:pt x="180" y="330"/>
                  </a:lnTo>
                  <a:lnTo>
                    <a:pt x="186" y="330"/>
                  </a:lnTo>
                  <a:lnTo>
                    <a:pt x="186" y="336"/>
                  </a:lnTo>
                  <a:lnTo>
                    <a:pt x="192" y="342"/>
                  </a:lnTo>
                  <a:lnTo>
                    <a:pt x="192" y="348"/>
                  </a:lnTo>
                  <a:lnTo>
                    <a:pt x="198" y="348"/>
                  </a:lnTo>
                  <a:lnTo>
                    <a:pt x="198" y="354"/>
                  </a:lnTo>
                  <a:lnTo>
                    <a:pt x="204" y="354"/>
                  </a:lnTo>
                  <a:lnTo>
                    <a:pt x="204" y="360"/>
                  </a:lnTo>
                  <a:lnTo>
                    <a:pt x="210" y="360"/>
                  </a:lnTo>
                  <a:lnTo>
                    <a:pt x="210" y="366"/>
                  </a:lnTo>
                  <a:lnTo>
                    <a:pt x="216" y="366"/>
                  </a:lnTo>
                  <a:lnTo>
                    <a:pt x="216" y="372"/>
                  </a:lnTo>
                  <a:lnTo>
                    <a:pt x="222" y="372"/>
                  </a:lnTo>
                  <a:lnTo>
                    <a:pt x="222" y="378"/>
                  </a:lnTo>
                  <a:lnTo>
                    <a:pt x="228" y="384"/>
                  </a:lnTo>
                  <a:lnTo>
                    <a:pt x="234" y="390"/>
                  </a:lnTo>
                  <a:lnTo>
                    <a:pt x="234" y="396"/>
                  </a:lnTo>
                  <a:lnTo>
                    <a:pt x="240" y="396"/>
                  </a:lnTo>
                  <a:lnTo>
                    <a:pt x="240" y="402"/>
                  </a:lnTo>
                  <a:lnTo>
                    <a:pt x="246" y="402"/>
                  </a:lnTo>
                  <a:lnTo>
                    <a:pt x="246" y="408"/>
                  </a:lnTo>
                  <a:lnTo>
                    <a:pt x="252" y="408"/>
                  </a:lnTo>
                  <a:lnTo>
                    <a:pt x="252" y="414"/>
                  </a:lnTo>
                  <a:lnTo>
                    <a:pt x="258" y="414"/>
                  </a:lnTo>
                  <a:lnTo>
                    <a:pt x="258" y="420"/>
                  </a:lnTo>
                  <a:lnTo>
                    <a:pt x="264" y="420"/>
                  </a:lnTo>
                  <a:lnTo>
                    <a:pt x="264" y="426"/>
                  </a:lnTo>
                  <a:lnTo>
                    <a:pt x="270" y="432"/>
                  </a:lnTo>
                  <a:lnTo>
                    <a:pt x="276" y="438"/>
                  </a:lnTo>
                  <a:lnTo>
                    <a:pt x="282" y="444"/>
                  </a:lnTo>
                  <a:lnTo>
                    <a:pt x="282" y="450"/>
                  </a:lnTo>
                  <a:lnTo>
                    <a:pt x="288" y="450"/>
                  </a:lnTo>
                  <a:lnTo>
                    <a:pt x="288" y="456"/>
                  </a:lnTo>
                  <a:lnTo>
                    <a:pt x="294" y="456"/>
                  </a:lnTo>
                  <a:lnTo>
                    <a:pt x="294" y="462"/>
                  </a:lnTo>
                  <a:lnTo>
                    <a:pt x="300" y="462"/>
                  </a:lnTo>
                  <a:lnTo>
                    <a:pt x="300" y="468"/>
                  </a:lnTo>
                  <a:lnTo>
                    <a:pt x="306" y="468"/>
                  </a:lnTo>
                  <a:lnTo>
                    <a:pt x="306" y="474"/>
                  </a:lnTo>
                  <a:lnTo>
                    <a:pt x="312" y="474"/>
                  </a:lnTo>
                  <a:lnTo>
                    <a:pt x="312" y="480"/>
                  </a:lnTo>
                  <a:lnTo>
                    <a:pt x="318" y="480"/>
                  </a:lnTo>
                  <a:lnTo>
                    <a:pt x="318" y="486"/>
                  </a:lnTo>
                  <a:lnTo>
                    <a:pt x="324" y="486"/>
                  </a:lnTo>
                  <a:lnTo>
                    <a:pt x="324" y="492"/>
                  </a:lnTo>
                  <a:lnTo>
                    <a:pt x="330" y="492"/>
                  </a:lnTo>
                  <a:lnTo>
                    <a:pt x="330" y="498"/>
                  </a:lnTo>
                  <a:lnTo>
                    <a:pt x="336" y="504"/>
                  </a:lnTo>
                  <a:lnTo>
                    <a:pt x="342" y="510"/>
                  </a:lnTo>
                  <a:lnTo>
                    <a:pt x="348" y="516"/>
                  </a:lnTo>
                  <a:lnTo>
                    <a:pt x="348" y="522"/>
                  </a:lnTo>
                  <a:lnTo>
                    <a:pt x="354" y="522"/>
                  </a:lnTo>
                  <a:lnTo>
                    <a:pt x="354" y="528"/>
                  </a:lnTo>
                  <a:lnTo>
                    <a:pt x="360" y="528"/>
                  </a:lnTo>
                </a:path>
              </a:pathLst>
            </a:custGeom>
            <a:noFill/>
            <a:ln w="25400">
              <a:solidFill>
                <a:srgbClr val="FF00FF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76" name="Freeform 48"/>
            <p:cNvSpPr/>
            <p:nvPr/>
          </p:nvSpPr>
          <p:spPr bwMode="auto">
            <a:xfrm>
              <a:off x="2658" y="3534"/>
              <a:ext cx="108" cy="114"/>
            </a:xfrm>
            <a:custGeom>
              <a:avLst/>
              <a:gdLst>
                <a:gd name="T0" fmla="*/ 0 w 108"/>
                <a:gd name="T1" fmla="*/ 0 h 114"/>
                <a:gd name="T2" fmla="*/ 0 w 108"/>
                <a:gd name="T3" fmla="*/ 6 h 114"/>
                <a:gd name="T4" fmla="*/ 6 w 108"/>
                <a:gd name="T5" fmla="*/ 6 h 114"/>
                <a:gd name="T6" fmla="*/ 6 w 108"/>
                <a:gd name="T7" fmla="*/ 12 h 114"/>
                <a:gd name="T8" fmla="*/ 12 w 108"/>
                <a:gd name="T9" fmla="*/ 12 h 114"/>
                <a:gd name="T10" fmla="*/ 12 w 108"/>
                <a:gd name="T11" fmla="*/ 18 h 114"/>
                <a:gd name="T12" fmla="*/ 18 w 108"/>
                <a:gd name="T13" fmla="*/ 18 h 114"/>
                <a:gd name="T14" fmla="*/ 18 w 108"/>
                <a:gd name="T15" fmla="*/ 24 h 114"/>
                <a:gd name="T16" fmla="*/ 24 w 108"/>
                <a:gd name="T17" fmla="*/ 24 h 114"/>
                <a:gd name="T18" fmla="*/ 24 w 108"/>
                <a:gd name="T19" fmla="*/ 30 h 114"/>
                <a:gd name="T20" fmla="*/ 30 w 108"/>
                <a:gd name="T21" fmla="*/ 30 h 114"/>
                <a:gd name="T22" fmla="*/ 30 w 108"/>
                <a:gd name="T23" fmla="*/ 36 h 114"/>
                <a:gd name="T24" fmla="*/ 36 w 108"/>
                <a:gd name="T25" fmla="*/ 36 h 114"/>
                <a:gd name="T26" fmla="*/ 36 w 108"/>
                <a:gd name="T27" fmla="*/ 42 h 114"/>
                <a:gd name="T28" fmla="*/ 36 w 108"/>
                <a:gd name="T29" fmla="*/ 42 h 114"/>
                <a:gd name="T30" fmla="*/ 42 w 108"/>
                <a:gd name="T31" fmla="*/ 48 h 114"/>
                <a:gd name="T32" fmla="*/ 42 w 108"/>
                <a:gd name="T33" fmla="*/ 48 h 114"/>
                <a:gd name="T34" fmla="*/ 48 w 108"/>
                <a:gd name="T35" fmla="*/ 54 h 114"/>
                <a:gd name="T36" fmla="*/ 48 w 108"/>
                <a:gd name="T37" fmla="*/ 54 h 114"/>
                <a:gd name="T38" fmla="*/ 54 w 108"/>
                <a:gd name="T39" fmla="*/ 60 h 114"/>
                <a:gd name="T40" fmla="*/ 54 w 108"/>
                <a:gd name="T41" fmla="*/ 60 h 114"/>
                <a:gd name="T42" fmla="*/ 60 w 108"/>
                <a:gd name="T43" fmla="*/ 66 h 114"/>
                <a:gd name="T44" fmla="*/ 60 w 108"/>
                <a:gd name="T45" fmla="*/ 66 h 114"/>
                <a:gd name="T46" fmla="*/ 66 w 108"/>
                <a:gd name="T47" fmla="*/ 72 h 114"/>
                <a:gd name="T48" fmla="*/ 66 w 108"/>
                <a:gd name="T49" fmla="*/ 72 h 114"/>
                <a:gd name="T50" fmla="*/ 72 w 108"/>
                <a:gd name="T51" fmla="*/ 78 h 114"/>
                <a:gd name="T52" fmla="*/ 72 w 108"/>
                <a:gd name="T53" fmla="*/ 78 h 114"/>
                <a:gd name="T54" fmla="*/ 78 w 108"/>
                <a:gd name="T55" fmla="*/ 84 h 114"/>
                <a:gd name="T56" fmla="*/ 78 w 108"/>
                <a:gd name="T57" fmla="*/ 84 h 114"/>
                <a:gd name="T58" fmla="*/ 84 w 108"/>
                <a:gd name="T59" fmla="*/ 90 h 114"/>
                <a:gd name="T60" fmla="*/ 84 w 108"/>
                <a:gd name="T61" fmla="*/ 90 h 114"/>
                <a:gd name="T62" fmla="*/ 84 w 108"/>
                <a:gd name="T63" fmla="*/ 96 h 114"/>
                <a:gd name="T64" fmla="*/ 90 w 108"/>
                <a:gd name="T65" fmla="*/ 96 h 114"/>
                <a:gd name="T66" fmla="*/ 90 w 108"/>
                <a:gd name="T67" fmla="*/ 102 h 114"/>
                <a:gd name="T68" fmla="*/ 96 w 108"/>
                <a:gd name="T69" fmla="*/ 102 h 114"/>
                <a:gd name="T70" fmla="*/ 96 w 108"/>
                <a:gd name="T71" fmla="*/ 108 h 114"/>
                <a:gd name="T72" fmla="*/ 102 w 108"/>
                <a:gd name="T73" fmla="*/ 108 h 114"/>
                <a:gd name="T74" fmla="*/ 102 w 108"/>
                <a:gd name="T75" fmla="*/ 114 h 114"/>
                <a:gd name="T76" fmla="*/ 108 w 108"/>
                <a:gd name="T77" fmla="*/ 114 h 11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08"/>
                <a:gd name="T118" fmla="*/ 0 h 114"/>
                <a:gd name="T119" fmla="*/ 108 w 108"/>
                <a:gd name="T120" fmla="*/ 114 h 11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08" h="114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12"/>
                  </a:lnTo>
                  <a:lnTo>
                    <a:pt x="12" y="12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18" y="24"/>
                  </a:lnTo>
                  <a:lnTo>
                    <a:pt x="24" y="24"/>
                  </a:lnTo>
                  <a:lnTo>
                    <a:pt x="24" y="30"/>
                  </a:lnTo>
                  <a:lnTo>
                    <a:pt x="30" y="30"/>
                  </a:lnTo>
                  <a:lnTo>
                    <a:pt x="30" y="36"/>
                  </a:lnTo>
                  <a:lnTo>
                    <a:pt x="36" y="36"/>
                  </a:lnTo>
                  <a:lnTo>
                    <a:pt x="36" y="42"/>
                  </a:lnTo>
                  <a:lnTo>
                    <a:pt x="42" y="42"/>
                  </a:lnTo>
                  <a:lnTo>
                    <a:pt x="42" y="48"/>
                  </a:lnTo>
                  <a:lnTo>
                    <a:pt x="48" y="48"/>
                  </a:lnTo>
                  <a:lnTo>
                    <a:pt x="48" y="54"/>
                  </a:lnTo>
                  <a:lnTo>
                    <a:pt x="54" y="54"/>
                  </a:lnTo>
                  <a:lnTo>
                    <a:pt x="54" y="60"/>
                  </a:lnTo>
                  <a:lnTo>
                    <a:pt x="60" y="60"/>
                  </a:lnTo>
                  <a:lnTo>
                    <a:pt x="60" y="66"/>
                  </a:lnTo>
                  <a:lnTo>
                    <a:pt x="66" y="72"/>
                  </a:lnTo>
                  <a:lnTo>
                    <a:pt x="72" y="78"/>
                  </a:lnTo>
                  <a:lnTo>
                    <a:pt x="78" y="84"/>
                  </a:lnTo>
                  <a:lnTo>
                    <a:pt x="84" y="90"/>
                  </a:lnTo>
                  <a:lnTo>
                    <a:pt x="84" y="96"/>
                  </a:lnTo>
                  <a:lnTo>
                    <a:pt x="90" y="96"/>
                  </a:lnTo>
                  <a:lnTo>
                    <a:pt x="90" y="102"/>
                  </a:lnTo>
                  <a:lnTo>
                    <a:pt x="96" y="102"/>
                  </a:lnTo>
                  <a:lnTo>
                    <a:pt x="96" y="108"/>
                  </a:lnTo>
                  <a:lnTo>
                    <a:pt x="102" y="108"/>
                  </a:lnTo>
                  <a:lnTo>
                    <a:pt x="102" y="114"/>
                  </a:lnTo>
                  <a:lnTo>
                    <a:pt x="108" y="114"/>
                  </a:lnTo>
                </a:path>
              </a:pathLst>
            </a:custGeom>
            <a:noFill/>
            <a:ln w="25400">
              <a:solidFill>
                <a:srgbClr val="FF00FF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b="1"/>
            </a:p>
          </p:txBody>
        </p:sp>
      </p:grpSp>
      <p:sp>
        <p:nvSpPr>
          <p:cNvPr id="77" name="Line 49"/>
          <p:cNvSpPr>
            <a:spLocks noChangeShapeType="1"/>
          </p:cNvSpPr>
          <p:nvPr/>
        </p:nvSpPr>
        <p:spPr bwMode="auto">
          <a:xfrm flipV="1">
            <a:off x="8153400" y="4581054"/>
            <a:ext cx="1498600" cy="149860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</a:ln>
        </p:spPr>
        <p:txBody>
          <a:bodyPr/>
          <a:lstStyle/>
          <a:p>
            <a:endParaRPr lang="zh-CN" altLang="en-US" b="1"/>
          </a:p>
        </p:txBody>
      </p:sp>
      <p:sp>
        <p:nvSpPr>
          <p:cNvPr id="78" name="Line 50"/>
          <p:cNvSpPr>
            <a:spLocks noChangeShapeType="1"/>
          </p:cNvSpPr>
          <p:nvPr/>
        </p:nvSpPr>
        <p:spPr bwMode="auto">
          <a:xfrm>
            <a:off x="8086725" y="4581054"/>
            <a:ext cx="1565275" cy="1565275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</a:ln>
        </p:spPr>
        <p:txBody>
          <a:bodyPr/>
          <a:lstStyle/>
          <a:p>
            <a:endParaRPr lang="zh-CN" altLang="en-US" b="1"/>
          </a:p>
        </p:txBody>
      </p:sp>
      <p:grpSp>
        <p:nvGrpSpPr>
          <p:cNvPr id="79" name="Group 51"/>
          <p:cNvGrpSpPr/>
          <p:nvPr/>
        </p:nvGrpSpPr>
        <p:grpSpPr bwMode="auto">
          <a:xfrm>
            <a:off x="8001000" y="4428654"/>
            <a:ext cx="1804988" cy="1727200"/>
            <a:chOff x="3600" y="2688"/>
            <a:chExt cx="1137" cy="1088"/>
          </a:xfrm>
        </p:grpSpPr>
        <p:graphicFrame>
          <p:nvGraphicFramePr>
            <p:cNvPr id="80" name="Object 52"/>
            <p:cNvGraphicFramePr>
              <a:graphicFrameLocks noChangeAspect="1"/>
            </p:cNvGraphicFramePr>
            <p:nvPr/>
          </p:nvGraphicFramePr>
          <p:xfrm>
            <a:off x="4608" y="3312"/>
            <a:ext cx="129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790" name="Equation" r:id="rId27" imgW="5486400" imgH="5791200" progId="Equation.3">
                    <p:embed/>
                  </p:oleObj>
                </mc:Choice>
                <mc:Fallback>
                  <p:oleObj name="Equation" r:id="rId27" imgW="5486400" imgH="5791200" progId="Equation.3">
                    <p:embed/>
                    <p:pic>
                      <p:nvPicPr>
                        <p:cNvPr id="0" name="Object 5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4608" y="3312"/>
                          <a:ext cx="129" cy="13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" name="Object 53"/>
            <p:cNvGraphicFramePr>
              <a:graphicFrameLocks noChangeAspect="1"/>
            </p:cNvGraphicFramePr>
            <p:nvPr/>
          </p:nvGraphicFramePr>
          <p:xfrm>
            <a:off x="3936" y="2688"/>
            <a:ext cx="137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791" name="Equation" r:id="rId29" imgW="5791200" imgH="7620000" progId="Equation.3">
                    <p:embed/>
                  </p:oleObj>
                </mc:Choice>
                <mc:Fallback>
                  <p:oleObj name="Equation" r:id="rId29" imgW="5791200" imgH="7620000" progId="Equation.3">
                    <p:embed/>
                    <p:pic>
                      <p:nvPicPr>
                        <p:cNvPr id="0" name="Object 5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3936" y="2688"/>
                          <a:ext cx="137" cy="17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" name="Object 54"/>
            <p:cNvGraphicFramePr>
              <a:graphicFrameLocks noChangeAspect="1"/>
            </p:cNvGraphicFramePr>
            <p:nvPr/>
          </p:nvGraphicFramePr>
          <p:xfrm>
            <a:off x="4006" y="3272"/>
            <a:ext cx="122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792" name="Equation" r:id="rId31" imgW="5181600" imgH="5791200" progId="Equation.3">
                    <p:embed/>
                  </p:oleObj>
                </mc:Choice>
                <mc:Fallback>
                  <p:oleObj name="Equation" r:id="rId31" imgW="5181600" imgH="5791200" progId="Equation.3">
                    <p:embed/>
                    <p:pic>
                      <p:nvPicPr>
                        <p:cNvPr id="0" name="Object 5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4006" y="3272"/>
                          <a:ext cx="122" cy="13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" name="Line 55"/>
            <p:cNvSpPr>
              <a:spLocks noChangeShapeType="1"/>
            </p:cNvSpPr>
            <p:nvPr/>
          </p:nvSpPr>
          <p:spPr bwMode="auto">
            <a:xfrm>
              <a:off x="3600" y="3267"/>
              <a:ext cx="11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84" name="Line 56"/>
            <p:cNvSpPr>
              <a:spLocks noChangeShapeType="1"/>
            </p:cNvSpPr>
            <p:nvPr/>
          </p:nvSpPr>
          <p:spPr bwMode="auto">
            <a:xfrm flipV="1">
              <a:off x="4149" y="2688"/>
              <a:ext cx="1" cy="1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dvAuto="0" autoUpdateAnimBg="0" build="p"/>
      <p:bldP spid="33" grpId="0" autoUpdateAnimBg="0"/>
      <p:bldP spid="34" grpId="0" autoUpdateAnimBg="0"/>
      <p:bldP spid="36" grpId="0" autoUpdateAnimBg="0"/>
      <p:bldP spid="37" grpId="0" autoUpdateAnimBg="0"/>
      <p:bldP spid="38" grpId="0" autoUpdateAnimBg="0"/>
      <p:bldP spid="40" grpId="0" autoUpdateAnimBg="0"/>
      <p:bldP spid="42" grpId="0" autoUpdateAnimBg="0" build="p"/>
      <p:bldP spid="43" grpId="0" bldLvl="0" animBg="1"/>
      <p:bldP spid="44" grpId="0" bldLvl="0" animBg="1" autoUpdateAnimBg="0"/>
      <p:bldP spid="45" grpId="0" bldLvl="0" animBg="1"/>
      <p:bldP spid="77" grpId="0" bldLvl="0" animBg="1"/>
      <p:bldP spid="78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856538" y="2708275"/>
            <a:ext cx="2543175" cy="2266950"/>
          </a:xfrm>
          <a:prstGeom prst="rect">
            <a:avLst/>
          </a:prstGeom>
          <a:noFill/>
          <a:ln w="38100" cmpd="dbl">
            <a:solidFill>
              <a:srgbClr val="00CC99"/>
            </a:solidFill>
            <a:miter lim="800000"/>
            <a:headEnd/>
            <a:tailEnd/>
          </a:ln>
        </p:spPr>
      </p:pic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301750" y="83185"/>
            <a:ext cx="6406515" cy="6477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1.水平与铅直渐近线</a:t>
            </a:r>
            <a:endParaRPr kumimoji="0" lang="zh-CN" altLang="en-US" sz="3200" b="1" i="0" u="none" strike="noStrike" kern="1200" cap="none" spc="0" normalizeH="0" baseline="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492885" y="692026"/>
            <a:ext cx="7620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若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229100" y="692026"/>
            <a:ext cx="16002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则曲线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5435600" y="750228"/>
          <a:ext cx="1320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01" name="Equation" r:id="rId2" imgW="31699200" imgH="9753600" progId="Equation.3">
                  <p:embed/>
                </p:oleObj>
              </mc:Choice>
              <mc:Fallback>
                <p:oleObj name="Equation" r:id="rId2" imgW="31699200" imgH="9753600" progId="Equation.3">
                  <p:embed/>
                  <p:pic>
                    <p:nvPicPr>
                      <p:cNvPr id="0" name="Object 7"/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435600" y="750228"/>
                        <a:ext cx="13208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6705600" y="692026"/>
            <a:ext cx="26670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有水平渐近线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9028113" y="737111"/>
          <a:ext cx="894857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02" name="Equation" r:id="rId4" imgW="431800" imgH="203200" progId="Equation.3">
                  <p:embed/>
                </p:oleObj>
              </mc:Choice>
              <mc:Fallback>
                <p:oleObj name="Equation" r:id="rId4" imgW="431800" imgH="203200" progId="Equation.3">
                  <p:embed/>
                  <p:pic>
                    <p:nvPicPr>
                      <p:cNvPr id="0" name="Object 9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028113" y="737111"/>
                        <a:ext cx="894857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1492885" y="1843157"/>
            <a:ext cx="7620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charset="-122"/>
              </a:rPr>
              <a:t>若</a:t>
            </a:r>
            <a:endParaRPr kumimoji="1" lang="zh-CN" altLang="en-US" sz="2800" b="1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4305300" y="1846332"/>
            <a:ext cx="15240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则曲线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5537200" y="1875795"/>
          <a:ext cx="1320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03" name="Equation" r:id="rId6" imgW="31699200" imgH="9753600" progId="Equation.3">
                  <p:embed/>
                </p:oleObj>
              </mc:Choice>
              <mc:Fallback>
                <p:oleObj name="Equation" r:id="rId6" imgW="31699200" imgH="9753600" progId="Equation.3">
                  <p:embed/>
                  <p:pic>
                    <p:nvPicPr>
                      <p:cNvPr id="0" name="Object 14"/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537200" y="1875795"/>
                        <a:ext cx="13208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6756400" y="1846332"/>
            <a:ext cx="26670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有垂直渐近线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9028430" y="1882209"/>
          <a:ext cx="1016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04" name="Equation" r:id="rId7" imgW="24384000" imgH="10668000" progId="Equation.3">
                  <p:embed/>
                </p:oleObj>
              </mc:Choice>
              <mc:Fallback>
                <p:oleObj name="Equation" r:id="rId7" imgW="24384000" imgH="10668000" progId="Equation.3">
                  <p:embed/>
                  <p:pic>
                    <p:nvPicPr>
                      <p:cNvPr id="0" name="Object 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028430" y="1882209"/>
                        <a:ext cx="10160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1600260" y="3239577"/>
            <a:ext cx="23622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</a:rPr>
              <a:t>22.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charset="-122"/>
              </a:rPr>
              <a:t>求曲线</a:t>
            </a:r>
            <a:endParaRPr kumimoji="1" lang="zh-CN" altLang="en-US" sz="2800" b="1" dirty="0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3841115" y="3025140"/>
          <a:ext cx="1778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05" name="Equation" r:id="rId9" imgW="42672000" imgH="20421600" progId="Equation.3">
                  <p:embed/>
                </p:oleObj>
              </mc:Choice>
              <mc:Fallback>
                <p:oleObj name="Equation" r:id="rId9" imgW="42672000" imgH="20421600" progId="Equation.3">
                  <p:embed/>
                  <p:pic>
                    <p:nvPicPr>
                      <p:cNvPr id="0" name="Object 19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41115" y="3025140"/>
                        <a:ext cx="1778000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5679440" y="3241358"/>
            <a:ext cx="19050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的渐近线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1920875" y="3965893"/>
            <a:ext cx="7620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2743200" y="3903980"/>
          <a:ext cx="2997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06" name="Equation" r:id="rId11" imgW="71932800" imgH="20421600" progId="Equation.3">
                  <p:embed/>
                </p:oleObj>
              </mc:Choice>
              <mc:Fallback>
                <p:oleObj name="Equation" r:id="rId11" imgW="71932800" imgH="20421600" progId="Equation.3">
                  <p:embed/>
                  <p:pic>
                    <p:nvPicPr>
                      <p:cNvPr id="0" name="Object 2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743200" y="3903980"/>
                        <a:ext cx="2997200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2743200" y="4940618"/>
          <a:ext cx="1143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07" name="Equation" r:id="rId13" imgW="27432000" imgH="9448800" progId="Equation.3">
                  <p:embed/>
                </p:oleObj>
              </mc:Choice>
              <mc:Fallback>
                <p:oleObj name="Equation" r:id="rId13" imgW="27432000" imgH="9448800" progId="Equation.3">
                  <p:embed/>
                  <p:pic>
                    <p:nvPicPr>
                      <p:cNvPr id="0" name="Object 23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43200" y="4940618"/>
                        <a:ext cx="1143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3886200" y="4875848"/>
            <a:ext cx="28194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为水平渐近线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;</a:t>
            </a:r>
            <a:endParaRPr kumimoji="1" lang="en-US" altLang="zh-CN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2743200" y="5398135"/>
          <a:ext cx="3086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08" name="Equation" r:id="rId15" imgW="74066400" imgH="20421600" progId="Equation.3">
                  <p:embed/>
                </p:oleObj>
              </mc:Choice>
              <mc:Fallback>
                <p:oleObj name="Equation" r:id="rId15" imgW="74066400" imgH="20421600" progId="Equation.3">
                  <p:embed/>
                  <p:pic>
                    <p:nvPicPr>
                      <p:cNvPr id="0" name="Object 2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743200" y="5398135"/>
                        <a:ext cx="3086100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6"/>
          <p:cNvGraphicFramePr>
            <a:graphicFrameLocks noChangeAspect="1"/>
          </p:cNvGraphicFramePr>
          <p:nvPr/>
        </p:nvGraphicFramePr>
        <p:xfrm>
          <a:off x="6032500" y="5695315"/>
          <a:ext cx="1054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09" name="Equation" r:id="rId17" imgW="25298400" imgH="9448800" progId="Equation.3">
                  <p:embed/>
                </p:oleObj>
              </mc:Choice>
              <mc:Fallback>
                <p:oleObj name="Equation" r:id="rId17" imgW="25298400" imgH="9448800" progId="Equation.3">
                  <p:embed/>
                  <p:pic>
                    <p:nvPicPr>
                      <p:cNvPr id="0" name="Object 2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032500" y="5695315"/>
                        <a:ext cx="1054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7086600" y="5562283"/>
            <a:ext cx="25146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为垂直渐近线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pSp>
        <p:nvGrpSpPr>
          <p:cNvPr id="28" name="Group 28"/>
          <p:cNvGrpSpPr/>
          <p:nvPr/>
        </p:nvGrpSpPr>
        <p:grpSpPr bwMode="auto">
          <a:xfrm>
            <a:off x="7856538" y="3613150"/>
            <a:ext cx="2519362" cy="307975"/>
            <a:chOff x="3696" y="2541"/>
            <a:chExt cx="1587" cy="194"/>
          </a:xfrm>
        </p:grpSpPr>
        <p:graphicFrame>
          <p:nvGraphicFramePr>
            <p:cNvPr id="29" name="Object 29"/>
            <p:cNvGraphicFramePr>
              <a:graphicFrameLocks noChangeAspect="1"/>
            </p:cNvGraphicFramePr>
            <p:nvPr/>
          </p:nvGraphicFramePr>
          <p:xfrm>
            <a:off x="4287" y="2541"/>
            <a:ext cx="14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810" name="公式" r:id="rId19" imgW="3048000" imgH="3962400" progId="Equation.3">
                    <p:embed/>
                  </p:oleObj>
                </mc:Choice>
                <mc:Fallback>
                  <p:oleObj name="公式" r:id="rId19" imgW="3048000" imgH="3962400" progId="Equation.3">
                    <p:embed/>
                    <p:pic>
                      <p:nvPicPr>
                        <p:cNvPr id="0" name="Object 2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287" y="2541"/>
                          <a:ext cx="147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Line 30"/>
            <p:cNvSpPr>
              <a:spLocks noChangeShapeType="1"/>
            </p:cNvSpPr>
            <p:nvPr/>
          </p:nvSpPr>
          <p:spPr bwMode="auto">
            <a:xfrm>
              <a:off x="3696" y="2735"/>
              <a:ext cx="1587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  <a:prstDash val="dash"/>
              <a:rou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pSp>
        <p:nvGrpSpPr>
          <p:cNvPr id="31" name="Group 31"/>
          <p:cNvGrpSpPr/>
          <p:nvPr/>
        </p:nvGrpSpPr>
        <p:grpSpPr bwMode="auto">
          <a:xfrm>
            <a:off x="9096375" y="2768600"/>
            <a:ext cx="195263" cy="2286000"/>
            <a:chOff x="4293" y="2688"/>
            <a:chExt cx="123" cy="1440"/>
          </a:xfrm>
        </p:grpSpPr>
        <p:graphicFrame>
          <p:nvGraphicFramePr>
            <p:cNvPr id="32" name="Object 32"/>
            <p:cNvGraphicFramePr>
              <a:graphicFrameLocks noChangeAspect="1"/>
            </p:cNvGraphicFramePr>
            <p:nvPr/>
          </p:nvGraphicFramePr>
          <p:xfrm>
            <a:off x="4314" y="3700"/>
            <a:ext cx="10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811" name="公式" r:id="rId21" imgW="2133600" imgH="3962400" progId="Equation.3">
                    <p:embed/>
                  </p:oleObj>
                </mc:Choice>
                <mc:Fallback>
                  <p:oleObj name="公式" r:id="rId21" imgW="2133600" imgH="3962400" progId="Equation.3">
                    <p:embed/>
                    <p:pic>
                      <p:nvPicPr>
                        <p:cNvPr id="0" name="Object 3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314" y="3700"/>
                          <a:ext cx="102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Line 33"/>
            <p:cNvSpPr>
              <a:spLocks noChangeShapeType="1"/>
            </p:cNvSpPr>
            <p:nvPr/>
          </p:nvSpPr>
          <p:spPr bwMode="auto">
            <a:xfrm>
              <a:off x="4293" y="2688"/>
              <a:ext cx="0" cy="1440"/>
            </a:xfrm>
            <a:prstGeom prst="line">
              <a:avLst/>
            </a:prstGeom>
            <a:noFill/>
            <a:ln w="19050">
              <a:solidFill>
                <a:srgbClr val="9900CC"/>
              </a:solidFill>
              <a:prstDash val="dash"/>
              <a:rou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aphicFrame>
        <p:nvGraphicFramePr>
          <p:cNvPr id="102417" name="Object 17"/>
          <p:cNvGraphicFramePr>
            <a:graphicFrameLocks noChangeAspect="1"/>
          </p:cNvGraphicFramePr>
          <p:nvPr/>
        </p:nvGraphicFramePr>
        <p:xfrm>
          <a:off x="1981250" y="757198"/>
          <a:ext cx="21590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12" name="Equation" r:id="rId23" imgW="51816000" imgH="26212800" progId="Equation.DSMT4">
                  <p:embed/>
                </p:oleObj>
              </mc:Choice>
              <mc:Fallback>
                <p:oleObj name="Equation" r:id="rId23" imgW="51816000" imgH="26212800" progId="Equation.DSMT4">
                  <p:embed/>
                  <p:pic>
                    <p:nvPicPr>
                      <p:cNvPr id="0" name="图片 7681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981250" y="757198"/>
                        <a:ext cx="2159000" cy="1092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8" name="Object 18"/>
          <p:cNvGraphicFramePr>
            <a:graphicFrameLocks noChangeAspect="1"/>
          </p:cNvGraphicFramePr>
          <p:nvPr/>
        </p:nvGraphicFramePr>
        <p:xfrm>
          <a:off x="1980997" y="1875160"/>
          <a:ext cx="22479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13" name="Equation" r:id="rId25" imgW="53949600" imgH="31089600" progId="Equation.DSMT4">
                  <p:embed/>
                </p:oleObj>
              </mc:Choice>
              <mc:Fallback>
                <p:oleObj name="Equation" r:id="rId25" imgW="53949600" imgH="31089600" progId="Equation.DSMT4">
                  <p:embed/>
                  <p:pic>
                    <p:nvPicPr>
                      <p:cNvPr id="0" name="图片 7681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980997" y="1875160"/>
                        <a:ext cx="2247900" cy="1295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 build="p"/>
      <p:bldP spid="6" grpId="0" autoUpdateAnimBg="0"/>
      <p:bldP spid="8" grpId="0" autoUpdateAnimBg="0"/>
      <p:bldP spid="11" grpId="0" autoUpdateAnimBg="0" build="p"/>
      <p:bldP spid="13" grpId="0" autoUpdateAnimBg="0"/>
      <p:bldP spid="15" grpId="0" autoUpdateAnimBg="0"/>
      <p:bldP spid="18" grpId="0" autoUpdateAnimBg="0" build="p"/>
      <p:bldP spid="20" grpId="0" advAuto="0" autoUpdateAnimBg="0" build="p"/>
      <p:bldP spid="21" grpId="0" autoUpdateAnimBg="0" build="p"/>
      <p:bldP spid="24" grpId="0" autoUpdateAnimBg="0"/>
      <p:bldP spid="27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934200" y="4929505"/>
            <a:ext cx="3505200" cy="129540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6934200" y="3464560"/>
            <a:ext cx="2667000" cy="1252855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864995" y="283210"/>
            <a:ext cx="3660140" cy="609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 斜渐近线</a:t>
            </a:r>
            <a:endParaRPr kumimoji="0" lang="zh-CN" altLang="en-US" sz="3200" b="1" i="0" u="none" strike="noStrike" kern="1200" cap="none" spc="0" normalizeH="0" baseline="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6239828" y="933450"/>
          <a:ext cx="2887662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25" name="Equation" r:id="rId1" imgW="68580000" imgH="10972800" progId="Equation.3">
                  <p:embed/>
                </p:oleObj>
              </mc:Choice>
              <mc:Fallback>
                <p:oleObj name="Equation" r:id="rId1" imgW="68580000" imgH="10972800" progId="Equation.3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239828" y="933450"/>
                        <a:ext cx="2887662" cy="460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6240145" y="1511300"/>
            <a:ext cx="19812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斜渐近线</a:t>
            </a:r>
            <a:endParaRPr kumimoji="1" lang="zh-CN" altLang="en-US" sz="28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7902183" y="1511335"/>
          <a:ext cx="1732500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26" name="Equation" r:id="rId3" imgW="16764000" imgH="4876800" progId="Equation.DSMT4">
                  <p:embed/>
                </p:oleObj>
              </mc:Choice>
              <mc:Fallback>
                <p:oleObj name="Equation" r:id="rId3" imgW="16764000" imgH="4876800" progId="Equation.DSMT4">
                  <p:embed/>
                  <p:pic>
                    <p:nvPicPr>
                      <p:cNvPr id="0" name="Object 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02183" y="1511335"/>
                        <a:ext cx="1732500" cy="50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1915160" y="888683"/>
            <a:ext cx="7620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若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2393861" y="913941"/>
          <a:ext cx="3789000" cy="1119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27" name="Equation" r:id="rId5" imgW="40233600" imgH="11887200" progId="Equation.DSMT4">
                  <p:embed/>
                </p:oleObj>
              </mc:Choice>
              <mc:Fallback>
                <p:oleObj name="Equation" r:id="rId5" imgW="40233600" imgH="11887200" progId="Equation.DSMT4">
                  <p:embed/>
                  <p:pic>
                    <p:nvPicPr>
                      <p:cNvPr id="0" name="Object 10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393861" y="913941"/>
                        <a:ext cx="3789000" cy="111947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4273793" y="940470"/>
          <a:ext cx="1150906" cy="449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28" name="Equation" r:id="rId7" imgW="12496800" imgH="4876800" progId="Equation.DSMT4">
                  <p:embed/>
                </p:oleObj>
              </mc:Choice>
              <mc:Fallback>
                <p:oleObj name="Equation" r:id="rId7" imgW="12496800" imgH="4876800" progId="Equation.DSMT4">
                  <p:embed/>
                  <p:pic>
                    <p:nvPicPr>
                      <p:cNvPr id="0" name="Object 1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73793" y="940470"/>
                        <a:ext cx="1150906" cy="44913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1889056" y="3476749"/>
          <a:ext cx="3368509" cy="870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29" name="Equation" r:id="rId9" imgW="36576000" imgH="9448800" progId="Equation.DSMT4">
                  <p:embed/>
                </p:oleObj>
              </mc:Choice>
              <mc:Fallback>
                <p:oleObj name="Equation" r:id="rId9" imgW="36576000" imgH="9448800" progId="Equation.DSMT4">
                  <p:embed/>
                  <p:pic>
                    <p:nvPicPr>
                      <p:cNvPr id="0" name="Object 1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89056" y="3476749"/>
                        <a:ext cx="3368509" cy="87019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1864995" y="2329711"/>
          <a:ext cx="38481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0" name="Equation" r:id="rId11" imgW="92354400" imgH="15240000" progId="Equation.3">
                  <p:embed/>
                </p:oleObj>
              </mc:Choice>
              <mc:Fallback>
                <p:oleObj name="Equation" r:id="rId11" imgW="92354400" imgH="15240000" progId="Equation.3">
                  <p:embed/>
                  <p:pic>
                    <p:nvPicPr>
                      <p:cNvPr id="0" name="Object 13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864995" y="2329711"/>
                        <a:ext cx="3848100" cy="635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3814053" y="2340010"/>
          <a:ext cx="1150906" cy="449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1" name="Equation" r:id="rId13" imgW="12496800" imgH="4876800" progId="Equation.DSMT4">
                  <p:embed/>
                </p:oleObj>
              </mc:Choice>
              <mc:Fallback>
                <p:oleObj name="Equation" r:id="rId13" imgW="12496800" imgH="4876800" progId="Equation.DSMT4">
                  <p:embed/>
                  <p:pic>
                    <p:nvPicPr>
                      <p:cNvPr id="0" name="Object 1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14053" y="2340010"/>
                        <a:ext cx="1150906" cy="44913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AutoShape 15"/>
          <p:cNvSpPr>
            <a:spLocks noChangeArrowheads="1"/>
          </p:cNvSpPr>
          <p:nvPr/>
        </p:nvSpPr>
        <p:spPr bwMode="auto">
          <a:xfrm>
            <a:off x="3200400" y="2964711"/>
            <a:ext cx="152400" cy="45720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006600"/>
          </a:solidFill>
          <a:ln w="9525">
            <a:solidFill>
              <a:schemeClr val="tx1"/>
            </a:solidFill>
            <a:miter lim="800000"/>
          </a:ln>
        </p:spPr>
        <p:txBody>
          <a:bodyPr vert="eaVert" wrap="none" anchor="ctr"/>
          <a:lstStyle/>
          <a:p>
            <a:endParaRPr lang="zh-CN" altLang="en-US" b="1"/>
          </a:p>
        </p:txBody>
      </p:sp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1915091" y="4983708"/>
          <a:ext cx="3172012" cy="870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2" name="Equation" r:id="rId15" imgW="34442400" imgH="9448800" progId="Equation.DSMT4">
                  <p:embed/>
                </p:oleObj>
              </mc:Choice>
              <mc:Fallback>
                <p:oleObj name="Equation" r:id="rId15" imgW="34442400" imgH="9448800" progId="Equation.DSMT4">
                  <p:embed/>
                  <p:pic>
                    <p:nvPicPr>
                      <p:cNvPr id="0" name="Object 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915091" y="4983708"/>
                        <a:ext cx="3172012" cy="87019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AutoShape 17"/>
          <p:cNvSpPr>
            <a:spLocks noChangeArrowheads="1"/>
          </p:cNvSpPr>
          <p:nvPr/>
        </p:nvSpPr>
        <p:spPr bwMode="auto">
          <a:xfrm>
            <a:off x="3200400" y="4401716"/>
            <a:ext cx="152400" cy="45720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006600"/>
          </a:solidFill>
          <a:ln w="9525">
            <a:solidFill>
              <a:schemeClr val="tx1"/>
            </a:solidFill>
            <a:miter lim="800000"/>
          </a:ln>
        </p:spPr>
        <p:txBody>
          <a:bodyPr vert="eaVert" wrap="none" anchor="ctr"/>
          <a:lstStyle/>
          <a:p>
            <a:endParaRPr lang="zh-CN" altLang="en-US" b="1"/>
          </a:p>
        </p:txBody>
      </p:sp>
      <p:sp>
        <p:nvSpPr>
          <p:cNvPr id="18" name="Line 18"/>
          <p:cNvSpPr>
            <a:spLocks noChangeShapeType="1"/>
          </p:cNvSpPr>
          <p:nvPr/>
        </p:nvSpPr>
        <p:spPr bwMode="auto">
          <a:xfrm>
            <a:off x="6096000" y="2261870"/>
            <a:ext cx="0" cy="4678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 b="1"/>
          </a:p>
        </p:txBody>
      </p:sp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6727944" y="2332246"/>
          <a:ext cx="2936056" cy="948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3" name="Equation" r:id="rId17" imgW="29260800" imgH="9448800" progId="Equation.DSMT4">
                  <p:embed/>
                </p:oleObj>
              </mc:Choice>
              <mc:Fallback>
                <p:oleObj name="Equation" r:id="rId17" imgW="29260800" imgH="9448800" progId="Equation.DSMT4">
                  <p:embed/>
                  <p:pic>
                    <p:nvPicPr>
                      <p:cNvPr id="0" name="Object 1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727944" y="2332246"/>
                        <a:ext cx="2936056" cy="94810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Line 20"/>
          <p:cNvSpPr>
            <a:spLocks noChangeShapeType="1"/>
          </p:cNvSpPr>
          <p:nvPr/>
        </p:nvSpPr>
        <p:spPr bwMode="auto">
          <a:xfrm>
            <a:off x="6096000" y="2261870"/>
            <a:ext cx="441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22" name="AutoShape 22"/>
          <p:cNvSpPr>
            <a:spLocks noChangeArrowheads="1"/>
          </p:cNvSpPr>
          <p:nvPr/>
        </p:nvSpPr>
        <p:spPr bwMode="auto">
          <a:xfrm>
            <a:off x="3200400" y="5898093"/>
            <a:ext cx="152400" cy="45720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006600"/>
          </a:solidFill>
          <a:ln w="9525">
            <a:solidFill>
              <a:schemeClr val="tx1"/>
            </a:solidFill>
            <a:miter lim="800000"/>
          </a:ln>
        </p:spPr>
        <p:txBody>
          <a:bodyPr vert="eaVert" wrap="none" anchor="ctr"/>
          <a:lstStyle/>
          <a:p>
            <a:endParaRPr lang="zh-CN" altLang="en-US" b="1"/>
          </a:p>
        </p:txBody>
      </p:sp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7327756" y="5117863"/>
          <a:ext cx="2517178" cy="601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5" name="Equation" r:id="rId19" imgW="28041600" imgH="6705600" progId="Equation.DSMT4">
                  <p:embed/>
                </p:oleObj>
              </mc:Choice>
              <mc:Fallback>
                <p:oleObj name="Equation" r:id="rId19" imgW="28041600" imgH="6705600" progId="Equation.DSMT4">
                  <p:embed/>
                  <p:pic>
                    <p:nvPicPr>
                      <p:cNvPr id="0" name="Object 2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327756" y="5117863"/>
                        <a:ext cx="2517178" cy="60193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Line 24"/>
          <p:cNvSpPr>
            <a:spLocks noChangeShapeType="1"/>
          </p:cNvSpPr>
          <p:nvPr/>
        </p:nvSpPr>
        <p:spPr bwMode="auto">
          <a:xfrm>
            <a:off x="4746625" y="2788920"/>
            <a:ext cx="1981200" cy="2438400"/>
          </a:xfrm>
          <a:prstGeom prst="line">
            <a:avLst/>
          </a:prstGeom>
          <a:noFill/>
          <a:ln w="12700">
            <a:solidFill>
              <a:srgbClr val="C00000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 b="1"/>
          </a:p>
        </p:txBody>
      </p:sp>
      <p:graphicFrame>
        <p:nvGraphicFramePr>
          <p:cNvPr id="25" name="Object 32"/>
          <p:cNvGraphicFramePr>
            <a:graphicFrameLocks noChangeAspect="1"/>
          </p:cNvGraphicFramePr>
          <p:nvPr/>
        </p:nvGraphicFramePr>
        <p:xfrm>
          <a:off x="7621816" y="4229626"/>
          <a:ext cx="1368425" cy="36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6" name="Equation" r:id="rId21" imgW="19507200" imgH="5181600" progId="Equation.DSMT4">
                  <p:embed/>
                </p:oleObj>
              </mc:Choice>
              <mc:Fallback>
                <p:oleObj name="Equation" r:id="rId21" imgW="19507200" imgH="5181600" progId="Equation.DSMT4">
                  <p:embed/>
                  <p:pic>
                    <p:nvPicPr>
                      <p:cNvPr id="0" name="Object 3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621816" y="4229626"/>
                        <a:ext cx="1368425" cy="365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33"/>
          <p:cNvGraphicFramePr>
            <a:graphicFrameLocks noChangeAspect="1"/>
          </p:cNvGraphicFramePr>
          <p:nvPr/>
        </p:nvGraphicFramePr>
        <p:xfrm>
          <a:off x="7759809" y="5715129"/>
          <a:ext cx="1368030" cy="365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7" name="Equation" r:id="rId23" imgW="19507200" imgH="5181600" progId="Equation.DSMT4">
                  <p:embed/>
                </p:oleObj>
              </mc:Choice>
              <mc:Fallback>
                <p:oleObj name="Equation" r:id="rId23" imgW="19507200" imgH="5181600" progId="Equation.DSMT4">
                  <p:embed/>
                  <p:pic>
                    <p:nvPicPr>
                      <p:cNvPr id="0" name="Object 3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759809" y="5715129"/>
                        <a:ext cx="1368030" cy="36594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1"/>
          <p:cNvGraphicFramePr>
            <a:graphicFrameLocks noChangeAspect="1"/>
          </p:cNvGraphicFramePr>
          <p:nvPr/>
        </p:nvGraphicFramePr>
        <p:xfrm>
          <a:off x="6384538" y="3441236"/>
          <a:ext cx="2599258" cy="848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25" imgW="28956000" imgH="9448800" progId="Equation.DSMT4">
                  <p:embed/>
                </p:oleObj>
              </mc:Choice>
              <mc:Fallback>
                <p:oleObj name="Equation" r:id="rId25" imgW="28956000" imgH="9448800" progId="Equation.DSMT4">
                  <p:embed/>
                  <p:pic>
                    <p:nvPicPr>
                      <p:cNvPr id="0" name="Object 21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384538" y="3441236"/>
                        <a:ext cx="2599258" cy="84817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6" grpId="0" advAuto="0" autoUpdateAnimBg="0" build="p"/>
      <p:bldP spid="9" grpId="0" autoUpdateAnimBg="0" build="p"/>
      <p:bldP spid="15" grpId="0" bldLvl="0" animBg="1"/>
      <p:bldP spid="17" grpId="0" bldLvl="0" animBg="1"/>
      <p:bldP spid="18" grpId="0" bldLvl="0" animBg="1"/>
      <p:bldP spid="20" grpId="0" bldLvl="0" animBg="1"/>
      <p:bldP spid="22" grpId="0" bldLvl="0" animBg="1"/>
      <p:bldP spid="24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/>
          <p:cNvSpPr txBox="1">
            <a:spLocks noChangeArrowheads="1"/>
          </p:cNvSpPr>
          <p:nvPr/>
        </p:nvSpPr>
        <p:spPr bwMode="auto">
          <a:xfrm>
            <a:off x="1795959" y="442060"/>
            <a:ext cx="1647751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</a:rPr>
              <a:t>23.</a:t>
            </a:r>
            <a:endParaRPr lang="en-US" altLang="zh-CN" sz="2800" b="1" dirty="0">
              <a:solidFill>
                <a:srgbClr val="7030A0"/>
              </a:solidFill>
            </a:endParaRPr>
          </a:p>
        </p:txBody>
      </p:sp>
      <p:graphicFrame>
        <p:nvGraphicFramePr>
          <p:cNvPr id="3" name="Object 1027"/>
          <p:cNvGraphicFramePr>
            <a:graphicFrameLocks noChangeAspect="1"/>
          </p:cNvGraphicFramePr>
          <p:nvPr/>
        </p:nvGraphicFramePr>
        <p:xfrm>
          <a:off x="2855506" y="288970"/>
          <a:ext cx="5031432" cy="876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49" name="Equation" r:id="rId1" imgW="54254400" imgH="9448800" progId="Equation.DSMT4">
                  <p:embed/>
                </p:oleObj>
              </mc:Choice>
              <mc:Fallback>
                <p:oleObj name="Equation" r:id="rId1" imgW="54254400" imgH="9448800" progId="Equation.DSMT4">
                  <p:embed/>
                  <p:pic>
                    <p:nvPicPr>
                      <p:cNvPr id="0" name="图片 788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55506" y="288970"/>
                        <a:ext cx="5031432" cy="87626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1919833" y="1251060"/>
            <a:ext cx="7620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</a:t>
            </a:r>
            <a:r>
              <a:rPr lang="en-US" altLang="zh-CN" sz="2800" dirty="0" smtClean="0">
                <a:solidFill>
                  <a:srgbClr val="7030A0"/>
                </a:solidFill>
                <a:ea typeface="黑体" panose="02010609060101010101" pitchFamily="49" charset="-122"/>
              </a:rPr>
              <a:t>:</a:t>
            </a:r>
            <a:endParaRPr lang="zh-CN" altLang="en-US" sz="2800" dirty="0">
              <a:solidFill>
                <a:srgbClr val="7030A0"/>
              </a:solidFill>
            </a:endParaRPr>
          </a:p>
        </p:txBody>
      </p:sp>
      <p:graphicFrame>
        <p:nvGraphicFramePr>
          <p:cNvPr id="5" name="Object 1028"/>
          <p:cNvGraphicFramePr>
            <a:graphicFrameLocks noChangeAspect="1"/>
          </p:cNvGraphicFramePr>
          <p:nvPr/>
        </p:nvGraphicFramePr>
        <p:xfrm>
          <a:off x="2783523" y="1307495"/>
          <a:ext cx="2741845" cy="448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50" name="Equation" r:id="rId3" imgW="29565600" imgH="4876800" progId="Equation.DSMT4">
                  <p:embed/>
                </p:oleObj>
              </mc:Choice>
              <mc:Fallback>
                <p:oleObj name="Equation" r:id="rId3" imgW="29565600" imgH="4876800" progId="Equation.DSMT4">
                  <p:embed/>
                  <p:pic>
                    <p:nvPicPr>
                      <p:cNvPr id="0" name="图片 7884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83523" y="1307495"/>
                        <a:ext cx="2741845" cy="44872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0" name="Object 4"/>
          <p:cNvGraphicFramePr>
            <a:graphicFrameLocks noChangeAspect="1"/>
          </p:cNvGraphicFramePr>
          <p:nvPr/>
        </p:nvGraphicFramePr>
        <p:xfrm>
          <a:off x="2405807" y="1836316"/>
          <a:ext cx="1837320" cy="62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51" name="Equation" r:id="rId5" imgW="19812000" imgH="6705600" progId="Equation.DSMT4">
                  <p:embed/>
                </p:oleObj>
              </mc:Choice>
              <mc:Fallback>
                <p:oleObj name="Equation" r:id="rId5" imgW="19812000" imgH="6705600" progId="Equation.DSMT4">
                  <p:embed/>
                  <p:pic>
                    <p:nvPicPr>
                      <p:cNvPr id="0" name="图片 7885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05807" y="1836316"/>
                        <a:ext cx="1837320" cy="6218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1" name="Object 5"/>
          <p:cNvGraphicFramePr>
            <a:graphicFrameLocks noChangeAspect="1"/>
          </p:cNvGraphicFramePr>
          <p:nvPr/>
        </p:nvGraphicFramePr>
        <p:xfrm>
          <a:off x="4243090" y="1942552"/>
          <a:ext cx="621862" cy="363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52" name="Equation" r:id="rId7" imgW="6705600" imgH="3962400" progId="Equation.DSMT4">
                  <p:embed/>
                </p:oleObj>
              </mc:Choice>
              <mc:Fallback>
                <p:oleObj name="Equation" r:id="rId7" imgW="6705600" imgH="3962400" progId="Equation.DSMT4">
                  <p:embed/>
                  <p:pic>
                    <p:nvPicPr>
                      <p:cNvPr id="0" name="图片 7885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43090" y="1942552"/>
                        <a:ext cx="621862" cy="36393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2" name="Object 6"/>
          <p:cNvGraphicFramePr>
            <a:graphicFrameLocks noChangeAspect="1"/>
          </p:cNvGraphicFramePr>
          <p:nvPr/>
        </p:nvGraphicFramePr>
        <p:xfrm>
          <a:off x="5178306" y="1836316"/>
          <a:ext cx="1639454" cy="62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53" name="Equation" r:id="rId9" imgW="17678400" imgH="6705600" progId="Equation.DSMT4">
                  <p:embed/>
                </p:oleObj>
              </mc:Choice>
              <mc:Fallback>
                <p:oleObj name="Equation" r:id="rId9" imgW="17678400" imgH="6705600" progId="Equation.DSMT4">
                  <p:embed/>
                  <p:pic>
                    <p:nvPicPr>
                      <p:cNvPr id="0" name="图片 7885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78306" y="1836316"/>
                        <a:ext cx="1639454" cy="6218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3" name="Object 7"/>
          <p:cNvGraphicFramePr>
            <a:graphicFrameLocks noChangeAspect="1"/>
          </p:cNvGraphicFramePr>
          <p:nvPr/>
        </p:nvGraphicFramePr>
        <p:xfrm>
          <a:off x="6893798" y="1899836"/>
          <a:ext cx="621863" cy="392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54" name="Equation" r:id="rId11" imgW="6705600" imgH="4267200" progId="Equation.DSMT4">
                  <p:embed/>
                </p:oleObj>
              </mc:Choice>
              <mc:Fallback>
                <p:oleObj name="Equation" r:id="rId11" imgW="6705600" imgH="4267200" progId="Equation.DSMT4">
                  <p:embed/>
                  <p:pic>
                    <p:nvPicPr>
                      <p:cNvPr id="0" name="图片 7885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893798" y="1899836"/>
                        <a:ext cx="621863" cy="39219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4" name="Object 8"/>
          <p:cNvGraphicFramePr>
            <a:graphicFrameLocks noChangeAspect="1"/>
          </p:cNvGraphicFramePr>
          <p:nvPr/>
        </p:nvGraphicFramePr>
        <p:xfrm>
          <a:off x="2353737" y="2526551"/>
          <a:ext cx="4398969" cy="476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55" name="Equation" r:id="rId13" imgW="45110400" imgH="5181600" progId="Equation.DSMT4">
                  <p:embed/>
                </p:oleObj>
              </mc:Choice>
              <mc:Fallback>
                <p:oleObj name="Equation" r:id="rId13" imgW="45110400" imgH="5181600" progId="Equation.DSMT4">
                  <p:embed/>
                  <p:pic>
                    <p:nvPicPr>
                      <p:cNvPr id="0" name="图片 7885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53737" y="2526551"/>
                        <a:ext cx="4398969" cy="47699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5" name="Object 9"/>
          <p:cNvGraphicFramePr>
            <a:graphicFrameLocks noChangeAspect="1"/>
          </p:cNvGraphicFramePr>
          <p:nvPr/>
        </p:nvGraphicFramePr>
        <p:xfrm>
          <a:off x="1973635" y="3054737"/>
          <a:ext cx="2806576" cy="887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56" name="Equation" r:id="rId15" imgW="29870400" imgH="9448800" progId="Equation.DSMT4">
                  <p:embed/>
                </p:oleObj>
              </mc:Choice>
              <mc:Fallback>
                <p:oleObj name="Equation" r:id="rId15" imgW="29870400" imgH="9448800" progId="Equation.DSMT4">
                  <p:embed/>
                  <p:pic>
                    <p:nvPicPr>
                      <p:cNvPr id="0" name="图片 7885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973635" y="3054737"/>
                        <a:ext cx="2806576" cy="88779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6" name="Object 10"/>
          <p:cNvGraphicFramePr>
            <a:graphicFrameLocks noChangeAspect="1"/>
          </p:cNvGraphicFramePr>
          <p:nvPr/>
        </p:nvGraphicFramePr>
        <p:xfrm>
          <a:off x="4864879" y="3061087"/>
          <a:ext cx="2572249" cy="932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57" name="Equation" r:id="rId17" imgW="27736800" imgH="10058400" progId="Equation.DSMT4">
                  <p:embed/>
                </p:oleObj>
              </mc:Choice>
              <mc:Fallback>
                <p:oleObj name="Equation" r:id="rId17" imgW="27736800" imgH="10058400" progId="Equation.DSMT4">
                  <p:embed/>
                  <p:pic>
                    <p:nvPicPr>
                      <p:cNvPr id="0" name="图片 7885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864879" y="3061087"/>
                        <a:ext cx="2572249" cy="93279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7" name="Object 11"/>
          <p:cNvGraphicFramePr>
            <a:graphicFrameLocks noChangeAspect="1"/>
          </p:cNvGraphicFramePr>
          <p:nvPr/>
        </p:nvGraphicFramePr>
        <p:xfrm>
          <a:off x="7436847" y="3273075"/>
          <a:ext cx="621862" cy="45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58" name="Equation" r:id="rId19" imgW="6705600" imgH="4876800" progId="Equation.DSMT4">
                  <p:embed/>
                </p:oleObj>
              </mc:Choice>
              <mc:Fallback>
                <p:oleObj name="Equation" r:id="rId19" imgW="6705600" imgH="4876800" progId="Equation.DSMT4">
                  <p:embed/>
                  <p:pic>
                    <p:nvPicPr>
                      <p:cNvPr id="0" name="图片 7885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436847" y="3273075"/>
                        <a:ext cx="621862" cy="452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8" name="Object 12"/>
          <p:cNvGraphicFramePr>
            <a:graphicFrameLocks noChangeAspect="1"/>
          </p:cNvGraphicFramePr>
          <p:nvPr/>
        </p:nvGraphicFramePr>
        <p:xfrm>
          <a:off x="2681650" y="4003618"/>
          <a:ext cx="3923479" cy="945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59" name="Equation" r:id="rId21" imgW="41757600" imgH="10058400" progId="Equation.DSMT4">
                  <p:embed/>
                </p:oleObj>
              </mc:Choice>
              <mc:Fallback>
                <p:oleObj name="Equation" r:id="rId21" imgW="41757600" imgH="10058400" progId="Equation.DSMT4">
                  <p:embed/>
                  <p:pic>
                    <p:nvPicPr>
                      <p:cNvPr id="0" name="图片 7885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681650" y="4003618"/>
                        <a:ext cx="3923479" cy="94507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9" name="Object 13"/>
          <p:cNvGraphicFramePr>
            <a:graphicFrameLocks noChangeAspect="1"/>
          </p:cNvGraphicFramePr>
          <p:nvPr/>
        </p:nvGraphicFramePr>
        <p:xfrm>
          <a:off x="2928789" y="4948688"/>
          <a:ext cx="4296503" cy="876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60" name="Equation" r:id="rId23" imgW="46329600" imgH="9448800" progId="Equation.DSMT4">
                  <p:embed/>
                </p:oleObj>
              </mc:Choice>
              <mc:Fallback>
                <p:oleObj name="Equation" r:id="rId23" imgW="46329600" imgH="9448800" progId="Equation.DSMT4">
                  <p:embed/>
                  <p:pic>
                    <p:nvPicPr>
                      <p:cNvPr id="0" name="图片 7885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928789" y="4948688"/>
                        <a:ext cx="4296503" cy="87626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10" name="Object 14"/>
          <p:cNvGraphicFramePr>
            <a:graphicFrameLocks noChangeAspect="1"/>
          </p:cNvGraphicFramePr>
          <p:nvPr/>
        </p:nvGraphicFramePr>
        <p:xfrm>
          <a:off x="7265144" y="5160367"/>
          <a:ext cx="621862" cy="45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61" name="Equation" r:id="rId25" imgW="6705600" imgH="4876800" progId="Equation.DSMT4">
                  <p:embed/>
                </p:oleObj>
              </mc:Choice>
              <mc:Fallback>
                <p:oleObj name="Equation" r:id="rId25" imgW="6705600" imgH="4876800" progId="Equation.DSMT4">
                  <p:embed/>
                  <p:pic>
                    <p:nvPicPr>
                      <p:cNvPr id="0" name="图片 7886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265144" y="5160367"/>
                        <a:ext cx="621862" cy="452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11" name="Object 15"/>
          <p:cNvGraphicFramePr>
            <a:graphicFrameLocks noChangeAspect="1"/>
          </p:cNvGraphicFramePr>
          <p:nvPr/>
        </p:nvGraphicFramePr>
        <p:xfrm>
          <a:off x="2406065" y="5948527"/>
          <a:ext cx="5688624" cy="476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62" name="Equation" r:id="rId27" imgW="56692800" imgH="5181600" progId="Equation.DSMT4">
                  <p:embed/>
                </p:oleObj>
              </mc:Choice>
              <mc:Fallback>
                <p:oleObj name="Equation" r:id="rId27" imgW="56692800" imgH="5181600" progId="Equation.DSMT4">
                  <p:embed/>
                  <p:pic>
                    <p:nvPicPr>
                      <p:cNvPr id="0" name="图片 78861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406065" y="5948527"/>
                        <a:ext cx="5688624" cy="47699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"/>
          <p:cNvGrpSpPr>
            <a:grpSpLocks noChangeAspect="1"/>
          </p:cNvGrpSpPr>
          <p:nvPr/>
        </p:nvGrpSpPr>
        <p:grpSpPr bwMode="auto">
          <a:xfrm>
            <a:off x="8119745" y="3684588"/>
            <a:ext cx="3497414" cy="2160000"/>
            <a:chOff x="960" y="1155"/>
            <a:chExt cx="3648" cy="2253"/>
          </a:xfrm>
        </p:grpSpPr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29" cstate="print"/>
            <a:srcRect/>
            <a:stretch>
              <a:fillRect/>
            </a:stretch>
          </p:blipFill>
          <p:spPr bwMode="auto">
            <a:xfrm>
              <a:off x="960" y="1155"/>
              <a:ext cx="3648" cy="2253"/>
            </a:xfrm>
            <a:prstGeom prst="rect">
              <a:avLst/>
            </a:prstGeom>
            <a:noFill/>
            <a:ln w="3175">
              <a:solidFill>
                <a:srgbClr val="FF7C80"/>
              </a:solidFill>
              <a:miter lim="800000"/>
              <a:headEnd/>
              <a:tailEnd/>
            </a:ln>
            <a:effectLst/>
          </p:spPr>
        </p:pic>
        <p:sp>
          <p:nvSpPr>
            <p:cNvPr id="8" name="Line 4"/>
            <p:cNvSpPr>
              <a:spLocks noChangeShapeType="1"/>
            </p:cNvSpPr>
            <p:nvPr/>
          </p:nvSpPr>
          <p:spPr bwMode="auto">
            <a:xfrm flipV="1">
              <a:off x="2880" y="1488"/>
              <a:ext cx="0" cy="192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6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6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6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6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6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6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6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6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6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6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27937" y="510074"/>
            <a:ext cx="59010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，前面例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15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的结果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实际上就是：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7402145" y="301149"/>
          <a:ext cx="1435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97" name="Equation" r:id="rId1" imgW="34442400" imgH="21336000" progId="Equation.DSMT4">
                  <p:embed/>
                </p:oleObj>
              </mc:Choice>
              <mc:Fallback>
                <p:oleObj name="Equation" r:id="rId1" imgW="34442400" imgH="21336000" progId="Equation.DSMT4">
                  <p:embed/>
                  <p:pic>
                    <p:nvPicPr>
                      <p:cNvPr id="0" name="图片 808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402145" y="301149"/>
                        <a:ext cx="14351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688525" y="1185451"/>
            <a:ext cx="17018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渐近线 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390073" y="1248305"/>
          <a:ext cx="1200151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98" name="Equation" r:id="rId3" imgW="28956000" imgH="9448800" progId="Equation.DSMT4">
                  <p:embed/>
                </p:oleObj>
              </mc:Choice>
              <mc:Fallback>
                <p:oleObj name="Equation" r:id="rId3" imgW="28956000" imgH="9448800" progId="Equation.DSMT4">
                  <p:embed/>
                  <p:pic>
                    <p:nvPicPr>
                      <p:cNvPr id="0" name="图片 808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90073" y="1248305"/>
                        <a:ext cx="1200151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55572" y="2044631"/>
            <a:ext cx="41154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按照现在的步骤来做就是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620963" y="2708920"/>
          <a:ext cx="4467225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99" name="Equation" r:id="rId5" imgW="106984800" imgH="24384000" progId="Equation.DSMT4">
                  <p:embed/>
                </p:oleObj>
              </mc:Choice>
              <mc:Fallback>
                <p:oleObj name="Equation" r:id="rId5" imgW="106984800" imgH="24384000" progId="Equation.DSMT4">
                  <p:embed/>
                  <p:pic>
                    <p:nvPicPr>
                      <p:cNvPr id="0" name="图片 808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20963" y="2708920"/>
                        <a:ext cx="4467225" cy="1009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634088" y="3861048"/>
          <a:ext cx="6002338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00" name="Equation" r:id="rId7" imgW="143865600" imgH="24384000" progId="Equation.DSMT4">
                  <p:embed/>
                </p:oleObj>
              </mc:Choice>
              <mc:Fallback>
                <p:oleObj name="Equation" r:id="rId7" imgW="143865600" imgH="24384000" progId="Equation.DSMT4">
                  <p:embed/>
                  <p:pic>
                    <p:nvPicPr>
                      <p:cNvPr id="0" name="图片 8089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34088" y="3861048"/>
                        <a:ext cx="6002338" cy="10239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083490" y="5395719"/>
            <a:ext cx="17281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15. 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555469" y="5156557"/>
          <a:ext cx="3386137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01" name="Equation" r:id="rId9" imgW="81076800" imgH="24384000" progId="Equation.DSMT4">
                  <p:embed/>
                </p:oleObj>
              </mc:Choice>
              <mc:Fallback>
                <p:oleObj name="Equation" r:id="rId9" imgW="81076800" imgH="24384000" progId="Equation.DSMT4">
                  <p:embed/>
                  <p:pic>
                    <p:nvPicPr>
                      <p:cNvPr id="0" name="图片 8090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55469" y="5156557"/>
                        <a:ext cx="3386137" cy="1022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058898" y="5406757"/>
            <a:ext cx="136815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求常数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8426797" y="5486757"/>
          <a:ext cx="527051" cy="361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02" name="Equation" r:id="rId11" imgW="12496800" imgH="8839200" progId="Equation.DSMT4">
                  <p:embed/>
                </p:oleObj>
              </mc:Choice>
              <mc:Fallback>
                <p:oleObj name="Equation" r:id="rId11" imgW="12496800" imgH="8839200" progId="Equation.DSMT4">
                  <p:embed/>
                  <p:pic>
                    <p:nvPicPr>
                      <p:cNvPr id="0" name="图片 8090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426797" y="5486757"/>
                        <a:ext cx="527051" cy="361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直接连接符 17"/>
          <p:cNvCxnSpPr/>
          <p:nvPr/>
        </p:nvCxnSpPr>
        <p:spPr>
          <a:xfrm>
            <a:off x="1210945" y="5021049"/>
            <a:ext cx="9144000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4125" y="184325"/>
            <a:ext cx="271526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4400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  <a:cs typeface="+mj-cs"/>
              </a:rPr>
              <a:t>练习1.2.5</a:t>
            </a:r>
            <a:endParaRPr lang="zh-CN" altLang="en-US" sz="4400" b="1" dirty="0">
              <a:solidFill>
                <a:srgbClr val="00B050"/>
              </a:solidFill>
              <a:latin typeface="隶书" panose="02010509060101010101" pitchFamily="49" charset="-122"/>
              <a:ea typeface="隶书" panose="02010509060101010101" pitchFamily="49" charset="-122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91544" y="855876"/>
            <a:ext cx="22371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计算极限：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98761" y="1379096"/>
            <a:ext cx="10756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855640" y="1360203"/>
          <a:ext cx="2489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21" name="Equation" r:id="rId1" imgW="59740800" imgH="16154400" progId="Equation.DSMT4">
                  <p:embed/>
                </p:oleObj>
              </mc:Choice>
              <mc:Fallback>
                <p:oleObj name="Equation" r:id="rId1" imgW="59740800" imgH="16154400" progId="Equation.DSMT4">
                  <p:embed/>
                  <p:pic>
                    <p:nvPicPr>
                      <p:cNvPr id="0" name="图片 819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55640" y="1360203"/>
                        <a:ext cx="2489200" cy="673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98761" y="2083977"/>
            <a:ext cx="93315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0" y="2083977"/>
            <a:ext cx="10756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0" y="1276413"/>
            <a:ext cx="10756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7032104" y="1201473"/>
          <a:ext cx="2489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22" name="Equation" r:id="rId3" imgW="59740800" imgH="16154400" progId="Equation.DSMT4">
                  <p:embed/>
                </p:oleObj>
              </mc:Choice>
              <mc:Fallback>
                <p:oleObj name="Equation" r:id="rId3" imgW="59740800" imgH="16154400" progId="Equation.DSMT4">
                  <p:embed/>
                  <p:pic>
                    <p:nvPicPr>
                      <p:cNvPr id="0" name="图片 8192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32104" y="1201473"/>
                        <a:ext cx="2489200" cy="673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855640" y="2009037"/>
          <a:ext cx="27940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23" name="Equation" r:id="rId5" imgW="67056000" imgH="16154400" progId="Equation.DSMT4">
                  <p:embed/>
                </p:oleObj>
              </mc:Choice>
              <mc:Fallback>
                <p:oleObj name="Equation" r:id="rId5" imgW="67056000" imgH="16154400" progId="Equation.DSMT4">
                  <p:embed/>
                  <p:pic>
                    <p:nvPicPr>
                      <p:cNvPr id="0" name="图片 8192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55640" y="2009037"/>
                        <a:ext cx="2794000" cy="673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7032104" y="2009037"/>
          <a:ext cx="27940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24" name="Equation" r:id="rId7" imgW="67056000" imgH="16154400" progId="Equation.DSMT4">
                  <p:embed/>
                </p:oleObj>
              </mc:Choice>
              <mc:Fallback>
                <p:oleObj name="Equation" r:id="rId7" imgW="67056000" imgH="16154400" progId="Equation.DSMT4">
                  <p:embed/>
                  <p:pic>
                    <p:nvPicPr>
                      <p:cNvPr id="0" name="图片 8192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32104" y="2009037"/>
                        <a:ext cx="2794000" cy="673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916003" y="3433042"/>
            <a:ext cx="22371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计算极限：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66341" y="4906826"/>
            <a:ext cx="10756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63580" y="4969350"/>
            <a:ext cx="10756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63580" y="3875901"/>
            <a:ext cx="10756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66341" y="3956262"/>
            <a:ext cx="10756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2823220" y="4000981"/>
          <a:ext cx="2032000" cy="615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25" name="Equation" r:id="rId9" imgW="48768000" imgH="14935200" progId="Equation.DSMT4">
                  <p:embed/>
                </p:oleObj>
              </mc:Choice>
              <mc:Fallback>
                <p:oleObj name="Equation" r:id="rId9" imgW="48768000" imgH="14935200" progId="Equation.DSMT4">
                  <p:embed/>
                  <p:pic>
                    <p:nvPicPr>
                      <p:cNvPr id="0" name="图片 8192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23220" y="4000981"/>
                        <a:ext cx="2032000" cy="615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6999684" y="3875901"/>
          <a:ext cx="1947863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26" name="Equation" r:id="rId11" imgW="46939200" imgH="23774400" progId="Equation.DSMT4">
                  <p:embed/>
                </p:oleObj>
              </mc:Choice>
              <mc:Fallback>
                <p:oleObj name="Equation" r:id="rId11" imgW="46939200" imgH="23774400" progId="Equation.DSMT4">
                  <p:embed/>
                  <p:pic>
                    <p:nvPicPr>
                      <p:cNvPr id="0" name="图片 8192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999684" y="3875901"/>
                        <a:ext cx="1947863" cy="9826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2823220" y="4692186"/>
          <a:ext cx="3525838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27" name="Equation" r:id="rId13" imgW="84429600" imgH="22860000" progId="Equation.DSMT4">
                  <p:embed/>
                </p:oleObj>
              </mc:Choice>
              <mc:Fallback>
                <p:oleObj name="Equation" r:id="rId13" imgW="84429600" imgH="22860000" progId="Equation.DSMT4">
                  <p:embed/>
                  <p:pic>
                    <p:nvPicPr>
                      <p:cNvPr id="0" name="图片 8192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23220" y="4692186"/>
                        <a:ext cx="3525838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6999684" y="4906826"/>
          <a:ext cx="1625600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28" name="Equation" r:id="rId15" imgW="39014400" imgH="23774400" progId="Equation.DSMT4">
                  <p:embed/>
                </p:oleObj>
              </mc:Choice>
              <mc:Fallback>
                <p:oleObj name="Equation" r:id="rId15" imgW="39014400" imgH="23774400" progId="Equation.DSMT4">
                  <p:embed/>
                  <p:pic>
                    <p:nvPicPr>
                      <p:cNvPr id="0" name="图片 8192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999684" y="4906826"/>
                        <a:ext cx="1625600" cy="9826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2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1872840" y="2607197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259818" y="2736554"/>
            <a:ext cx="15322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（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2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）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+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2802786" y="2641849"/>
                <a:ext cx="1227455" cy="7010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/>
                  </a:rPr>
                  <a:t>（</a:t>
                </a:r>
                <a:r>
                  <a:rPr lang="en-US" altLang="zh-CN" sz="28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/>
                  </a:rPr>
                  <a:t>1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/>
                  </a:rPr>
                  <a:t>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  <a:sym typeface="Symbol" panose="05050102010706020507"/>
                          </a:rPr>
                        </m:ctrlPr>
                      </m:fPr>
                      <m:num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  <a:sym typeface="Symbol" panose="05050102010706020507"/>
                          </a:rPr>
                          <m:t>𝟏</m:t>
                        </m:r>
                      </m:num>
                      <m:den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  <a:sym typeface="Symbol" panose="05050102010706020507"/>
                          </a:rPr>
                          <m:t>𝟐</m:t>
                        </m:r>
                      </m:den>
                    </m:f>
                  </m:oMath>
                </a14:m>
                <a:endParaRPr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2786" y="2641849"/>
                <a:ext cx="1227455" cy="701040"/>
              </a:xfrm>
              <a:prstGeom prst="rect">
                <a:avLst/>
              </a:prstGeom>
              <a:blipFill rotWithShape="1">
                <a:blip r:embed="rId17"/>
                <a:stretch>
                  <a:fillRect l="-43" t="-36" r="-578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6021420" y="2736554"/>
                <a:ext cx="1288415" cy="52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/>
                  </a:rPr>
                  <a:t>（</a:t>
                </a:r>
                <a:r>
                  <a:rPr lang="en-US" altLang="zh-CN" sz="28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/>
                  </a:rPr>
                  <a:t>3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  <a:sym typeface="Symbol" panose="05050102010706020507"/>
                      </a:rPr>
                      <m:t>𝟎</m:t>
                    </m:r>
                  </m:oMath>
                </a14:m>
                <a:endParaRPr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420" y="2736554"/>
                <a:ext cx="1288415" cy="521970"/>
              </a:xfrm>
              <a:prstGeom prst="rect">
                <a:avLst/>
              </a:prstGeom>
              <a:blipFill rotWithShape="1">
                <a:blip r:embed="rId18"/>
                <a:stretch>
                  <a:fillRect l="-27" t="-65" r="-564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/>
          <p:cNvSpPr txBox="1"/>
          <p:nvPr/>
        </p:nvSpPr>
        <p:spPr>
          <a:xfrm>
            <a:off x="7536160" y="2736554"/>
            <a:ext cx="15322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（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4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）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+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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898761" y="5940392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2871547" y="5940392"/>
                <a:ext cx="1793240" cy="52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/>
                  </a:rPr>
                  <a:t>（</a:t>
                </a:r>
                <a:r>
                  <a:rPr lang="en-US" altLang="zh-CN" sz="28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/>
                  </a:rPr>
                  <a:t>1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solidFill>
                          <a:srgbClr val="FF0000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  <a:sym typeface="Symbol" panose="05050102010706020507"/>
                      </a:rPr>
                      <m:t>𝐬𝐢𝐧𝟏</m:t>
                    </m:r>
                  </m:oMath>
                </a14:m>
                <a:endParaRPr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547" y="5940392"/>
                <a:ext cx="1793240" cy="521970"/>
              </a:xfrm>
              <a:prstGeom prst="rect">
                <a:avLst/>
              </a:prstGeom>
              <a:blipFill rotWithShape="1">
                <a:blip r:embed="rId19"/>
                <a:stretch>
                  <a:fillRect l="-4" t="-115" r="-421" b="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4645391" y="5940392"/>
                <a:ext cx="1288415" cy="52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/>
                  </a:rPr>
                  <a:t>（</a:t>
                </a:r>
                <a:r>
                  <a:rPr lang="en-US" altLang="zh-CN" sz="28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/>
                  </a:rPr>
                  <a:t>2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  <a:sym typeface="Symbol" panose="05050102010706020507"/>
                      </a:rPr>
                      <m:t>𝟎</m:t>
                    </m:r>
                  </m:oMath>
                </a14:m>
                <a:endParaRPr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391" y="5940392"/>
                <a:ext cx="1288415" cy="521970"/>
              </a:xfrm>
              <a:prstGeom prst="rect">
                <a:avLst/>
              </a:prstGeom>
              <a:blipFill rotWithShape="1">
                <a:blip r:embed="rId20"/>
                <a:stretch>
                  <a:fillRect l="-28" t="-115" r="-563" b="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/>
              <p:cNvSpPr txBox="1"/>
              <p:nvPr/>
            </p:nvSpPr>
            <p:spPr>
              <a:xfrm>
                <a:off x="5909480" y="5940392"/>
                <a:ext cx="1288415" cy="52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/>
                  </a:rPr>
                  <a:t>（</a:t>
                </a:r>
                <a:r>
                  <a:rPr lang="en-US" altLang="zh-CN" sz="28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/>
                  </a:rPr>
                  <a:t>3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  <a:sym typeface="Symbol" panose="05050102010706020507"/>
                      </a:rPr>
                      <m:t>𝟔</m:t>
                    </m:r>
                  </m:oMath>
                </a14:m>
                <a:endParaRPr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9480" y="5940392"/>
                <a:ext cx="1288415" cy="521970"/>
              </a:xfrm>
              <a:prstGeom prst="rect">
                <a:avLst/>
              </a:prstGeom>
              <a:blipFill rotWithShape="1">
                <a:blip r:embed="rId21"/>
                <a:stretch>
                  <a:fillRect l="-13" t="-115" r="-578" b="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8001" name="Object 177"/>
          <p:cNvGraphicFramePr>
            <a:graphicFrameLocks noChangeAspect="1"/>
          </p:cNvGraphicFramePr>
          <p:nvPr/>
        </p:nvGraphicFramePr>
        <p:xfrm>
          <a:off x="7705035" y="5728747"/>
          <a:ext cx="1143000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29" name="Equation" r:id="rId22" imgW="27432000" imgH="22860000" progId="Equation.DSMT4">
                  <p:embed/>
                </p:oleObj>
              </mc:Choice>
              <mc:Fallback>
                <p:oleObj name="Equation" r:id="rId22" imgW="27432000" imgH="22860000" progId="Equation.DSMT4">
                  <p:embed/>
                  <p:pic>
                    <p:nvPicPr>
                      <p:cNvPr id="0" name="图片 81928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705035" y="5728747"/>
                        <a:ext cx="1143000" cy="9445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78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/>
      <p:bldP spid="9" grpId="0"/>
      <p:bldP spid="16" grpId="0"/>
      <p:bldP spid="18" grpId="0"/>
      <p:bldP spid="19" grpId="0"/>
      <p:bldP spid="20" grpId="0"/>
      <p:bldP spid="21" grpId="0"/>
      <p:bldP spid="17" grpId="0"/>
      <p:bldP spid="32" grpId="0"/>
      <p:bldP spid="33" grpId="0" animBg="1"/>
      <p:bldP spid="34" grpId="0" animBg="1"/>
      <p:bldP spid="35" grpId="0"/>
      <p:bldP spid="36" grpId="0"/>
      <p:bldP spid="37" grpId="0" animBg="1"/>
      <p:bldP spid="38" grpId="0" animBg="1"/>
      <p:bldP spid="3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72593" y="613703"/>
            <a:ext cx="12534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曲线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385866" y="322724"/>
          <a:ext cx="1644651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45" name="Equation" r:id="rId1" imgW="39624000" imgH="23164800" progId="Equation.DSMT4">
                  <p:embed/>
                </p:oleObj>
              </mc:Choice>
              <mc:Fallback>
                <p:oleObj name="Equation" r:id="rId1" imgW="39624000" imgH="23164800" progId="Equation.DSMT4">
                  <p:embed/>
                  <p:pic>
                    <p:nvPicPr>
                      <p:cNvPr id="0" name="图片 829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85866" y="322724"/>
                        <a:ext cx="1644651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69149" y="620688"/>
            <a:ext cx="14312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      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19536" y="1681644"/>
            <a:ext cx="28651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）没有渐近线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19536" y="2168085"/>
            <a:ext cx="35801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）仅有铅直渐近线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19536" y="2654526"/>
            <a:ext cx="35801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）仅有水平渐近线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19536" y="3140968"/>
            <a:ext cx="64401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）既有水平渐近线，又有铅直渐近线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19536" y="4077072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86229" y="4077072"/>
            <a:ext cx="4394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4826101" y="4869160"/>
            <a:ext cx="3070099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6240016" y="3789040"/>
            <a:ext cx="0" cy="19442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4826100" y="4653136"/>
            <a:ext cx="307009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任意多边形 16"/>
          <p:cNvSpPr/>
          <p:nvPr/>
        </p:nvSpPr>
        <p:spPr>
          <a:xfrm>
            <a:off x="6311077" y="3810000"/>
            <a:ext cx="1428750" cy="800100"/>
          </a:xfrm>
          <a:custGeom>
            <a:avLst/>
            <a:gdLst>
              <a:gd name="connsiteX0" fmla="*/ 0 w 1428750"/>
              <a:gd name="connsiteY0" fmla="*/ 0 h 800100"/>
              <a:gd name="connsiteX1" fmla="*/ 238125 w 1428750"/>
              <a:gd name="connsiteY1" fmla="*/ 571500 h 800100"/>
              <a:gd name="connsiteX2" fmla="*/ 1428750 w 1428750"/>
              <a:gd name="connsiteY2" fmla="*/ 80010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28750" h="800100">
                <a:moveTo>
                  <a:pt x="0" y="0"/>
                </a:moveTo>
                <a:cubicBezTo>
                  <a:pt x="0" y="219075"/>
                  <a:pt x="0" y="438150"/>
                  <a:pt x="238125" y="571500"/>
                </a:cubicBezTo>
                <a:cubicBezTo>
                  <a:pt x="476250" y="704850"/>
                  <a:pt x="952500" y="752475"/>
                  <a:pt x="1428750" y="800100"/>
                </a:cubicBezTo>
              </a:path>
            </a:pathLst>
          </a:cu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 flipH="1">
            <a:off x="4752562" y="3800192"/>
            <a:ext cx="1428750" cy="800100"/>
          </a:xfrm>
          <a:custGeom>
            <a:avLst/>
            <a:gdLst>
              <a:gd name="connsiteX0" fmla="*/ 0 w 1428750"/>
              <a:gd name="connsiteY0" fmla="*/ 0 h 800100"/>
              <a:gd name="connsiteX1" fmla="*/ 238125 w 1428750"/>
              <a:gd name="connsiteY1" fmla="*/ 571500 h 800100"/>
              <a:gd name="connsiteX2" fmla="*/ 1428750 w 1428750"/>
              <a:gd name="connsiteY2" fmla="*/ 80010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28750" h="800100">
                <a:moveTo>
                  <a:pt x="0" y="0"/>
                </a:moveTo>
                <a:cubicBezTo>
                  <a:pt x="0" y="219075"/>
                  <a:pt x="0" y="438150"/>
                  <a:pt x="238125" y="571500"/>
                </a:cubicBezTo>
                <a:cubicBezTo>
                  <a:pt x="476250" y="704850"/>
                  <a:pt x="952500" y="752475"/>
                  <a:pt x="1428750" y="800100"/>
                </a:cubicBezTo>
              </a:path>
            </a:pathLst>
          </a:cu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8011373" y="4221088"/>
            <a:ext cx="7213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83181" y="5053533"/>
            <a:ext cx="7410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=0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 flipV="1">
            <a:off x="6240016" y="3789040"/>
            <a:ext cx="0" cy="194421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7" grpId="0" bldLvl="0" animBg="1"/>
      <p:bldP spid="18" grpId="0" bldLvl="0" animBg="1"/>
      <p:bldP spid="19" grpId="0"/>
      <p:bldP spid="2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0708" name="文本框 200707"/>
          <p:cNvSpPr txBox="1"/>
          <p:nvPr/>
        </p:nvSpPr>
        <p:spPr>
          <a:xfrm>
            <a:off x="1451610" y="1178560"/>
            <a:ext cx="6459855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作业</a:t>
            </a: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3200">
                <a:latin typeface="Times New Roman" panose="02020603050405020304" pitchFamily="18" charset="0"/>
              </a:rPr>
              <a:t> P52-53 </a:t>
            </a:r>
            <a:endParaRPr lang="en-US" altLang="zh-CN" sz="3200">
              <a:latin typeface="Times New Roman" panose="02020603050405020304" pitchFamily="18" charset="0"/>
            </a:endParaRPr>
          </a:p>
          <a:p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习题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1.2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200">
                <a:latin typeface="Times New Roman" panose="02020603050405020304" pitchFamily="18" charset="0"/>
              </a:rPr>
              <a:t>   5. (2),(5),(7),(8) ,    7 </a:t>
            </a:r>
            <a:r>
              <a:rPr lang="zh-CN" altLang="en-US" sz="3200">
                <a:latin typeface="Times New Roman" panose="02020603050405020304" pitchFamily="18" charset="0"/>
              </a:rPr>
              <a:t>，</a:t>
            </a:r>
            <a:r>
              <a:rPr lang="en-US" altLang="zh-CN" sz="3200">
                <a:latin typeface="Times New Roman" panose="02020603050405020304" pitchFamily="18" charset="0"/>
              </a:rPr>
              <a:t> </a:t>
            </a:r>
            <a:endParaRPr lang="en-US" altLang="zh-CN" sz="3200">
              <a:latin typeface="Times New Roman" panose="02020603050405020304" pitchFamily="18" charset="0"/>
            </a:endParaRPr>
          </a:p>
          <a:p>
            <a:r>
              <a:rPr lang="en-US" altLang="zh-CN" sz="3200">
                <a:latin typeface="Times New Roman" panose="02020603050405020304" pitchFamily="18" charset="0"/>
              </a:rPr>
              <a:t>                 10. (3),(4),(6),(9)               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COMMONDATA" val="eyJoZGlkIjoiYTE3YTg1MGUwYzcxMDRmMDA0MjllMmFkNzVlNjE4YTEifQ=="/>
  <p:tag name="KSO_WPP_MARK_KEY" val="d79725b1-2a87-441f-a56e-56336ffbbf5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2430</Words>
  <Application>WPS 演示</Application>
  <PresentationFormat>宽屏</PresentationFormat>
  <Paragraphs>641</Paragraphs>
  <Slides>38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308</vt:i4>
      </vt:variant>
      <vt:variant>
        <vt:lpstr>幻灯片标题</vt:lpstr>
      </vt:variant>
      <vt:variant>
        <vt:i4>38</vt:i4>
      </vt:variant>
    </vt:vector>
  </HeadingPairs>
  <TitlesOfParts>
    <vt:vector size="364" baseType="lpstr">
      <vt:lpstr>Arial</vt:lpstr>
      <vt:lpstr>宋体</vt:lpstr>
      <vt:lpstr>Wingdings</vt:lpstr>
      <vt:lpstr>Wingdings</vt:lpstr>
      <vt:lpstr>微软雅黑</vt:lpstr>
      <vt:lpstr>华文琥珀</vt:lpstr>
      <vt:lpstr>黑体</vt:lpstr>
      <vt:lpstr>Times New Roman</vt:lpstr>
      <vt:lpstr>楷体</vt:lpstr>
      <vt:lpstr>Arial Unicode MS</vt:lpstr>
      <vt:lpstr>Calibri</vt:lpstr>
      <vt:lpstr>隶书</vt:lpstr>
      <vt:lpstr>Symbol</vt:lpstr>
      <vt:lpstr>Cambria Math</vt:lpstr>
      <vt:lpstr>楷体_GB2312</vt:lpstr>
      <vt:lpstr>新宋体</vt:lpstr>
      <vt:lpstr>Office 主题​​</vt:lpstr>
      <vt:lpstr>1_Office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Equation.KSEE3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Equation.KSEE3</vt:lpstr>
      <vt:lpstr>Equation.KSEE3</vt:lpstr>
      <vt:lpstr>Equation.DSMT4</vt:lpstr>
      <vt:lpstr>Equation.DSMT4</vt:lpstr>
      <vt:lpstr>Equation.DSMT4</vt:lpstr>
      <vt:lpstr>Equation.KSEE3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Equation.DSMT4</vt:lpstr>
      <vt:lpstr>Equation.DSMT4</vt:lpstr>
      <vt:lpstr>Equation.DSMT4</vt:lpstr>
      <vt:lpstr>Equation.KSEE3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山人有鱼</cp:lastModifiedBy>
  <cp:revision>219</cp:revision>
  <dcterms:created xsi:type="dcterms:W3CDTF">2019-06-19T02:08:00Z</dcterms:created>
  <dcterms:modified xsi:type="dcterms:W3CDTF">2022-10-16T23:58:14Z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2052-11.1.0.12598</vt:lpwstr>
  </property>
  <property fmtid="{D5CDD505-2E9C-101B-9397-08002B2CF9AE}" pid="3" name="ICV">
    <vt:lpwstr>4AD0890804CB486D8E7D3FE5DA175DAE</vt:lpwstr>
  </property>
</Properties>
</file>