
<file path=[Content_Types].xml><?xml version="1.0" encoding="utf-8"?>
<Types xmlns="http://schemas.openxmlformats.org/package/2006/content-types">
  <Default Extension="vml" ContentType="application/vnd.openxmlformats-officedocument.vmlDrawing"/>
  <Default Extension="doc" ContentType="application/msword"/>
  <Default Extension="bin" ContentType="application/vnd.openxmlformats-officedocument.oleObject"/>
  <Default Extension="wmf" ContentType="image/x-wmf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16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57"/>
        <p:guide pos="380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5" Type="http://schemas.openxmlformats.org/officeDocument/2006/relationships/tags" Target="tags/tag125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.wmf"/><Relationship Id="rId8" Type="http://schemas.openxmlformats.org/officeDocument/2006/relationships/image" Target="../media/image13.emf"/><Relationship Id="rId7" Type="http://schemas.openxmlformats.org/officeDocument/2006/relationships/image" Target="../media/image12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4" Type="http://schemas.openxmlformats.org/officeDocument/2006/relationships/image" Target="../media/image19.wmf"/><Relationship Id="rId13" Type="http://schemas.openxmlformats.org/officeDocument/2006/relationships/image" Target="../media/image18.wmf"/><Relationship Id="rId12" Type="http://schemas.openxmlformats.org/officeDocument/2006/relationships/image" Target="../media/image17.wmf"/><Relationship Id="rId11" Type="http://schemas.openxmlformats.org/officeDocument/2006/relationships/image" Target="../media/image16.wmf"/><Relationship Id="rId10" Type="http://schemas.openxmlformats.org/officeDocument/2006/relationships/image" Target="../media/image15.wmf"/><Relationship Id="rId1" Type="http://schemas.openxmlformats.org/officeDocument/2006/relationships/image" Target="../media/image6.png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7" Type="http://schemas.openxmlformats.org/officeDocument/2006/relationships/image" Target="../media/image26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7" Type="http://schemas.openxmlformats.org/officeDocument/2006/relationships/image" Target="../media/image34.w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44.wmf"/><Relationship Id="rId8" Type="http://schemas.openxmlformats.org/officeDocument/2006/relationships/image" Target="../media/image43.wmf"/><Relationship Id="rId7" Type="http://schemas.openxmlformats.org/officeDocument/2006/relationships/image" Target="../media/image42.e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2" Type="http://schemas.openxmlformats.org/officeDocument/2006/relationships/image" Target="../media/image47.wmf"/><Relationship Id="rId11" Type="http://schemas.openxmlformats.org/officeDocument/2006/relationships/image" Target="../media/image46.emf"/><Relationship Id="rId10" Type="http://schemas.openxmlformats.org/officeDocument/2006/relationships/image" Target="../media/image45.wmf"/><Relationship Id="rId1" Type="http://schemas.openxmlformats.org/officeDocument/2006/relationships/image" Target="../media/image36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56.wmf"/><Relationship Id="rId8" Type="http://schemas.openxmlformats.org/officeDocument/2006/relationships/image" Target="../media/image55.wmf"/><Relationship Id="rId7" Type="http://schemas.openxmlformats.org/officeDocument/2006/relationships/image" Target="../media/image54.wmf"/><Relationship Id="rId6" Type="http://schemas.openxmlformats.org/officeDocument/2006/relationships/image" Target="../media/image53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Relationship Id="rId3" Type="http://schemas.openxmlformats.org/officeDocument/2006/relationships/image" Target="../media/image50.wmf"/><Relationship Id="rId20" Type="http://schemas.openxmlformats.org/officeDocument/2006/relationships/image" Target="../media/image67.wmf"/><Relationship Id="rId2" Type="http://schemas.openxmlformats.org/officeDocument/2006/relationships/image" Target="../media/image49.wmf"/><Relationship Id="rId19" Type="http://schemas.openxmlformats.org/officeDocument/2006/relationships/image" Target="../media/image66.wmf"/><Relationship Id="rId18" Type="http://schemas.openxmlformats.org/officeDocument/2006/relationships/image" Target="../media/image65.wmf"/><Relationship Id="rId17" Type="http://schemas.openxmlformats.org/officeDocument/2006/relationships/image" Target="../media/image64.wmf"/><Relationship Id="rId16" Type="http://schemas.openxmlformats.org/officeDocument/2006/relationships/image" Target="../media/image63.wmf"/><Relationship Id="rId15" Type="http://schemas.openxmlformats.org/officeDocument/2006/relationships/image" Target="../media/image62.wmf"/><Relationship Id="rId14" Type="http://schemas.openxmlformats.org/officeDocument/2006/relationships/image" Target="../media/image61.wmf"/><Relationship Id="rId13" Type="http://schemas.openxmlformats.org/officeDocument/2006/relationships/image" Target="../media/image60.wmf"/><Relationship Id="rId12" Type="http://schemas.openxmlformats.org/officeDocument/2006/relationships/image" Target="../media/image59.wmf"/><Relationship Id="rId11" Type="http://schemas.openxmlformats.org/officeDocument/2006/relationships/image" Target="../media/image58.wmf"/><Relationship Id="rId10" Type="http://schemas.openxmlformats.org/officeDocument/2006/relationships/image" Target="../media/image57.wmf"/><Relationship Id="rId1" Type="http://schemas.openxmlformats.org/officeDocument/2006/relationships/image" Target="../media/image48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76.wmf"/><Relationship Id="rId8" Type="http://schemas.openxmlformats.org/officeDocument/2006/relationships/image" Target="../media/image75.emf"/><Relationship Id="rId7" Type="http://schemas.openxmlformats.org/officeDocument/2006/relationships/image" Target="../media/image74.wmf"/><Relationship Id="rId6" Type="http://schemas.openxmlformats.org/officeDocument/2006/relationships/image" Target="../media/image73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80.wmf"/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7" Type="http://schemas.openxmlformats.org/officeDocument/2006/relationships/image" Target="../media/image87.wmf"/><Relationship Id="rId6" Type="http://schemas.openxmlformats.org/officeDocument/2006/relationships/image" Target="../media/image86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97.wmf"/><Relationship Id="rId8" Type="http://schemas.openxmlformats.org/officeDocument/2006/relationships/image" Target="../media/image96.wmf"/><Relationship Id="rId7" Type="http://schemas.openxmlformats.org/officeDocument/2006/relationships/image" Target="../media/image95.wmf"/><Relationship Id="rId6" Type="http://schemas.openxmlformats.org/officeDocument/2006/relationships/image" Target="../media/image94.wmf"/><Relationship Id="rId5" Type="http://schemas.openxmlformats.org/officeDocument/2006/relationships/image" Target="../media/image93.wmf"/><Relationship Id="rId4" Type="http://schemas.openxmlformats.org/officeDocument/2006/relationships/image" Target="../media/image92.wmf"/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4" Type="http://schemas.openxmlformats.org/officeDocument/2006/relationships/image" Target="../media/image102.wmf"/><Relationship Id="rId13" Type="http://schemas.openxmlformats.org/officeDocument/2006/relationships/image" Target="../media/image101.wmf"/><Relationship Id="rId12" Type="http://schemas.openxmlformats.org/officeDocument/2006/relationships/image" Target="../media/image100.wmf"/><Relationship Id="rId11" Type="http://schemas.openxmlformats.org/officeDocument/2006/relationships/image" Target="../media/image99.wmf"/><Relationship Id="rId10" Type="http://schemas.openxmlformats.org/officeDocument/2006/relationships/image" Target="../media/image98.wmf"/><Relationship Id="rId1" Type="http://schemas.openxmlformats.org/officeDocument/2006/relationships/image" Target="../media/image89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1.wmf"/><Relationship Id="rId8" Type="http://schemas.openxmlformats.org/officeDocument/2006/relationships/image" Target="../media/image110.wmf"/><Relationship Id="rId7" Type="http://schemas.openxmlformats.org/officeDocument/2006/relationships/image" Target="../media/image109.wmf"/><Relationship Id="rId6" Type="http://schemas.openxmlformats.org/officeDocument/2006/relationships/image" Target="../media/image108.wmf"/><Relationship Id="rId5" Type="http://schemas.openxmlformats.org/officeDocument/2006/relationships/image" Target="../media/image107.wmf"/><Relationship Id="rId4" Type="http://schemas.openxmlformats.org/officeDocument/2006/relationships/image" Target="../media/image106.wmf"/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3" Type="http://schemas.openxmlformats.org/officeDocument/2006/relationships/image" Target="../media/image115.wmf"/><Relationship Id="rId12" Type="http://schemas.openxmlformats.org/officeDocument/2006/relationships/image" Target="../media/image114.wmf"/><Relationship Id="rId11" Type="http://schemas.openxmlformats.org/officeDocument/2006/relationships/image" Target="../media/image113.wmf"/><Relationship Id="rId10" Type="http://schemas.openxmlformats.org/officeDocument/2006/relationships/image" Target="../media/image112.wmf"/><Relationship Id="rId1" Type="http://schemas.openxmlformats.org/officeDocument/2006/relationships/image" Target="../media/image103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4.wmf"/><Relationship Id="rId8" Type="http://schemas.openxmlformats.org/officeDocument/2006/relationships/image" Target="../media/image123.wmf"/><Relationship Id="rId7" Type="http://schemas.openxmlformats.org/officeDocument/2006/relationships/image" Target="../media/image122.wmf"/><Relationship Id="rId6" Type="http://schemas.openxmlformats.org/officeDocument/2006/relationships/image" Target="../media/image121.wmf"/><Relationship Id="rId5" Type="http://schemas.openxmlformats.org/officeDocument/2006/relationships/image" Target="../media/image120.wmf"/><Relationship Id="rId4" Type="http://schemas.openxmlformats.org/officeDocument/2006/relationships/image" Target="../media/image119.wmf"/><Relationship Id="rId3" Type="http://schemas.openxmlformats.org/officeDocument/2006/relationships/image" Target="../media/image118.wmf"/><Relationship Id="rId2" Type="http://schemas.openxmlformats.org/officeDocument/2006/relationships/image" Target="../media/image117.wmf"/><Relationship Id="rId13" Type="http://schemas.openxmlformats.org/officeDocument/2006/relationships/image" Target="../media/image128.wmf"/><Relationship Id="rId12" Type="http://schemas.openxmlformats.org/officeDocument/2006/relationships/image" Target="../media/image127.wmf"/><Relationship Id="rId11" Type="http://schemas.openxmlformats.org/officeDocument/2006/relationships/image" Target="../media/image126.wmf"/><Relationship Id="rId10" Type="http://schemas.openxmlformats.org/officeDocument/2006/relationships/image" Target="../media/image125.wmf"/><Relationship Id="rId1" Type="http://schemas.openxmlformats.org/officeDocument/2006/relationships/image" Target="../media/image116.wmf"/></Relationships>
</file>

<file path=ppt/drawings/_rels/vmlDrawing1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32.emf"/><Relationship Id="rId3" Type="http://schemas.openxmlformats.org/officeDocument/2006/relationships/image" Target="../media/image131.wmf"/><Relationship Id="rId2" Type="http://schemas.openxmlformats.org/officeDocument/2006/relationships/image" Target="../media/image130.emf"/><Relationship Id="rId1" Type="http://schemas.openxmlformats.org/officeDocument/2006/relationships/image" Target="../media/image129.e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1.wmf"/><Relationship Id="rId8" Type="http://schemas.openxmlformats.org/officeDocument/2006/relationships/image" Target="../media/image140.wmf"/><Relationship Id="rId7" Type="http://schemas.openxmlformats.org/officeDocument/2006/relationships/image" Target="../media/image139.wmf"/><Relationship Id="rId6" Type="http://schemas.openxmlformats.org/officeDocument/2006/relationships/image" Target="../media/image138.wmf"/><Relationship Id="rId5" Type="http://schemas.openxmlformats.org/officeDocument/2006/relationships/image" Target="../media/image137.wmf"/><Relationship Id="rId4" Type="http://schemas.openxmlformats.org/officeDocument/2006/relationships/image" Target="../media/image136.wmf"/><Relationship Id="rId3" Type="http://schemas.openxmlformats.org/officeDocument/2006/relationships/image" Target="../media/image135.wmf"/><Relationship Id="rId2" Type="http://schemas.openxmlformats.org/officeDocument/2006/relationships/image" Target="../media/image134.wmf"/><Relationship Id="rId11" Type="http://schemas.openxmlformats.org/officeDocument/2006/relationships/image" Target="../media/image143.wmf"/><Relationship Id="rId10" Type="http://schemas.openxmlformats.org/officeDocument/2006/relationships/image" Target="../media/image142.wmf"/><Relationship Id="rId1" Type="http://schemas.openxmlformats.org/officeDocument/2006/relationships/image" Target="../media/image133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2.wmf"/><Relationship Id="rId8" Type="http://schemas.openxmlformats.org/officeDocument/2006/relationships/image" Target="../media/image151.wmf"/><Relationship Id="rId7" Type="http://schemas.openxmlformats.org/officeDocument/2006/relationships/image" Target="../media/image150.wmf"/><Relationship Id="rId6" Type="http://schemas.openxmlformats.org/officeDocument/2006/relationships/image" Target="../media/image149.wmf"/><Relationship Id="rId5" Type="http://schemas.openxmlformats.org/officeDocument/2006/relationships/image" Target="../media/image148.wmf"/><Relationship Id="rId4" Type="http://schemas.openxmlformats.org/officeDocument/2006/relationships/image" Target="../media/image147.wmf"/><Relationship Id="rId3" Type="http://schemas.openxmlformats.org/officeDocument/2006/relationships/image" Target="../media/image146.wmf"/><Relationship Id="rId2" Type="http://schemas.openxmlformats.org/officeDocument/2006/relationships/image" Target="../media/image145.wmf"/><Relationship Id="rId11" Type="http://schemas.openxmlformats.org/officeDocument/2006/relationships/image" Target="../media/image154.wmf"/><Relationship Id="rId10" Type="http://schemas.openxmlformats.org/officeDocument/2006/relationships/image" Target="../media/image153.wmf"/><Relationship Id="rId1" Type="http://schemas.openxmlformats.org/officeDocument/2006/relationships/image" Target="../media/image144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7" Type="http://schemas.openxmlformats.org/officeDocument/2006/relationships/image" Target="../media/image161.wmf"/><Relationship Id="rId6" Type="http://schemas.openxmlformats.org/officeDocument/2006/relationships/image" Target="../media/image160.wmf"/><Relationship Id="rId5" Type="http://schemas.openxmlformats.org/officeDocument/2006/relationships/image" Target="../media/image159.wmf"/><Relationship Id="rId4" Type="http://schemas.openxmlformats.org/officeDocument/2006/relationships/image" Target="../media/image158.wmf"/><Relationship Id="rId3" Type="http://schemas.openxmlformats.org/officeDocument/2006/relationships/image" Target="../media/image157.wmf"/><Relationship Id="rId2" Type="http://schemas.openxmlformats.org/officeDocument/2006/relationships/image" Target="../media/image156.wmf"/><Relationship Id="rId1" Type="http://schemas.openxmlformats.org/officeDocument/2006/relationships/image" Target="../media/image155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1.wmf"/><Relationship Id="rId8" Type="http://schemas.openxmlformats.org/officeDocument/2006/relationships/image" Target="../media/image170.wmf"/><Relationship Id="rId7" Type="http://schemas.openxmlformats.org/officeDocument/2006/relationships/image" Target="../media/image169.wmf"/><Relationship Id="rId6" Type="http://schemas.openxmlformats.org/officeDocument/2006/relationships/image" Target="../media/image168.wmf"/><Relationship Id="rId5" Type="http://schemas.openxmlformats.org/officeDocument/2006/relationships/image" Target="../media/image167.wmf"/><Relationship Id="rId4" Type="http://schemas.openxmlformats.org/officeDocument/2006/relationships/image" Target="../media/image166.wmf"/><Relationship Id="rId3" Type="http://schemas.openxmlformats.org/officeDocument/2006/relationships/image" Target="../media/image165.wmf"/><Relationship Id="rId2" Type="http://schemas.openxmlformats.org/officeDocument/2006/relationships/image" Target="../media/image164.wmf"/><Relationship Id="rId14" Type="http://schemas.openxmlformats.org/officeDocument/2006/relationships/image" Target="../media/image176.wmf"/><Relationship Id="rId13" Type="http://schemas.openxmlformats.org/officeDocument/2006/relationships/image" Target="../media/image175.wmf"/><Relationship Id="rId12" Type="http://schemas.openxmlformats.org/officeDocument/2006/relationships/image" Target="../media/image174.wmf"/><Relationship Id="rId11" Type="http://schemas.openxmlformats.org/officeDocument/2006/relationships/image" Target="../media/image173.wmf"/><Relationship Id="rId10" Type="http://schemas.openxmlformats.org/officeDocument/2006/relationships/image" Target="../media/image172.wmf"/><Relationship Id="rId1" Type="http://schemas.openxmlformats.org/officeDocument/2006/relationships/image" Target="../media/image163.w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5.emf"/><Relationship Id="rId8" Type="http://schemas.openxmlformats.org/officeDocument/2006/relationships/image" Target="../media/image184.wmf"/><Relationship Id="rId7" Type="http://schemas.openxmlformats.org/officeDocument/2006/relationships/image" Target="../media/image183.wmf"/><Relationship Id="rId6" Type="http://schemas.openxmlformats.org/officeDocument/2006/relationships/image" Target="../media/image182.wmf"/><Relationship Id="rId5" Type="http://schemas.openxmlformats.org/officeDocument/2006/relationships/image" Target="../media/image181.wmf"/><Relationship Id="rId4" Type="http://schemas.openxmlformats.org/officeDocument/2006/relationships/image" Target="../media/image180.wmf"/><Relationship Id="rId3" Type="http://schemas.openxmlformats.org/officeDocument/2006/relationships/image" Target="../media/image179.wmf"/><Relationship Id="rId2" Type="http://schemas.openxmlformats.org/officeDocument/2006/relationships/image" Target="../media/image178.wmf"/><Relationship Id="rId17" Type="http://schemas.openxmlformats.org/officeDocument/2006/relationships/image" Target="../media/image192.wmf"/><Relationship Id="rId16" Type="http://schemas.openxmlformats.org/officeDocument/2006/relationships/image" Target="../media/image191.wmf"/><Relationship Id="rId15" Type="http://schemas.openxmlformats.org/officeDocument/2006/relationships/image" Target="../media/image190.wmf"/><Relationship Id="rId14" Type="http://schemas.openxmlformats.org/officeDocument/2006/relationships/image" Target="../media/image189.wmf"/><Relationship Id="rId13" Type="http://schemas.openxmlformats.org/officeDocument/2006/relationships/image" Target="../media/image188.wmf"/><Relationship Id="rId12" Type="http://schemas.openxmlformats.org/officeDocument/2006/relationships/image" Target="../media/image172.wmf"/><Relationship Id="rId11" Type="http://schemas.openxmlformats.org/officeDocument/2006/relationships/image" Target="../media/image187.wmf"/><Relationship Id="rId10" Type="http://schemas.openxmlformats.org/officeDocument/2006/relationships/image" Target="../media/image186.emf"/><Relationship Id="rId1" Type="http://schemas.openxmlformats.org/officeDocument/2006/relationships/image" Target="../media/image177.wmf"/></Relationships>
</file>

<file path=ppt/drawings/_rels/vmlDrawing19.vml.rels><?xml version="1.0" encoding="UTF-8" standalone="yes"?>
<Relationships xmlns="http://schemas.openxmlformats.org/package/2006/relationships"><Relationship Id="rId6" Type="http://schemas.openxmlformats.org/officeDocument/2006/relationships/image" Target="../media/image199.wmf"/><Relationship Id="rId5" Type="http://schemas.openxmlformats.org/officeDocument/2006/relationships/image" Target="../media/image198.wmf"/><Relationship Id="rId4" Type="http://schemas.openxmlformats.org/officeDocument/2006/relationships/image" Target="../media/image197.wmf"/><Relationship Id="rId3" Type="http://schemas.openxmlformats.org/officeDocument/2006/relationships/image" Target="../media/image196.wmf"/><Relationship Id="rId2" Type="http://schemas.openxmlformats.org/officeDocument/2006/relationships/image" Target="../media/image195.wmf"/><Relationship Id="rId1" Type="http://schemas.openxmlformats.org/officeDocument/2006/relationships/image" Target="../media/image193.wmf"/></Relationships>
</file>

<file path=ppt/drawings/_rels/vmlDrawing20.vml.rels><?xml version="1.0" encoding="UTF-8" standalone="yes"?>
<Relationships xmlns="http://schemas.openxmlformats.org/package/2006/relationships"><Relationship Id="rId5" Type="http://schemas.openxmlformats.org/officeDocument/2006/relationships/image" Target="../media/image204.wmf"/><Relationship Id="rId4" Type="http://schemas.openxmlformats.org/officeDocument/2006/relationships/image" Target="../media/image203.wmf"/><Relationship Id="rId3" Type="http://schemas.openxmlformats.org/officeDocument/2006/relationships/image" Target="../media/image202.wmf"/><Relationship Id="rId2" Type="http://schemas.openxmlformats.org/officeDocument/2006/relationships/image" Target="../media/image201.wmf"/><Relationship Id="rId1" Type="http://schemas.openxmlformats.org/officeDocument/2006/relationships/image" Target="../media/image200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wmf"/><Relationship Id="rId2" Type="http://schemas.openxmlformats.org/officeDocument/2006/relationships/image" Target="../media/image206.wmf"/><Relationship Id="rId1" Type="http://schemas.openxmlformats.org/officeDocument/2006/relationships/image" Target="../media/image205.wmf"/></Relationships>
</file>

<file path=ppt/drawings/_rels/vmlDrawing22.vml.rels><?xml version="1.0" encoding="UTF-8" standalone="yes"?>
<Relationships xmlns="http://schemas.openxmlformats.org/package/2006/relationships"><Relationship Id="rId6" Type="http://schemas.openxmlformats.org/officeDocument/2006/relationships/image" Target="../media/image214.wmf"/><Relationship Id="rId5" Type="http://schemas.openxmlformats.org/officeDocument/2006/relationships/image" Target="../media/image213.wmf"/><Relationship Id="rId4" Type="http://schemas.openxmlformats.org/officeDocument/2006/relationships/image" Target="../media/image212.wmf"/><Relationship Id="rId3" Type="http://schemas.openxmlformats.org/officeDocument/2006/relationships/image" Target="../media/image211.wmf"/><Relationship Id="rId2" Type="http://schemas.openxmlformats.org/officeDocument/2006/relationships/image" Target="../media/image210.wmf"/><Relationship Id="rId1" Type="http://schemas.openxmlformats.org/officeDocument/2006/relationships/image" Target="../media/image209.wmf"/></Relationships>
</file>

<file path=ppt/drawings/_rels/vmlDrawing2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23.wmf"/><Relationship Id="rId8" Type="http://schemas.openxmlformats.org/officeDocument/2006/relationships/image" Target="../media/image222.wmf"/><Relationship Id="rId7" Type="http://schemas.openxmlformats.org/officeDocument/2006/relationships/image" Target="../media/image221.wmf"/><Relationship Id="rId6" Type="http://schemas.openxmlformats.org/officeDocument/2006/relationships/image" Target="../media/image220.wmf"/><Relationship Id="rId5" Type="http://schemas.openxmlformats.org/officeDocument/2006/relationships/image" Target="../media/image219.wmf"/><Relationship Id="rId4" Type="http://schemas.openxmlformats.org/officeDocument/2006/relationships/image" Target="../media/image218.wmf"/><Relationship Id="rId3" Type="http://schemas.openxmlformats.org/officeDocument/2006/relationships/image" Target="../media/image217.wmf"/><Relationship Id="rId2" Type="http://schemas.openxmlformats.org/officeDocument/2006/relationships/image" Target="../media/image216.wmf"/><Relationship Id="rId12" Type="http://schemas.openxmlformats.org/officeDocument/2006/relationships/image" Target="../media/image226.wmf"/><Relationship Id="rId11" Type="http://schemas.openxmlformats.org/officeDocument/2006/relationships/image" Target="../media/image225.wmf"/><Relationship Id="rId10" Type="http://schemas.openxmlformats.org/officeDocument/2006/relationships/image" Target="../media/image224.wmf"/><Relationship Id="rId1" Type="http://schemas.openxmlformats.org/officeDocument/2006/relationships/image" Target="../media/image215.wmf"/></Relationships>
</file>

<file path=ppt/drawings/_rels/vmlDrawing24.vml.rels><?xml version="1.0" encoding="UTF-8" standalone="yes"?>
<Relationships xmlns="http://schemas.openxmlformats.org/package/2006/relationships"><Relationship Id="rId7" Type="http://schemas.openxmlformats.org/officeDocument/2006/relationships/image" Target="../media/image233.wmf"/><Relationship Id="rId6" Type="http://schemas.openxmlformats.org/officeDocument/2006/relationships/image" Target="../media/image232.wmf"/><Relationship Id="rId5" Type="http://schemas.openxmlformats.org/officeDocument/2006/relationships/image" Target="../media/image231.wmf"/><Relationship Id="rId4" Type="http://schemas.openxmlformats.org/officeDocument/2006/relationships/image" Target="../media/image230.wmf"/><Relationship Id="rId3" Type="http://schemas.openxmlformats.org/officeDocument/2006/relationships/image" Target="../media/image229.wmf"/><Relationship Id="rId2" Type="http://schemas.openxmlformats.org/officeDocument/2006/relationships/image" Target="../media/image228.wmf"/><Relationship Id="rId1" Type="http://schemas.openxmlformats.org/officeDocument/2006/relationships/image" Target="../media/image227.wmf"/></Relationships>
</file>

<file path=ppt/drawings/_rels/vmlDrawing25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2.wmf"/><Relationship Id="rId8" Type="http://schemas.openxmlformats.org/officeDocument/2006/relationships/image" Target="../media/image241.wmf"/><Relationship Id="rId7" Type="http://schemas.openxmlformats.org/officeDocument/2006/relationships/image" Target="../media/image240.wmf"/><Relationship Id="rId6" Type="http://schemas.openxmlformats.org/officeDocument/2006/relationships/image" Target="../media/image239.wmf"/><Relationship Id="rId5" Type="http://schemas.openxmlformats.org/officeDocument/2006/relationships/image" Target="../media/image238.wmf"/><Relationship Id="rId4" Type="http://schemas.openxmlformats.org/officeDocument/2006/relationships/image" Target="../media/image237.wmf"/><Relationship Id="rId3" Type="http://schemas.openxmlformats.org/officeDocument/2006/relationships/image" Target="../media/image236.wmf"/><Relationship Id="rId2" Type="http://schemas.openxmlformats.org/officeDocument/2006/relationships/image" Target="../media/image235.wmf"/><Relationship Id="rId12" Type="http://schemas.openxmlformats.org/officeDocument/2006/relationships/image" Target="../media/image245.wmf"/><Relationship Id="rId11" Type="http://schemas.openxmlformats.org/officeDocument/2006/relationships/image" Target="../media/image244.wmf"/><Relationship Id="rId10" Type="http://schemas.openxmlformats.org/officeDocument/2006/relationships/image" Target="../media/image243.wmf"/><Relationship Id="rId1" Type="http://schemas.openxmlformats.org/officeDocument/2006/relationships/image" Target="../media/image234.wmf"/></Relationships>
</file>

<file path=ppt/drawings/_rels/vmlDrawing26.vml.rels><?xml version="1.0" encoding="UTF-8" standalone="yes"?>
<Relationships xmlns="http://schemas.openxmlformats.org/package/2006/relationships"><Relationship Id="rId5" Type="http://schemas.openxmlformats.org/officeDocument/2006/relationships/image" Target="../media/image250.wmf"/><Relationship Id="rId4" Type="http://schemas.openxmlformats.org/officeDocument/2006/relationships/image" Target="../media/image249.wmf"/><Relationship Id="rId3" Type="http://schemas.openxmlformats.org/officeDocument/2006/relationships/image" Target="../media/image248.wmf"/><Relationship Id="rId2" Type="http://schemas.openxmlformats.org/officeDocument/2006/relationships/image" Target="../media/image247.wmf"/><Relationship Id="rId1" Type="http://schemas.openxmlformats.org/officeDocument/2006/relationships/image" Target="../media/image246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wmf"/><Relationship Id="rId7" Type="http://schemas.openxmlformats.org/officeDocument/2006/relationships/image" Target="../media/image257.wmf"/><Relationship Id="rId6" Type="http://schemas.openxmlformats.org/officeDocument/2006/relationships/image" Target="../media/image256.wmf"/><Relationship Id="rId5" Type="http://schemas.openxmlformats.org/officeDocument/2006/relationships/image" Target="../media/image255.wmf"/><Relationship Id="rId4" Type="http://schemas.openxmlformats.org/officeDocument/2006/relationships/image" Target="../media/image254.wmf"/><Relationship Id="rId3" Type="http://schemas.openxmlformats.org/officeDocument/2006/relationships/image" Target="../media/image253.wmf"/><Relationship Id="rId2" Type="http://schemas.openxmlformats.org/officeDocument/2006/relationships/image" Target="../media/image252.wmf"/><Relationship Id="rId1" Type="http://schemas.openxmlformats.org/officeDocument/2006/relationships/image" Target="../media/image251.wmf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slide" Target="slide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3" Type="http://schemas.openxmlformats.org/officeDocument/2006/relationships/vmlDrawing" Target="../drawings/vmlDrawing1.vml"/><Relationship Id="rId12" Type="http://schemas.openxmlformats.org/officeDocument/2006/relationships/slideLayout" Target="../slideLayouts/slideLayout18.xml"/><Relationship Id="rId11" Type="http://schemas.openxmlformats.org/officeDocument/2006/relationships/slide" Target="slide1.xml"/><Relationship Id="rId10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.bin"/><Relationship Id="rId8" Type="http://schemas.openxmlformats.org/officeDocument/2006/relationships/image" Target="../media/image9.wmf"/><Relationship Id="rId7" Type="http://schemas.openxmlformats.org/officeDocument/2006/relationships/oleObject" Target="../embeddings/oleObject9.bin"/><Relationship Id="rId6" Type="http://schemas.openxmlformats.org/officeDocument/2006/relationships/image" Target="../media/image8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7.wmf"/><Relationship Id="rId30" Type="http://schemas.openxmlformats.org/officeDocument/2006/relationships/vmlDrawing" Target="../drawings/vmlDrawing2.vml"/><Relationship Id="rId3" Type="http://schemas.openxmlformats.org/officeDocument/2006/relationships/oleObject" Target="../embeddings/oleObject7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19.wmf"/><Relationship Id="rId27" Type="http://schemas.openxmlformats.org/officeDocument/2006/relationships/oleObject" Target="../embeddings/oleObject19.bin"/><Relationship Id="rId26" Type="http://schemas.openxmlformats.org/officeDocument/2006/relationships/image" Target="../media/image18.wmf"/><Relationship Id="rId25" Type="http://schemas.openxmlformats.org/officeDocument/2006/relationships/oleObject" Target="../embeddings/oleObject18.bin"/><Relationship Id="rId24" Type="http://schemas.openxmlformats.org/officeDocument/2006/relationships/image" Target="../media/image17.wmf"/><Relationship Id="rId23" Type="http://schemas.openxmlformats.org/officeDocument/2006/relationships/oleObject" Target="../embeddings/oleObject17.bin"/><Relationship Id="rId22" Type="http://schemas.openxmlformats.org/officeDocument/2006/relationships/image" Target="../media/image16.wmf"/><Relationship Id="rId21" Type="http://schemas.openxmlformats.org/officeDocument/2006/relationships/oleObject" Target="../embeddings/oleObject16.bin"/><Relationship Id="rId20" Type="http://schemas.openxmlformats.org/officeDocument/2006/relationships/image" Target="../media/image15.wmf"/><Relationship Id="rId2" Type="http://schemas.openxmlformats.org/officeDocument/2006/relationships/image" Target="../media/image6.png"/><Relationship Id="rId19" Type="http://schemas.openxmlformats.org/officeDocument/2006/relationships/oleObject" Target="../embeddings/oleObject15.bin"/><Relationship Id="rId18" Type="http://schemas.openxmlformats.org/officeDocument/2006/relationships/image" Target="../media/image14.wmf"/><Relationship Id="rId17" Type="http://schemas.openxmlformats.org/officeDocument/2006/relationships/oleObject" Target="../embeddings/oleObject14.bin"/><Relationship Id="rId16" Type="http://schemas.openxmlformats.org/officeDocument/2006/relationships/image" Target="../media/image13.emf"/><Relationship Id="rId15" Type="http://schemas.openxmlformats.org/officeDocument/2006/relationships/oleObject" Target="../embeddings/oleObject13.bin"/><Relationship Id="rId14" Type="http://schemas.openxmlformats.org/officeDocument/2006/relationships/image" Target="../media/image12.wmf"/><Relationship Id="rId13" Type="http://schemas.openxmlformats.org/officeDocument/2006/relationships/oleObject" Target="../embeddings/oleObject12.bin"/><Relationship Id="rId12" Type="http://schemas.openxmlformats.org/officeDocument/2006/relationships/image" Target="../media/image11.wmf"/><Relationship Id="rId11" Type="http://schemas.openxmlformats.org/officeDocument/2006/relationships/oleObject" Target="../embeddings/oleObject11.bin"/><Relationship Id="rId10" Type="http://schemas.openxmlformats.org/officeDocument/2006/relationships/image" Target="../media/image10.wmf"/><Relationship Id="rId1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.bin"/><Relationship Id="rId8" Type="http://schemas.openxmlformats.org/officeDocument/2006/relationships/image" Target="../media/image23.wmf"/><Relationship Id="rId7" Type="http://schemas.openxmlformats.org/officeDocument/2006/relationships/oleObject" Target="../embeddings/oleObject23.bin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1.w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20.wmf"/><Relationship Id="rId18" Type="http://schemas.openxmlformats.org/officeDocument/2006/relationships/vmlDrawing" Target="../drawings/vmlDrawing3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27.wmf"/><Relationship Id="rId15" Type="http://schemas.openxmlformats.org/officeDocument/2006/relationships/oleObject" Target="../embeddings/oleObject27.bin"/><Relationship Id="rId14" Type="http://schemas.openxmlformats.org/officeDocument/2006/relationships/image" Target="../media/image26.wmf"/><Relationship Id="rId13" Type="http://schemas.openxmlformats.org/officeDocument/2006/relationships/oleObject" Target="../embeddings/oleObject26.bin"/><Relationship Id="rId12" Type="http://schemas.openxmlformats.org/officeDocument/2006/relationships/image" Target="../media/image25.wmf"/><Relationship Id="rId11" Type="http://schemas.openxmlformats.org/officeDocument/2006/relationships/oleObject" Target="../embeddings/oleObject25.bin"/><Relationship Id="rId10" Type="http://schemas.openxmlformats.org/officeDocument/2006/relationships/image" Target="../media/image24.wmf"/><Relationship Id="rId1" Type="http://schemas.openxmlformats.org/officeDocument/2006/relationships/oleObject" Target="../embeddings/oleObject20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.bin"/><Relationship Id="rId8" Type="http://schemas.openxmlformats.org/officeDocument/2006/relationships/image" Target="../media/image31.wmf"/><Relationship Id="rId7" Type="http://schemas.openxmlformats.org/officeDocument/2006/relationships/oleObject" Target="../embeddings/oleObject31.bin"/><Relationship Id="rId6" Type="http://schemas.openxmlformats.org/officeDocument/2006/relationships/image" Target="../media/image30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29.wmf"/><Relationship Id="rId3" Type="http://schemas.openxmlformats.org/officeDocument/2006/relationships/oleObject" Target="../embeddings/oleObject29.bin"/><Relationship Id="rId2" Type="http://schemas.openxmlformats.org/officeDocument/2006/relationships/image" Target="../media/image28.wmf"/><Relationship Id="rId18" Type="http://schemas.openxmlformats.org/officeDocument/2006/relationships/vmlDrawing" Target="../drawings/vmlDrawing4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35.wmf"/><Relationship Id="rId15" Type="http://schemas.openxmlformats.org/officeDocument/2006/relationships/oleObject" Target="../embeddings/oleObject35.bin"/><Relationship Id="rId14" Type="http://schemas.openxmlformats.org/officeDocument/2006/relationships/image" Target="../media/image34.wmf"/><Relationship Id="rId13" Type="http://schemas.openxmlformats.org/officeDocument/2006/relationships/oleObject" Target="../embeddings/oleObject34.bin"/><Relationship Id="rId12" Type="http://schemas.openxmlformats.org/officeDocument/2006/relationships/image" Target="../media/image33.wmf"/><Relationship Id="rId11" Type="http://schemas.openxmlformats.org/officeDocument/2006/relationships/oleObject" Target="../embeddings/oleObject33.bin"/><Relationship Id="rId10" Type="http://schemas.openxmlformats.org/officeDocument/2006/relationships/image" Target="../media/image32.wmf"/><Relationship Id="rId1" Type="http://schemas.openxmlformats.org/officeDocument/2006/relationships/oleObject" Target="../embeddings/oleObject28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0.bin"/><Relationship Id="rId8" Type="http://schemas.openxmlformats.org/officeDocument/2006/relationships/image" Target="../media/image39.wmf"/><Relationship Id="rId7" Type="http://schemas.openxmlformats.org/officeDocument/2006/relationships/oleObject" Target="../embeddings/oleObject39.bin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37.wmf"/><Relationship Id="rId3" Type="http://schemas.openxmlformats.org/officeDocument/2006/relationships/oleObject" Target="../embeddings/oleObject37.bin"/><Relationship Id="rId26" Type="http://schemas.openxmlformats.org/officeDocument/2006/relationships/vmlDrawing" Target="../drawings/vmlDrawing5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47.wmf"/><Relationship Id="rId23" Type="http://schemas.openxmlformats.org/officeDocument/2006/relationships/oleObject" Target="../embeddings/oleObject47.bin"/><Relationship Id="rId22" Type="http://schemas.openxmlformats.org/officeDocument/2006/relationships/image" Target="../media/image46.emf"/><Relationship Id="rId21" Type="http://schemas.openxmlformats.org/officeDocument/2006/relationships/oleObject" Target="../embeddings/oleObject46.bin"/><Relationship Id="rId20" Type="http://schemas.openxmlformats.org/officeDocument/2006/relationships/image" Target="../media/image45.wmf"/><Relationship Id="rId2" Type="http://schemas.openxmlformats.org/officeDocument/2006/relationships/image" Target="../media/image36.wmf"/><Relationship Id="rId19" Type="http://schemas.openxmlformats.org/officeDocument/2006/relationships/oleObject" Target="../embeddings/oleObject45.bin"/><Relationship Id="rId18" Type="http://schemas.openxmlformats.org/officeDocument/2006/relationships/image" Target="../media/image44.wmf"/><Relationship Id="rId17" Type="http://schemas.openxmlformats.org/officeDocument/2006/relationships/oleObject" Target="../embeddings/oleObject44.bin"/><Relationship Id="rId16" Type="http://schemas.openxmlformats.org/officeDocument/2006/relationships/image" Target="../media/image43.wmf"/><Relationship Id="rId15" Type="http://schemas.openxmlformats.org/officeDocument/2006/relationships/oleObject" Target="../embeddings/oleObject43.bin"/><Relationship Id="rId14" Type="http://schemas.openxmlformats.org/officeDocument/2006/relationships/image" Target="../media/image42.emf"/><Relationship Id="rId13" Type="http://schemas.openxmlformats.org/officeDocument/2006/relationships/oleObject" Target="../embeddings/oleObject42.bin"/><Relationship Id="rId12" Type="http://schemas.openxmlformats.org/officeDocument/2006/relationships/image" Target="../media/image41.wmf"/><Relationship Id="rId11" Type="http://schemas.openxmlformats.org/officeDocument/2006/relationships/oleObject" Target="../embeddings/oleObject41.bin"/><Relationship Id="rId10" Type="http://schemas.openxmlformats.org/officeDocument/2006/relationships/image" Target="../media/image40.wmf"/><Relationship Id="rId1" Type="http://schemas.openxmlformats.org/officeDocument/2006/relationships/oleObject" Target="../embeddings/oleObject36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2.bin"/><Relationship Id="rId8" Type="http://schemas.openxmlformats.org/officeDocument/2006/relationships/image" Target="../media/image51.wmf"/><Relationship Id="rId7" Type="http://schemas.openxmlformats.org/officeDocument/2006/relationships/oleObject" Target="../embeddings/oleObject51.bin"/><Relationship Id="rId6" Type="http://schemas.openxmlformats.org/officeDocument/2006/relationships/image" Target="../media/image50.wmf"/><Relationship Id="rId5" Type="http://schemas.openxmlformats.org/officeDocument/2006/relationships/oleObject" Target="../embeddings/oleObject50.bin"/><Relationship Id="rId42" Type="http://schemas.openxmlformats.org/officeDocument/2006/relationships/vmlDrawing" Target="../drawings/vmlDrawing6.vml"/><Relationship Id="rId41" Type="http://schemas.openxmlformats.org/officeDocument/2006/relationships/slideLayout" Target="../slideLayouts/slideLayout18.xml"/><Relationship Id="rId40" Type="http://schemas.openxmlformats.org/officeDocument/2006/relationships/image" Target="../media/image67.wmf"/><Relationship Id="rId4" Type="http://schemas.openxmlformats.org/officeDocument/2006/relationships/image" Target="../media/image49.wmf"/><Relationship Id="rId39" Type="http://schemas.openxmlformats.org/officeDocument/2006/relationships/oleObject" Target="../embeddings/oleObject67.bin"/><Relationship Id="rId38" Type="http://schemas.openxmlformats.org/officeDocument/2006/relationships/image" Target="../media/image66.wmf"/><Relationship Id="rId37" Type="http://schemas.openxmlformats.org/officeDocument/2006/relationships/oleObject" Target="../embeddings/oleObject66.bin"/><Relationship Id="rId36" Type="http://schemas.openxmlformats.org/officeDocument/2006/relationships/image" Target="../media/image65.wmf"/><Relationship Id="rId35" Type="http://schemas.openxmlformats.org/officeDocument/2006/relationships/oleObject" Target="../embeddings/oleObject65.bin"/><Relationship Id="rId34" Type="http://schemas.openxmlformats.org/officeDocument/2006/relationships/image" Target="../media/image64.wmf"/><Relationship Id="rId33" Type="http://schemas.openxmlformats.org/officeDocument/2006/relationships/oleObject" Target="../embeddings/oleObject64.bin"/><Relationship Id="rId32" Type="http://schemas.openxmlformats.org/officeDocument/2006/relationships/image" Target="../media/image63.wmf"/><Relationship Id="rId31" Type="http://schemas.openxmlformats.org/officeDocument/2006/relationships/oleObject" Target="../embeddings/oleObject63.bin"/><Relationship Id="rId30" Type="http://schemas.openxmlformats.org/officeDocument/2006/relationships/image" Target="../media/image62.wmf"/><Relationship Id="rId3" Type="http://schemas.openxmlformats.org/officeDocument/2006/relationships/oleObject" Target="../embeddings/oleObject49.bin"/><Relationship Id="rId29" Type="http://schemas.openxmlformats.org/officeDocument/2006/relationships/oleObject" Target="../embeddings/oleObject62.bin"/><Relationship Id="rId28" Type="http://schemas.openxmlformats.org/officeDocument/2006/relationships/image" Target="../media/image61.wmf"/><Relationship Id="rId27" Type="http://schemas.openxmlformats.org/officeDocument/2006/relationships/oleObject" Target="../embeddings/oleObject61.bin"/><Relationship Id="rId26" Type="http://schemas.openxmlformats.org/officeDocument/2006/relationships/image" Target="../media/image60.wmf"/><Relationship Id="rId25" Type="http://schemas.openxmlformats.org/officeDocument/2006/relationships/oleObject" Target="../embeddings/oleObject60.bin"/><Relationship Id="rId24" Type="http://schemas.openxmlformats.org/officeDocument/2006/relationships/image" Target="../media/image59.wmf"/><Relationship Id="rId23" Type="http://schemas.openxmlformats.org/officeDocument/2006/relationships/oleObject" Target="../embeddings/oleObject59.bin"/><Relationship Id="rId22" Type="http://schemas.openxmlformats.org/officeDocument/2006/relationships/image" Target="../media/image58.wmf"/><Relationship Id="rId21" Type="http://schemas.openxmlformats.org/officeDocument/2006/relationships/oleObject" Target="../embeddings/oleObject58.bin"/><Relationship Id="rId20" Type="http://schemas.openxmlformats.org/officeDocument/2006/relationships/image" Target="../media/image57.wmf"/><Relationship Id="rId2" Type="http://schemas.openxmlformats.org/officeDocument/2006/relationships/image" Target="../media/image48.wmf"/><Relationship Id="rId19" Type="http://schemas.openxmlformats.org/officeDocument/2006/relationships/oleObject" Target="../embeddings/oleObject57.bin"/><Relationship Id="rId18" Type="http://schemas.openxmlformats.org/officeDocument/2006/relationships/image" Target="../media/image56.wmf"/><Relationship Id="rId17" Type="http://schemas.openxmlformats.org/officeDocument/2006/relationships/oleObject" Target="../embeddings/oleObject56.bin"/><Relationship Id="rId16" Type="http://schemas.openxmlformats.org/officeDocument/2006/relationships/image" Target="../media/image55.wmf"/><Relationship Id="rId15" Type="http://schemas.openxmlformats.org/officeDocument/2006/relationships/oleObject" Target="../embeddings/oleObject55.bin"/><Relationship Id="rId14" Type="http://schemas.openxmlformats.org/officeDocument/2006/relationships/image" Target="../media/image54.wmf"/><Relationship Id="rId13" Type="http://schemas.openxmlformats.org/officeDocument/2006/relationships/oleObject" Target="../embeddings/oleObject54.bin"/><Relationship Id="rId12" Type="http://schemas.openxmlformats.org/officeDocument/2006/relationships/image" Target="../media/image53.wmf"/><Relationship Id="rId11" Type="http://schemas.openxmlformats.org/officeDocument/2006/relationships/oleObject" Target="../embeddings/oleObject53.bin"/><Relationship Id="rId10" Type="http://schemas.openxmlformats.org/officeDocument/2006/relationships/image" Target="../media/image52.wmf"/><Relationship Id="rId1" Type="http://schemas.openxmlformats.org/officeDocument/2006/relationships/oleObject" Target="../embeddings/oleObject48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2.bin"/><Relationship Id="rId8" Type="http://schemas.openxmlformats.org/officeDocument/2006/relationships/image" Target="../media/image71.wmf"/><Relationship Id="rId7" Type="http://schemas.openxmlformats.org/officeDocument/2006/relationships/oleObject" Target="../embeddings/oleObject71.bin"/><Relationship Id="rId6" Type="http://schemas.openxmlformats.org/officeDocument/2006/relationships/image" Target="../media/image70.w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69.wmf"/><Relationship Id="rId3" Type="http://schemas.openxmlformats.org/officeDocument/2006/relationships/oleObject" Target="../embeddings/oleObject69.bin"/><Relationship Id="rId20" Type="http://schemas.openxmlformats.org/officeDocument/2006/relationships/vmlDrawing" Target="../drawings/vmlDrawing7.vml"/><Relationship Id="rId2" Type="http://schemas.openxmlformats.org/officeDocument/2006/relationships/image" Target="../media/image68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76.wmf"/><Relationship Id="rId17" Type="http://schemas.openxmlformats.org/officeDocument/2006/relationships/oleObject" Target="../embeddings/oleObject75.bin"/><Relationship Id="rId16" Type="http://schemas.openxmlformats.org/officeDocument/2006/relationships/image" Target="../media/image75.emf"/><Relationship Id="rId15" Type="http://schemas.openxmlformats.org/officeDocument/2006/relationships/oleObject" Target="../embeddings/Document1.doc"/><Relationship Id="rId14" Type="http://schemas.openxmlformats.org/officeDocument/2006/relationships/image" Target="../media/image74.wmf"/><Relationship Id="rId13" Type="http://schemas.openxmlformats.org/officeDocument/2006/relationships/oleObject" Target="../embeddings/oleObject74.bin"/><Relationship Id="rId12" Type="http://schemas.openxmlformats.org/officeDocument/2006/relationships/image" Target="../media/image73.wmf"/><Relationship Id="rId11" Type="http://schemas.openxmlformats.org/officeDocument/2006/relationships/oleObject" Target="../embeddings/oleObject73.bin"/><Relationship Id="rId10" Type="http://schemas.openxmlformats.org/officeDocument/2006/relationships/image" Target="../media/image72.wmf"/><Relationship Id="rId1" Type="http://schemas.openxmlformats.org/officeDocument/2006/relationships/oleObject" Target="../embeddings/oleObject68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80.wmf"/><Relationship Id="rId7" Type="http://schemas.openxmlformats.org/officeDocument/2006/relationships/oleObject" Target="../embeddings/oleObject79.bin"/><Relationship Id="rId6" Type="http://schemas.openxmlformats.org/officeDocument/2006/relationships/image" Target="../media/image79.w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78.wmf"/><Relationship Id="rId3" Type="http://schemas.openxmlformats.org/officeDocument/2006/relationships/oleObject" Target="../embeddings/oleObject77.bin"/><Relationship Id="rId2" Type="http://schemas.openxmlformats.org/officeDocument/2006/relationships/image" Target="../media/image77.wmf"/><Relationship Id="rId10" Type="http://schemas.openxmlformats.org/officeDocument/2006/relationships/vmlDrawing" Target="../drawings/vmlDrawing8.vml"/><Relationship Id="rId1" Type="http://schemas.openxmlformats.org/officeDocument/2006/relationships/oleObject" Target="../embeddings/oleObject76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4.bin"/><Relationship Id="rId8" Type="http://schemas.openxmlformats.org/officeDocument/2006/relationships/image" Target="../media/image84.wmf"/><Relationship Id="rId7" Type="http://schemas.openxmlformats.org/officeDocument/2006/relationships/oleObject" Target="../embeddings/oleObject83.bin"/><Relationship Id="rId6" Type="http://schemas.openxmlformats.org/officeDocument/2006/relationships/image" Target="../media/image83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82.wmf"/><Relationship Id="rId3" Type="http://schemas.openxmlformats.org/officeDocument/2006/relationships/oleObject" Target="../embeddings/oleObject81.bin"/><Relationship Id="rId2" Type="http://schemas.openxmlformats.org/officeDocument/2006/relationships/image" Target="../media/image81.wmf"/><Relationship Id="rId18" Type="http://schemas.openxmlformats.org/officeDocument/2006/relationships/vmlDrawing" Target="../drawings/vmlDrawing9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88.wmf"/><Relationship Id="rId15" Type="http://schemas.openxmlformats.org/officeDocument/2006/relationships/oleObject" Target="../embeddings/oleObject87.bin"/><Relationship Id="rId14" Type="http://schemas.openxmlformats.org/officeDocument/2006/relationships/image" Target="../media/image87.wmf"/><Relationship Id="rId13" Type="http://schemas.openxmlformats.org/officeDocument/2006/relationships/oleObject" Target="../embeddings/oleObject86.bin"/><Relationship Id="rId12" Type="http://schemas.openxmlformats.org/officeDocument/2006/relationships/image" Target="../media/image86.wmf"/><Relationship Id="rId11" Type="http://schemas.openxmlformats.org/officeDocument/2006/relationships/oleObject" Target="../embeddings/oleObject85.bin"/><Relationship Id="rId10" Type="http://schemas.openxmlformats.org/officeDocument/2006/relationships/image" Target="../media/image85.wmf"/><Relationship Id="rId1" Type="http://schemas.openxmlformats.org/officeDocument/2006/relationships/oleObject" Target="../embeddings/oleObject80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2.bin"/><Relationship Id="rId8" Type="http://schemas.openxmlformats.org/officeDocument/2006/relationships/image" Target="../media/image92.wmf"/><Relationship Id="rId7" Type="http://schemas.openxmlformats.org/officeDocument/2006/relationships/oleObject" Target="../embeddings/oleObject91.bin"/><Relationship Id="rId6" Type="http://schemas.openxmlformats.org/officeDocument/2006/relationships/image" Target="../media/image91.wmf"/><Relationship Id="rId5" Type="http://schemas.openxmlformats.org/officeDocument/2006/relationships/oleObject" Target="../embeddings/oleObject90.bin"/><Relationship Id="rId4" Type="http://schemas.openxmlformats.org/officeDocument/2006/relationships/image" Target="../media/image90.wmf"/><Relationship Id="rId30" Type="http://schemas.openxmlformats.org/officeDocument/2006/relationships/vmlDrawing" Target="../drawings/vmlDrawing10.vml"/><Relationship Id="rId3" Type="http://schemas.openxmlformats.org/officeDocument/2006/relationships/oleObject" Target="../embeddings/oleObject89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102.wmf"/><Relationship Id="rId27" Type="http://schemas.openxmlformats.org/officeDocument/2006/relationships/oleObject" Target="../embeddings/oleObject101.bin"/><Relationship Id="rId26" Type="http://schemas.openxmlformats.org/officeDocument/2006/relationships/image" Target="../media/image101.wmf"/><Relationship Id="rId25" Type="http://schemas.openxmlformats.org/officeDocument/2006/relationships/oleObject" Target="../embeddings/oleObject100.bin"/><Relationship Id="rId24" Type="http://schemas.openxmlformats.org/officeDocument/2006/relationships/image" Target="../media/image100.wmf"/><Relationship Id="rId23" Type="http://schemas.openxmlformats.org/officeDocument/2006/relationships/oleObject" Target="../embeddings/oleObject99.bin"/><Relationship Id="rId22" Type="http://schemas.openxmlformats.org/officeDocument/2006/relationships/image" Target="../media/image99.wmf"/><Relationship Id="rId21" Type="http://schemas.openxmlformats.org/officeDocument/2006/relationships/oleObject" Target="../embeddings/oleObject98.bin"/><Relationship Id="rId20" Type="http://schemas.openxmlformats.org/officeDocument/2006/relationships/image" Target="../media/image98.wmf"/><Relationship Id="rId2" Type="http://schemas.openxmlformats.org/officeDocument/2006/relationships/image" Target="../media/image89.wmf"/><Relationship Id="rId19" Type="http://schemas.openxmlformats.org/officeDocument/2006/relationships/oleObject" Target="../embeddings/oleObject97.bin"/><Relationship Id="rId18" Type="http://schemas.openxmlformats.org/officeDocument/2006/relationships/image" Target="../media/image97.wmf"/><Relationship Id="rId17" Type="http://schemas.openxmlformats.org/officeDocument/2006/relationships/oleObject" Target="../embeddings/oleObject96.bin"/><Relationship Id="rId16" Type="http://schemas.openxmlformats.org/officeDocument/2006/relationships/image" Target="../media/image96.wmf"/><Relationship Id="rId15" Type="http://schemas.openxmlformats.org/officeDocument/2006/relationships/oleObject" Target="../embeddings/oleObject95.bin"/><Relationship Id="rId14" Type="http://schemas.openxmlformats.org/officeDocument/2006/relationships/image" Target="../media/image95.wmf"/><Relationship Id="rId13" Type="http://schemas.openxmlformats.org/officeDocument/2006/relationships/oleObject" Target="../embeddings/oleObject94.bin"/><Relationship Id="rId12" Type="http://schemas.openxmlformats.org/officeDocument/2006/relationships/image" Target="../media/image94.wmf"/><Relationship Id="rId11" Type="http://schemas.openxmlformats.org/officeDocument/2006/relationships/oleObject" Target="../embeddings/oleObject93.bin"/><Relationship Id="rId10" Type="http://schemas.openxmlformats.org/officeDocument/2006/relationships/image" Target="../media/image93.wmf"/><Relationship Id="rId1" Type="http://schemas.openxmlformats.org/officeDocument/2006/relationships/oleObject" Target="../embeddings/oleObject88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6.bin"/><Relationship Id="rId8" Type="http://schemas.openxmlformats.org/officeDocument/2006/relationships/image" Target="../media/image106.wmf"/><Relationship Id="rId7" Type="http://schemas.openxmlformats.org/officeDocument/2006/relationships/oleObject" Target="../embeddings/oleObject105.bin"/><Relationship Id="rId6" Type="http://schemas.openxmlformats.org/officeDocument/2006/relationships/image" Target="../media/image105.wmf"/><Relationship Id="rId5" Type="http://schemas.openxmlformats.org/officeDocument/2006/relationships/oleObject" Target="../embeddings/oleObject104.bin"/><Relationship Id="rId4" Type="http://schemas.openxmlformats.org/officeDocument/2006/relationships/image" Target="../media/image104.wmf"/><Relationship Id="rId3" Type="http://schemas.openxmlformats.org/officeDocument/2006/relationships/oleObject" Target="../embeddings/oleObject103.bin"/><Relationship Id="rId28" Type="http://schemas.openxmlformats.org/officeDocument/2006/relationships/vmlDrawing" Target="../drawings/vmlDrawing11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115.wmf"/><Relationship Id="rId25" Type="http://schemas.openxmlformats.org/officeDocument/2006/relationships/oleObject" Target="../embeddings/oleObject114.bin"/><Relationship Id="rId24" Type="http://schemas.openxmlformats.org/officeDocument/2006/relationships/image" Target="../media/image114.wmf"/><Relationship Id="rId23" Type="http://schemas.openxmlformats.org/officeDocument/2006/relationships/oleObject" Target="../embeddings/oleObject113.bin"/><Relationship Id="rId22" Type="http://schemas.openxmlformats.org/officeDocument/2006/relationships/image" Target="../media/image113.wmf"/><Relationship Id="rId21" Type="http://schemas.openxmlformats.org/officeDocument/2006/relationships/oleObject" Target="../embeddings/oleObject112.bin"/><Relationship Id="rId20" Type="http://schemas.openxmlformats.org/officeDocument/2006/relationships/image" Target="../media/image112.wmf"/><Relationship Id="rId2" Type="http://schemas.openxmlformats.org/officeDocument/2006/relationships/image" Target="../media/image103.wmf"/><Relationship Id="rId19" Type="http://schemas.openxmlformats.org/officeDocument/2006/relationships/oleObject" Target="../embeddings/oleObject111.bin"/><Relationship Id="rId18" Type="http://schemas.openxmlformats.org/officeDocument/2006/relationships/image" Target="../media/image111.wmf"/><Relationship Id="rId17" Type="http://schemas.openxmlformats.org/officeDocument/2006/relationships/oleObject" Target="../embeddings/oleObject110.bin"/><Relationship Id="rId16" Type="http://schemas.openxmlformats.org/officeDocument/2006/relationships/image" Target="../media/image110.wmf"/><Relationship Id="rId15" Type="http://schemas.openxmlformats.org/officeDocument/2006/relationships/oleObject" Target="../embeddings/oleObject109.bin"/><Relationship Id="rId14" Type="http://schemas.openxmlformats.org/officeDocument/2006/relationships/image" Target="../media/image109.wmf"/><Relationship Id="rId13" Type="http://schemas.openxmlformats.org/officeDocument/2006/relationships/oleObject" Target="../embeddings/oleObject108.bin"/><Relationship Id="rId12" Type="http://schemas.openxmlformats.org/officeDocument/2006/relationships/image" Target="../media/image108.wmf"/><Relationship Id="rId11" Type="http://schemas.openxmlformats.org/officeDocument/2006/relationships/oleObject" Target="../embeddings/oleObject107.bin"/><Relationship Id="rId10" Type="http://schemas.openxmlformats.org/officeDocument/2006/relationships/image" Target="../media/image107.wmf"/><Relationship Id="rId1" Type="http://schemas.openxmlformats.org/officeDocument/2006/relationships/oleObject" Target="../embeddings/oleObject102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9.bin"/><Relationship Id="rId8" Type="http://schemas.openxmlformats.org/officeDocument/2006/relationships/image" Target="../media/image119.wmf"/><Relationship Id="rId7" Type="http://schemas.openxmlformats.org/officeDocument/2006/relationships/oleObject" Target="../embeddings/oleObject118.bin"/><Relationship Id="rId6" Type="http://schemas.openxmlformats.org/officeDocument/2006/relationships/image" Target="../media/image118.wmf"/><Relationship Id="rId5" Type="http://schemas.openxmlformats.org/officeDocument/2006/relationships/oleObject" Target="../embeddings/oleObject117.bin"/><Relationship Id="rId4" Type="http://schemas.openxmlformats.org/officeDocument/2006/relationships/image" Target="../media/image117.wmf"/><Relationship Id="rId3" Type="http://schemas.openxmlformats.org/officeDocument/2006/relationships/oleObject" Target="../embeddings/oleObject116.bin"/><Relationship Id="rId29" Type="http://schemas.openxmlformats.org/officeDocument/2006/relationships/vmlDrawing" Target="../drawings/vmlDrawing12.vml"/><Relationship Id="rId28" Type="http://schemas.openxmlformats.org/officeDocument/2006/relationships/slideLayout" Target="../slideLayouts/slideLayout18.xml"/><Relationship Id="rId27" Type="http://schemas.openxmlformats.org/officeDocument/2006/relationships/slide" Target="slide1.xml"/><Relationship Id="rId26" Type="http://schemas.openxmlformats.org/officeDocument/2006/relationships/image" Target="../media/image128.wmf"/><Relationship Id="rId25" Type="http://schemas.openxmlformats.org/officeDocument/2006/relationships/oleObject" Target="../embeddings/oleObject127.bin"/><Relationship Id="rId24" Type="http://schemas.openxmlformats.org/officeDocument/2006/relationships/image" Target="../media/image127.wmf"/><Relationship Id="rId23" Type="http://schemas.openxmlformats.org/officeDocument/2006/relationships/oleObject" Target="../embeddings/oleObject126.bin"/><Relationship Id="rId22" Type="http://schemas.openxmlformats.org/officeDocument/2006/relationships/image" Target="../media/image126.wmf"/><Relationship Id="rId21" Type="http://schemas.openxmlformats.org/officeDocument/2006/relationships/oleObject" Target="../embeddings/oleObject125.bin"/><Relationship Id="rId20" Type="http://schemas.openxmlformats.org/officeDocument/2006/relationships/image" Target="../media/image125.wmf"/><Relationship Id="rId2" Type="http://schemas.openxmlformats.org/officeDocument/2006/relationships/image" Target="../media/image116.wmf"/><Relationship Id="rId19" Type="http://schemas.openxmlformats.org/officeDocument/2006/relationships/oleObject" Target="../embeddings/oleObject124.bin"/><Relationship Id="rId18" Type="http://schemas.openxmlformats.org/officeDocument/2006/relationships/image" Target="../media/image124.wmf"/><Relationship Id="rId17" Type="http://schemas.openxmlformats.org/officeDocument/2006/relationships/oleObject" Target="../embeddings/oleObject123.bin"/><Relationship Id="rId16" Type="http://schemas.openxmlformats.org/officeDocument/2006/relationships/image" Target="../media/image123.wmf"/><Relationship Id="rId15" Type="http://schemas.openxmlformats.org/officeDocument/2006/relationships/oleObject" Target="../embeddings/oleObject122.bin"/><Relationship Id="rId14" Type="http://schemas.openxmlformats.org/officeDocument/2006/relationships/image" Target="../media/image122.wmf"/><Relationship Id="rId13" Type="http://schemas.openxmlformats.org/officeDocument/2006/relationships/oleObject" Target="../embeddings/oleObject121.bin"/><Relationship Id="rId12" Type="http://schemas.openxmlformats.org/officeDocument/2006/relationships/image" Target="../media/image121.wmf"/><Relationship Id="rId11" Type="http://schemas.openxmlformats.org/officeDocument/2006/relationships/oleObject" Target="../embeddings/oleObject120.bin"/><Relationship Id="rId10" Type="http://schemas.openxmlformats.org/officeDocument/2006/relationships/image" Target="../media/image120.wmf"/><Relationship Id="rId1" Type="http://schemas.openxmlformats.org/officeDocument/2006/relationships/oleObject" Target="../embeddings/oleObject115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132.emf"/><Relationship Id="rId7" Type="http://schemas.openxmlformats.org/officeDocument/2006/relationships/oleObject" Target="../embeddings/oleObject131.bin"/><Relationship Id="rId6" Type="http://schemas.openxmlformats.org/officeDocument/2006/relationships/image" Target="../media/image131.wmf"/><Relationship Id="rId5" Type="http://schemas.openxmlformats.org/officeDocument/2006/relationships/oleObject" Target="../embeddings/oleObject130.bin"/><Relationship Id="rId4" Type="http://schemas.openxmlformats.org/officeDocument/2006/relationships/image" Target="../media/image130.emf"/><Relationship Id="rId3" Type="http://schemas.openxmlformats.org/officeDocument/2006/relationships/oleObject" Target="../embeddings/oleObject129.bin"/><Relationship Id="rId2" Type="http://schemas.openxmlformats.org/officeDocument/2006/relationships/image" Target="../media/image129.emf"/><Relationship Id="rId10" Type="http://schemas.openxmlformats.org/officeDocument/2006/relationships/vmlDrawing" Target="../drawings/vmlDrawing13.vml"/><Relationship Id="rId1" Type="http://schemas.openxmlformats.org/officeDocument/2006/relationships/oleObject" Target="../embeddings/oleObject128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6.bin"/><Relationship Id="rId8" Type="http://schemas.openxmlformats.org/officeDocument/2006/relationships/image" Target="../media/image136.wmf"/><Relationship Id="rId7" Type="http://schemas.openxmlformats.org/officeDocument/2006/relationships/oleObject" Target="../embeddings/oleObject135.bin"/><Relationship Id="rId6" Type="http://schemas.openxmlformats.org/officeDocument/2006/relationships/image" Target="../media/image135.wmf"/><Relationship Id="rId5" Type="http://schemas.openxmlformats.org/officeDocument/2006/relationships/oleObject" Target="../embeddings/oleObject134.bin"/><Relationship Id="rId4" Type="http://schemas.openxmlformats.org/officeDocument/2006/relationships/image" Target="../media/image134.wmf"/><Relationship Id="rId3" Type="http://schemas.openxmlformats.org/officeDocument/2006/relationships/oleObject" Target="../embeddings/oleObject133.bin"/><Relationship Id="rId24" Type="http://schemas.openxmlformats.org/officeDocument/2006/relationships/vmlDrawing" Target="../drawings/vmlDrawing14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143.wmf"/><Relationship Id="rId21" Type="http://schemas.openxmlformats.org/officeDocument/2006/relationships/oleObject" Target="../embeddings/oleObject142.bin"/><Relationship Id="rId20" Type="http://schemas.openxmlformats.org/officeDocument/2006/relationships/image" Target="../media/image142.wmf"/><Relationship Id="rId2" Type="http://schemas.openxmlformats.org/officeDocument/2006/relationships/image" Target="../media/image133.wmf"/><Relationship Id="rId19" Type="http://schemas.openxmlformats.org/officeDocument/2006/relationships/oleObject" Target="../embeddings/oleObject141.bin"/><Relationship Id="rId18" Type="http://schemas.openxmlformats.org/officeDocument/2006/relationships/image" Target="../media/image141.wmf"/><Relationship Id="rId17" Type="http://schemas.openxmlformats.org/officeDocument/2006/relationships/oleObject" Target="../embeddings/oleObject140.bin"/><Relationship Id="rId16" Type="http://schemas.openxmlformats.org/officeDocument/2006/relationships/image" Target="../media/image140.wmf"/><Relationship Id="rId15" Type="http://schemas.openxmlformats.org/officeDocument/2006/relationships/oleObject" Target="../embeddings/oleObject139.bin"/><Relationship Id="rId14" Type="http://schemas.openxmlformats.org/officeDocument/2006/relationships/image" Target="../media/image139.wmf"/><Relationship Id="rId13" Type="http://schemas.openxmlformats.org/officeDocument/2006/relationships/oleObject" Target="../embeddings/oleObject138.bin"/><Relationship Id="rId12" Type="http://schemas.openxmlformats.org/officeDocument/2006/relationships/image" Target="../media/image138.wmf"/><Relationship Id="rId11" Type="http://schemas.openxmlformats.org/officeDocument/2006/relationships/oleObject" Target="../embeddings/oleObject137.bin"/><Relationship Id="rId10" Type="http://schemas.openxmlformats.org/officeDocument/2006/relationships/image" Target="../media/image137.wmf"/><Relationship Id="rId1" Type="http://schemas.openxmlformats.org/officeDocument/2006/relationships/oleObject" Target="../embeddings/oleObject132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7.bin"/><Relationship Id="rId8" Type="http://schemas.openxmlformats.org/officeDocument/2006/relationships/image" Target="../media/image147.wmf"/><Relationship Id="rId7" Type="http://schemas.openxmlformats.org/officeDocument/2006/relationships/oleObject" Target="../embeddings/oleObject146.bin"/><Relationship Id="rId6" Type="http://schemas.openxmlformats.org/officeDocument/2006/relationships/image" Target="../media/image146.wmf"/><Relationship Id="rId5" Type="http://schemas.openxmlformats.org/officeDocument/2006/relationships/oleObject" Target="../embeddings/oleObject145.bin"/><Relationship Id="rId4" Type="http://schemas.openxmlformats.org/officeDocument/2006/relationships/image" Target="../media/image145.wmf"/><Relationship Id="rId3" Type="http://schemas.openxmlformats.org/officeDocument/2006/relationships/oleObject" Target="../embeddings/oleObject144.bin"/><Relationship Id="rId24" Type="http://schemas.openxmlformats.org/officeDocument/2006/relationships/vmlDrawing" Target="../drawings/vmlDrawing15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154.wmf"/><Relationship Id="rId21" Type="http://schemas.openxmlformats.org/officeDocument/2006/relationships/oleObject" Target="../embeddings/oleObject153.bin"/><Relationship Id="rId20" Type="http://schemas.openxmlformats.org/officeDocument/2006/relationships/image" Target="../media/image153.wmf"/><Relationship Id="rId2" Type="http://schemas.openxmlformats.org/officeDocument/2006/relationships/image" Target="../media/image144.wmf"/><Relationship Id="rId19" Type="http://schemas.openxmlformats.org/officeDocument/2006/relationships/oleObject" Target="../embeddings/oleObject152.bin"/><Relationship Id="rId18" Type="http://schemas.openxmlformats.org/officeDocument/2006/relationships/image" Target="../media/image152.wmf"/><Relationship Id="rId17" Type="http://schemas.openxmlformats.org/officeDocument/2006/relationships/oleObject" Target="../embeddings/oleObject151.bin"/><Relationship Id="rId16" Type="http://schemas.openxmlformats.org/officeDocument/2006/relationships/image" Target="../media/image151.wmf"/><Relationship Id="rId15" Type="http://schemas.openxmlformats.org/officeDocument/2006/relationships/oleObject" Target="../embeddings/oleObject150.bin"/><Relationship Id="rId14" Type="http://schemas.openxmlformats.org/officeDocument/2006/relationships/image" Target="../media/image150.wmf"/><Relationship Id="rId13" Type="http://schemas.openxmlformats.org/officeDocument/2006/relationships/oleObject" Target="../embeddings/oleObject149.bin"/><Relationship Id="rId12" Type="http://schemas.openxmlformats.org/officeDocument/2006/relationships/image" Target="../media/image149.wmf"/><Relationship Id="rId11" Type="http://schemas.openxmlformats.org/officeDocument/2006/relationships/oleObject" Target="../embeddings/oleObject148.bin"/><Relationship Id="rId10" Type="http://schemas.openxmlformats.org/officeDocument/2006/relationships/image" Target="../media/image148.wmf"/><Relationship Id="rId1" Type="http://schemas.openxmlformats.org/officeDocument/2006/relationships/oleObject" Target="../embeddings/oleObject143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8.bin"/><Relationship Id="rId8" Type="http://schemas.openxmlformats.org/officeDocument/2006/relationships/image" Target="../media/image158.wmf"/><Relationship Id="rId7" Type="http://schemas.openxmlformats.org/officeDocument/2006/relationships/oleObject" Target="../embeddings/oleObject157.bin"/><Relationship Id="rId6" Type="http://schemas.openxmlformats.org/officeDocument/2006/relationships/image" Target="../media/image157.wmf"/><Relationship Id="rId5" Type="http://schemas.openxmlformats.org/officeDocument/2006/relationships/oleObject" Target="../embeddings/oleObject156.bin"/><Relationship Id="rId4" Type="http://schemas.openxmlformats.org/officeDocument/2006/relationships/image" Target="../media/image156.wmf"/><Relationship Id="rId3" Type="http://schemas.openxmlformats.org/officeDocument/2006/relationships/oleObject" Target="../embeddings/oleObject155.bin"/><Relationship Id="rId2" Type="http://schemas.openxmlformats.org/officeDocument/2006/relationships/image" Target="../media/image155.wmf"/><Relationship Id="rId18" Type="http://schemas.openxmlformats.org/officeDocument/2006/relationships/vmlDrawing" Target="../drawings/vmlDrawing16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162.wmf"/><Relationship Id="rId15" Type="http://schemas.openxmlformats.org/officeDocument/2006/relationships/oleObject" Target="../embeddings/oleObject161.bin"/><Relationship Id="rId14" Type="http://schemas.openxmlformats.org/officeDocument/2006/relationships/image" Target="../media/image161.wmf"/><Relationship Id="rId13" Type="http://schemas.openxmlformats.org/officeDocument/2006/relationships/oleObject" Target="../embeddings/oleObject160.bin"/><Relationship Id="rId12" Type="http://schemas.openxmlformats.org/officeDocument/2006/relationships/image" Target="../media/image160.wmf"/><Relationship Id="rId11" Type="http://schemas.openxmlformats.org/officeDocument/2006/relationships/oleObject" Target="../embeddings/oleObject159.bin"/><Relationship Id="rId10" Type="http://schemas.openxmlformats.org/officeDocument/2006/relationships/image" Target="../media/image159.wmf"/><Relationship Id="rId1" Type="http://schemas.openxmlformats.org/officeDocument/2006/relationships/oleObject" Target="../embeddings/oleObject154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6.bin"/><Relationship Id="rId8" Type="http://schemas.openxmlformats.org/officeDocument/2006/relationships/image" Target="../media/image166.wmf"/><Relationship Id="rId7" Type="http://schemas.openxmlformats.org/officeDocument/2006/relationships/oleObject" Target="../embeddings/oleObject165.bin"/><Relationship Id="rId6" Type="http://schemas.openxmlformats.org/officeDocument/2006/relationships/image" Target="../media/image165.wmf"/><Relationship Id="rId5" Type="http://schemas.openxmlformats.org/officeDocument/2006/relationships/oleObject" Target="../embeddings/oleObject164.bin"/><Relationship Id="rId4" Type="http://schemas.openxmlformats.org/officeDocument/2006/relationships/image" Target="../media/image164.wmf"/><Relationship Id="rId30" Type="http://schemas.openxmlformats.org/officeDocument/2006/relationships/vmlDrawing" Target="../drawings/vmlDrawing17.vml"/><Relationship Id="rId3" Type="http://schemas.openxmlformats.org/officeDocument/2006/relationships/oleObject" Target="../embeddings/oleObject163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176.wmf"/><Relationship Id="rId27" Type="http://schemas.openxmlformats.org/officeDocument/2006/relationships/oleObject" Target="../embeddings/oleObject175.bin"/><Relationship Id="rId26" Type="http://schemas.openxmlformats.org/officeDocument/2006/relationships/image" Target="../media/image175.wmf"/><Relationship Id="rId25" Type="http://schemas.openxmlformats.org/officeDocument/2006/relationships/oleObject" Target="../embeddings/oleObject174.bin"/><Relationship Id="rId24" Type="http://schemas.openxmlformats.org/officeDocument/2006/relationships/image" Target="../media/image174.wmf"/><Relationship Id="rId23" Type="http://schemas.openxmlformats.org/officeDocument/2006/relationships/oleObject" Target="../embeddings/oleObject173.bin"/><Relationship Id="rId22" Type="http://schemas.openxmlformats.org/officeDocument/2006/relationships/image" Target="../media/image173.wmf"/><Relationship Id="rId21" Type="http://schemas.openxmlformats.org/officeDocument/2006/relationships/oleObject" Target="../embeddings/oleObject172.bin"/><Relationship Id="rId20" Type="http://schemas.openxmlformats.org/officeDocument/2006/relationships/image" Target="../media/image172.wmf"/><Relationship Id="rId2" Type="http://schemas.openxmlformats.org/officeDocument/2006/relationships/image" Target="../media/image163.wmf"/><Relationship Id="rId19" Type="http://schemas.openxmlformats.org/officeDocument/2006/relationships/oleObject" Target="../embeddings/oleObject171.bin"/><Relationship Id="rId18" Type="http://schemas.openxmlformats.org/officeDocument/2006/relationships/image" Target="../media/image171.wmf"/><Relationship Id="rId17" Type="http://schemas.openxmlformats.org/officeDocument/2006/relationships/oleObject" Target="../embeddings/oleObject170.bin"/><Relationship Id="rId16" Type="http://schemas.openxmlformats.org/officeDocument/2006/relationships/image" Target="../media/image170.wmf"/><Relationship Id="rId15" Type="http://schemas.openxmlformats.org/officeDocument/2006/relationships/oleObject" Target="../embeddings/oleObject169.bin"/><Relationship Id="rId14" Type="http://schemas.openxmlformats.org/officeDocument/2006/relationships/image" Target="../media/image169.wmf"/><Relationship Id="rId13" Type="http://schemas.openxmlformats.org/officeDocument/2006/relationships/oleObject" Target="../embeddings/oleObject168.bin"/><Relationship Id="rId12" Type="http://schemas.openxmlformats.org/officeDocument/2006/relationships/image" Target="../media/image168.wmf"/><Relationship Id="rId11" Type="http://schemas.openxmlformats.org/officeDocument/2006/relationships/oleObject" Target="../embeddings/oleObject167.bin"/><Relationship Id="rId10" Type="http://schemas.openxmlformats.org/officeDocument/2006/relationships/image" Target="../media/image167.wmf"/><Relationship Id="rId1" Type="http://schemas.openxmlformats.org/officeDocument/2006/relationships/oleObject" Target="../embeddings/oleObject162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0.bin"/><Relationship Id="rId8" Type="http://schemas.openxmlformats.org/officeDocument/2006/relationships/image" Target="../media/image180.wmf"/><Relationship Id="rId7" Type="http://schemas.openxmlformats.org/officeDocument/2006/relationships/oleObject" Target="../embeddings/oleObject179.bin"/><Relationship Id="rId6" Type="http://schemas.openxmlformats.org/officeDocument/2006/relationships/image" Target="../media/image179.wmf"/><Relationship Id="rId5" Type="http://schemas.openxmlformats.org/officeDocument/2006/relationships/oleObject" Target="../embeddings/oleObject178.bin"/><Relationship Id="rId4" Type="http://schemas.openxmlformats.org/officeDocument/2006/relationships/image" Target="../media/image178.wmf"/><Relationship Id="rId37" Type="http://schemas.openxmlformats.org/officeDocument/2006/relationships/vmlDrawing" Target="../drawings/vmlDrawing18.vml"/><Relationship Id="rId36" Type="http://schemas.openxmlformats.org/officeDocument/2006/relationships/slideLayout" Target="../slideLayouts/slideLayout18.xml"/><Relationship Id="rId35" Type="http://schemas.openxmlformats.org/officeDocument/2006/relationships/image" Target="../media/image192.wmf"/><Relationship Id="rId34" Type="http://schemas.openxmlformats.org/officeDocument/2006/relationships/oleObject" Target="../embeddings/oleObject193.bin"/><Relationship Id="rId33" Type="http://schemas.openxmlformats.org/officeDocument/2006/relationships/oleObject" Target="../embeddings/oleObject192.bin"/><Relationship Id="rId32" Type="http://schemas.openxmlformats.org/officeDocument/2006/relationships/image" Target="../media/image191.wmf"/><Relationship Id="rId31" Type="http://schemas.openxmlformats.org/officeDocument/2006/relationships/oleObject" Target="../embeddings/oleObject191.bin"/><Relationship Id="rId30" Type="http://schemas.openxmlformats.org/officeDocument/2006/relationships/image" Target="../media/image190.wmf"/><Relationship Id="rId3" Type="http://schemas.openxmlformats.org/officeDocument/2006/relationships/oleObject" Target="../embeddings/oleObject177.bin"/><Relationship Id="rId29" Type="http://schemas.openxmlformats.org/officeDocument/2006/relationships/oleObject" Target="../embeddings/oleObject190.bin"/><Relationship Id="rId28" Type="http://schemas.openxmlformats.org/officeDocument/2006/relationships/image" Target="../media/image189.wmf"/><Relationship Id="rId27" Type="http://schemas.openxmlformats.org/officeDocument/2006/relationships/oleObject" Target="../embeddings/oleObject189.bin"/><Relationship Id="rId26" Type="http://schemas.openxmlformats.org/officeDocument/2006/relationships/image" Target="../media/image188.wmf"/><Relationship Id="rId25" Type="http://schemas.openxmlformats.org/officeDocument/2006/relationships/oleObject" Target="../embeddings/oleObject188.bin"/><Relationship Id="rId24" Type="http://schemas.openxmlformats.org/officeDocument/2006/relationships/image" Target="../media/image172.wmf"/><Relationship Id="rId23" Type="http://schemas.openxmlformats.org/officeDocument/2006/relationships/oleObject" Target="../embeddings/oleObject187.bin"/><Relationship Id="rId22" Type="http://schemas.openxmlformats.org/officeDocument/2006/relationships/image" Target="../media/image187.wmf"/><Relationship Id="rId21" Type="http://schemas.openxmlformats.org/officeDocument/2006/relationships/oleObject" Target="../embeddings/oleObject186.bin"/><Relationship Id="rId20" Type="http://schemas.openxmlformats.org/officeDocument/2006/relationships/image" Target="../media/image186.emf"/><Relationship Id="rId2" Type="http://schemas.openxmlformats.org/officeDocument/2006/relationships/image" Target="../media/image177.wmf"/><Relationship Id="rId19" Type="http://schemas.openxmlformats.org/officeDocument/2006/relationships/oleObject" Target="../embeddings/oleObject185.bin"/><Relationship Id="rId18" Type="http://schemas.openxmlformats.org/officeDocument/2006/relationships/image" Target="../media/image185.emf"/><Relationship Id="rId17" Type="http://schemas.openxmlformats.org/officeDocument/2006/relationships/oleObject" Target="../embeddings/oleObject184.bin"/><Relationship Id="rId16" Type="http://schemas.openxmlformats.org/officeDocument/2006/relationships/image" Target="../media/image184.wmf"/><Relationship Id="rId15" Type="http://schemas.openxmlformats.org/officeDocument/2006/relationships/oleObject" Target="../embeddings/oleObject183.bin"/><Relationship Id="rId14" Type="http://schemas.openxmlformats.org/officeDocument/2006/relationships/image" Target="../media/image183.wmf"/><Relationship Id="rId13" Type="http://schemas.openxmlformats.org/officeDocument/2006/relationships/oleObject" Target="../embeddings/oleObject182.bin"/><Relationship Id="rId12" Type="http://schemas.openxmlformats.org/officeDocument/2006/relationships/image" Target="../media/image182.wmf"/><Relationship Id="rId11" Type="http://schemas.openxmlformats.org/officeDocument/2006/relationships/oleObject" Target="../embeddings/oleObject181.bin"/><Relationship Id="rId10" Type="http://schemas.openxmlformats.org/officeDocument/2006/relationships/image" Target="../media/image181.wmf"/><Relationship Id="rId1" Type="http://schemas.openxmlformats.org/officeDocument/2006/relationships/oleObject" Target="../embeddings/oleObject176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7.wmf"/><Relationship Id="rId8" Type="http://schemas.openxmlformats.org/officeDocument/2006/relationships/oleObject" Target="../embeddings/oleObject197.bin"/><Relationship Id="rId7" Type="http://schemas.openxmlformats.org/officeDocument/2006/relationships/image" Target="../media/image196.wmf"/><Relationship Id="rId6" Type="http://schemas.openxmlformats.org/officeDocument/2006/relationships/oleObject" Target="../embeddings/oleObject196.bin"/><Relationship Id="rId5" Type="http://schemas.openxmlformats.org/officeDocument/2006/relationships/image" Target="../media/image195.wmf"/><Relationship Id="rId4" Type="http://schemas.openxmlformats.org/officeDocument/2006/relationships/oleObject" Target="../embeddings/oleObject195.bin"/><Relationship Id="rId3" Type="http://schemas.openxmlformats.org/officeDocument/2006/relationships/image" Target="../media/image194.png"/><Relationship Id="rId2" Type="http://schemas.openxmlformats.org/officeDocument/2006/relationships/image" Target="../media/image193.wmf"/><Relationship Id="rId15" Type="http://schemas.openxmlformats.org/officeDocument/2006/relationships/vmlDrawing" Target="../drawings/vmlDrawing19.vml"/><Relationship Id="rId14" Type="http://schemas.openxmlformats.org/officeDocument/2006/relationships/slideLayout" Target="../slideLayouts/slideLayout18.xml"/><Relationship Id="rId13" Type="http://schemas.openxmlformats.org/officeDocument/2006/relationships/image" Target="../media/image199.wmf"/><Relationship Id="rId12" Type="http://schemas.openxmlformats.org/officeDocument/2006/relationships/oleObject" Target="../embeddings/oleObject199.bin"/><Relationship Id="rId11" Type="http://schemas.openxmlformats.org/officeDocument/2006/relationships/image" Target="../media/image198.wmf"/><Relationship Id="rId10" Type="http://schemas.openxmlformats.org/officeDocument/2006/relationships/oleObject" Target="../embeddings/oleObject198.bin"/><Relationship Id="rId1" Type="http://schemas.openxmlformats.org/officeDocument/2006/relationships/oleObject" Target="../embeddings/oleObject194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4.bin"/><Relationship Id="rId8" Type="http://schemas.openxmlformats.org/officeDocument/2006/relationships/image" Target="../media/image203.wmf"/><Relationship Id="rId7" Type="http://schemas.openxmlformats.org/officeDocument/2006/relationships/oleObject" Target="../embeddings/oleObject203.bin"/><Relationship Id="rId6" Type="http://schemas.openxmlformats.org/officeDocument/2006/relationships/image" Target="../media/image202.wmf"/><Relationship Id="rId5" Type="http://schemas.openxmlformats.org/officeDocument/2006/relationships/oleObject" Target="../embeddings/oleObject202.bin"/><Relationship Id="rId4" Type="http://schemas.openxmlformats.org/officeDocument/2006/relationships/image" Target="../media/image201.wmf"/><Relationship Id="rId3" Type="http://schemas.openxmlformats.org/officeDocument/2006/relationships/oleObject" Target="../embeddings/oleObject201.bin"/><Relationship Id="rId2" Type="http://schemas.openxmlformats.org/officeDocument/2006/relationships/image" Target="../media/image200.wmf"/><Relationship Id="rId12" Type="http://schemas.openxmlformats.org/officeDocument/2006/relationships/vmlDrawing" Target="../drawings/vmlDrawing20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204.wmf"/><Relationship Id="rId1" Type="http://schemas.openxmlformats.org/officeDocument/2006/relationships/oleObject" Target="../embeddings/oleObject200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1.vml"/><Relationship Id="rId8" Type="http://schemas.openxmlformats.org/officeDocument/2006/relationships/slideLayout" Target="../slideLayouts/slideLayout18.xml"/><Relationship Id="rId7" Type="http://schemas.openxmlformats.org/officeDocument/2006/relationships/image" Target="../media/image208.png"/><Relationship Id="rId6" Type="http://schemas.openxmlformats.org/officeDocument/2006/relationships/image" Target="../media/image207.wmf"/><Relationship Id="rId5" Type="http://schemas.openxmlformats.org/officeDocument/2006/relationships/oleObject" Target="../embeddings/oleObject207.bin"/><Relationship Id="rId4" Type="http://schemas.openxmlformats.org/officeDocument/2006/relationships/image" Target="../media/image206.wmf"/><Relationship Id="rId3" Type="http://schemas.openxmlformats.org/officeDocument/2006/relationships/oleObject" Target="../embeddings/oleObject206.bin"/><Relationship Id="rId2" Type="http://schemas.openxmlformats.org/officeDocument/2006/relationships/image" Target="../media/image205.wmf"/><Relationship Id="rId1" Type="http://schemas.openxmlformats.org/officeDocument/2006/relationships/oleObject" Target="../embeddings/oleObject205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2.wmf"/><Relationship Id="rId8" Type="http://schemas.openxmlformats.org/officeDocument/2006/relationships/oleObject" Target="../embeddings/oleObject211.bin"/><Relationship Id="rId7" Type="http://schemas.openxmlformats.org/officeDocument/2006/relationships/image" Target="../media/image211.wmf"/><Relationship Id="rId6" Type="http://schemas.openxmlformats.org/officeDocument/2006/relationships/oleObject" Target="../embeddings/oleObject210.bin"/><Relationship Id="rId5" Type="http://schemas.openxmlformats.org/officeDocument/2006/relationships/image" Target="../media/image210.wmf"/><Relationship Id="rId4" Type="http://schemas.openxmlformats.org/officeDocument/2006/relationships/oleObject" Target="../embeddings/oleObject209.bin"/><Relationship Id="rId3" Type="http://schemas.openxmlformats.org/officeDocument/2006/relationships/image" Target="../media/image209.wmf"/><Relationship Id="rId2" Type="http://schemas.openxmlformats.org/officeDocument/2006/relationships/oleObject" Target="../embeddings/oleObject208.bin"/><Relationship Id="rId15" Type="http://schemas.openxmlformats.org/officeDocument/2006/relationships/vmlDrawing" Target="../drawings/vmlDrawing22.vml"/><Relationship Id="rId14" Type="http://schemas.openxmlformats.org/officeDocument/2006/relationships/slideLayout" Target="../slideLayouts/slideLayout18.xml"/><Relationship Id="rId13" Type="http://schemas.openxmlformats.org/officeDocument/2006/relationships/image" Target="../media/image214.wmf"/><Relationship Id="rId12" Type="http://schemas.openxmlformats.org/officeDocument/2006/relationships/oleObject" Target="../embeddings/oleObject213.bin"/><Relationship Id="rId11" Type="http://schemas.openxmlformats.org/officeDocument/2006/relationships/image" Target="../media/image213.wmf"/><Relationship Id="rId10" Type="http://schemas.openxmlformats.org/officeDocument/2006/relationships/oleObject" Target="../embeddings/oleObject212.bin"/><Relationship Id="rId1" Type="http://schemas.openxmlformats.org/officeDocument/2006/relationships/image" Target="../media/image208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8.bin"/><Relationship Id="rId8" Type="http://schemas.openxmlformats.org/officeDocument/2006/relationships/image" Target="../media/image218.wmf"/><Relationship Id="rId7" Type="http://schemas.openxmlformats.org/officeDocument/2006/relationships/oleObject" Target="../embeddings/oleObject217.bin"/><Relationship Id="rId6" Type="http://schemas.openxmlformats.org/officeDocument/2006/relationships/image" Target="../media/image217.wmf"/><Relationship Id="rId5" Type="http://schemas.openxmlformats.org/officeDocument/2006/relationships/oleObject" Target="../embeddings/oleObject216.bin"/><Relationship Id="rId4" Type="http://schemas.openxmlformats.org/officeDocument/2006/relationships/image" Target="../media/image216.wmf"/><Relationship Id="rId3" Type="http://schemas.openxmlformats.org/officeDocument/2006/relationships/oleObject" Target="../embeddings/oleObject215.bin"/><Relationship Id="rId26" Type="http://schemas.openxmlformats.org/officeDocument/2006/relationships/vmlDrawing" Target="../drawings/vmlDrawing23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226.wmf"/><Relationship Id="rId23" Type="http://schemas.openxmlformats.org/officeDocument/2006/relationships/oleObject" Target="../embeddings/oleObject225.bin"/><Relationship Id="rId22" Type="http://schemas.openxmlformats.org/officeDocument/2006/relationships/image" Target="../media/image225.wmf"/><Relationship Id="rId21" Type="http://schemas.openxmlformats.org/officeDocument/2006/relationships/oleObject" Target="../embeddings/oleObject224.bin"/><Relationship Id="rId20" Type="http://schemas.openxmlformats.org/officeDocument/2006/relationships/image" Target="../media/image224.wmf"/><Relationship Id="rId2" Type="http://schemas.openxmlformats.org/officeDocument/2006/relationships/image" Target="../media/image215.wmf"/><Relationship Id="rId19" Type="http://schemas.openxmlformats.org/officeDocument/2006/relationships/oleObject" Target="../embeddings/oleObject223.bin"/><Relationship Id="rId18" Type="http://schemas.openxmlformats.org/officeDocument/2006/relationships/image" Target="../media/image223.wmf"/><Relationship Id="rId17" Type="http://schemas.openxmlformats.org/officeDocument/2006/relationships/oleObject" Target="../embeddings/oleObject222.bin"/><Relationship Id="rId16" Type="http://schemas.openxmlformats.org/officeDocument/2006/relationships/image" Target="../media/image222.wmf"/><Relationship Id="rId15" Type="http://schemas.openxmlformats.org/officeDocument/2006/relationships/oleObject" Target="../embeddings/oleObject221.bin"/><Relationship Id="rId14" Type="http://schemas.openxmlformats.org/officeDocument/2006/relationships/image" Target="../media/image221.wmf"/><Relationship Id="rId13" Type="http://schemas.openxmlformats.org/officeDocument/2006/relationships/oleObject" Target="../embeddings/oleObject220.bin"/><Relationship Id="rId12" Type="http://schemas.openxmlformats.org/officeDocument/2006/relationships/image" Target="../media/image220.wmf"/><Relationship Id="rId11" Type="http://schemas.openxmlformats.org/officeDocument/2006/relationships/oleObject" Target="../embeddings/oleObject219.bin"/><Relationship Id="rId10" Type="http://schemas.openxmlformats.org/officeDocument/2006/relationships/image" Target="../media/image219.wmf"/><Relationship Id="rId1" Type="http://schemas.openxmlformats.org/officeDocument/2006/relationships/oleObject" Target="../embeddings/oleObject214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0.bin"/><Relationship Id="rId8" Type="http://schemas.openxmlformats.org/officeDocument/2006/relationships/image" Target="../media/image230.wmf"/><Relationship Id="rId7" Type="http://schemas.openxmlformats.org/officeDocument/2006/relationships/oleObject" Target="../embeddings/oleObject229.bin"/><Relationship Id="rId6" Type="http://schemas.openxmlformats.org/officeDocument/2006/relationships/image" Target="../media/image229.wmf"/><Relationship Id="rId5" Type="http://schemas.openxmlformats.org/officeDocument/2006/relationships/oleObject" Target="../embeddings/oleObject228.bin"/><Relationship Id="rId4" Type="http://schemas.openxmlformats.org/officeDocument/2006/relationships/image" Target="../media/image228.wmf"/><Relationship Id="rId3" Type="http://schemas.openxmlformats.org/officeDocument/2006/relationships/oleObject" Target="../embeddings/oleObject227.bin"/><Relationship Id="rId2" Type="http://schemas.openxmlformats.org/officeDocument/2006/relationships/image" Target="../media/image227.wmf"/><Relationship Id="rId16" Type="http://schemas.openxmlformats.org/officeDocument/2006/relationships/vmlDrawing" Target="../drawings/vmlDrawing24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233.wmf"/><Relationship Id="rId13" Type="http://schemas.openxmlformats.org/officeDocument/2006/relationships/oleObject" Target="../embeddings/oleObject232.bin"/><Relationship Id="rId12" Type="http://schemas.openxmlformats.org/officeDocument/2006/relationships/image" Target="../media/image232.wmf"/><Relationship Id="rId11" Type="http://schemas.openxmlformats.org/officeDocument/2006/relationships/oleObject" Target="../embeddings/oleObject231.bin"/><Relationship Id="rId10" Type="http://schemas.openxmlformats.org/officeDocument/2006/relationships/image" Target="../media/image231.wmf"/><Relationship Id="rId1" Type="http://schemas.openxmlformats.org/officeDocument/2006/relationships/oleObject" Target="../embeddings/oleObject226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7.bin"/><Relationship Id="rId8" Type="http://schemas.openxmlformats.org/officeDocument/2006/relationships/image" Target="../media/image237.wmf"/><Relationship Id="rId7" Type="http://schemas.openxmlformats.org/officeDocument/2006/relationships/oleObject" Target="../embeddings/oleObject236.bin"/><Relationship Id="rId6" Type="http://schemas.openxmlformats.org/officeDocument/2006/relationships/image" Target="../media/image236.wmf"/><Relationship Id="rId5" Type="http://schemas.openxmlformats.org/officeDocument/2006/relationships/oleObject" Target="../embeddings/oleObject235.bin"/><Relationship Id="rId4" Type="http://schemas.openxmlformats.org/officeDocument/2006/relationships/image" Target="../media/image235.wmf"/><Relationship Id="rId3" Type="http://schemas.openxmlformats.org/officeDocument/2006/relationships/oleObject" Target="../embeddings/oleObject234.bin"/><Relationship Id="rId26" Type="http://schemas.openxmlformats.org/officeDocument/2006/relationships/vmlDrawing" Target="../drawings/vmlDrawing25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245.wmf"/><Relationship Id="rId23" Type="http://schemas.openxmlformats.org/officeDocument/2006/relationships/oleObject" Target="../embeddings/oleObject244.bin"/><Relationship Id="rId22" Type="http://schemas.openxmlformats.org/officeDocument/2006/relationships/image" Target="../media/image244.wmf"/><Relationship Id="rId21" Type="http://schemas.openxmlformats.org/officeDocument/2006/relationships/oleObject" Target="../embeddings/oleObject243.bin"/><Relationship Id="rId20" Type="http://schemas.openxmlformats.org/officeDocument/2006/relationships/image" Target="../media/image243.wmf"/><Relationship Id="rId2" Type="http://schemas.openxmlformats.org/officeDocument/2006/relationships/image" Target="../media/image234.wmf"/><Relationship Id="rId19" Type="http://schemas.openxmlformats.org/officeDocument/2006/relationships/oleObject" Target="../embeddings/oleObject242.bin"/><Relationship Id="rId18" Type="http://schemas.openxmlformats.org/officeDocument/2006/relationships/image" Target="../media/image242.wmf"/><Relationship Id="rId17" Type="http://schemas.openxmlformats.org/officeDocument/2006/relationships/oleObject" Target="../embeddings/oleObject241.bin"/><Relationship Id="rId16" Type="http://schemas.openxmlformats.org/officeDocument/2006/relationships/image" Target="../media/image241.wmf"/><Relationship Id="rId15" Type="http://schemas.openxmlformats.org/officeDocument/2006/relationships/oleObject" Target="../embeddings/oleObject240.bin"/><Relationship Id="rId14" Type="http://schemas.openxmlformats.org/officeDocument/2006/relationships/image" Target="../media/image240.wmf"/><Relationship Id="rId13" Type="http://schemas.openxmlformats.org/officeDocument/2006/relationships/oleObject" Target="../embeddings/oleObject239.bin"/><Relationship Id="rId12" Type="http://schemas.openxmlformats.org/officeDocument/2006/relationships/image" Target="../media/image239.wmf"/><Relationship Id="rId11" Type="http://schemas.openxmlformats.org/officeDocument/2006/relationships/oleObject" Target="../embeddings/oleObject238.bin"/><Relationship Id="rId10" Type="http://schemas.openxmlformats.org/officeDocument/2006/relationships/image" Target="../media/image238.wmf"/><Relationship Id="rId1" Type="http://schemas.openxmlformats.org/officeDocument/2006/relationships/oleObject" Target="../embeddings/oleObject233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9.bin"/><Relationship Id="rId8" Type="http://schemas.openxmlformats.org/officeDocument/2006/relationships/image" Target="../media/image249.wmf"/><Relationship Id="rId7" Type="http://schemas.openxmlformats.org/officeDocument/2006/relationships/oleObject" Target="../embeddings/oleObject248.bin"/><Relationship Id="rId6" Type="http://schemas.openxmlformats.org/officeDocument/2006/relationships/image" Target="../media/image248.wmf"/><Relationship Id="rId5" Type="http://schemas.openxmlformats.org/officeDocument/2006/relationships/oleObject" Target="../embeddings/oleObject247.bin"/><Relationship Id="rId4" Type="http://schemas.openxmlformats.org/officeDocument/2006/relationships/image" Target="../media/image247.wmf"/><Relationship Id="rId3" Type="http://schemas.openxmlformats.org/officeDocument/2006/relationships/oleObject" Target="../embeddings/oleObject246.bin"/><Relationship Id="rId2" Type="http://schemas.openxmlformats.org/officeDocument/2006/relationships/image" Target="../media/image246.wmf"/><Relationship Id="rId12" Type="http://schemas.openxmlformats.org/officeDocument/2006/relationships/vmlDrawing" Target="../drawings/vmlDrawing26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250.wmf"/><Relationship Id="rId1" Type="http://schemas.openxmlformats.org/officeDocument/2006/relationships/oleObject" Target="../embeddings/oleObject245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4.bin"/><Relationship Id="rId8" Type="http://schemas.openxmlformats.org/officeDocument/2006/relationships/image" Target="../media/image254.wmf"/><Relationship Id="rId7" Type="http://schemas.openxmlformats.org/officeDocument/2006/relationships/oleObject" Target="../embeddings/oleObject253.bin"/><Relationship Id="rId6" Type="http://schemas.openxmlformats.org/officeDocument/2006/relationships/image" Target="../media/image253.wmf"/><Relationship Id="rId5" Type="http://schemas.openxmlformats.org/officeDocument/2006/relationships/oleObject" Target="../embeddings/oleObject252.bin"/><Relationship Id="rId4" Type="http://schemas.openxmlformats.org/officeDocument/2006/relationships/image" Target="../media/image252.wmf"/><Relationship Id="rId3" Type="http://schemas.openxmlformats.org/officeDocument/2006/relationships/oleObject" Target="../embeddings/oleObject251.bin"/><Relationship Id="rId2" Type="http://schemas.openxmlformats.org/officeDocument/2006/relationships/image" Target="../media/image251.wmf"/><Relationship Id="rId18" Type="http://schemas.openxmlformats.org/officeDocument/2006/relationships/vmlDrawing" Target="../drawings/vmlDrawing27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258.wmf"/><Relationship Id="rId15" Type="http://schemas.openxmlformats.org/officeDocument/2006/relationships/oleObject" Target="../embeddings/oleObject257.bin"/><Relationship Id="rId14" Type="http://schemas.openxmlformats.org/officeDocument/2006/relationships/image" Target="../media/image257.wmf"/><Relationship Id="rId13" Type="http://schemas.openxmlformats.org/officeDocument/2006/relationships/oleObject" Target="../embeddings/oleObject256.bin"/><Relationship Id="rId12" Type="http://schemas.openxmlformats.org/officeDocument/2006/relationships/image" Target="../media/image256.wmf"/><Relationship Id="rId11" Type="http://schemas.openxmlformats.org/officeDocument/2006/relationships/oleObject" Target="../embeddings/oleObject255.bin"/><Relationship Id="rId10" Type="http://schemas.openxmlformats.org/officeDocument/2006/relationships/image" Target="../media/image255.wmf"/><Relationship Id="rId1" Type="http://schemas.openxmlformats.org/officeDocument/2006/relationships/oleObject" Target="../embeddings/oleObject25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1920171" y="1196330"/>
            <a:ext cx="8568951" cy="768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4400" b="1" dirty="0">
                <a:solidFill>
                  <a:srgbClr val="FF0000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§5.2  微积分学基本定理</a:t>
            </a:r>
            <a:endParaRPr lang="zh-CN" altLang="en-US" sz="4400" b="1" dirty="0">
              <a:solidFill>
                <a:srgbClr val="FF0000"/>
              </a:solidFill>
              <a:latin typeface="华文隶书" panose="02010800040101010101" charset="-122"/>
              <a:ea typeface="华文隶书" panose="02010800040101010101" charset="-122"/>
              <a:cs typeface="华文隶书" panose="02010800040101010101" charset="-122"/>
            </a:endParaRPr>
          </a:p>
        </p:txBody>
      </p:sp>
      <p:sp>
        <p:nvSpPr>
          <p:cNvPr id="11" name="Text Box 8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3408303" y="2627437"/>
            <a:ext cx="7701983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5.2.1 变上限积分及其导数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 Box 8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3408303" y="3528824"/>
            <a:ext cx="7557967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5.2.2 牛顿-莱布尼茨公式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2276972" y="1442862"/>
          <a:ext cx="7539037" cy="1239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Document" r:id="rId1" imgW="24307800" imgH="4457700" progId="Word.Document.8">
                  <p:embed/>
                </p:oleObj>
              </mc:Choice>
              <mc:Fallback>
                <p:oleObj name="Document" r:id="rId1" imgW="24307800" imgH="4457700" progId="Word.Document.8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76972" y="1442862"/>
                        <a:ext cx="7539037" cy="12398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3980359" y="2682064"/>
          <a:ext cx="1651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2" name="Equation" r:id="rId3" imgW="39624000" imgH="17678400" progId="Equation.DSMT4">
                  <p:embed/>
                </p:oleObj>
              </mc:Choice>
              <mc:Fallback>
                <p:oleObj name="Equation" r:id="rId3" imgW="39624000" imgH="17678400" progId="Equation.DSMT4">
                  <p:embed/>
                  <p:pic>
                    <p:nvPicPr>
                      <p:cNvPr id="0" name="图片 110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80359" y="2682064"/>
                        <a:ext cx="16510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5631359" y="2102944"/>
            <a:ext cx="22034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考察定积分</a:t>
            </a:r>
            <a:endParaRPr lang="zh-CN" altLang="en-US" sz="2800" b="1"/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5767884" y="2682064"/>
          <a:ext cx="1790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3" name="Equation" r:id="rId5" imgW="42976800" imgH="17678400" progId="Equation.DSMT4">
                  <p:embed/>
                </p:oleObj>
              </mc:Choice>
              <mc:Fallback>
                <p:oleObj name="Equation" r:id="rId5" imgW="42976800" imgH="17678400" progId="Equation.DSMT4">
                  <p:embed/>
                  <p:pic>
                    <p:nvPicPr>
                      <p:cNvPr id="0" name="图片 110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67884" y="2682064"/>
                        <a:ext cx="17907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/>
        </p:nvGraphicFramePr>
        <p:xfrm>
          <a:off x="2999284" y="4937584"/>
          <a:ext cx="2768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" name="Equation" r:id="rId7" imgW="66446400" imgH="17678400" progId="Equation.DSMT4">
                  <p:embed/>
                </p:oleObj>
              </mc:Choice>
              <mc:Fallback>
                <p:oleObj name="Equation" r:id="rId7" imgW="66446400" imgH="17678400" progId="Equation.DSMT4">
                  <p:embed/>
                  <p:pic>
                    <p:nvPicPr>
                      <p:cNvPr id="0" name="图片 110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99284" y="4937584"/>
                        <a:ext cx="27686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5948859" y="5044899"/>
            <a:ext cx="396398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称为积分上限函数</a:t>
            </a:r>
            <a:r>
              <a:rPr lang="en-US" altLang="zh-CN" sz="2800" b="1">
                <a:solidFill>
                  <a:srgbClr val="FF0000"/>
                </a:solidFill>
                <a:ea typeface="黑体" panose="02010609060101010101" pitchFamily="49" charset="-122"/>
              </a:rPr>
              <a:t>.</a:t>
            </a:r>
            <a:endParaRPr lang="en-US" altLang="zh-CN" sz="2800" b="1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8" name="Object 10"/>
          <p:cNvGraphicFramePr>
            <a:graphicFrameLocks noChangeAspect="1"/>
          </p:cNvGraphicFramePr>
          <p:nvPr/>
        </p:nvGraphicFramePr>
        <p:xfrm>
          <a:off x="2276972" y="3476132"/>
          <a:ext cx="8234504" cy="151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5" name="Document" r:id="rId9" imgW="27460575" imgH="5181600" progId="Word.Document.8">
                  <p:embed/>
                </p:oleObj>
              </mc:Choice>
              <mc:Fallback>
                <p:oleObj name="Document" r:id="rId9" imgW="27460575" imgH="5181600" progId="Word.Document.8">
                  <p:embed/>
                  <p:pic>
                    <p:nvPicPr>
                      <p:cNvPr id="0" name="图片 110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76972" y="3476132"/>
                        <a:ext cx="8234504" cy="151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2135560" y="859453"/>
            <a:ext cx="4495788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原函数存在定理   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Box 8">
            <a:hlinkClick r:id="rId11" action="ppaction://hlinksldjump"/>
          </p:cNvPr>
          <p:cNvSpPr txBox="1">
            <a:spLocks noChangeArrowheads="1"/>
          </p:cNvSpPr>
          <p:nvPr/>
        </p:nvSpPr>
        <p:spPr bwMode="auto">
          <a:xfrm>
            <a:off x="3802380" y="189865"/>
            <a:ext cx="4768215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5.2.1 变上限积分及其导数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7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8518209" y="993775"/>
          <a:ext cx="744537" cy="138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BMP 图象" r:id="rId1" imgW="781050" imgH="1447800" progId="PBrush">
                  <p:embed/>
                </p:oleObj>
              </mc:Choice>
              <mc:Fallback>
                <p:oleObj name="BMP 图象" r:id="rId1" imgW="781050" imgH="1447800" progId="PBrush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518209" y="993775"/>
                        <a:ext cx="744537" cy="13827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"/>
          <p:cNvGrpSpPr/>
          <p:nvPr/>
        </p:nvGrpSpPr>
        <p:grpSpPr bwMode="auto">
          <a:xfrm>
            <a:off x="7999392" y="723617"/>
            <a:ext cx="2509468" cy="1962605"/>
            <a:chOff x="4007" y="468"/>
            <a:chExt cx="1658" cy="1294"/>
          </a:xfrm>
        </p:grpSpPr>
        <p:graphicFrame>
          <p:nvGraphicFramePr>
            <p:cNvPr id="4" name="Object 4"/>
            <p:cNvGraphicFramePr>
              <a:graphicFrameLocks noChangeAspect="1"/>
            </p:cNvGraphicFramePr>
            <p:nvPr/>
          </p:nvGraphicFramePr>
          <p:xfrm>
            <a:off x="4359" y="468"/>
            <a:ext cx="81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67" name="Equation" r:id="rId3" imgW="31089600" imgH="9448800" progId="Equation.DSMT4">
                    <p:embed/>
                  </p:oleObj>
                </mc:Choice>
                <mc:Fallback>
                  <p:oleObj name="Equation" r:id="rId3" imgW="31089600" imgH="9448800" progId="Equation.DSMT4">
                    <p:embed/>
                    <p:pic>
                      <p:nvPicPr>
                        <p:cNvPr id="0" name="图片 246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359" y="468"/>
                          <a:ext cx="816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" name="Group 5"/>
            <p:cNvGrpSpPr/>
            <p:nvPr/>
          </p:nvGrpSpPr>
          <p:grpSpPr bwMode="auto">
            <a:xfrm>
              <a:off x="4007" y="624"/>
              <a:ext cx="1658" cy="1138"/>
              <a:chOff x="4007" y="624"/>
              <a:chExt cx="1658" cy="1138"/>
            </a:xfrm>
          </p:grpSpPr>
          <p:sp>
            <p:nvSpPr>
              <p:cNvPr id="6" name="Line 6"/>
              <p:cNvSpPr>
                <a:spLocks noChangeShapeType="1"/>
              </p:cNvSpPr>
              <p:nvPr/>
            </p:nvSpPr>
            <p:spPr bwMode="auto">
              <a:xfrm flipV="1">
                <a:off x="4224" y="624"/>
                <a:ext cx="0" cy="91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7" name="Line 7"/>
              <p:cNvSpPr>
                <a:spLocks noChangeShapeType="1"/>
              </p:cNvSpPr>
              <p:nvPr/>
            </p:nvSpPr>
            <p:spPr bwMode="auto">
              <a:xfrm>
                <a:off x="5328" y="62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graphicFrame>
            <p:nvGraphicFramePr>
              <p:cNvPr id="8" name="Object 8"/>
              <p:cNvGraphicFramePr>
                <a:graphicFrameLocks noChangeAspect="1"/>
              </p:cNvGraphicFramePr>
              <p:nvPr/>
            </p:nvGraphicFramePr>
            <p:xfrm>
              <a:off x="5521" y="1569"/>
              <a:ext cx="14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68" name="Equation" r:id="rId5" imgW="5486400" imgH="7315200" progId="Equation.DSMT4">
                      <p:embed/>
                    </p:oleObj>
                  </mc:Choice>
                  <mc:Fallback>
                    <p:oleObj name="Equation" r:id="rId5" imgW="5486400" imgH="7315200" progId="Equation.DSMT4">
                      <p:embed/>
                      <p:pic>
                        <p:nvPicPr>
                          <p:cNvPr id="0" name="图片 2467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5521" y="1569"/>
                            <a:ext cx="144" cy="19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" name="Object 9"/>
              <p:cNvGraphicFramePr>
                <a:graphicFrameLocks noChangeAspect="1"/>
              </p:cNvGraphicFramePr>
              <p:nvPr/>
            </p:nvGraphicFramePr>
            <p:xfrm>
              <a:off x="5290" y="1516"/>
              <a:ext cx="134" cy="2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69" name="Equation" r:id="rId7" imgW="5181600" imgH="9448800" progId="Equation.DSMT4">
                      <p:embed/>
                    </p:oleObj>
                  </mc:Choice>
                  <mc:Fallback>
                    <p:oleObj name="Equation" r:id="rId7" imgW="5181600" imgH="9448800" progId="Equation.DSMT4">
                      <p:embed/>
                      <p:pic>
                        <p:nvPicPr>
                          <p:cNvPr id="0" name="图片 2468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5290" y="1516"/>
                            <a:ext cx="134" cy="24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" name="Object 10"/>
              <p:cNvGraphicFramePr>
                <a:graphicFrameLocks noChangeAspect="1"/>
              </p:cNvGraphicFramePr>
              <p:nvPr/>
            </p:nvGraphicFramePr>
            <p:xfrm>
              <a:off x="4311" y="1588"/>
              <a:ext cx="144" cy="1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70" name="Equation" r:id="rId9" imgW="5486400" imgH="5486400" progId="Equation.DSMT4">
                      <p:embed/>
                    </p:oleObj>
                  </mc:Choice>
                  <mc:Fallback>
                    <p:oleObj name="Equation" r:id="rId9" imgW="5486400" imgH="5486400" progId="Equation.DSMT4">
                      <p:embed/>
                      <p:pic>
                        <p:nvPicPr>
                          <p:cNvPr id="0" name="图片 2469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4311" y="1588"/>
                            <a:ext cx="144" cy="14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" name="Object 11"/>
              <p:cNvGraphicFramePr>
                <a:graphicFrameLocks noChangeAspect="1"/>
              </p:cNvGraphicFramePr>
              <p:nvPr/>
            </p:nvGraphicFramePr>
            <p:xfrm>
              <a:off x="4016" y="1449"/>
              <a:ext cx="184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71" name="Equation" r:id="rId11" imgW="7010400" imgH="7620000" progId="Equation.DSMT4">
                      <p:embed/>
                    </p:oleObj>
                  </mc:Choice>
                  <mc:Fallback>
                    <p:oleObj name="Equation" r:id="rId11" imgW="7010400" imgH="7620000" progId="Equation.DSMT4">
                      <p:embed/>
                      <p:pic>
                        <p:nvPicPr>
                          <p:cNvPr id="0" name="图片 2470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4016" y="1449"/>
                            <a:ext cx="184" cy="20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" name="Object 12"/>
              <p:cNvGraphicFramePr>
                <a:graphicFrameLocks noChangeAspect="1"/>
              </p:cNvGraphicFramePr>
              <p:nvPr/>
            </p:nvGraphicFramePr>
            <p:xfrm>
              <a:off x="4007" y="667"/>
              <a:ext cx="160" cy="1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72" name="Equation" r:id="rId13" imgW="6096000" imgH="7315200" progId="Equation.DSMT4">
                      <p:embed/>
                    </p:oleObj>
                  </mc:Choice>
                  <mc:Fallback>
                    <p:oleObj name="Equation" r:id="rId13" imgW="6096000" imgH="7315200" progId="Equation.DSMT4">
                      <p:embed/>
                      <p:pic>
                        <p:nvPicPr>
                          <p:cNvPr id="0" name="图片 2471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4007" y="667"/>
                            <a:ext cx="160" cy="19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" name="Freeform 13"/>
              <p:cNvSpPr/>
              <p:nvPr/>
            </p:nvSpPr>
            <p:spPr bwMode="auto">
              <a:xfrm>
                <a:off x="4368" y="624"/>
                <a:ext cx="960" cy="336"/>
              </a:xfrm>
              <a:custGeom>
                <a:avLst/>
                <a:gdLst>
                  <a:gd name="T0" fmla="*/ 0 w 960"/>
                  <a:gd name="T1" fmla="*/ 336 h 336"/>
                  <a:gd name="T2" fmla="*/ 192 w 960"/>
                  <a:gd name="T3" fmla="*/ 48 h 336"/>
                  <a:gd name="T4" fmla="*/ 624 w 960"/>
                  <a:gd name="T5" fmla="*/ 240 h 336"/>
                  <a:gd name="T6" fmla="*/ 960 w 960"/>
                  <a:gd name="T7" fmla="*/ 0 h 3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60" h="336">
                    <a:moveTo>
                      <a:pt x="0" y="336"/>
                    </a:moveTo>
                    <a:cubicBezTo>
                      <a:pt x="44" y="200"/>
                      <a:pt x="88" y="64"/>
                      <a:pt x="192" y="48"/>
                    </a:cubicBezTo>
                    <a:cubicBezTo>
                      <a:pt x="296" y="32"/>
                      <a:pt x="496" y="248"/>
                      <a:pt x="624" y="240"/>
                    </a:cubicBezTo>
                    <a:cubicBezTo>
                      <a:pt x="752" y="232"/>
                      <a:pt x="904" y="40"/>
                      <a:pt x="960" y="0"/>
                    </a:cubicBezTo>
                  </a:path>
                </a:pathLst>
              </a:custGeom>
              <a:noFill/>
              <a:ln w="28575" cmpd="sng">
                <a:solidFill>
                  <a:srgbClr val="FF000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14" name="Line 14"/>
              <p:cNvSpPr>
                <a:spLocks noChangeShapeType="1"/>
              </p:cNvSpPr>
              <p:nvPr/>
            </p:nvSpPr>
            <p:spPr bwMode="auto">
              <a:xfrm>
                <a:off x="4224" y="1536"/>
                <a:ext cx="14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15" name="Line 15"/>
              <p:cNvSpPr>
                <a:spLocks noChangeShapeType="1"/>
              </p:cNvSpPr>
              <p:nvPr/>
            </p:nvSpPr>
            <p:spPr bwMode="auto">
              <a:xfrm>
                <a:off x="4368" y="960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</p:grpSp>
      </p:grpSp>
      <p:sp>
        <p:nvSpPr>
          <p:cNvPr id="16" name="Line 16"/>
          <p:cNvSpPr>
            <a:spLocks noChangeShapeType="1"/>
          </p:cNvSpPr>
          <p:nvPr/>
        </p:nvSpPr>
        <p:spPr bwMode="auto">
          <a:xfrm>
            <a:off x="9227821" y="1216025"/>
            <a:ext cx="0" cy="1092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8546784" y="1520825"/>
          <a:ext cx="65405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" name="Equation" r:id="rId15" imgW="902970" imgH="479425" progId="Equation.3">
                  <p:embed/>
                </p:oleObj>
              </mc:Choice>
              <mc:Fallback>
                <p:oleObj name="Equation" r:id="rId15" imgW="902970" imgH="479425" progId="Equation.3">
                  <p:embed/>
                  <p:pic>
                    <p:nvPicPr>
                      <p:cNvPr id="0" name="图片 2472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546784" y="1520825"/>
                        <a:ext cx="654050" cy="346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9132888" y="2408238"/>
          <a:ext cx="206375" cy="220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4" name="Equation" r:id="rId17" imgW="5181600" imgH="5486400" progId="Equation.DSMT4">
                  <p:embed/>
                </p:oleObj>
              </mc:Choice>
              <mc:Fallback>
                <p:oleObj name="Equation" r:id="rId17" imgW="5181600" imgH="5486400" progId="Equation.DSMT4">
                  <p:embed/>
                  <p:pic>
                    <p:nvPicPr>
                      <p:cNvPr id="0" name="图片 2473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132888" y="2408238"/>
                        <a:ext cx="206375" cy="2206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9490075" y="2822575"/>
          <a:ext cx="703263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5" name="Equation" r:id="rId19" imgW="17678400" imgH="9448800" progId="Equation.DSMT4">
                  <p:embed/>
                </p:oleObj>
              </mc:Choice>
              <mc:Fallback>
                <p:oleObj name="Equation" r:id="rId19" imgW="17678400" imgH="9448800" progId="Equation.DSMT4">
                  <p:embed/>
                  <p:pic>
                    <p:nvPicPr>
                      <p:cNvPr id="0" name="图片 247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490075" y="2822575"/>
                        <a:ext cx="703263" cy="3762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Line 20"/>
          <p:cNvSpPr>
            <a:spLocks noChangeShapeType="1"/>
          </p:cNvSpPr>
          <p:nvPr/>
        </p:nvSpPr>
        <p:spPr bwMode="auto">
          <a:xfrm flipV="1">
            <a:off x="9458009" y="1306513"/>
            <a:ext cx="0" cy="101917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21" name="Line 21"/>
          <p:cNvSpPr>
            <a:spLocks noChangeShapeType="1"/>
          </p:cNvSpPr>
          <p:nvPr/>
        </p:nvSpPr>
        <p:spPr bwMode="auto">
          <a:xfrm flipH="1" flipV="1">
            <a:off x="9526271" y="2411413"/>
            <a:ext cx="219075" cy="509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9261053" y="2413794"/>
          <a:ext cx="213170" cy="3291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6" name="Equation" r:id="rId21" imgW="3048000" imgH="4876800" progId="Equation.DSMT4">
                  <p:embed/>
                </p:oleObj>
              </mc:Choice>
              <mc:Fallback>
                <p:oleObj name="Equation" r:id="rId21" imgW="3048000" imgH="4876800" progId="Equation.DSMT4">
                  <p:embed/>
                  <p:pic>
                    <p:nvPicPr>
                      <p:cNvPr id="0" name="图片 2475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261053" y="2413794"/>
                        <a:ext cx="213170" cy="32915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Line 23"/>
          <p:cNvSpPr>
            <a:spLocks noChangeShapeType="1"/>
          </p:cNvSpPr>
          <p:nvPr/>
        </p:nvSpPr>
        <p:spPr bwMode="auto">
          <a:xfrm flipV="1">
            <a:off x="9345296" y="1301750"/>
            <a:ext cx="0" cy="1019175"/>
          </a:xfrm>
          <a:prstGeom prst="line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graphicFrame>
        <p:nvGraphicFramePr>
          <p:cNvPr id="24" name="Object 25"/>
          <p:cNvGraphicFramePr>
            <a:graphicFrameLocks noChangeAspect="1"/>
          </p:cNvGraphicFramePr>
          <p:nvPr/>
        </p:nvGraphicFramePr>
        <p:xfrm>
          <a:off x="2351088" y="1330008"/>
          <a:ext cx="2494452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7" name="Equation" r:id="rId23" imgW="54559200" imgH="9448800" progId="Equation.DSMT4">
                  <p:embed/>
                </p:oleObj>
              </mc:Choice>
              <mc:Fallback>
                <p:oleObj name="Equation" r:id="rId23" imgW="54559200" imgH="9448800" progId="Equation.DSMT4">
                  <p:embed/>
                  <p:pic>
                    <p:nvPicPr>
                      <p:cNvPr id="0" name="图片 2476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351088" y="1330008"/>
                        <a:ext cx="2494452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26"/>
          <p:cNvSpPr txBox="1">
            <a:spLocks noChangeArrowheads="1"/>
          </p:cNvSpPr>
          <p:nvPr/>
        </p:nvSpPr>
        <p:spPr bwMode="auto">
          <a:xfrm>
            <a:off x="4835904" y="1301628"/>
            <a:ext cx="2514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则变上限函数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6" name="Object 27"/>
          <p:cNvGraphicFramePr>
            <a:graphicFrameLocks noChangeAspect="1"/>
          </p:cNvGraphicFramePr>
          <p:nvPr/>
        </p:nvGraphicFramePr>
        <p:xfrm>
          <a:off x="3269134" y="1787719"/>
          <a:ext cx="2339256" cy="79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8" name="Equation" r:id="rId25" imgW="25603200" imgH="8534400" progId="Equation.DSMT4">
                  <p:embed/>
                </p:oleObj>
              </mc:Choice>
              <mc:Fallback>
                <p:oleObj name="Equation" r:id="rId25" imgW="25603200" imgH="8534400" progId="Equation.DSMT4">
                  <p:embed/>
                  <p:pic>
                    <p:nvPicPr>
                      <p:cNvPr id="0" name="图片 2477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269134" y="1787719"/>
                        <a:ext cx="2339256" cy="79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49"/>
          <p:cNvGraphicFramePr>
            <a:graphicFrameLocks noChangeAspect="1"/>
          </p:cNvGraphicFramePr>
          <p:nvPr/>
        </p:nvGraphicFramePr>
        <p:xfrm>
          <a:off x="1928813" y="2605405"/>
          <a:ext cx="5161372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0" name="Equation" r:id="rId27" imgW="117652800" imgH="10668000" progId="Equation.DSMT4">
                  <p:embed/>
                </p:oleObj>
              </mc:Choice>
              <mc:Fallback>
                <p:oleObj name="Equation" r:id="rId27" imgW="117652800" imgH="10668000" progId="Equation.DSMT4">
                  <p:embed/>
                  <p:pic>
                    <p:nvPicPr>
                      <p:cNvPr id="0" name="图片 2489"/>
                      <p:cNvPicPr>
                        <a:picLocks noChangeAspect="1"/>
                      </p:cNvPicPr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928813" y="2605405"/>
                        <a:ext cx="5161372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1820226" y="578161"/>
            <a:ext cx="48945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5.2.1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（原函数存在定理） 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819911" y="1265846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0" name="Text Box 3"/>
          <p:cNvSpPr txBox="1">
            <a:spLocks noChangeArrowheads="1"/>
          </p:cNvSpPr>
          <p:nvPr/>
        </p:nvSpPr>
        <p:spPr bwMode="auto">
          <a:xfrm>
            <a:off x="1854835" y="3699510"/>
            <a:ext cx="848233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注：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1)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定理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</a:rPr>
              <a:t>5.2.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证明了连续函数的原函数是存在的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5" name="Text Box 9"/>
          <p:cNvSpPr txBox="1">
            <a:spLocks noChangeArrowheads="1"/>
          </p:cNvSpPr>
          <p:nvPr/>
        </p:nvSpPr>
        <p:spPr bwMode="auto">
          <a:xfrm>
            <a:off x="1928859" y="4291236"/>
            <a:ext cx="1447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同时为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6" name="Text Box 10"/>
          <p:cNvSpPr txBox="1">
            <a:spLocks noChangeArrowheads="1"/>
          </p:cNvSpPr>
          <p:nvPr/>
        </p:nvSpPr>
        <p:spPr bwMode="auto">
          <a:xfrm>
            <a:off x="3067662" y="4293002"/>
            <a:ext cx="590465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通过原函数计算定积分开辟了道路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7" name="Text Box 4"/>
          <p:cNvSpPr txBox="1">
            <a:spLocks noChangeArrowheads="1"/>
          </p:cNvSpPr>
          <p:nvPr/>
        </p:nvSpPr>
        <p:spPr bwMode="auto">
          <a:xfrm>
            <a:off x="1929359" y="4882977"/>
            <a:ext cx="849238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2)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定理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</a:rPr>
              <a:t>5.2.1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为一类新的函数（变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限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积分函数）的求导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8" name="TextBox 13"/>
          <p:cNvSpPr txBox="1"/>
          <p:nvPr/>
        </p:nvSpPr>
        <p:spPr>
          <a:xfrm>
            <a:off x="1929375" y="5406197"/>
            <a:ext cx="20593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提供了方法.</a:t>
            </a:r>
            <a:endParaRPr kumimoji="1" lang="zh-CN" altLang="en-US" sz="2800" b="1" dirty="0" smtClean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20" grpId="0" bldLvl="0" animBg="1"/>
      <p:bldP spid="21" grpId="0" bldLvl="0" animBg="1"/>
      <p:bldP spid="23" grpId="0" bldLvl="0" animBg="1"/>
      <p:bldP spid="25" grpId="0" autoUpdateAnimBg="0" build="p"/>
      <p:bldP spid="40" grpId="0" autoUpdateAnimBg="0"/>
      <p:bldP spid="45" grpId="0" autoUpdateAnimBg="0"/>
      <p:bldP spid="46" grpId="0" autoUpdateAnimBg="0"/>
      <p:bldP spid="47" grpId="0" autoUpdateAnimBg="0"/>
      <p:bldP spid="4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4981" y="847641"/>
            <a:ext cx="60185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命题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5.2.1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区间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上连续，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8117681" y="914941"/>
          <a:ext cx="1807967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1" imgW="42062400" imgH="9448800" progId="Equation.DSMT4">
                  <p:embed/>
                </p:oleObj>
              </mc:Choice>
              <mc:Fallback>
                <p:oleObj name="Equation" r:id="rId1" imgW="42062400" imgH="94488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117681" y="914941"/>
                        <a:ext cx="1807967" cy="39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05236" y="1369730"/>
            <a:ext cx="30168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内可导，则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805488" y="2084730"/>
          <a:ext cx="3556001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85344000" imgH="20116800" progId="Equation.DSMT4">
                  <p:embed/>
                </p:oleObj>
              </mc:Choice>
              <mc:Fallback>
                <p:oleObj name="Equation" r:id="rId3" imgW="85344000" imgH="20116800" progId="Equation.DSMT4">
                  <p:embed/>
                  <p:pic>
                    <p:nvPicPr>
                      <p:cNvPr id="0" name="图片 307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05488" y="2084730"/>
                        <a:ext cx="3556001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853254" y="2066950"/>
          <a:ext cx="451485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5" imgW="108204000" imgH="20116800" progId="Equation.DSMT4">
                  <p:embed/>
                </p:oleObj>
              </mc:Choice>
              <mc:Fallback>
                <p:oleObj name="Equation" r:id="rId5" imgW="108204000" imgH="20116800" progId="Equation.DSMT4">
                  <p:embed/>
                  <p:pic>
                    <p:nvPicPr>
                      <p:cNvPr id="0" name="图片 307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53254" y="2066950"/>
                        <a:ext cx="451485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805488" y="3109826"/>
          <a:ext cx="3813176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7" imgW="91744800" imgH="20116800" progId="Equation.DSMT4">
                  <p:embed/>
                </p:oleObj>
              </mc:Choice>
              <mc:Fallback>
                <p:oleObj name="Equation" r:id="rId7" imgW="91744800" imgH="20116800" progId="Equation.DSMT4">
                  <p:embed/>
                  <p:pic>
                    <p:nvPicPr>
                      <p:cNvPr id="0" name="图片 307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05488" y="3109826"/>
                        <a:ext cx="3813176" cy="830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853113" y="3107953"/>
          <a:ext cx="4757737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9" imgW="113995200" imgH="20116800" progId="Equation.DSMT4">
                  <p:embed/>
                </p:oleObj>
              </mc:Choice>
              <mc:Fallback>
                <p:oleObj name="Equation" r:id="rId9" imgW="113995200" imgH="20116800" progId="Equation.DSMT4">
                  <p:embed/>
                  <p:pic>
                    <p:nvPicPr>
                      <p:cNvPr id="0" name="图片 307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53113" y="3107953"/>
                        <a:ext cx="4757737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833940" y="4261604"/>
          <a:ext cx="27813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11" imgW="66751200" imgH="20116800" progId="Equation.DSMT4">
                  <p:embed/>
                </p:oleObj>
              </mc:Choice>
              <mc:Fallback>
                <p:oleObj name="Equation" r:id="rId11" imgW="66751200" imgH="20116800" progId="Equation.DSMT4">
                  <p:embed/>
                  <p:pic>
                    <p:nvPicPr>
                      <p:cNvPr id="0" name="图片 307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833940" y="4261604"/>
                        <a:ext cx="278130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175193" y="5583238"/>
          <a:ext cx="4779962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tion" r:id="rId13" imgW="114604800" imgH="24384000" progId="Equation.DSMT4">
                  <p:embed/>
                </p:oleObj>
              </mc:Choice>
              <mc:Fallback>
                <p:oleObj name="Equation" r:id="rId13" imgW="114604800" imgH="24384000" progId="Equation.DSMT4">
                  <p:embed/>
                  <p:pic>
                    <p:nvPicPr>
                      <p:cNvPr id="0" name="图片 307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175193" y="5583238"/>
                        <a:ext cx="4779962" cy="10302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741312" y="4461753"/>
          <a:ext cx="5184000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Equation" r:id="rId15" imgW="117043200" imgH="9753600" progId="Equation.DSMT4">
                  <p:embed/>
                </p:oleObj>
              </mc:Choice>
              <mc:Fallback>
                <p:oleObj name="Equation" r:id="rId15" imgW="117043200" imgH="9753600" progId="Equation.DSMT4">
                  <p:embed/>
                  <p:pic>
                    <p:nvPicPr>
                      <p:cNvPr id="0" name="图片 307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741312" y="4461753"/>
                        <a:ext cx="5184000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下箭头 17"/>
          <p:cNvSpPr/>
          <p:nvPr/>
        </p:nvSpPr>
        <p:spPr>
          <a:xfrm>
            <a:off x="3738245" y="4982210"/>
            <a:ext cx="156845" cy="677545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ln w="22225" cmpd="sng">
            <a:solidFill>
              <a:srgbClr val="7030A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上箭头 18"/>
          <p:cNvSpPr/>
          <p:nvPr/>
        </p:nvSpPr>
        <p:spPr>
          <a:xfrm>
            <a:off x="6153150" y="4954905"/>
            <a:ext cx="154940" cy="732155"/>
          </a:xfrm>
          <a:prstGeom prst="up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2"/>
          <p:cNvSpPr txBox="1">
            <a:spLocks noChangeArrowheads="1"/>
          </p:cNvSpPr>
          <p:nvPr/>
        </p:nvSpPr>
        <p:spPr bwMode="auto">
          <a:xfrm>
            <a:off x="1524050" y="264140"/>
            <a:ext cx="478382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变限积分的导数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19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5217443" y="1988840"/>
          <a:ext cx="2171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52120800" imgH="12192000" progId="Equation.DSMT4">
                  <p:embed/>
                </p:oleObj>
              </mc:Choice>
              <mc:Fallback>
                <p:oleObj name="Equation" r:id="rId1" imgW="52120800" imgH="121920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17443" y="1988840"/>
                        <a:ext cx="2171700" cy="50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143373" y="914524"/>
            <a:ext cx="16002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1.  </a:t>
            </a:r>
            <a:r>
              <a:rPr lang="zh-CN" altLang="en-US" sz="2800" b="1" dirty="0" smtClean="0">
                <a:ea typeface="楷体_GB2312" pitchFamily="49" charset="-122"/>
              </a:rPr>
              <a:t>求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3595018" y="895052"/>
          <a:ext cx="617860" cy="6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12496800" imgH="13106400" progId="Equation.DSMT4">
                  <p:embed/>
                </p:oleObj>
              </mc:Choice>
              <mc:Fallback>
                <p:oleObj name="Equation" r:id="rId3" imgW="12496800" imgH="13106400" progId="Equation.DSMT4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95018" y="895052"/>
                        <a:ext cx="617860" cy="64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1"/>
          <p:cNvGrpSpPr>
            <a:grpSpLocks noChangeAspect="1"/>
          </p:cNvGrpSpPr>
          <p:nvPr/>
        </p:nvGrpSpPr>
        <p:grpSpPr bwMode="auto">
          <a:xfrm>
            <a:off x="4270623" y="455419"/>
            <a:ext cx="2537432" cy="1296000"/>
            <a:chOff x="1600" y="144"/>
            <a:chExt cx="1488" cy="760"/>
          </a:xfrm>
        </p:grpSpPr>
        <p:graphicFrame>
          <p:nvGraphicFramePr>
            <p:cNvPr id="6" name="Object 5"/>
            <p:cNvGraphicFramePr>
              <a:graphicFrameLocks noChangeAspect="1"/>
            </p:cNvGraphicFramePr>
            <p:nvPr/>
          </p:nvGraphicFramePr>
          <p:xfrm>
            <a:off x="1800" y="144"/>
            <a:ext cx="920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99" name="Equation" r:id="rId5" imgW="35052000" imgH="17678400" progId="Equation.DSMT4">
                    <p:embed/>
                  </p:oleObj>
                </mc:Choice>
                <mc:Fallback>
                  <p:oleObj name="Equation" r:id="rId5" imgW="35052000" imgH="17678400" progId="Equation.DSMT4">
                    <p:embed/>
                    <p:pic>
                      <p:nvPicPr>
                        <p:cNvPr id="0" name="图片 409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800" y="144"/>
                          <a:ext cx="920" cy="46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Line 6"/>
            <p:cNvSpPr>
              <a:spLocks noChangeShapeType="1"/>
            </p:cNvSpPr>
            <p:nvPr/>
          </p:nvSpPr>
          <p:spPr bwMode="auto">
            <a:xfrm flipH="1">
              <a:off x="1600" y="592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graphicFrame>
          <p:nvGraphicFramePr>
            <p:cNvPr id="8" name="Object 7"/>
            <p:cNvGraphicFramePr>
              <a:graphicFrameLocks noChangeAspect="1"/>
            </p:cNvGraphicFramePr>
            <p:nvPr/>
          </p:nvGraphicFramePr>
          <p:xfrm>
            <a:off x="2124" y="616"/>
            <a:ext cx="24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0" name="Equation" r:id="rId7" imgW="9144000" imgH="10972800" progId="Equation.DSMT4">
                    <p:embed/>
                  </p:oleObj>
                </mc:Choice>
                <mc:Fallback>
                  <p:oleObj name="Equation" r:id="rId7" imgW="9144000" imgH="10972800" progId="Equation.DSMT4">
                    <p:embed/>
                    <p:pic>
                      <p:nvPicPr>
                        <p:cNvPr id="0" name="图片 409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124" y="616"/>
                          <a:ext cx="240" cy="28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2143373" y="2136899"/>
            <a:ext cx="838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3051423" y="2136899"/>
            <a:ext cx="1219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原式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4049043" y="2277765"/>
          <a:ext cx="10287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9" imgW="24688800" imgH="13106400" progId="Equation.DSMT4">
                  <p:embed/>
                </p:oleObj>
              </mc:Choice>
              <mc:Fallback>
                <p:oleObj name="Equation" r:id="rId9" imgW="24688800" imgH="13106400" progId="Equation.DSMT4">
                  <p:embed/>
                  <p:pic>
                    <p:nvPicPr>
                      <p:cNvPr id="0" name="图片 410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049043" y="2277765"/>
                        <a:ext cx="1028700" cy="546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Line 11"/>
          <p:cNvSpPr>
            <a:spLocks noChangeShapeType="1"/>
          </p:cNvSpPr>
          <p:nvPr/>
        </p:nvSpPr>
        <p:spPr bwMode="auto">
          <a:xfrm flipH="1">
            <a:off x="5127873" y="2513137"/>
            <a:ext cx="2343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/>
        </p:nvGraphicFramePr>
        <p:xfrm>
          <a:off x="8943305" y="418802"/>
          <a:ext cx="628650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11" imgW="5181600" imgH="10363200" progId="Equation.DSMT4">
                  <p:embed/>
                </p:oleObj>
              </mc:Choice>
              <mc:Fallback>
                <p:oleObj name="Equation" r:id="rId11" imgW="5181600" imgH="10363200" progId="Equation.DSMT4">
                  <p:embed/>
                  <p:pic>
                    <p:nvPicPr>
                      <p:cNvPr id="0" name="图片 410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943305" y="418802"/>
                        <a:ext cx="628650" cy="1273175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28575" cap="flat" cmpd="sng">
                        <a:solidFill>
                          <a:srgbClr val="6800FF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6042273" y="2576637"/>
          <a:ext cx="406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13" imgW="9753600" imgH="9448800" progId="Equation.DSMT4">
                  <p:embed/>
                </p:oleObj>
              </mc:Choice>
              <mc:Fallback>
                <p:oleObj name="Equation" r:id="rId13" imgW="9753600" imgH="9448800" progId="Equation.DSMT4">
                  <p:embed/>
                  <p:pic>
                    <p:nvPicPr>
                      <p:cNvPr id="0" name="图片 410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42273" y="2576637"/>
                        <a:ext cx="4064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4007768" y="3212976"/>
          <a:ext cx="736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Equation" r:id="rId15" imgW="17678400" imgH="21945600" progId="Equation.DSMT4">
                  <p:embed/>
                </p:oleObj>
              </mc:Choice>
              <mc:Fallback>
                <p:oleObj name="Equation" r:id="rId15" imgW="17678400" imgH="21945600" progId="Equation.DSMT4">
                  <p:embed/>
                  <p:pic>
                    <p:nvPicPr>
                      <p:cNvPr id="0" name="图片 410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007768" y="3212976"/>
                        <a:ext cx="7366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 build="p"/>
      <p:bldP spid="10" grpId="0" autoUpdateAnimBg="0"/>
      <p:bldP spid="12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5"/>
          <p:cNvSpPr>
            <a:spLocks noChangeArrowheads="1"/>
          </p:cNvSpPr>
          <p:nvPr/>
        </p:nvSpPr>
        <p:spPr bwMode="auto">
          <a:xfrm>
            <a:off x="2135188" y="476250"/>
            <a:ext cx="11525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zh-CN" altLang="en-US" sz="2800" b="1" dirty="0" smtClean="0">
                <a:solidFill>
                  <a:srgbClr val="7030A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2.  </a:t>
            </a:r>
            <a:endParaRPr lang="zh-CN" altLang="en-US" sz="2800" b="1" dirty="0">
              <a:solidFill>
                <a:srgbClr val="7030A0"/>
              </a:solidFill>
              <a:ea typeface="楷体_GB2312" pitchFamily="49" charset="-122"/>
            </a:endParaRPr>
          </a:p>
        </p:txBody>
      </p:sp>
      <p:graphicFrame>
        <p:nvGraphicFramePr>
          <p:cNvPr id="3" name="Object 46"/>
          <p:cNvGraphicFramePr>
            <a:graphicFrameLocks noChangeAspect="1"/>
          </p:cNvGraphicFramePr>
          <p:nvPr/>
        </p:nvGraphicFramePr>
        <p:xfrm>
          <a:off x="3242663" y="1268760"/>
          <a:ext cx="189216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1" imgW="45415200" imgH="21945600" progId="Equation.DSMT4">
                  <p:embed/>
                </p:oleObj>
              </mc:Choice>
              <mc:Fallback>
                <p:oleObj name="Equation" r:id="rId1" imgW="45415200" imgH="219456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42663" y="1268760"/>
                        <a:ext cx="189216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807743" y="387350"/>
          <a:ext cx="1435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34442400" imgH="18897600" progId="Equation.DSMT4">
                  <p:embed/>
                </p:oleObj>
              </mc:Choice>
              <mc:Fallback>
                <p:oleObj name="Equation" r:id="rId3" imgW="34442400" imgH="18897600" progId="Equation.DSMT4">
                  <p:embed/>
                  <p:pic>
                    <p:nvPicPr>
                      <p:cNvPr id="0" name="图片 512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07743" y="387350"/>
                        <a:ext cx="1435100" cy="787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969543" y="476250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03912" y="476250"/>
            <a:ext cx="48018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0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时是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的几阶无穷小？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2292338" y="1412776"/>
            <a:ext cx="838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199063" y="1474788"/>
          <a:ext cx="3225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5" imgW="77419200" imgH="9448800" progId="Equation.DSMT4">
                  <p:embed/>
                </p:oleObj>
              </mc:Choice>
              <mc:Fallback>
                <p:oleObj name="Equation" r:id="rId5" imgW="77419200" imgH="9448800" progId="Equation.DSMT4">
                  <p:embed/>
                  <p:pic>
                    <p:nvPicPr>
                      <p:cNvPr id="0" name="图片 512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99063" y="1474788"/>
                        <a:ext cx="3225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135560" y="2761764"/>
            <a:ext cx="538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897660" y="2276872"/>
          <a:ext cx="19558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7" imgW="46939200" imgH="28346400" progId="Equation.DSMT4">
                  <p:embed/>
                </p:oleObj>
              </mc:Choice>
              <mc:Fallback>
                <p:oleObj name="Equation" r:id="rId7" imgW="46939200" imgH="28346400" progId="Equation.DSMT4">
                  <p:embed/>
                  <p:pic>
                    <p:nvPicPr>
                      <p:cNvPr id="0" name="图片 5123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897660" y="2276872"/>
                        <a:ext cx="1955800" cy="1181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875560" y="3044916"/>
          <a:ext cx="330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9" imgW="7924800" imgH="9144000" progId="Equation.DSMT4">
                  <p:embed/>
                </p:oleObj>
              </mc:Choice>
              <mc:Fallback>
                <p:oleObj name="Equation" r:id="rId9" imgW="7924800" imgH="91440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75560" y="3044916"/>
                        <a:ext cx="3302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015880" y="2110206"/>
          <a:ext cx="326390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11" imgW="78333600" imgH="32308800" progId="Equation.DSMT4">
                  <p:embed/>
                </p:oleObj>
              </mc:Choice>
              <mc:Fallback>
                <p:oleObj name="Equation" r:id="rId11" imgW="78333600" imgH="32308800" progId="Equation.DSMT4">
                  <p:embed/>
                  <p:pic>
                    <p:nvPicPr>
                      <p:cNvPr id="0" name="图片 5125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015880" y="2110206"/>
                        <a:ext cx="3263900" cy="1346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023992" y="2130516"/>
          <a:ext cx="1892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Equation" r:id="rId13" imgW="2219325" imgH="1070610" progId="Equation.DSMT4">
                  <p:embed/>
                </p:oleObj>
              </mc:Choice>
              <mc:Fallback>
                <p:oleObj name="Equation" r:id="rId13" imgW="2219325" imgH="1070610" progId="Equation.DSMT4">
                  <p:embed/>
                  <p:pic>
                    <p:nvPicPr>
                      <p:cNvPr id="0" name="图片 512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23992" y="2130516"/>
                        <a:ext cx="18923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6583363" y="3141663"/>
          <a:ext cx="508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Equation" r:id="rId15" imgW="12192000" imgH="9144000" progId="Equation.DSMT4">
                  <p:embed/>
                </p:oleObj>
              </mc:Choice>
              <mc:Fallback>
                <p:oleObj name="Equation" r:id="rId15" imgW="12192000" imgH="9144000" progId="Equation.DSMT4">
                  <p:embed/>
                  <p:pic>
                    <p:nvPicPr>
                      <p:cNvPr id="0" name="图片 5127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583363" y="3141663"/>
                        <a:ext cx="5080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5087888" y="4005064"/>
          <a:ext cx="3352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Equation" r:id="rId17" imgW="80467200" imgH="19812000" progId="Equation.DSMT4">
                  <p:embed/>
                </p:oleObj>
              </mc:Choice>
              <mc:Fallback>
                <p:oleObj name="Equation" r:id="rId17" imgW="80467200" imgH="19812000" progId="Equation.DSMT4">
                  <p:embed/>
                  <p:pic>
                    <p:nvPicPr>
                      <p:cNvPr id="0" name="图片 5128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087888" y="4005064"/>
                        <a:ext cx="33528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879976" y="4005064"/>
          <a:ext cx="2870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Equation" r:id="rId19" imgW="68884800" imgH="9144000" progId="Equation.DSMT4">
                  <p:embed/>
                </p:oleObj>
              </mc:Choice>
              <mc:Fallback>
                <p:oleObj name="Equation" r:id="rId19" imgW="68884800" imgH="9144000" progId="Equation.DSMT4">
                  <p:embed/>
                  <p:pic>
                    <p:nvPicPr>
                      <p:cNvPr id="0" name="图片 512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879976" y="4005064"/>
                        <a:ext cx="28702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6600056" y="4509120"/>
          <a:ext cx="508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" name="Equation" r:id="rId21" imgW="591185" imgH="445770" progId="Equation.DSMT4">
                  <p:embed/>
                </p:oleObj>
              </mc:Choice>
              <mc:Fallback>
                <p:oleObj name="Equation" r:id="rId21" imgW="591185" imgH="445770" progId="Equation.DSMT4">
                  <p:embed/>
                  <p:pic>
                    <p:nvPicPr>
                      <p:cNvPr id="0" name="图片 5130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600056" y="4509120"/>
                        <a:ext cx="5080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8832304" y="4005064"/>
          <a:ext cx="546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Equation" r:id="rId23" imgW="13106400" imgH="19812000" progId="Equation.DSMT4">
                  <p:embed/>
                </p:oleObj>
              </mc:Choice>
              <mc:Fallback>
                <p:oleObj name="Equation" r:id="rId23" imgW="13106400" imgH="19812000" progId="Equation.DSMT4">
                  <p:embed/>
                  <p:pic>
                    <p:nvPicPr>
                      <p:cNvPr id="0" name="图片 5131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832304" y="4005064"/>
                        <a:ext cx="5461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423592" y="5013176"/>
            <a:ext cx="34721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所以是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阶无穷小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 build="p"/>
      <p:bldP spid="9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6"/>
          <p:cNvSpPr>
            <a:spLocks noChangeArrowheads="1"/>
          </p:cNvSpPr>
          <p:nvPr/>
        </p:nvSpPr>
        <p:spPr bwMode="auto">
          <a:xfrm>
            <a:off x="8671836" y="1041400"/>
            <a:ext cx="1609725" cy="11557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2836863" y="4292600"/>
          <a:ext cx="3340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80162400" imgH="19812000" progId="Equation.DSMT4">
                  <p:embed/>
                </p:oleObj>
              </mc:Choice>
              <mc:Fallback>
                <p:oleObj name="Equation" r:id="rId1" imgW="80162400" imgH="198120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36863" y="4292600"/>
                        <a:ext cx="33401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6386513" y="2571750"/>
          <a:ext cx="2324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3" imgW="55778400" imgH="17678400" progId="Equation.DSMT4">
                  <p:embed/>
                </p:oleObj>
              </mc:Choice>
              <mc:Fallback>
                <p:oleObj name="Equation" r:id="rId3" imgW="55778400" imgH="176784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86513" y="2571750"/>
                        <a:ext cx="23241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2048786" y="271480"/>
            <a:ext cx="10668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3. </a:t>
            </a:r>
            <a:endParaRPr lang="en-US" altLang="zh-CN" sz="2800" b="1" dirty="0">
              <a:solidFill>
                <a:srgbClr val="7030A0"/>
              </a:solidFill>
              <a:ea typeface="楷体_GB2312" pitchFamily="49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2995613" y="312738"/>
          <a:ext cx="5486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5" imgW="131673600" imgH="10668000" progId="Equation.DSMT4">
                  <p:embed/>
                </p:oleObj>
              </mc:Choice>
              <mc:Fallback>
                <p:oleObj name="Equation" r:id="rId5" imgW="131673600" imgH="10668000" progId="Equation.DSMT4">
                  <p:embed/>
                  <p:pic>
                    <p:nvPicPr>
                      <p:cNvPr id="0" name="图片 6146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995613" y="312738"/>
                        <a:ext cx="54864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8614686" y="271463"/>
            <a:ext cx="1219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证明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580724" y="1189570"/>
          <a:ext cx="1028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Equation" r:id="rId7" imgW="24688800" imgH="9448800" progId="Equation.DSMT4">
                  <p:embed/>
                </p:oleObj>
              </mc:Choice>
              <mc:Fallback>
                <p:oleObj name="Equation" r:id="rId7" imgW="24688800" imgH="94488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80724" y="1189570"/>
                        <a:ext cx="1028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4622125" y="632052"/>
          <a:ext cx="1473200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Equation" r:id="rId9" imgW="35356800" imgH="35356800" progId="Equation.DSMT4">
                  <p:embed/>
                </p:oleObj>
              </mc:Choice>
              <mc:Fallback>
                <p:oleObj name="Equation" r:id="rId9" imgW="35356800" imgH="35356800" progId="Equation.DSMT4">
                  <p:embed/>
                  <p:pic>
                    <p:nvPicPr>
                      <p:cNvPr id="0" name="图片 6148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622125" y="632052"/>
                        <a:ext cx="1473200" cy="1473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2791544" y="1982788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3274821" y="2074863"/>
          <a:ext cx="1130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Equation" r:id="rId11" imgW="27127200" imgH="9448800" progId="Equation.DSMT4">
                  <p:embed/>
                </p:oleObj>
              </mc:Choice>
              <mc:Fallback>
                <p:oleObj name="Equation" r:id="rId11" imgW="27127200" imgH="9448800" progId="Equation.DSMT4">
                  <p:embed/>
                  <p:pic>
                    <p:nvPicPr>
                      <p:cNvPr id="0" name="图片 6149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74821" y="2074863"/>
                        <a:ext cx="1130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4391744" y="1955800"/>
            <a:ext cx="480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内为单调递增函数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 </a:t>
            </a:r>
            <a:endParaRPr kumimoji="1" lang="en-US" altLang="zh-CN" sz="24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2048786" y="2971483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2760663" y="3054350"/>
          <a:ext cx="1104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quation" r:id="rId13" imgW="26517600" imgH="9753600" progId="Equation.DSMT4">
                  <p:embed/>
                </p:oleObj>
              </mc:Choice>
              <mc:Fallback>
                <p:oleObj name="Equation" r:id="rId13" imgW="26517600" imgH="9753600" progId="Equation.DSMT4">
                  <p:embed/>
                  <p:pic>
                    <p:nvPicPr>
                      <p:cNvPr id="0" name="图片 6150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60663" y="3054350"/>
                        <a:ext cx="11049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Line 16"/>
          <p:cNvSpPr>
            <a:spLocks noChangeShapeType="1"/>
          </p:cNvSpPr>
          <p:nvPr/>
        </p:nvSpPr>
        <p:spPr bwMode="auto">
          <a:xfrm>
            <a:off x="3947436" y="3251200"/>
            <a:ext cx="487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5205413" y="3257550"/>
          <a:ext cx="1905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Equation" r:id="rId15" imgW="45720000" imgH="17678400" progId="Equation.DSMT4">
                  <p:embed/>
                </p:oleObj>
              </mc:Choice>
              <mc:Fallback>
                <p:oleObj name="Equation" r:id="rId15" imgW="45720000" imgH="176784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205413" y="3257550"/>
                        <a:ext cx="19050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4043363" y="2571750"/>
          <a:ext cx="2247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Equation" r:id="rId17" imgW="53949600" imgH="17678400" progId="Equation.DSMT4">
                  <p:embed/>
                </p:oleObj>
              </mc:Choice>
              <mc:Fallback>
                <p:oleObj name="Equation" r:id="rId17" imgW="53949600" imgH="17678400" progId="Equation.DSMT4">
                  <p:embed/>
                  <p:pic>
                    <p:nvPicPr>
                      <p:cNvPr id="0" name="图片 615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043363" y="2571750"/>
                        <a:ext cx="22479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3490913" y="4718050"/>
          <a:ext cx="1993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Equation" r:id="rId19" imgW="47853600" imgH="17678400" progId="Equation.DSMT4">
                  <p:embed/>
                </p:oleObj>
              </mc:Choice>
              <mc:Fallback>
                <p:oleObj name="Equation" r:id="rId19" imgW="47853600" imgH="17678400" progId="Equation.DSMT4">
                  <p:embed/>
                  <p:pic>
                    <p:nvPicPr>
                      <p:cNvPr id="0" name="图片 615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490913" y="4718050"/>
                        <a:ext cx="19939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3141663" y="3956050"/>
          <a:ext cx="2933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Equation" r:id="rId21" imgW="70408800" imgH="17678400" progId="Equation.DSMT4">
                  <p:embed/>
                </p:oleObj>
              </mc:Choice>
              <mc:Fallback>
                <p:oleObj name="Equation" r:id="rId21" imgW="70408800" imgH="17678400" progId="Equation.DSMT4">
                  <p:embed/>
                  <p:pic>
                    <p:nvPicPr>
                      <p:cNvPr id="0" name="图片 615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141663" y="3956050"/>
                        <a:ext cx="29337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4151784" y="4077072"/>
          <a:ext cx="953243" cy="476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" name="Equation" r:id="rId23" imgW="9753600" imgH="4876800" progId="Equation.DSMT4">
                  <p:embed/>
                </p:oleObj>
              </mc:Choice>
              <mc:Fallback>
                <p:oleObj name="Equation" r:id="rId23" imgW="9753600" imgH="4876800" progId="Equation.DSMT4">
                  <p:embed/>
                  <p:pic>
                    <p:nvPicPr>
                      <p:cNvPr id="0" name="图片 615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151784" y="4077072"/>
                        <a:ext cx="953243" cy="47662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9726310" y="4440200"/>
          <a:ext cx="571945" cy="428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" name="Equation" r:id="rId25" imgW="5791200" imgH="4267200" progId="Equation.DSMT4">
                  <p:embed/>
                </p:oleObj>
              </mc:Choice>
              <mc:Fallback>
                <p:oleObj name="Equation" r:id="rId25" imgW="5791200" imgH="4267200" progId="Equation.DSMT4">
                  <p:embed/>
                  <p:pic>
                    <p:nvPicPr>
                      <p:cNvPr id="0" name="图片 615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726310" y="4440200"/>
                        <a:ext cx="571945" cy="4289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2303463" y="5708650"/>
          <a:ext cx="5803200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8" name="Equation" r:id="rId27" imgW="132283200" imgH="10668000" progId="Equation.DSMT4">
                  <p:embed/>
                </p:oleObj>
              </mc:Choice>
              <mc:Fallback>
                <p:oleObj name="Equation" r:id="rId27" imgW="132283200" imgH="10668000" progId="Equation.DSMT4">
                  <p:embed/>
                  <p:pic>
                    <p:nvPicPr>
                      <p:cNvPr id="0" name="图片 6157"/>
                      <p:cNvPicPr>
                        <a:picLocks noChangeAspect="1"/>
                      </p:cNvPicPr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303463" y="5708650"/>
                        <a:ext cx="5803200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24"/>
          <p:cNvSpPr txBox="1">
            <a:spLocks noChangeArrowheads="1"/>
          </p:cNvSpPr>
          <p:nvPr/>
        </p:nvSpPr>
        <p:spPr bwMode="auto">
          <a:xfrm>
            <a:off x="8765499" y="1081088"/>
            <a:ext cx="150653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只要证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8824236" y="1742244"/>
          <a:ext cx="134604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9" name="Equation" r:id="rId29" imgW="32308800" imgH="9753600" progId="Equation.DSMT4">
                  <p:embed/>
                </p:oleObj>
              </mc:Choice>
              <mc:Fallback>
                <p:oleObj name="Equation" r:id="rId29" imgW="32308800" imgH="9753600" progId="Equation.DSMT4">
                  <p:embed/>
                  <p:pic>
                    <p:nvPicPr>
                      <p:cNvPr id="0" name="图片 6158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8824236" y="1742244"/>
                        <a:ext cx="1346040" cy="40608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Group 34"/>
          <p:cNvGrpSpPr/>
          <p:nvPr/>
        </p:nvGrpSpPr>
        <p:grpSpPr bwMode="auto">
          <a:xfrm>
            <a:off x="3904574" y="2470150"/>
            <a:ext cx="1454150" cy="668338"/>
            <a:chOff x="1509" y="1428"/>
            <a:chExt cx="916" cy="421"/>
          </a:xfrm>
        </p:grpSpPr>
        <p:sp>
          <p:nvSpPr>
            <p:cNvPr id="28" name="Oval 35"/>
            <p:cNvSpPr>
              <a:spLocks noChangeArrowheads="1"/>
            </p:cNvSpPr>
            <p:nvPr/>
          </p:nvSpPr>
          <p:spPr bwMode="auto">
            <a:xfrm>
              <a:off x="1509" y="1609"/>
              <a:ext cx="240" cy="240"/>
            </a:xfrm>
            <a:prstGeom prst="ellipse">
              <a:avLst/>
            </a:prstGeom>
            <a:noFill/>
            <a:ln w="19050">
              <a:solidFill>
                <a:srgbClr val="7030A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29" name="Freeform 36"/>
            <p:cNvSpPr/>
            <p:nvPr/>
          </p:nvSpPr>
          <p:spPr bwMode="auto">
            <a:xfrm>
              <a:off x="1632" y="1428"/>
              <a:ext cx="793" cy="192"/>
            </a:xfrm>
            <a:custGeom>
              <a:avLst/>
              <a:gdLst>
                <a:gd name="T0" fmla="*/ 0 w 816"/>
                <a:gd name="T1" fmla="*/ 192 h 192"/>
                <a:gd name="T2" fmla="*/ 0 w 816"/>
                <a:gd name="T3" fmla="*/ 0 h 192"/>
                <a:gd name="T4" fmla="*/ 816 w 816"/>
                <a:gd name="T5" fmla="*/ 0 h 192"/>
                <a:gd name="T6" fmla="*/ 816 w 816"/>
                <a:gd name="T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16" h="192">
                  <a:moveTo>
                    <a:pt x="0" y="192"/>
                  </a:moveTo>
                  <a:lnTo>
                    <a:pt x="0" y="0"/>
                  </a:lnTo>
                  <a:lnTo>
                    <a:pt x="816" y="0"/>
                  </a:lnTo>
                  <a:lnTo>
                    <a:pt x="816" y="192"/>
                  </a:lnTo>
                </a:path>
              </a:pathLst>
            </a:custGeom>
            <a:noFill/>
            <a:ln w="19050">
              <a:solidFill>
                <a:srgbClr val="7030A0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</p:grpSp>
      <p:graphicFrame>
        <p:nvGraphicFramePr>
          <p:cNvPr id="30" name="Object 37"/>
          <p:cNvGraphicFramePr>
            <a:graphicFrameLocks noChangeAspect="1"/>
          </p:cNvGraphicFramePr>
          <p:nvPr/>
        </p:nvGraphicFramePr>
        <p:xfrm>
          <a:off x="6335713" y="4279900"/>
          <a:ext cx="3340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0" name="Equation" r:id="rId31" imgW="80162400" imgH="19812000" progId="Equation.DSMT4">
                  <p:embed/>
                </p:oleObj>
              </mc:Choice>
              <mc:Fallback>
                <p:oleObj name="Equation" r:id="rId31" imgW="80162400" imgH="19812000" progId="Equation.DSMT4">
                  <p:embed/>
                  <p:pic>
                    <p:nvPicPr>
                      <p:cNvPr id="0" name="图片 6159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335713" y="4279900"/>
                        <a:ext cx="33401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8"/>
          <p:cNvGraphicFramePr>
            <a:graphicFrameLocks noChangeAspect="1"/>
          </p:cNvGraphicFramePr>
          <p:nvPr/>
        </p:nvGraphicFramePr>
        <p:xfrm>
          <a:off x="7262813" y="4705350"/>
          <a:ext cx="1993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" name="Equation" r:id="rId33" imgW="47853600" imgH="17678400" progId="Equation.DSMT4">
                  <p:embed/>
                </p:oleObj>
              </mc:Choice>
              <mc:Fallback>
                <p:oleObj name="Equation" r:id="rId33" imgW="47853600" imgH="17678400" progId="Equation.DSMT4">
                  <p:embed/>
                  <p:pic>
                    <p:nvPicPr>
                      <p:cNvPr id="0" name="图片 6160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262813" y="4705350"/>
                        <a:ext cx="19939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9"/>
          <p:cNvGraphicFramePr>
            <a:graphicFrameLocks noChangeAspect="1"/>
          </p:cNvGraphicFramePr>
          <p:nvPr/>
        </p:nvGraphicFramePr>
        <p:xfrm>
          <a:off x="7608168" y="4176515"/>
          <a:ext cx="1980145" cy="476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2" name="Equation" r:id="rId35" imgW="20421600" imgH="4876800" progId="Equation.DSMT4">
                  <p:embed/>
                </p:oleObj>
              </mc:Choice>
              <mc:Fallback>
                <p:oleObj name="Equation" r:id="rId35" imgW="20421600" imgH="4876800" progId="Equation.DSMT4">
                  <p:embed/>
                  <p:pic>
                    <p:nvPicPr>
                      <p:cNvPr id="0" name="图片 6161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7608168" y="4176515"/>
                        <a:ext cx="1980145" cy="47662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40"/>
          <p:cNvGraphicFramePr>
            <a:graphicFrameLocks noChangeAspect="1"/>
          </p:cNvGraphicFramePr>
          <p:nvPr/>
        </p:nvGraphicFramePr>
        <p:xfrm>
          <a:off x="6735763" y="4248150"/>
          <a:ext cx="850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name="Equation" r:id="rId37" imgW="20421600" imgH="9448800" progId="Equation.DSMT4">
                  <p:embed/>
                </p:oleObj>
              </mc:Choice>
              <mc:Fallback>
                <p:oleObj name="Equation" r:id="rId37" imgW="20421600" imgH="9448800" progId="Equation.DSMT4">
                  <p:embed/>
                  <p:pic>
                    <p:nvPicPr>
                      <p:cNvPr id="0" name="图片 6162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6735763" y="4248150"/>
                        <a:ext cx="850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41"/>
          <p:cNvGraphicFramePr>
            <a:graphicFrameLocks noChangeAspect="1"/>
          </p:cNvGraphicFramePr>
          <p:nvPr/>
        </p:nvGraphicFramePr>
        <p:xfrm>
          <a:off x="9464358" y="5245100"/>
          <a:ext cx="1574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4" name="Equation" r:id="rId39" imgW="37795200" imgH="9448800" progId="Equation.DSMT4">
                  <p:embed/>
                </p:oleObj>
              </mc:Choice>
              <mc:Fallback>
                <p:oleObj name="Equation" r:id="rId39" imgW="37795200" imgH="9448800" progId="Equation.DSMT4">
                  <p:embed/>
                  <p:pic>
                    <p:nvPicPr>
                      <p:cNvPr id="0" name="图片 6163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9464358" y="5245100"/>
                        <a:ext cx="1574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  <p:bldP spid="16" grpId="0" bldLvl="0" animBg="1"/>
      <p:bldP spid="24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075"/>
          <p:cNvSpPr txBox="1">
            <a:spLocks noChangeArrowheads="1"/>
          </p:cNvSpPr>
          <p:nvPr/>
        </p:nvSpPr>
        <p:spPr bwMode="auto">
          <a:xfrm>
            <a:off x="2520762" y="1699508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证</a:t>
            </a:r>
            <a:r>
              <a:rPr lang="en-US" altLang="zh-CN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: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4" name="Object 3077"/>
          <p:cNvGraphicFramePr>
            <a:graphicFrameLocks noChangeAspect="1"/>
          </p:cNvGraphicFramePr>
          <p:nvPr/>
        </p:nvGraphicFramePr>
        <p:xfrm>
          <a:off x="4003675" y="1588770"/>
          <a:ext cx="3746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Equation" r:id="rId1" imgW="89916000" imgH="17373600" progId="Equation.DSMT4">
                  <p:embed/>
                </p:oleObj>
              </mc:Choice>
              <mc:Fallback>
                <p:oleObj name="Equation" r:id="rId1" imgW="89916000" imgH="173736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03675" y="1588770"/>
                        <a:ext cx="3746500" cy="723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078"/>
          <p:cNvGraphicFramePr>
            <a:graphicFrameLocks noChangeAspect="1"/>
          </p:cNvGraphicFramePr>
          <p:nvPr/>
        </p:nvGraphicFramePr>
        <p:xfrm>
          <a:off x="4512965" y="2420888"/>
          <a:ext cx="3674919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81076800" imgH="10363200" progId="Equation.DSMT4">
                  <p:embed/>
                </p:oleObj>
              </mc:Choice>
              <mc:Fallback>
                <p:oleObj name="Equation" r:id="rId3" imgW="81076800" imgH="10363200" progId="Equation.DSMT4">
                  <p:embed/>
                  <p:pic>
                    <p:nvPicPr>
                      <p:cNvPr id="0" name="图片 716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12965" y="2420888"/>
                        <a:ext cx="3674919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079"/>
          <p:cNvGraphicFramePr>
            <a:graphicFrameLocks noChangeAspect="1"/>
          </p:cNvGraphicFramePr>
          <p:nvPr/>
        </p:nvGraphicFramePr>
        <p:xfrm>
          <a:off x="2639695" y="2420303"/>
          <a:ext cx="1788800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5" imgW="39319200" imgH="10363200" progId="Equation.DSMT4">
                  <p:embed/>
                </p:oleObj>
              </mc:Choice>
              <mc:Fallback>
                <p:oleObj name="Equation" r:id="rId5" imgW="39319200" imgH="10363200" progId="Equation.DSMT4">
                  <p:embed/>
                  <p:pic>
                    <p:nvPicPr>
                      <p:cNvPr id="0" name="图片 717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39695" y="2420303"/>
                        <a:ext cx="1788800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081"/>
          <p:cNvGraphicFramePr>
            <a:graphicFrameLocks noChangeAspect="1"/>
          </p:cNvGraphicFramePr>
          <p:nvPr/>
        </p:nvGraphicFramePr>
        <p:xfrm>
          <a:off x="7439836" y="3143656"/>
          <a:ext cx="2252693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Equation" r:id="rId7" imgW="49072800" imgH="9448800" progId="Equation.DSMT4">
                  <p:embed/>
                </p:oleObj>
              </mc:Choice>
              <mc:Fallback>
                <p:oleObj name="Equation" r:id="rId7" imgW="49072800" imgH="9448800" progId="Equation.DSMT4">
                  <p:embed/>
                  <p:pic>
                    <p:nvPicPr>
                      <p:cNvPr id="0" name="图片 717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439836" y="3143656"/>
                        <a:ext cx="2252693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082"/>
          <p:cNvGraphicFramePr>
            <a:graphicFrameLocks noChangeAspect="1"/>
          </p:cNvGraphicFramePr>
          <p:nvPr/>
        </p:nvGraphicFramePr>
        <p:xfrm>
          <a:off x="2975116" y="3813423"/>
          <a:ext cx="2844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9" imgW="68275200" imgH="17373600" progId="Equation.DSMT4">
                  <p:embed/>
                </p:oleObj>
              </mc:Choice>
              <mc:Fallback>
                <p:oleObj name="Equation" r:id="rId9" imgW="68275200" imgH="173736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75116" y="3813423"/>
                        <a:ext cx="2844800" cy="723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083"/>
          <p:cNvGraphicFramePr>
            <a:graphicFrameLocks noChangeAspect="1"/>
          </p:cNvGraphicFramePr>
          <p:nvPr/>
        </p:nvGraphicFramePr>
        <p:xfrm>
          <a:off x="5873750" y="3790315"/>
          <a:ext cx="2298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Equation" r:id="rId11" imgW="55168800" imgH="17373600" progId="Equation.DSMT4">
                  <p:embed/>
                </p:oleObj>
              </mc:Choice>
              <mc:Fallback>
                <p:oleObj name="Equation" r:id="rId11" imgW="55168800" imgH="173736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873750" y="3790315"/>
                        <a:ext cx="2298700" cy="723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084"/>
          <p:cNvGraphicFramePr>
            <a:graphicFrameLocks noChangeAspect="1"/>
          </p:cNvGraphicFramePr>
          <p:nvPr/>
        </p:nvGraphicFramePr>
        <p:xfrm>
          <a:off x="8264525" y="3975100"/>
          <a:ext cx="5842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Equation" r:id="rId13" imgW="14020800" imgH="9448800" progId="Equation.DSMT4">
                  <p:embed/>
                </p:oleObj>
              </mc:Choice>
              <mc:Fallback>
                <p:oleObj name="Equation" r:id="rId13" imgW="14020800" imgH="9448800" progId="Equation.DSMT4">
                  <p:embed/>
                  <p:pic>
                    <p:nvPicPr>
                      <p:cNvPr id="0" name="图片 717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264525" y="3975100"/>
                        <a:ext cx="584200" cy="3921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085"/>
          <p:cNvGraphicFramePr>
            <a:graphicFrameLocks noChangeAspect="1"/>
          </p:cNvGraphicFramePr>
          <p:nvPr/>
        </p:nvGraphicFramePr>
        <p:xfrm>
          <a:off x="2520762" y="4729093"/>
          <a:ext cx="7208192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Document" r:id="rId15" imgW="6855460" imgH="448945" progId="Word.Document.8">
                  <p:embed/>
                </p:oleObj>
              </mc:Choice>
              <mc:Fallback>
                <p:oleObj name="Document" r:id="rId15" imgW="6855460" imgH="448945" progId="Word.Document.8">
                  <p:embed/>
                  <p:pic>
                    <p:nvPicPr>
                      <p:cNvPr id="0" name="图片 717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520762" y="4729093"/>
                        <a:ext cx="7208192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3086"/>
          <p:cNvSpPr>
            <a:spLocks noChangeArrowheads="1"/>
          </p:cNvSpPr>
          <p:nvPr/>
        </p:nvSpPr>
        <p:spPr bwMode="auto">
          <a:xfrm>
            <a:off x="3450402" y="1700143"/>
            <a:ext cx="540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令</a:t>
            </a: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20752" y="260648"/>
            <a:ext cx="7654660" cy="1124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在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[0,1]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上连续，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且 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)&lt;1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证明方程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[0,1]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上只有一个解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1524000" y="444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521094" y="798478"/>
          <a:ext cx="240030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Equation" r:id="rId17" imgW="57607200" imgH="16459200" progId="Equation.DSMT4">
                  <p:embed/>
                </p:oleObj>
              </mc:Choice>
              <mc:Fallback>
                <p:oleObj name="Equation" r:id="rId17" imgW="57607200" imgH="16459200" progId="Equation.DSMT4">
                  <p:embed/>
                  <p:pic>
                    <p:nvPicPr>
                      <p:cNvPr id="0" name="图片 717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521094" y="798478"/>
                        <a:ext cx="2400300" cy="682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349679" y="3078738"/>
            <a:ext cx="50901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[0,1]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上为单调增加函数.</a:t>
            </a: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20871" y="5388456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证毕.</a:t>
            </a: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13" grpId="0" autoUpdateAnimBg="0"/>
      <p:bldP spid="1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2279576" y="270056"/>
            <a:ext cx="10668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5. </a:t>
            </a:r>
            <a:endParaRPr lang="en-US" altLang="zh-CN" sz="2800" b="1" dirty="0">
              <a:solidFill>
                <a:srgbClr val="7030A0"/>
              </a:solidFill>
              <a:ea typeface="楷体_GB2312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15586" y="260648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求函数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378126" y="188913"/>
          <a:ext cx="2386239" cy="7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Equation" r:id="rId1" imgW="54864000" imgH="16459200" progId="Equation.DSMT4">
                  <p:embed/>
                </p:oleObj>
              </mc:Choice>
              <mc:Fallback>
                <p:oleObj name="Equation" r:id="rId1" imgW="54864000" imgH="164592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78126" y="188913"/>
                        <a:ext cx="2386239" cy="72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654284" y="288588"/>
            <a:ext cx="1427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的极值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3075"/>
          <p:cNvSpPr txBox="1">
            <a:spLocks noChangeArrowheads="1"/>
          </p:cNvSpPr>
          <p:nvPr/>
        </p:nvSpPr>
        <p:spPr bwMode="auto">
          <a:xfrm>
            <a:off x="2429786" y="946331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</a:t>
            </a:r>
            <a:r>
              <a:rPr lang="en-US" altLang="zh-CN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: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420145" y="955417"/>
          <a:ext cx="19367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3" imgW="46329600" imgH="12192000" progId="Equation.DSMT4">
                  <p:embed/>
                </p:oleObj>
              </mc:Choice>
              <mc:Fallback>
                <p:oleObj name="Equation" r:id="rId3" imgW="46329600" imgH="12192000" progId="Equation.DSMT4">
                  <p:embed/>
                  <p:pic>
                    <p:nvPicPr>
                      <p:cNvPr id="0" name="图片 819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20145" y="955417"/>
                        <a:ext cx="1936750" cy="514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56865" y="955856"/>
            <a:ext cx="3357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的驻点为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29560" y="1643658"/>
            <a:ext cx="18116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&lt;0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151784" y="1756837"/>
          <a:ext cx="141287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5" imgW="33832800" imgH="9753600" progId="Equation.DSMT4">
                  <p:embed/>
                </p:oleObj>
              </mc:Choice>
              <mc:Fallback>
                <p:oleObj name="Equation" r:id="rId5" imgW="33832800" imgH="9753600" progId="Equation.DSMT4">
                  <p:embed/>
                  <p:pic>
                    <p:nvPicPr>
                      <p:cNvPr id="0" name="图片 819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51784" y="1756837"/>
                        <a:ext cx="1412875" cy="4111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735960" y="1700808"/>
            <a:ext cx="26219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单调递减；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9560" y="2499350"/>
            <a:ext cx="18116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&gt;0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4145112" y="2565400"/>
          <a:ext cx="1425575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7" imgW="34137600" imgH="9753600" progId="Equation.DSMT4">
                  <p:embed/>
                </p:oleObj>
              </mc:Choice>
              <mc:Fallback>
                <p:oleObj name="Equation" r:id="rId7" imgW="34137600" imgH="9753600" progId="Equation.DSMT4">
                  <p:embed/>
                  <p:pic>
                    <p:nvPicPr>
                      <p:cNvPr id="0" name="图片 819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45112" y="2565400"/>
                        <a:ext cx="1425575" cy="4111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735960" y="2508875"/>
            <a:ext cx="24441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单调递增.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29560" y="3317240"/>
            <a:ext cx="47472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取极小值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(0)=0.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3" grpId="0"/>
      <p:bldP spid="14" grpId="0"/>
      <p:bldP spid="16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2279576" y="384991"/>
            <a:ext cx="10668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6. </a:t>
            </a:r>
            <a:endParaRPr lang="en-US" altLang="zh-CN" sz="2800" b="1" dirty="0">
              <a:solidFill>
                <a:srgbClr val="7030A0"/>
              </a:solidFill>
              <a:ea typeface="楷体_GB2312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17776" y="361866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求导数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367226" y="954964"/>
          <a:ext cx="324167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1" imgW="78028800" imgH="16459200" progId="Equation.DSMT4">
                  <p:embed/>
                </p:oleObj>
              </mc:Choice>
              <mc:Fallback>
                <p:oleObj name="Equation" r:id="rId1" imgW="78028800" imgH="164592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67226" y="954964"/>
                        <a:ext cx="3241675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918076" y="954926"/>
          <a:ext cx="287337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Equation" r:id="rId3" imgW="69189600" imgH="16459200" progId="Equation.DSMT4">
                  <p:embed/>
                </p:oleObj>
              </mc:Choice>
              <mc:Fallback>
                <p:oleObj name="Equation" r:id="rId3" imgW="69189600" imgH="16459200" progId="Equation.DSMT4">
                  <p:embed/>
                  <p:pic>
                    <p:nvPicPr>
                      <p:cNvPr id="0" name="图片 921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18076" y="954926"/>
                        <a:ext cx="2873375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8288" y="1040418"/>
            <a:ext cx="19011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连续）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3075"/>
          <p:cNvSpPr txBox="1">
            <a:spLocks noChangeArrowheads="1"/>
          </p:cNvSpPr>
          <p:nvPr/>
        </p:nvSpPr>
        <p:spPr bwMode="auto">
          <a:xfrm>
            <a:off x="2256308" y="1772816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</a:t>
            </a:r>
            <a:r>
              <a:rPr lang="en-US" altLang="zh-CN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: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94222" y="1772816"/>
            <a:ext cx="1071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6567" y="1773154"/>
            <a:ext cx="31318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两边对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求导得，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608638" y="2312670"/>
          <a:ext cx="27622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5" imgW="66141600" imgH="12192000" progId="Equation.DSMT4">
                  <p:embed/>
                </p:oleObj>
              </mc:Choice>
              <mc:Fallback>
                <p:oleObj name="Equation" r:id="rId5" imgW="66141600" imgH="12192000" progId="Equation.DSMT4">
                  <p:embed/>
                  <p:pic>
                    <p:nvPicPr>
                      <p:cNvPr id="0" name="图片 921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08638" y="2312670"/>
                        <a:ext cx="2762250" cy="514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349154" y="3082677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解出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653319" y="2914141"/>
          <a:ext cx="186690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Equation" r:id="rId7" imgW="44805600" imgH="21031200" progId="Equation.DSMT4">
                  <p:embed/>
                </p:oleObj>
              </mc:Choice>
              <mc:Fallback>
                <p:oleObj name="Equation" r:id="rId7" imgW="44805600" imgH="21031200" progId="Equation.DSMT4">
                  <p:embed/>
                  <p:pic>
                    <p:nvPicPr>
                      <p:cNvPr id="0" name="图片 921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53319" y="2914141"/>
                        <a:ext cx="1866900" cy="882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893602" y="3861828"/>
            <a:ext cx="1071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63752" y="1772816"/>
            <a:ext cx="41154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这是隐函数的求导问题，</a:t>
            </a:r>
            <a:endParaRPr lang="zh-CN" altLang="en-US" sz="2800" b="1" dirty="0">
              <a:solidFill>
                <a:srgbClr val="0000FF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755179" y="3893643"/>
            <a:ext cx="59188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对于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u</a:t>
            </a:r>
            <a:r>
              <a:rPr lang="zh-CN" altLang="en-US" sz="2800" b="1" dirty="0">
                <a:solidFill>
                  <a:srgbClr val="0000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为积分变量的积分，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 dirty="0">
                <a:solidFill>
                  <a:srgbClr val="0000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是常量</a:t>
            </a:r>
            <a:r>
              <a:rPr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zh-CN" altLang="en-US" sz="2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577447" y="3893643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因此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4695825" y="4416425"/>
          <a:ext cx="2290763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Equation" r:id="rId9" imgW="55168800" imgH="16459200" progId="Equation.DSMT4">
                  <p:embed/>
                </p:oleObj>
              </mc:Choice>
              <mc:Fallback>
                <p:oleObj name="Equation" r:id="rId9" imgW="55168800" imgH="16459200" progId="Equation.DSMT4">
                  <p:embed/>
                  <p:pic>
                    <p:nvPicPr>
                      <p:cNvPr id="0" name="图片 922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95825" y="4416425"/>
                        <a:ext cx="2290763" cy="693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4239271" y="5262855"/>
          <a:ext cx="33655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name="Equation" r:id="rId11" imgW="80772000" imgH="20116800" progId="Equation.DSMT4">
                  <p:embed/>
                </p:oleObj>
              </mc:Choice>
              <mc:Fallback>
                <p:oleObj name="Equation" r:id="rId11" imgW="80772000" imgH="20116800" progId="Equation.DSMT4">
                  <p:embed/>
                  <p:pic>
                    <p:nvPicPr>
                      <p:cNvPr id="0" name="图片 922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39271" y="5262855"/>
                        <a:ext cx="336550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5303912" y="4725144"/>
          <a:ext cx="215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Equation" r:id="rId13" imgW="5181600" imgH="5486400" progId="Equation.DSMT4">
                  <p:embed/>
                </p:oleObj>
              </mc:Choice>
              <mc:Fallback>
                <p:oleObj name="Equation" r:id="rId13" imgW="5181600" imgH="5486400" progId="Equation.DSMT4">
                  <p:embed/>
                  <p:pic>
                    <p:nvPicPr>
                      <p:cNvPr id="0" name="图片 922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303912" y="4725144"/>
                        <a:ext cx="215900" cy="228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6831345" y="2366913"/>
          <a:ext cx="317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Equation" r:id="rId15" imgW="7620000" imgH="9753600" progId="Equation.DSMT4">
                  <p:embed/>
                </p:oleObj>
              </mc:Choice>
              <mc:Fallback>
                <p:oleObj name="Equation" r:id="rId15" imgW="7620000" imgH="9753600" progId="Equation.DSMT4">
                  <p:embed/>
                  <p:pic>
                    <p:nvPicPr>
                      <p:cNvPr id="0" name="图片 922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831345" y="2366913"/>
                        <a:ext cx="3175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4" grpId="0"/>
      <p:bldP spid="17" grpId="0"/>
      <p:bldP spid="19" grpId="0"/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2173531" y="358321"/>
            <a:ext cx="10668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7. </a:t>
            </a:r>
            <a:endParaRPr lang="en-US" altLang="zh-CN" sz="2800" b="1" dirty="0">
              <a:solidFill>
                <a:srgbClr val="7030A0"/>
              </a:solidFill>
              <a:ea typeface="楷体_GB2312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56486" y="358321"/>
            <a:ext cx="54438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在（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，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+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）上连续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.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已知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116000" y="910771"/>
          <a:ext cx="5338762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Equation" r:id="rId1" imgW="128320800" imgH="16459200" progId="Equation.DSMT4">
                  <p:embed/>
                </p:oleObj>
              </mc:Choice>
              <mc:Fallback>
                <p:oleObj name="Equation" r:id="rId1" imgW="128320800" imgH="164592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16000" y="910771"/>
                        <a:ext cx="5338762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68618" y="988876"/>
            <a:ext cx="538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279333" y="1701483"/>
          <a:ext cx="2170112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3" imgW="51816000" imgH="16459200" progId="Equation.DSMT4">
                  <p:embed/>
                </p:oleObj>
              </mc:Choice>
              <mc:Fallback>
                <p:oleObj name="Equation" r:id="rId3" imgW="51816000" imgH="16459200" progId="Equation.DSMT4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79333" y="1701483"/>
                        <a:ext cx="2170112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272213" y="1767840"/>
          <a:ext cx="157480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5" imgW="37795200" imgH="11582400" progId="Equation.DSMT4">
                  <p:embed/>
                </p:oleObj>
              </mc:Choice>
              <mc:Fallback>
                <p:oleObj name="Equation" r:id="rId5" imgW="37795200" imgH="11582400" progId="Equation.DSMT4">
                  <p:embed/>
                  <p:pic>
                    <p:nvPicPr>
                      <p:cNvPr id="0" name="图片 1024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72213" y="1767840"/>
                        <a:ext cx="1574800" cy="4746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3075"/>
          <p:cNvSpPr txBox="1">
            <a:spLocks noChangeArrowheads="1"/>
          </p:cNvSpPr>
          <p:nvPr/>
        </p:nvSpPr>
        <p:spPr bwMode="auto">
          <a:xfrm>
            <a:off x="2063552" y="2492896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</a:t>
            </a:r>
            <a:r>
              <a:rPr lang="en-US" altLang="zh-CN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: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12976" y="2492896"/>
            <a:ext cx="19704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等式变形为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795654" y="2408104"/>
          <a:ext cx="1589087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Equation" r:id="rId7" imgW="38100000" imgH="16459200" progId="Equation.DSMT4">
                  <p:embed/>
                </p:oleObj>
              </mc:Choice>
              <mc:Fallback>
                <p:oleObj name="Equation" r:id="rId7" imgW="38100000" imgH="16459200" progId="Equation.DSMT4">
                  <p:embed/>
                  <p:pic>
                    <p:nvPicPr>
                      <p:cNvPr id="0" name="图片 1024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95654" y="2408104"/>
                        <a:ext cx="1589087" cy="6937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834467" y="3212976"/>
            <a:ext cx="28632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两边关于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求导得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5255846" y="3128511"/>
          <a:ext cx="3165946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Equation" r:id="rId9" imgW="83210400" imgH="16459200" progId="Equation.DSMT4">
                  <p:embed/>
                </p:oleObj>
              </mc:Choice>
              <mc:Fallback>
                <p:oleObj name="Equation" r:id="rId9" imgW="83210400" imgH="16459200" progId="Equation.DSMT4">
                  <p:embed/>
                  <p:pic>
                    <p:nvPicPr>
                      <p:cNvPr id="0" name="图片 1024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55846" y="3128511"/>
                        <a:ext cx="3165946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063552" y="3933056"/>
            <a:ext cx="14560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令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得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783593" y="3848591"/>
          <a:ext cx="1420813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Equation" r:id="rId11" imgW="37490400" imgH="16459200" progId="Equation.DSMT4">
                  <p:embed/>
                </p:oleObj>
              </mc:Choice>
              <mc:Fallback>
                <p:oleObj name="Equation" r:id="rId11" imgW="37490400" imgH="16459200" progId="Equation.DSMT4">
                  <p:embed/>
                  <p:pic>
                    <p:nvPicPr>
                      <p:cNvPr id="0" name="图片 1024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83593" y="3848591"/>
                        <a:ext cx="1420813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5231904" y="3851766"/>
          <a:ext cx="1397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Equation" r:id="rId13" imgW="33528000" imgH="16459200" progId="Equation.DSMT4">
                  <p:embed/>
                </p:oleObj>
              </mc:Choice>
              <mc:Fallback>
                <p:oleObj name="Equation" r:id="rId13" imgW="33528000" imgH="16459200" progId="Equation.DSMT4">
                  <p:embed/>
                  <p:pic>
                    <p:nvPicPr>
                      <p:cNvPr id="0" name="图片 1024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231904" y="3851766"/>
                        <a:ext cx="13970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6672064" y="4035916"/>
          <a:ext cx="5588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Equation" r:id="rId15" imgW="13411200" imgH="7620000" progId="Equation.DSMT4">
                  <p:embed/>
                </p:oleObj>
              </mc:Choice>
              <mc:Fallback>
                <p:oleObj name="Equation" r:id="rId15" imgW="13411200" imgH="7620000" progId="Equation.DSMT4">
                  <p:embed/>
                  <p:pic>
                    <p:nvPicPr>
                      <p:cNvPr id="0" name="图片 1024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672064" y="4035916"/>
                        <a:ext cx="5588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884606" y="4651613"/>
            <a:ext cx="1071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12843" y="4706476"/>
            <a:ext cx="39319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（*）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两边再求导，得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6795120" y="4735446"/>
          <a:ext cx="3200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Equation" r:id="rId17" imgW="76809600" imgH="10972800" progId="Equation.DSMT4">
                  <p:embed/>
                </p:oleObj>
              </mc:Choice>
              <mc:Fallback>
                <p:oleObj name="Equation" r:id="rId17" imgW="76809600" imgH="10972800" progId="Equation.DSMT4">
                  <p:embed/>
                  <p:pic>
                    <p:nvPicPr>
                      <p:cNvPr id="0" name="图片 1024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795120" y="4735446"/>
                        <a:ext cx="32004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2178487" y="5263108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即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2746054" y="5397717"/>
          <a:ext cx="2763838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Equation" r:id="rId19" imgW="66141600" imgH="9448800" progId="Equation.DSMT4">
                  <p:embed/>
                </p:oleObj>
              </mc:Choice>
              <mc:Fallback>
                <p:oleObj name="Equation" r:id="rId19" imgW="66141600" imgH="9448800" progId="Equation.DSMT4">
                  <p:embed/>
                  <p:pic>
                    <p:nvPicPr>
                      <p:cNvPr id="0" name="图片 1024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746054" y="5397717"/>
                        <a:ext cx="2763838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5519936" y="5301208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6114308" y="5397717"/>
          <a:ext cx="2341563" cy="38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1" name="Equation" r:id="rId21" imgW="56388000" imgH="9448800" progId="Equation.DSMT4">
                  <p:embed/>
                </p:oleObj>
              </mc:Choice>
              <mc:Fallback>
                <p:oleObj name="Equation" r:id="rId21" imgW="56388000" imgH="9448800" progId="Equation.DSMT4">
                  <p:embed/>
                  <p:pic>
                    <p:nvPicPr>
                      <p:cNvPr id="0" name="图片 1025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114308" y="5397717"/>
                        <a:ext cx="2341563" cy="3873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6396732" y="2411934"/>
          <a:ext cx="1955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" name="Equation" r:id="rId23" imgW="46939200" imgH="16459200" progId="Equation.DSMT4">
                  <p:embed/>
                </p:oleObj>
              </mc:Choice>
              <mc:Fallback>
                <p:oleObj name="Equation" r:id="rId23" imgW="46939200" imgH="16459200" progId="Equation.DSMT4">
                  <p:embed/>
                  <p:pic>
                    <p:nvPicPr>
                      <p:cNvPr id="0" name="图片 1025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396732" y="2411934"/>
                        <a:ext cx="19558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8400256" y="2519915"/>
          <a:ext cx="1701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" name="Equation" r:id="rId25" imgW="40843200" imgH="9448800" progId="Equation.DSMT4">
                  <p:embed/>
                </p:oleObj>
              </mc:Choice>
              <mc:Fallback>
                <p:oleObj name="Equation" r:id="rId25" imgW="40843200" imgH="9448800" progId="Equation.DSMT4">
                  <p:embed/>
                  <p:pic>
                    <p:nvPicPr>
                      <p:cNvPr id="0" name="图片 1025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400256" y="2519915"/>
                        <a:ext cx="1701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8171906" y="3188682"/>
          <a:ext cx="1168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4" name="Equation" r:id="rId27" imgW="28041600" imgH="11582400" progId="Equation.DSMT4">
                  <p:embed/>
                </p:oleObj>
              </mc:Choice>
              <mc:Fallback>
                <p:oleObj name="Equation" r:id="rId27" imgW="28041600" imgH="11582400" progId="Equation.DSMT4">
                  <p:embed/>
                  <p:pic>
                    <p:nvPicPr>
                      <p:cNvPr id="0" name="图片 10253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171906" y="3188682"/>
                        <a:ext cx="11684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8" grpId="0"/>
      <p:bldP spid="23" grpId="0"/>
      <p:bldP spid="24" grpId="0"/>
      <p:bldP spid="27" grpId="0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81200" y="116632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练习5.2.1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12741" y="851922"/>
            <a:ext cx="8051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806801" y="913507"/>
          <a:ext cx="7429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Equation" r:id="rId1" imgW="17983200" imgH="9753600" progId="Equation.DSMT4">
                  <p:embed/>
                </p:oleObj>
              </mc:Choice>
              <mc:Fallback>
                <p:oleObj name="Equation" r:id="rId1" imgW="17983200" imgH="9753600" progId="Equation.DSMT4">
                  <p:embed/>
                  <p:pic>
                    <p:nvPicPr>
                      <p:cNvPr id="0" name="图片 1126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06801" y="913507"/>
                        <a:ext cx="742950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004864" y="1228397"/>
          <a:ext cx="2981325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3" imgW="71323200" imgH="16459200" progId="Equation.DSMT4">
                  <p:embed/>
                </p:oleObj>
              </mc:Choice>
              <mc:Fallback>
                <p:oleObj name="Equation" r:id="rId3" imgW="71323200" imgH="16459200" progId="Equation.DSMT4">
                  <p:embed/>
                  <p:pic>
                    <p:nvPicPr>
                      <p:cNvPr id="0" name="图片 1126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04864" y="1228397"/>
                        <a:ext cx="2981325" cy="693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436239" y="1156389"/>
          <a:ext cx="3009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Equation" r:id="rId5" imgW="72237600" imgH="21336000" progId="Equation.DSMT4">
                  <p:embed/>
                </p:oleObj>
              </mc:Choice>
              <mc:Fallback>
                <p:oleObj name="Equation" r:id="rId5" imgW="72237600" imgH="21336000" progId="Equation.DSMT4">
                  <p:embed/>
                  <p:pic>
                    <p:nvPicPr>
                      <p:cNvPr id="0" name="图片 1126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36239" y="1156389"/>
                        <a:ext cx="30099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528048" y="2668557"/>
          <a:ext cx="37846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Equation" r:id="rId7" imgW="90830400" imgH="16459200" progId="Equation.DSMT4">
                  <p:embed/>
                </p:oleObj>
              </mc:Choice>
              <mc:Fallback>
                <p:oleObj name="Equation" r:id="rId7" imgW="90830400" imgH="16459200" progId="Equation.DSMT4">
                  <p:embed/>
                  <p:pic>
                    <p:nvPicPr>
                      <p:cNvPr id="0" name="图片 1126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28048" y="2668557"/>
                        <a:ext cx="3784600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981200" y="2638771"/>
          <a:ext cx="291147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Equation" r:id="rId9" imgW="70104000" imgH="16459200" progId="Equation.DSMT4">
                  <p:embed/>
                </p:oleObj>
              </mc:Choice>
              <mc:Fallback>
                <p:oleObj name="Equation" r:id="rId9" imgW="70104000" imgH="16459200" progId="Equation.DSMT4">
                  <p:embed/>
                  <p:pic>
                    <p:nvPicPr>
                      <p:cNvPr id="0" name="图片 1126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81200" y="2638771"/>
                        <a:ext cx="2911475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981200" y="3460645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答案：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69542" y="4369767"/>
            <a:ext cx="24345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连续，且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223792" y="4284563"/>
          <a:ext cx="34036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Equation" r:id="rId11" imgW="81686400" imgH="16459200" progId="Equation.DSMT4">
                  <p:embed/>
                </p:oleObj>
              </mc:Choice>
              <mc:Fallback>
                <p:oleObj name="Equation" r:id="rId11" imgW="81686400" imgH="16459200" progId="Equation.DSMT4">
                  <p:embed/>
                  <p:pic>
                    <p:nvPicPr>
                      <p:cNvPr id="0" name="图片 1126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23792" y="4284563"/>
                        <a:ext cx="3403600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668518" y="4369767"/>
            <a:ext cx="538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8103642" y="4159151"/>
          <a:ext cx="996950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Equation" r:id="rId13" imgW="24079200" imgH="22555200" progId="Equation.DSMT4">
                  <p:embed/>
                </p:oleObj>
              </mc:Choice>
              <mc:Fallback>
                <p:oleObj name="Equation" r:id="rId13" imgW="24079200" imgH="22555200" progId="Equation.DSMT4">
                  <p:embed/>
                  <p:pic>
                    <p:nvPicPr>
                      <p:cNvPr id="0" name="图片 1127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103642" y="4159151"/>
                        <a:ext cx="996950" cy="9318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2012741" y="5377879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答案：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647728" y="2020485"/>
          <a:ext cx="2560637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Equation" r:id="rId15" imgW="61264800" imgH="11887200" progId="Equation.DSMT4">
                  <p:embed/>
                </p:oleObj>
              </mc:Choice>
              <mc:Fallback>
                <p:oleObj name="Equation" r:id="rId15" imgW="61264800" imgH="11887200" progId="Equation.DSMT4">
                  <p:embed/>
                  <p:pic>
                    <p:nvPicPr>
                      <p:cNvPr id="0" name="图片 1127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47728" y="2020485"/>
                        <a:ext cx="2560637" cy="5016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8225518" y="1948477"/>
          <a:ext cx="2400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Equation" r:id="rId17" imgW="57607200" imgH="21336000" progId="Equation.DSMT4">
                  <p:embed/>
                </p:oleObj>
              </mc:Choice>
              <mc:Fallback>
                <p:oleObj name="Equation" r:id="rId17" imgW="57607200" imgH="21336000" progId="Equation.DSMT4">
                  <p:embed/>
                  <p:pic>
                    <p:nvPicPr>
                      <p:cNvPr id="0" name="图片 1127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225518" y="1948477"/>
                        <a:ext cx="24003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2927648" y="3460645"/>
          <a:ext cx="4138613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Equation" r:id="rId19" imgW="99669600" imgH="16459200" progId="Equation.DSMT4">
                  <p:embed/>
                </p:oleObj>
              </mc:Choice>
              <mc:Fallback>
                <p:oleObj name="Equation" r:id="rId19" imgW="99669600" imgH="16459200" progId="Equation.DSMT4">
                  <p:embed/>
                  <p:pic>
                    <p:nvPicPr>
                      <p:cNvPr id="0" name="图片 1127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927648" y="3460645"/>
                        <a:ext cx="4138613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7974551" y="3299186"/>
          <a:ext cx="2438400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5" name="Equation" r:id="rId21" imgW="58521600" imgH="20116800" progId="Equation.DSMT4">
                  <p:embed/>
                </p:oleObj>
              </mc:Choice>
              <mc:Fallback>
                <p:oleObj name="Equation" r:id="rId21" imgW="58521600" imgH="20116800" progId="Equation.DSMT4">
                  <p:embed/>
                  <p:pic>
                    <p:nvPicPr>
                      <p:cNvPr id="0" name="图片 1127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974551" y="3299186"/>
                        <a:ext cx="2438400" cy="8461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3210234" y="5486496"/>
          <a:ext cx="369570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" name="Equation" r:id="rId23" imgW="88696800" imgH="9448800" progId="Equation.DSMT4">
                  <p:embed/>
                </p:oleObj>
              </mc:Choice>
              <mc:Fallback>
                <p:oleObj name="Equation" r:id="rId23" imgW="88696800" imgH="9448800" progId="Equation.DSMT4">
                  <p:embed/>
                  <p:pic>
                    <p:nvPicPr>
                      <p:cNvPr id="0" name="图片 1127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210234" y="5486496"/>
                        <a:ext cx="3695700" cy="3984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7197180" y="5233442"/>
          <a:ext cx="2032000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7" name="Equation" r:id="rId25" imgW="49072800" imgH="22555200" progId="Equation.DSMT4">
                  <p:embed/>
                </p:oleObj>
              </mc:Choice>
              <mc:Fallback>
                <p:oleObj name="Equation" r:id="rId25" imgW="49072800" imgH="22555200" progId="Equation.DSMT4">
                  <p:embed/>
                  <p:pic>
                    <p:nvPicPr>
                      <p:cNvPr id="0" name="图片 1127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197180" y="5233442"/>
                        <a:ext cx="2032000" cy="9318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2590800" y="1252513"/>
          <a:ext cx="7835657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" name="Equation" r:id="rId1" imgW="178612800" imgH="10668000" progId="Equation.DSMT4">
                  <p:embed/>
                </p:oleObj>
              </mc:Choice>
              <mc:Fallback>
                <p:oleObj name="Equation" r:id="rId1" imgW="178612800" imgH="10668000" progId="Equation.DSMT4">
                  <p:embed/>
                  <p:pic>
                    <p:nvPicPr>
                      <p:cNvPr id="0" name="图片 12288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90800" y="1252513"/>
                        <a:ext cx="7835657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701789" y="1725321"/>
          <a:ext cx="3855155" cy="90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3" imgW="37185600" imgH="8534400" progId="Equation.DSMT4">
                  <p:embed/>
                </p:oleObj>
              </mc:Choice>
              <mc:Fallback>
                <p:oleObj name="Equation" r:id="rId3" imgW="37185600" imgH="8534400" progId="Equation.DSMT4">
                  <p:embed/>
                  <p:pic>
                    <p:nvPicPr>
                      <p:cNvPr id="0" name="图片 1228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01789" y="1725321"/>
                        <a:ext cx="3855155" cy="90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6763518" y="1901757"/>
            <a:ext cx="3276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kumimoji="1" lang="zh-CN" alt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牛顿 </a:t>
            </a:r>
            <a:r>
              <a:rPr kumimoji="1" lang="en-US" altLang="zh-CN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- </a:t>
            </a:r>
            <a:r>
              <a:rPr kumimoji="1" lang="zh-CN" alt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莱布尼兹公式</a:t>
            </a:r>
            <a:r>
              <a:rPr kumimoji="1" lang="en-US" altLang="zh-CN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1" lang="en-US" altLang="zh-CN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kumimoji="1" lang="en-US" altLang="zh-CN" sz="2800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1905349" y="2618365"/>
            <a:ext cx="9080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" name="Text Box 14"/>
          <p:cNvSpPr txBox="1">
            <a:spLocks noChangeArrowheads="1"/>
          </p:cNvSpPr>
          <p:nvPr/>
        </p:nvSpPr>
        <p:spPr bwMode="auto">
          <a:xfrm>
            <a:off x="2495600" y="2623455"/>
            <a:ext cx="250645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根据定理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dirty="0" smtClean="0">
                <a:latin typeface="Times New Roman" panose="02020603050405020304" pitchFamily="18" charset="0"/>
                <a:ea typeface="楷体_GB2312" pitchFamily="49" charset="-122"/>
              </a:rPr>
              <a:t>5.2.1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" name="Object 15"/>
          <p:cNvGraphicFramePr>
            <a:graphicFrameLocks noChangeAspect="1"/>
          </p:cNvGraphicFramePr>
          <p:nvPr/>
        </p:nvGraphicFramePr>
        <p:xfrm>
          <a:off x="5014278" y="2485073"/>
          <a:ext cx="4813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Equation" r:id="rId5" imgW="115519200" imgH="17678400" progId="Equation.DSMT4">
                  <p:embed/>
                </p:oleObj>
              </mc:Choice>
              <mc:Fallback>
                <p:oleObj name="Equation" r:id="rId5" imgW="115519200" imgH="17678400" progId="Equation.DSMT4">
                  <p:embed/>
                  <p:pic>
                    <p:nvPicPr>
                      <p:cNvPr id="0" name="图片 12290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014278" y="2485073"/>
                        <a:ext cx="48133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6"/>
          <p:cNvSpPr txBox="1">
            <a:spLocks noChangeArrowheads="1"/>
          </p:cNvSpPr>
          <p:nvPr/>
        </p:nvSpPr>
        <p:spPr bwMode="auto">
          <a:xfrm>
            <a:off x="9840913" y="2547577"/>
            <a:ext cx="66833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0" name="Object 17"/>
          <p:cNvGraphicFramePr>
            <a:graphicFrameLocks noChangeAspect="1"/>
          </p:cNvGraphicFramePr>
          <p:nvPr/>
        </p:nvGraphicFramePr>
        <p:xfrm>
          <a:off x="3873500" y="3253423"/>
          <a:ext cx="3162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Equation" r:id="rId7" imgW="75895200" imgH="17678400" progId="Equation.DSMT4">
                  <p:embed/>
                </p:oleObj>
              </mc:Choice>
              <mc:Fallback>
                <p:oleObj name="Equation" r:id="rId7" imgW="75895200" imgH="17678400" progId="Equation.DSMT4">
                  <p:embed/>
                  <p:pic>
                    <p:nvPicPr>
                      <p:cNvPr id="0" name="图片 1229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73500" y="3253423"/>
                        <a:ext cx="31623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8"/>
          <p:cNvGraphicFramePr>
            <a:graphicFrameLocks noChangeAspect="1"/>
          </p:cNvGraphicFramePr>
          <p:nvPr/>
        </p:nvGraphicFramePr>
        <p:xfrm>
          <a:off x="1911350" y="4049078"/>
          <a:ext cx="1270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Equation" r:id="rId9" imgW="30480000" imgH="10668000" progId="Equation.DSMT4">
                  <p:embed/>
                </p:oleObj>
              </mc:Choice>
              <mc:Fallback>
                <p:oleObj name="Equation" r:id="rId9" imgW="30480000" imgH="10668000" progId="Equation.DSMT4">
                  <p:embed/>
                  <p:pic>
                    <p:nvPicPr>
                      <p:cNvPr id="0" name="图片 12292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911350" y="4049078"/>
                        <a:ext cx="12700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9"/>
          <p:cNvGraphicFramePr>
            <a:graphicFrameLocks noChangeAspect="1"/>
          </p:cNvGraphicFramePr>
          <p:nvPr/>
        </p:nvGraphicFramePr>
        <p:xfrm>
          <a:off x="3244850" y="4090988"/>
          <a:ext cx="1854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Equation" r:id="rId11" imgW="44500800" imgH="10363200" progId="Equation.DSMT4">
                  <p:embed/>
                </p:oleObj>
              </mc:Choice>
              <mc:Fallback>
                <p:oleObj name="Equation" r:id="rId11" imgW="44500800" imgH="10363200" progId="Equation.DSMT4">
                  <p:embed/>
                  <p:pic>
                    <p:nvPicPr>
                      <p:cNvPr id="0" name="图片 12293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44850" y="4090988"/>
                        <a:ext cx="18542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20"/>
          <p:cNvSpPr txBox="1">
            <a:spLocks noChangeArrowheads="1"/>
          </p:cNvSpPr>
          <p:nvPr/>
        </p:nvSpPr>
        <p:spPr bwMode="auto">
          <a:xfrm>
            <a:off x="5108575" y="4059195"/>
            <a:ext cx="1524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因此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4" name="Object 21"/>
          <p:cNvGraphicFramePr>
            <a:graphicFrameLocks noChangeAspect="1"/>
          </p:cNvGraphicFramePr>
          <p:nvPr/>
        </p:nvGraphicFramePr>
        <p:xfrm>
          <a:off x="6132830" y="3932238"/>
          <a:ext cx="3708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name="Equation" r:id="rId13" imgW="89001600" imgH="17678400" progId="Equation.DSMT4">
                  <p:embed/>
                </p:oleObj>
              </mc:Choice>
              <mc:Fallback>
                <p:oleObj name="Equation" r:id="rId13" imgW="89001600" imgH="17678400" progId="Equation.DSMT4">
                  <p:embed/>
                  <p:pic>
                    <p:nvPicPr>
                      <p:cNvPr id="0" name="图片 1229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132830" y="3932238"/>
                        <a:ext cx="37084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2"/>
          <p:cNvGraphicFramePr>
            <a:graphicFrameLocks noChangeAspect="1"/>
          </p:cNvGraphicFramePr>
          <p:nvPr/>
        </p:nvGraphicFramePr>
        <p:xfrm>
          <a:off x="1955165" y="4646613"/>
          <a:ext cx="1600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Equation" r:id="rId15" imgW="38404800" imgH="10668000" progId="Equation.DSMT4">
                  <p:embed/>
                </p:oleObj>
              </mc:Choice>
              <mc:Fallback>
                <p:oleObj name="Equation" r:id="rId15" imgW="38404800" imgH="10668000" progId="Equation.DSMT4">
                  <p:embed/>
                  <p:pic>
                    <p:nvPicPr>
                      <p:cNvPr id="0" name="图片 12295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955165" y="4646613"/>
                        <a:ext cx="16002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23"/>
          <p:cNvSpPr txBox="1">
            <a:spLocks noChangeArrowheads="1"/>
          </p:cNvSpPr>
          <p:nvPr/>
        </p:nvSpPr>
        <p:spPr bwMode="auto">
          <a:xfrm>
            <a:off x="3555365" y="4618947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得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7" name="Object 24"/>
          <p:cNvGraphicFramePr>
            <a:graphicFrameLocks noChangeAspect="1"/>
          </p:cNvGraphicFramePr>
          <p:nvPr/>
        </p:nvGraphicFramePr>
        <p:xfrm>
          <a:off x="2495550" y="5196523"/>
          <a:ext cx="3543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name="Equation" r:id="rId17" imgW="85039200" imgH="17678400" progId="Equation.DSMT4">
                  <p:embed/>
                </p:oleObj>
              </mc:Choice>
              <mc:Fallback>
                <p:oleObj name="Equation" r:id="rId17" imgW="85039200" imgH="17678400" progId="Equation.DSMT4">
                  <p:embed/>
                  <p:pic>
                    <p:nvPicPr>
                      <p:cNvPr id="0" name="图片 12296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495550" y="5196523"/>
                        <a:ext cx="35433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25"/>
          <p:cNvGrpSpPr/>
          <p:nvPr/>
        </p:nvGrpSpPr>
        <p:grpSpPr bwMode="auto">
          <a:xfrm>
            <a:off x="6057900" y="5109845"/>
            <a:ext cx="838200" cy="523875"/>
            <a:chOff x="2496" y="3360"/>
            <a:chExt cx="528" cy="336"/>
          </a:xfrm>
        </p:grpSpPr>
        <p:sp>
          <p:nvSpPr>
            <p:cNvPr id="19" name="Text Box 26"/>
            <p:cNvSpPr txBox="1">
              <a:spLocks noChangeArrowheads="1"/>
            </p:cNvSpPr>
            <p:nvPr/>
          </p:nvSpPr>
          <p:spPr bwMode="auto">
            <a:xfrm>
              <a:off x="2496" y="3360"/>
              <a:ext cx="528" cy="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记作</a:t>
              </a:r>
              <a:endParaRPr kumimoji="1" lang="zh-CN" altLang="en-US" sz="24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" name="Line 27"/>
            <p:cNvSpPr>
              <a:spLocks noChangeShapeType="1"/>
            </p:cNvSpPr>
            <p:nvPr/>
          </p:nvSpPr>
          <p:spPr bwMode="auto">
            <a:xfrm>
              <a:off x="2544" y="364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1" name="Line 28"/>
            <p:cNvSpPr>
              <a:spLocks noChangeShapeType="1"/>
            </p:cNvSpPr>
            <p:nvPr/>
          </p:nvSpPr>
          <p:spPr bwMode="auto">
            <a:xfrm>
              <a:off x="2544" y="369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</p:grpSp>
      <p:grpSp>
        <p:nvGrpSpPr>
          <p:cNvPr id="22" name="Group 29"/>
          <p:cNvGrpSpPr/>
          <p:nvPr/>
        </p:nvGrpSpPr>
        <p:grpSpPr bwMode="auto">
          <a:xfrm>
            <a:off x="6915150" y="5119327"/>
            <a:ext cx="1238250" cy="939800"/>
            <a:chOff x="2776" y="3484"/>
            <a:chExt cx="780" cy="592"/>
          </a:xfrm>
        </p:grpSpPr>
        <p:graphicFrame>
          <p:nvGraphicFramePr>
            <p:cNvPr id="23" name="Object 30"/>
            <p:cNvGraphicFramePr>
              <a:graphicFrameLocks noChangeAspect="1"/>
            </p:cNvGraphicFramePr>
            <p:nvPr/>
          </p:nvGraphicFramePr>
          <p:xfrm>
            <a:off x="2776" y="3648"/>
            <a:ext cx="616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8" name="Equation" r:id="rId19" imgW="23469600" imgH="11582400" progId="Equation.DSMT4">
                    <p:embed/>
                  </p:oleObj>
                </mc:Choice>
                <mc:Fallback>
                  <p:oleObj name="Equation" r:id="rId19" imgW="23469600" imgH="11582400" progId="Equation.DSMT4">
                    <p:embed/>
                    <p:pic>
                      <p:nvPicPr>
                        <p:cNvPr id="0" name="图片 1229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776" y="3648"/>
                          <a:ext cx="616" cy="30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31"/>
            <p:cNvGraphicFramePr>
              <a:graphicFrameLocks noChangeAspect="1"/>
            </p:cNvGraphicFramePr>
            <p:nvPr/>
          </p:nvGraphicFramePr>
          <p:xfrm>
            <a:off x="3404" y="3484"/>
            <a:ext cx="152" cy="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9" name="Equation" r:id="rId21" imgW="5791200" imgH="22555200" progId="Equation.DSMT4">
                    <p:embed/>
                  </p:oleObj>
                </mc:Choice>
                <mc:Fallback>
                  <p:oleObj name="Equation" r:id="rId21" imgW="5791200" imgH="22555200" progId="Equation.DSMT4">
                    <p:embed/>
                    <p:pic>
                      <p:nvPicPr>
                        <p:cNvPr id="0" name="图片 1229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404" y="3484"/>
                          <a:ext cx="152" cy="5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Group 32"/>
          <p:cNvGrpSpPr/>
          <p:nvPr/>
        </p:nvGrpSpPr>
        <p:grpSpPr bwMode="auto">
          <a:xfrm>
            <a:off x="8172450" y="5189177"/>
            <a:ext cx="1441450" cy="939800"/>
            <a:chOff x="4280" y="3292"/>
            <a:chExt cx="908" cy="592"/>
          </a:xfrm>
        </p:grpSpPr>
        <p:graphicFrame>
          <p:nvGraphicFramePr>
            <p:cNvPr id="26" name="Object 33"/>
            <p:cNvGraphicFramePr>
              <a:graphicFrameLocks noChangeAspect="1"/>
            </p:cNvGraphicFramePr>
            <p:nvPr/>
          </p:nvGraphicFramePr>
          <p:xfrm>
            <a:off x="4280" y="3448"/>
            <a:ext cx="68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0" name="Equation" r:id="rId23" imgW="25908000" imgH="9448800" progId="Equation.DSMT4">
                    <p:embed/>
                  </p:oleObj>
                </mc:Choice>
                <mc:Fallback>
                  <p:oleObj name="Equation" r:id="rId23" imgW="25908000" imgH="9448800" progId="Equation.DSMT4">
                    <p:embed/>
                    <p:pic>
                      <p:nvPicPr>
                        <p:cNvPr id="0" name="图片 1229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80" y="3448"/>
                          <a:ext cx="680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Line 34"/>
            <p:cNvSpPr>
              <a:spLocks noChangeShapeType="1"/>
            </p:cNvSpPr>
            <p:nvPr/>
          </p:nvSpPr>
          <p:spPr bwMode="auto">
            <a:xfrm>
              <a:off x="4992" y="338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graphicFrame>
          <p:nvGraphicFramePr>
            <p:cNvPr id="28" name="Object 35"/>
            <p:cNvGraphicFramePr>
              <a:graphicFrameLocks noChangeAspect="1"/>
            </p:cNvGraphicFramePr>
            <p:nvPr/>
          </p:nvGraphicFramePr>
          <p:xfrm>
            <a:off x="5036" y="3292"/>
            <a:ext cx="152" cy="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1" name="Equation" r:id="rId25" imgW="5791200" imgH="22555200" progId="Equation.DSMT4">
                    <p:embed/>
                  </p:oleObj>
                </mc:Choice>
                <mc:Fallback>
                  <p:oleObj name="Equation" r:id="rId25" imgW="5791200" imgH="22555200" progId="Equation.DSMT4">
                    <p:embed/>
                    <p:pic>
                      <p:nvPicPr>
                        <p:cNvPr id="0" name="图片 1230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6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036" y="3292"/>
                          <a:ext cx="152" cy="5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" name="Rectangle 36"/>
          <p:cNvSpPr>
            <a:spLocks noChangeArrowheads="1"/>
          </p:cNvSpPr>
          <p:nvPr/>
        </p:nvSpPr>
        <p:spPr bwMode="auto">
          <a:xfrm>
            <a:off x="1778000" y="686728"/>
            <a:ext cx="570316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定理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5.2.2.</a:t>
            </a: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 （牛顿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-</a:t>
            </a: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莱布尼茨公式）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1" name="Text Box 38"/>
          <p:cNvSpPr txBox="1">
            <a:spLocks noChangeArrowheads="1"/>
          </p:cNvSpPr>
          <p:nvPr/>
        </p:nvSpPr>
        <p:spPr bwMode="auto">
          <a:xfrm>
            <a:off x="1955181" y="1914297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047256" y="5989277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证毕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30" name="Text Box 8">
            <a:hlinkClick r:id="rId27" action="ppaction://hlinksldjump"/>
          </p:cNvPr>
          <p:cNvSpPr txBox="1">
            <a:spLocks noChangeArrowheads="1"/>
          </p:cNvSpPr>
          <p:nvPr/>
        </p:nvSpPr>
        <p:spPr bwMode="auto">
          <a:xfrm>
            <a:off x="3422650" y="102870"/>
            <a:ext cx="551942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ctr"/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5.2.2 牛顿-莱布尼茨公式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 build="p"/>
      <p:bldP spid="7" grpId="0" autoUpdateAnimBg="0"/>
      <p:bldP spid="9" grpId="0" autoUpdateAnimBg="0"/>
      <p:bldP spid="13" grpId="0" autoUpdateAnimBg="0"/>
      <p:bldP spid="16" grpId="0" autoUpdateAnimBg="0"/>
      <p:bldP spid="29" grpId="0" autoUpdateAnimBg="0" build="p"/>
      <p:bldP spid="31" grpId="0" autoUpdateAnimBg="0" build="p"/>
      <p:bldP spid="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2590800" y="280008"/>
          <a:ext cx="3886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3" name="Equation" r:id="rId1" imgW="4549775" imgH="858520" progId="Equation.DSMT4">
                  <p:embed/>
                </p:oleObj>
              </mc:Choice>
              <mc:Fallback>
                <p:oleObj name="Equation" r:id="rId1" imgW="4549775" imgH="858520" progId="Equation.DSMT4">
                  <p:embed/>
                  <p:pic>
                    <p:nvPicPr>
                      <p:cNvPr id="0" name="图片 1331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90800" y="280008"/>
                        <a:ext cx="38862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343150" y="1256321"/>
            <a:ext cx="6172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ea typeface="黑体" panose="02010609060101010101" pitchFamily="49" charset="-122"/>
              </a:rPr>
              <a:t>微积分基本公式表明：</a:t>
            </a:r>
            <a:endParaRPr lang="zh-CN" altLang="en-US" sz="2800" b="1">
              <a:ea typeface="黑体" panose="02010609060101010101" pitchFamily="49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6534150" y="368908"/>
          <a:ext cx="15113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公式" r:id="rId3" imgW="1772920" imgH="635635" progId="Equation.3">
                  <p:embed/>
                </p:oleObj>
              </mc:Choice>
              <mc:Fallback>
                <p:oleObj name="公式" r:id="rId3" imgW="1772920" imgH="635635" progId="Equation.3">
                  <p:embed/>
                  <p:pic>
                    <p:nvPicPr>
                      <p:cNvPr id="0" name="图片 1331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34150" y="368908"/>
                        <a:ext cx="1511300" cy="544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2495550" y="2016733"/>
          <a:ext cx="746760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文档" r:id="rId5" imgW="12849225" imgH="1676400" progId="Word.Document.8">
                  <p:embed/>
                </p:oleObj>
              </mc:Choice>
              <mc:Fallback>
                <p:oleObj name="文档" r:id="rId5" imgW="12849225" imgH="1676400" progId="Word.Document.8">
                  <p:embed/>
                  <p:pic>
                    <p:nvPicPr>
                      <p:cNvPr id="0" name="图片 1331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95550" y="2016733"/>
                        <a:ext cx="7467600" cy="933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419350" y="3769333"/>
            <a:ext cx="1371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0000CC"/>
                </a:solidFill>
                <a:ea typeface="黑体" panose="02010609060101010101" pitchFamily="49" charset="-122"/>
              </a:rPr>
              <a:t>注意</a:t>
            </a:r>
            <a:endParaRPr lang="zh-CN" altLang="en-US" sz="28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2905125" y="4215421"/>
          <a:ext cx="685800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文档" r:id="rId7" imgW="6819900" imgH="792480" progId="Word.Document.8">
                  <p:embed/>
                </p:oleObj>
              </mc:Choice>
              <mc:Fallback>
                <p:oleObj name="文档" r:id="rId7" imgW="6819900" imgH="792480" progId="Word.Document.8">
                  <p:embed/>
                  <p:pic>
                    <p:nvPicPr>
                      <p:cNvPr id="0" name="图片 1331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05125" y="4215421"/>
                        <a:ext cx="6858000" cy="793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343150" y="3189261"/>
            <a:ext cx="6934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求定积分问题转化为求原函数的问题</a:t>
            </a:r>
            <a:r>
              <a:rPr lang="en-US" altLang="zh-CN" sz="2800" b="1"/>
              <a:t>.</a:t>
            </a:r>
            <a:endParaRPr lang="en-US" altLang="zh-CN" sz="2800" b="1"/>
          </a:p>
        </p:txBody>
      </p:sp>
      <p:cxnSp>
        <p:nvCxnSpPr>
          <p:cNvPr id="10" name="直接连接符 9"/>
          <p:cNvCxnSpPr/>
          <p:nvPr/>
        </p:nvCxnSpPr>
        <p:spPr>
          <a:xfrm>
            <a:off x="1524000" y="1124744"/>
            <a:ext cx="9144000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6" grpId="0" autoUpdateAnimBg="0"/>
      <p:bldP spid="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 bwMode="auto">
          <a:xfrm>
            <a:off x="4367808" y="2299271"/>
            <a:ext cx="2490787" cy="860425"/>
          </a:xfrm>
          <a:custGeom>
            <a:avLst/>
            <a:gdLst>
              <a:gd name="T0" fmla="*/ 0 w 2178"/>
              <a:gd name="T1" fmla="*/ 720 h 756"/>
              <a:gd name="T2" fmla="*/ 66 w 2178"/>
              <a:gd name="T3" fmla="*/ 648 h 756"/>
              <a:gd name="T4" fmla="*/ 138 w 2178"/>
              <a:gd name="T5" fmla="*/ 576 h 756"/>
              <a:gd name="T6" fmla="*/ 204 w 2178"/>
              <a:gd name="T7" fmla="*/ 510 h 756"/>
              <a:gd name="T8" fmla="*/ 270 w 2178"/>
              <a:gd name="T9" fmla="*/ 438 h 756"/>
              <a:gd name="T10" fmla="*/ 342 w 2178"/>
              <a:gd name="T11" fmla="*/ 372 h 756"/>
              <a:gd name="T12" fmla="*/ 408 w 2178"/>
              <a:gd name="T13" fmla="*/ 312 h 756"/>
              <a:gd name="T14" fmla="*/ 474 w 2178"/>
              <a:gd name="T15" fmla="*/ 258 h 756"/>
              <a:gd name="T16" fmla="*/ 546 w 2178"/>
              <a:gd name="T17" fmla="*/ 204 h 756"/>
              <a:gd name="T18" fmla="*/ 612 w 2178"/>
              <a:gd name="T19" fmla="*/ 156 h 756"/>
              <a:gd name="T20" fmla="*/ 678 w 2178"/>
              <a:gd name="T21" fmla="*/ 114 h 756"/>
              <a:gd name="T22" fmla="*/ 750 w 2178"/>
              <a:gd name="T23" fmla="*/ 78 h 756"/>
              <a:gd name="T24" fmla="*/ 816 w 2178"/>
              <a:gd name="T25" fmla="*/ 48 h 756"/>
              <a:gd name="T26" fmla="*/ 882 w 2178"/>
              <a:gd name="T27" fmla="*/ 24 h 756"/>
              <a:gd name="T28" fmla="*/ 954 w 2178"/>
              <a:gd name="T29" fmla="*/ 12 h 756"/>
              <a:gd name="T30" fmla="*/ 1020 w 2178"/>
              <a:gd name="T31" fmla="*/ 0 h 756"/>
              <a:gd name="T32" fmla="*/ 1092 w 2178"/>
              <a:gd name="T33" fmla="*/ 0 h 756"/>
              <a:gd name="T34" fmla="*/ 1158 w 2178"/>
              <a:gd name="T35" fmla="*/ 6 h 756"/>
              <a:gd name="T36" fmla="*/ 1224 w 2178"/>
              <a:gd name="T37" fmla="*/ 18 h 756"/>
              <a:gd name="T38" fmla="*/ 1296 w 2178"/>
              <a:gd name="T39" fmla="*/ 36 h 756"/>
              <a:gd name="T40" fmla="*/ 1362 w 2178"/>
              <a:gd name="T41" fmla="*/ 66 h 756"/>
              <a:gd name="T42" fmla="*/ 1428 w 2178"/>
              <a:gd name="T43" fmla="*/ 96 h 756"/>
              <a:gd name="T44" fmla="*/ 1500 w 2178"/>
              <a:gd name="T45" fmla="*/ 138 h 756"/>
              <a:gd name="T46" fmla="*/ 1566 w 2178"/>
              <a:gd name="T47" fmla="*/ 186 h 756"/>
              <a:gd name="T48" fmla="*/ 1632 w 2178"/>
              <a:gd name="T49" fmla="*/ 234 h 756"/>
              <a:gd name="T50" fmla="*/ 1704 w 2178"/>
              <a:gd name="T51" fmla="*/ 288 h 756"/>
              <a:gd name="T52" fmla="*/ 1770 w 2178"/>
              <a:gd name="T53" fmla="*/ 348 h 756"/>
              <a:gd name="T54" fmla="*/ 1836 w 2178"/>
              <a:gd name="T55" fmla="*/ 414 h 756"/>
              <a:gd name="T56" fmla="*/ 1908 w 2178"/>
              <a:gd name="T57" fmla="*/ 480 h 756"/>
              <a:gd name="T58" fmla="*/ 1974 w 2178"/>
              <a:gd name="T59" fmla="*/ 546 h 756"/>
              <a:gd name="T60" fmla="*/ 2040 w 2178"/>
              <a:gd name="T61" fmla="*/ 618 h 756"/>
              <a:gd name="T62" fmla="*/ 2112 w 2178"/>
              <a:gd name="T63" fmla="*/ 690 h 756"/>
              <a:gd name="T64" fmla="*/ 2178 w 2178"/>
              <a:gd name="T65" fmla="*/ 756 h 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178" h="756">
                <a:moveTo>
                  <a:pt x="0" y="720"/>
                </a:moveTo>
                <a:lnTo>
                  <a:pt x="66" y="648"/>
                </a:lnTo>
                <a:lnTo>
                  <a:pt x="138" y="576"/>
                </a:lnTo>
                <a:lnTo>
                  <a:pt x="204" y="510"/>
                </a:lnTo>
                <a:lnTo>
                  <a:pt x="270" y="438"/>
                </a:lnTo>
                <a:lnTo>
                  <a:pt x="342" y="372"/>
                </a:lnTo>
                <a:lnTo>
                  <a:pt x="408" y="312"/>
                </a:lnTo>
                <a:lnTo>
                  <a:pt x="474" y="258"/>
                </a:lnTo>
                <a:lnTo>
                  <a:pt x="546" y="204"/>
                </a:lnTo>
                <a:lnTo>
                  <a:pt x="612" y="156"/>
                </a:lnTo>
                <a:lnTo>
                  <a:pt x="678" y="114"/>
                </a:lnTo>
                <a:lnTo>
                  <a:pt x="750" y="78"/>
                </a:lnTo>
                <a:lnTo>
                  <a:pt x="816" y="48"/>
                </a:lnTo>
                <a:lnTo>
                  <a:pt x="882" y="24"/>
                </a:lnTo>
                <a:lnTo>
                  <a:pt x="954" y="12"/>
                </a:lnTo>
                <a:lnTo>
                  <a:pt x="1020" y="0"/>
                </a:lnTo>
                <a:lnTo>
                  <a:pt x="1092" y="0"/>
                </a:lnTo>
                <a:lnTo>
                  <a:pt x="1158" y="6"/>
                </a:lnTo>
                <a:lnTo>
                  <a:pt x="1224" y="18"/>
                </a:lnTo>
                <a:lnTo>
                  <a:pt x="1296" y="36"/>
                </a:lnTo>
                <a:lnTo>
                  <a:pt x="1362" y="66"/>
                </a:lnTo>
                <a:lnTo>
                  <a:pt x="1428" y="96"/>
                </a:lnTo>
                <a:lnTo>
                  <a:pt x="1500" y="138"/>
                </a:lnTo>
                <a:lnTo>
                  <a:pt x="1566" y="186"/>
                </a:lnTo>
                <a:lnTo>
                  <a:pt x="1632" y="234"/>
                </a:lnTo>
                <a:lnTo>
                  <a:pt x="1704" y="288"/>
                </a:lnTo>
                <a:lnTo>
                  <a:pt x="1770" y="348"/>
                </a:lnTo>
                <a:lnTo>
                  <a:pt x="1836" y="414"/>
                </a:lnTo>
                <a:lnTo>
                  <a:pt x="1908" y="480"/>
                </a:lnTo>
                <a:lnTo>
                  <a:pt x="1974" y="546"/>
                </a:lnTo>
                <a:lnTo>
                  <a:pt x="2040" y="618"/>
                </a:lnTo>
                <a:lnTo>
                  <a:pt x="2112" y="690"/>
                </a:lnTo>
                <a:lnTo>
                  <a:pt x="2178" y="756"/>
                </a:lnTo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prstDash val="solid"/>
                <a:rou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2316659" y="497235"/>
            <a:ext cx="41973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例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8. </a:t>
            </a:r>
            <a:r>
              <a:rPr kumimoji="1" lang="en-US" altLang="zh-CN" sz="2800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计算正弦曲线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Object 13"/>
          <p:cNvGraphicFramePr>
            <a:graphicFrameLocks noChangeAspect="1"/>
          </p:cNvGraphicFramePr>
          <p:nvPr/>
        </p:nvGraphicFramePr>
        <p:xfrm>
          <a:off x="5426075" y="544513"/>
          <a:ext cx="4800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7" name="Equation" r:id="rId1" imgW="115214400" imgH="10668000" progId="Equation.DSMT4">
                  <p:embed/>
                </p:oleObj>
              </mc:Choice>
              <mc:Fallback>
                <p:oleObj name="Equation" r:id="rId1" imgW="115214400" imgH="10668000" progId="Equation.DSMT4">
                  <p:embed/>
                  <p:pic>
                    <p:nvPicPr>
                      <p:cNvPr id="0" name="图片 14336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426075" y="544513"/>
                        <a:ext cx="48006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2351405" y="1069370"/>
            <a:ext cx="3276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的面积 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. </a:t>
            </a:r>
            <a:endParaRPr kumimoji="1" lang="en-US" altLang="zh-CN" sz="2400" b="1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6" name="Text Box 15"/>
          <p:cNvSpPr txBox="1">
            <a:spLocks noChangeArrowheads="1"/>
          </p:cNvSpPr>
          <p:nvPr/>
        </p:nvSpPr>
        <p:spPr bwMode="auto">
          <a:xfrm>
            <a:off x="2394694" y="4072607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" name="Object 16"/>
          <p:cNvGraphicFramePr>
            <a:graphicFrameLocks noChangeAspect="1"/>
          </p:cNvGraphicFramePr>
          <p:nvPr/>
        </p:nvGraphicFramePr>
        <p:xfrm>
          <a:off x="3201144" y="3984947"/>
          <a:ext cx="2019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Equation" r:id="rId3" imgW="48463200" imgH="17678400" progId="Equation.DSMT4">
                  <p:embed/>
                </p:oleObj>
              </mc:Choice>
              <mc:Fallback>
                <p:oleObj name="Equation" r:id="rId3" imgW="48463200" imgH="17678400" progId="Equation.DSMT4">
                  <p:embed/>
                  <p:pic>
                    <p:nvPicPr>
                      <p:cNvPr id="0" name="图片 1433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01144" y="3984947"/>
                        <a:ext cx="20193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7"/>
          <p:cNvGraphicFramePr>
            <a:graphicFrameLocks noChangeAspect="1"/>
          </p:cNvGraphicFramePr>
          <p:nvPr/>
        </p:nvGraphicFramePr>
        <p:xfrm>
          <a:off x="3645644" y="4933032"/>
          <a:ext cx="14351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5" imgW="34442400" imgH="14020800" progId="Equation.DSMT4">
                  <p:embed/>
                </p:oleObj>
              </mc:Choice>
              <mc:Fallback>
                <p:oleObj name="Equation" r:id="rId5" imgW="34442400" imgH="14020800" progId="Equation.DSMT4">
                  <p:embed/>
                  <p:pic>
                    <p:nvPicPr>
                      <p:cNvPr id="0" name="图片 1433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45644" y="4933032"/>
                        <a:ext cx="14351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0"/>
          <p:cNvGraphicFramePr>
            <a:graphicFrameLocks noChangeAspect="1"/>
          </p:cNvGraphicFramePr>
          <p:nvPr/>
        </p:nvGraphicFramePr>
        <p:xfrm>
          <a:off x="5290294" y="5051747"/>
          <a:ext cx="977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Equation" r:id="rId7" imgW="23469600" imgH="9448800" progId="Equation.DSMT4">
                  <p:embed/>
                </p:oleObj>
              </mc:Choice>
              <mc:Fallback>
                <p:oleObj name="Equation" r:id="rId7" imgW="23469600" imgH="9448800" progId="Equation.DSMT4">
                  <p:embed/>
                  <p:pic>
                    <p:nvPicPr>
                      <p:cNvPr id="0" name="图片 1433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90294" y="5051747"/>
                        <a:ext cx="9779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1"/>
          <p:cNvGraphicFramePr>
            <a:graphicFrameLocks noChangeAspect="1"/>
          </p:cNvGraphicFramePr>
          <p:nvPr/>
        </p:nvGraphicFramePr>
        <p:xfrm>
          <a:off x="6293594" y="5056510"/>
          <a:ext cx="520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Equation" r:id="rId9" imgW="12496800" imgH="9448800" progId="Equation.DSMT4">
                  <p:embed/>
                </p:oleObj>
              </mc:Choice>
              <mc:Fallback>
                <p:oleObj name="Equation" r:id="rId9" imgW="12496800" imgH="9448800" progId="Equation.DSMT4">
                  <p:embed/>
                  <p:pic>
                    <p:nvPicPr>
                      <p:cNvPr id="0" name="图片 1434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293594" y="5056510"/>
                        <a:ext cx="520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2"/>
          <p:cNvGraphicFramePr>
            <a:graphicFrameLocks noChangeAspect="1"/>
          </p:cNvGraphicFramePr>
          <p:nvPr/>
        </p:nvGraphicFramePr>
        <p:xfrm>
          <a:off x="6884144" y="5056192"/>
          <a:ext cx="508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Equation" r:id="rId11" imgW="12192000" imgH="9448800" progId="Equation.DSMT4">
                  <p:embed/>
                </p:oleObj>
              </mc:Choice>
              <mc:Fallback>
                <p:oleObj name="Equation" r:id="rId11" imgW="12192000" imgH="9448800" progId="Equation.DSMT4">
                  <p:embed/>
                  <p:pic>
                    <p:nvPicPr>
                      <p:cNvPr id="0" name="图片 1434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884144" y="5056192"/>
                        <a:ext cx="508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31"/>
          <p:cNvGrpSpPr/>
          <p:nvPr/>
        </p:nvGrpSpPr>
        <p:grpSpPr bwMode="auto">
          <a:xfrm>
            <a:off x="4020145" y="1842071"/>
            <a:ext cx="3295650" cy="1658937"/>
            <a:chOff x="3492" y="2617"/>
            <a:chExt cx="2076" cy="1045"/>
          </a:xfrm>
        </p:grpSpPr>
        <p:grpSp>
          <p:nvGrpSpPr>
            <p:cNvPr id="15" name="Group 32"/>
            <p:cNvGrpSpPr/>
            <p:nvPr/>
          </p:nvGrpSpPr>
          <p:grpSpPr bwMode="auto">
            <a:xfrm>
              <a:off x="3492" y="2617"/>
              <a:ext cx="2076" cy="1045"/>
              <a:chOff x="3300" y="2496"/>
              <a:chExt cx="2076" cy="1045"/>
            </a:xfrm>
          </p:grpSpPr>
          <p:sp>
            <p:nvSpPr>
              <p:cNvPr id="20" name="Line 33"/>
              <p:cNvSpPr>
                <a:spLocks noChangeShapeType="1"/>
              </p:cNvSpPr>
              <p:nvPr/>
            </p:nvSpPr>
            <p:spPr bwMode="auto">
              <a:xfrm>
                <a:off x="3504" y="3312"/>
                <a:ext cx="18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" name="Line 34"/>
              <p:cNvSpPr>
                <a:spLocks noChangeShapeType="1"/>
              </p:cNvSpPr>
              <p:nvPr/>
            </p:nvSpPr>
            <p:spPr bwMode="auto">
              <a:xfrm flipV="1">
                <a:off x="3504" y="2496"/>
                <a:ext cx="0" cy="8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2" name="Object 35"/>
              <p:cNvGraphicFramePr>
                <a:graphicFrameLocks noChangeAspect="1"/>
              </p:cNvGraphicFramePr>
              <p:nvPr/>
            </p:nvGraphicFramePr>
            <p:xfrm>
              <a:off x="3300" y="2500"/>
              <a:ext cx="160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3" name="Equation" r:id="rId13" imgW="6096000" imgH="7315200" progId="Equation.DSMT4">
                      <p:embed/>
                    </p:oleObj>
                  </mc:Choice>
                  <mc:Fallback>
                    <p:oleObj name="Equation" r:id="rId13" imgW="6096000" imgH="7315200" progId="Equation.DSMT4">
                      <p:embed/>
                      <p:pic>
                        <p:nvPicPr>
                          <p:cNvPr id="0" name="图片 1434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3300" y="2500"/>
                            <a:ext cx="160" cy="19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" name="Object 36"/>
              <p:cNvGraphicFramePr>
                <a:graphicFrameLocks noChangeAspect="1"/>
              </p:cNvGraphicFramePr>
              <p:nvPr/>
            </p:nvGraphicFramePr>
            <p:xfrm>
              <a:off x="3457" y="3341"/>
              <a:ext cx="184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4" name="Equation" r:id="rId15" imgW="7010400" imgH="7620000" progId="Equation.DSMT4">
                      <p:embed/>
                    </p:oleObj>
                  </mc:Choice>
                  <mc:Fallback>
                    <p:oleObj name="Equation" r:id="rId15" imgW="7010400" imgH="7620000" progId="Equation.DSMT4">
                      <p:embed/>
                      <p:pic>
                        <p:nvPicPr>
                          <p:cNvPr id="0" name="图片 14343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3457" y="3341"/>
                            <a:ext cx="184" cy="20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" name="Object 37"/>
              <p:cNvGraphicFramePr>
                <a:graphicFrameLocks noChangeAspect="1"/>
              </p:cNvGraphicFramePr>
              <p:nvPr/>
            </p:nvGraphicFramePr>
            <p:xfrm>
              <a:off x="5232" y="3340"/>
              <a:ext cx="14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5" name="Equation" r:id="rId17" imgW="5486400" imgH="7315200" progId="Equation.DSMT4">
                      <p:embed/>
                    </p:oleObj>
                  </mc:Choice>
                  <mc:Fallback>
                    <p:oleObj name="Equation" r:id="rId17" imgW="5486400" imgH="7315200" progId="Equation.DSMT4">
                      <p:embed/>
                      <p:pic>
                        <p:nvPicPr>
                          <p:cNvPr id="0" name="图片 14344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5232" y="3340"/>
                            <a:ext cx="144" cy="19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6" name="Group 38"/>
            <p:cNvGrpSpPr/>
            <p:nvPr/>
          </p:nvGrpSpPr>
          <p:grpSpPr bwMode="auto">
            <a:xfrm>
              <a:off x="3711" y="2642"/>
              <a:ext cx="1594" cy="1002"/>
              <a:chOff x="3519" y="2521"/>
              <a:chExt cx="1594" cy="1002"/>
            </a:xfrm>
          </p:grpSpPr>
          <p:graphicFrame>
            <p:nvGraphicFramePr>
              <p:cNvPr id="17" name="Object 39"/>
              <p:cNvGraphicFramePr>
                <a:graphicFrameLocks noChangeAspect="1"/>
              </p:cNvGraphicFramePr>
              <p:nvPr/>
            </p:nvGraphicFramePr>
            <p:xfrm>
              <a:off x="3696" y="2521"/>
              <a:ext cx="784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6" name="Equation" r:id="rId19" imgW="29870400" imgH="9448800" progId="Equation.DSMT4">
                      <p:embed/>
                    </p:oleObj>
                  </mc:Choice>
                  <mc:Fallback>
                    <p:oleObj name="Equation" r:id="rId19" imgW="29870400" imgH="9448800" progId="Equation.DSMT4">
                      <p:embed/>
                      <p:pic>
                        <p:nvPicPr>
                          <p:cNvPr id="0" name="图片 14345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3696" y="2521"/>
                            <a:ext cx="784" cy="24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" name="Object 40"/>
              <p:cNvGraphicFramePr>
                <a:graphicFrameLocks noChangeAspect="1"/>
              </p:cNvGraphicFramePr>
              <p:nvPr/>
            </p:nvGraphicFramePr>
            <p:xfrm>
              <a:off x="4969" y="3379"/>
              <a:ext cx="144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47" name="Equation" r:id="rId21" imgW="5486400" imgH="5486400" progId="Equation.DSMT4">
                      <p:embed/>
                    </p:oleObj>
                  </mc:Choice>
                  <mc:Fallback>
                    <p:oleObj name="Equation" r:id="rId21" imgW="5486400" imgH="5486400" progId="Equation.DSMT4">
                      <p:embed/>
                      <p:pic>
                        <p:nvPicPr>
                          <p:cNvPr id="0" name="图片 14346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4969" y="3379"/>
                            <a:ext cx="144" cy="144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" name="Freeform 41"/>
              <p:cNvSpPr/>
              <p:nvPr/>
            </p:nvSpPr>
            <p:spPr bwMode="auto">
              <a:xfrm>
                <a:off x="3519" y="2784"/>
                <a:ext cx="1569" cy="542"/>
              </a:xfrm>
              <a:custGeom>
                <a:avLst/>
                <a:gdLst>
                  <a:gd name="T0" fmla="*/ 0 w 2178"/>
                  <a:gd name="T1" fmla="*/ 720 h 756"/>
                  <a:gd name="T2" fmla="*/ 66 w 2178"/>
                  <a:gd name="T3" fmla="*/ 648 h 756"/>
                  <a:gd name="T4" fmla="*/ 138 w 2178"/>
                  <a:gd name="T5" fmla="*/ 576 h 756"/>
                  <a:gd name="T6" fmla="*/ 204 w 2178"/>
                  <a:gd name="T7" fmla="*/ 510 h 756"/>
                  <a:gd name="T8" fmla="*/ 270 w 2178"/>
                  <a:gd name="T9" fmla="*/ 438 h 756"/>
                  <a:gd name="T10" fmla="*/ 342 w 2178"/>
                  <a:gd name="T11" fmla="*/ 372 h 756"/>
                  <a:gd name="T12" fmla="*/ 408 w 2178"/>
                  <a:gd name="T13" fmla="*/ 312 h 756"/>
                  <a:gd name="T14" fmla="*/ 474 w 2178"/>
                  <a:gd name="T15" fmla="*/ 258 h 756"/>
                  <a:gd name="T16" fmla="*/ 546 w 2178"/>
                  <a:gd name="T17" fmla="*/ 204 h 756"/>
                  <a:gd name="T18" fmla="*/ 612 w 2178"/>
                  <a:gd name="T19" fmla="*/ 156 h 756"/>
                  <a:gd name="T20" fmla="*/ 678 w 2178"/>
                  <a:gd name="T21" fmla="*/ 114 h 756"/>
                  <a:gd name="T22" fmla="*/ 750 w 2178"/>
                  <a:gd name="T23" fmla="*/ 78 h 756"/>
                  <a:gd name="T24" fmla="*/ 816 w 2178"/>
                  <a:gd name="T25" fmla="*/ 48 h 756"/>
                  <a:gd name="T26" fmla="*/ 882 w 2178"/>
                  <a:gd name="T27" fmla="*/ 24 h 756"/>
                  <a:gd name="T28" fmla="*/ 954 w 2178"/>
                  <a:gd name="T29" fmla="*/ 12 h 756"/>
                  <a:gd name="T30" fmla="*/ 1020 w 2178"/>
                  <a:gd name="T31" fmla="*/ 0 h 756"/>
                  <a:gd name="T32" fmla="*/ 1092 w 2178"/>
                  <a:gd name="T33" fmla="*/ 0 h 756"/>
                  <a:gd name="T34" fmla="*/ 1158 w 2178"/>
                  <a:gd name="T35" fmla="*/ 6 h 756"/>
                  <a:gd name="T36" fmla="*/ 1224 w 2178"/>
                  <a:gd name="T37" fmla="*/ 18 h 756"/>
                  <a:gd name="T38" fmla="*/ 1296 w 2178"/>
                  <a:gd name="T39" fmla="*/ 36 h 756"/>
                  <a:gd name="T40" fmla="*/ 1362 w 2178"/>
                  <a:gd name="T41" fmla="*/ 66 h 756"/>
                  <a:gd name="T42" fmla="*/ 1428 w 2178"/>
                  <a:gd name="T43" fmla="*/ 96 h 756"/>
                  <a:gd name="T44" fmla="*/ 1500 w 2178"/>
                  <a:gd name="T45" fmla="*/ 138 h 756"/>
                  <a:gd name="T46" fmla="*/ 1566 w 2178"/>
                  <a:gd name="T47" fmla="*/ 186 h 756"/>
                  <a:gd name="T48" fmla="*/ 1632 w 2178"/>
                  <a:gd name="T49" fmla="*/ 234 h 756"/>
                  <a:gd name="T50" fmla="*/ 1704 w 2178"/>
                  <a:gd name="T51" fmla="*/ 288 h 756"/>
                  <a:gd name="T52" fmla="*/ 1770 w 2178"/>
                  <a:gd name="T53" fmla="*/ 348 h 756"/>
                  <a:gd name="T54" fmla="*/ 1836 w 2178"/>
                  <a:gd name="T55" fmla="*/ 414 h 756"/>
                  <a:gd name="T56" fmla="*/ 1908 w 2178"/>
                  <a:gd name="T57" fmla="*/ 480 h 756"/>
                  <a:gd name="T58" fmla="*/ 1974 w 2178"/>
                  <a:gd name="T59" fmla="*/ 546 h 756"/>
                  <a:gd name="T60" fmla="*/ 2040 w 2178"/>
                  <a:gd name="T61" fmla="*/ 618 h 756"/>
                  <a:gd name="T62" fmla="*/ 2112 w 2178"/>
                  <a:gd name="T63" fmla="*/ 690 h 756"/>
                  <a:gd name="T64" fmla="*/ 2178 w 2178"/>
                  <a:gd name="T65" fmla="*/ 756 h 7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178" h="756">
                    <a:moveTo>
                      <a:pt x="0" y="720"/>
                    </a:moveTo>
                    <a:lnTo>
                      <a:pt x="66" y="648"/>
                    </a:lnTo>
                    <a:lnTo>
                      <a:pt x="138" y="576"/>
                    </a:lnTo>
                    <a:lnTo>
                      <a:pt x="204" y="510"/>
                    </a:lnTo>
                    <a:lnTo>
                      <a:pt x="270" y="438"/>
                    </a:lnTo>
                    <a:lnTo>
                      <a:pt x="342" y="372"/>
                    </a:lnTo>
                    <a:lnTo>
                      <a:pt x="408" y="312"/>
                    </a:lnTo>
                    <a:lnTo>
                      <a:pt x="474" y="258"/>
                    </a:lnTo>
                    <a:lnTo>
                      <a:pt x="546" y="204"/>
                    </a:lnTo>
                    <a:lnTo>
                      <a:pt x="612" y="156"/>
                    </a:lnTo>
                    <a:lnTo>
                      <a:pt x="678" y="114"/>
                    </a:lnTo>
                    <a:lnTo>
                      <a:pt x="750" y="78"/>
                    </a:lnTo>
                    <a:lnTo>
                      <a:pt x="816" y="48"/>
                    </a:lnTo>
                    <a:lnTo>
                      <a:pt x="882" y="24"/>
                    </a:lnTo>
                    <a:lnTo>
                      <a:pt x="954" y="12"/>
                    </a:lnTo>
                    <a:lnTo>
                      <a:pt x="1020" y="0"/>
                    </a:lnTo>
                    <a:lnTo>
                      <a:pt x="1092" y="0"/>
                    </a:lnTo>
                    <a:lnTo>
                      <a:pt x="1158" y="6"/>
                    </a:lnTo>
                    <a:lnTo>
                      <a:pt x="1224" y="18"/>
                    </a:lnTo>
                    <a:lnTo>
                      <a:pt x="1296" y="36"/>
                    </a:lnTo>
                    <a:lnTo>
                      <a:pt x="1362" y="66"/>
                    </a:lnTo>
                    <a:lnTo>
                      <a:pt x="1428" y="96"/>
                    </a:lnTo>
                    <a:lnTo>
                      <a:pt x="1500" y="138"/>
                    </a:lnTo>
                    <a:lnTo>
                      <a:pt x="1566" y="186"/>
                    </a:lnTo>
                    <a:lnTo>
                      <a:pt x="1632" y="234"/>
                    </a:lnTo>
                    <a:lnTo>
                      <a:pt x="1704" y="288"/>
                    </a:lnTo>
                    <a:lnTo>
                      <a:pt x="1770" y="348"/>
                    </a:lnTo>
                    <a:lnTo>
                      <a:pt x="1836" y="414"/>
                    </a:lnTo>
                    <a:lnTo>
                      <a:pt x="1908" y="480"/>
                    </a:lnTo>
                    <a:lnTo>
                      <a:pt x="1974" y="546"/>
                    </a:lnTo>
                    <a:lnTo>
                      <a:pt x="2040" y="618"/>
                    </a:lnTo>
                    <a:lnTo>
                      <a:pt x="2112" y="690"/>
                    </a:lnTo>
                    <a:lnTo>
                      <a:pt x="2178" y="756"/>
                    </a:lnTo>
                  </a:path>
                </a:pathLst>
              </a:custGeom>
              <a:noFill/>
              <a:ln w="22225" cmpd="sng">
                <a:solidFill>
                  <a:srgbClr val="7030A0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6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091034" y="211138"/>
            <a:ext cx="19812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9.</a:t>
            </a:r>
            <a:r>
              <a:rPr lang="en-US" altLang="zh-CN" sz="2800" dirty="0" smtClean="0">
                <a:solidFill>
                  <a:srgbClr val="7030A0"/>
                </a:solidFill>
                <a:ea typeface="楷体_GB2312" pitchFamily="49" charset="-122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计算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639616" y="704801"/>
          <a:ext cx="2184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Equation" r:id="rId1" imgW="52425600" imgH="20116800" progId="Equation.DSMT4">
                  <p:embed/>
                </p:oleObj>
              </mc:Choice>
              <mc:Fallback>
                <p:oleObj name="Equation" r:id="rId1" imgW="52425600" imgH="201168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639616" y="704801"/>
                        <a:ext cx="2184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917866" y="2189782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2703430" y="2056482"/>
          <a:ext cx="3263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1" name="Equation" r:id="rId3" imgW="78333600" imgH="20116800" progId="Equation.DSMT4">
                  <p:embed/>
                </p:oleObj>
              </mc:Choice>
              <mc:Fallback>
                <p:oleObj name="Equation" r:id="rId3" imgW="78333600" imgH="20116800" progId="Equation.DSMT4">
                  <p:embed/>
                  <p:pic>
                    <p:nvPicPr>
                      <p:cNvPr id="0" name="图片 1551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03430" y="2056482"/>
                        <a:ext cx="32639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5950314" y="2030238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5950314" y="1928638"/>
          <a:ext cx="4572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2" name="Equation" r:id="rId5" imgW="10972800" imgH="24993600" progId="Equation.DSMT4">
                  <p:embed/>
                </p:oleObj>
              </mc:Choice>
              <mc:Fallback>
                <p:oleObj name="Equation" r:id="rId5" imgW="10972800" imgH="24993600" progId="Equation.DSMT4">
                  <p:embed/>
                  <p:pic>
                    <p:nvPicPr>
                      <p:cNvPr id="0" name="图片 15511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50314" y="1928638"/>
                        <a:ext cx="457200" cy="1041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6519780" y="2229520"/>
          <a:ext cx="3429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3" name="Equation" r:id="rId7" imgW="82296000" imgH="11887200" progId="Equation.DSMT4">
                  <p:embed/>
                </p:oleObj>
              </mc:Choice>
              <mc:Fallback>
                <p:oleObj name="Equation" r:id="rId7" imgW="82296000" imgH="11887200" progId="Equation.DSMT4">
                  <p:embed/>
                  <p:pic>
                    <p:nvPicPr>
                      <p:cNvPr id="0" name="图片 15512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19780" y="2229520"/>
                        <a:ext cx="3429000" cy="495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4554455" y="2971200"/>
          <a:ext cx="558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4" name="Equation" r:id="rId9" imgW="13411200" imgH="20116800" progId="Equation.DSMT4">
                  <p:embed/>
                </p:oleObj>
              </mc:Choice>
              <mc:Fallback>
                <p:oleObj name="Equation" r:id="rId9" imgW="13411200" imgH="20116800" progId="Equation.DSMT4">
                  <p:embed/>
                  <p:pic>
                    <p:nvPicPr>
                      <p:cNvPr id="0" name="图片 15513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54455" y="2971200"/>
                        <a:ext cx="5588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6314040" y="2987075"/>
          <a:ext cx="914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5" name="Equation" r:id="rId11" imgW="21945600" imgH="19812000" progId="Equation.DSMT4">
                  <p:embed/>
                </p:oleObj>
              </mc:Choice>
              <mc:Fallback>
                <p:oleObj name="Equation" r:id="rId11" imgW="21945600" imgH="19812000" progId="Equation.DSMT4">
                  <p:embed/>
                  <p:pic>
                    <p:nvPicPr>
                      <p:cNvPr id="0" name="图片 15514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314040" y="2987075"/>
                        <a:ext cx="9144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5287245" y="2986440"/>
          <a:ext cx="977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6" name="Equation" r:id="rId13" imgW="23469600" imgH="19812000" progId="Equation.DSMT4">
                  <p:embed/>
                </p:oleObj>
              </mc:Choice>
              <mc:Fallback>
                <p:oleObj name="Equation" r:id="rId13" imgW="23469600" imgH="19812000" progId="Equation.DSMT4">
                  <p:embed/>
                  <p:pic>
                    <p:nvPicPr>
                      <p:cNvPr id="0" name="图片 15515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287245" y="2986440"/>
                        <a:ext cx="9779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5892087" y="742861"/>
          <a:ext cx="43942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7" name="Equation" r:id="rId15" imgW="105460800" imgH="18288000" progId="Equation.DSMT4">
                  <p:embed/>
                </p:oleObj>
              </mc:Choice>
              <mc:Fallback>
                <p:oleObj name="Equation" r:id="rId15" imgW="105460800" imgH="18288000" progId="Equation.DSMT4">
                  <p:embed/>
                  <p:pic>
                    <p:nvPicPr>
                      <p:cNvPr id="0" name="图片 15516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892087" y="742861"/>
                        <a:ext cx="4394200" cy="76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2703270" y="3914176"/>
          <a:ext cx="41148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8" name="Equation" r:id="rId17" imgW="98755200" imgH="18288000" progId="Equation.DSMT4">
                  <p:embed/>
                </p:oleObj>
              </mc:Choice>
              <mc:Fallback>
                <p:oleObj name="Equation" r:id="rId17" imgW="98755200" imgH="18288000" progId="Equation.DSMT4">
                  <p:embed/>
                  <p:pic>
                    <p:nvPicPr>
                      <p:cNvPr id="0" name="图片 15517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703270" y="3914176"/>
                        <a:ext cx="4114800" cy="76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3243180" y="4799682"/>
          <a:ext cx="30353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9" name="Equation" r:id="rId19" imgW="72847200" imgH="14630400" progId="Equation.DSMT4">
                  <p:embed/>
                </p:oleObj>
              </mc:Choice>
              <mc:Fallback>
                <p:oleObj name="Equation" r:id="rId19" imgW="72847200" imgH="14630400" progId="Equation.DSMT4">
                  <p:embed/>
                  <p:pic>
                    <p:nvPicPr>
                      <p:cNvPr id="0" name="图片 15518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243180" y="4799682"/>
                        <a:ext cx="3035300" cy="609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6407703" y="4729832"/>
          <a:ext cx="1117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20" name="Equation" r:id="rId21" imgW="26822400" imgH="19812000" progId="Equation.DSMT4">
                  <p:embed/>
                </p:oleObj>
              </mc:Choice>
              <mc:Fallback>
                <p:oleObj name="Equation" r:id="rId21" imgW="26822400" imgH="19812000" progId="Equation.DSMT4">
                  <p:embed/>
                  <p:pic>
                    <p:nvPicPr>
                      <p:cNvPr id="0" name="图片 15519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407703" y="4729832"/>
                        <a:ext cx="11176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7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81200" y="373807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练习5.2.2（1）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81200" y="1259632"/>
            <a:ext cx="62572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用牛顿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莱布尼茨公式计算定积分的值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207568" y="1916832"/>
          <a:ext cx="31115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5" name="Equation" r:id="rId1" imgW="74676000" imgH="16459200" progId="Equation.DSMT4">
                  <p:embed/>
                </p:oleObj>
              </mc:Choice>
              <mc:Fallback>
                <p:oleObj name="Equation" r:id="rId1" imgW="74676000" imgH="16459200" progId="Equation.DSMT4">
                  <p:embed/>
                  <p:pic>
                    <p:nvPicPr>
                      <p:cNvPr id="0" name="图片 1638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07568" y="1916832"/>
                        <a:ext cx="3111500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168008" y="1700808"/>
          <a:ext cx="294957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3" imgW="71018400" imgH="22555200" progId="Equation.DSMT4">
                  <p:embed/>
                </p:oleObj>
              </mc:Choice>
              <mc:Fallback>
                <p:oleObj name="Equation" r:id="rId3" imgW="71018400" imgH="22555200" progId="Equation.DSMT4">
                  <p:embed/>
                  <p:pic>
                    <p:nvPicPr>
                      <p:cNvPr id="0" name="图片 1638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68008" y="1700808"/>
                        <a:ext cx="2949575" cy="933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279576" y="2708920"/>
          <a:ext cx="218757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Equation" r:id="rId5" imgW="52730400" imgH="19507200" progId="Equation.DSMT4">
                  <p:embed/>
                </p:oleObj>
              </mc:Choice>
              <mc:Fallback>
                <p:oleObj name="Equation" r:id="rId5" imgW="52730400" imgH="19507200" progId="Equation.DSMT4">
                  <p:embed/>
                  <p:pic>
                    <p:nvPicPr>
                      <p:cNvPr id="0" name="图片 1638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79576" y="2708920"/>
                        <a:ext cx="2187575" cy="812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240016" y="2708920"/>
          <a:ext cx="2554288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Equation" r:id="rId7" imgW="61569600" imgH="19507200" progId="Equation.DSMT4">
                  <p:embed/>
                </p:oleObj>
              </mc:Choice>
              <mc:Fallback>
                <p:oleObj name="Equation" r:id="rId7" imgW="61569600" imgH="19507200" progId="Equation.DSMT4">
                  <p:embed/>
                  <p:pic>
                    <p:nvPicPr>
                      <p:cNvPr id="0" name="图片 1638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40016" y="2708920"/>
                        <a:ext cx="2554288" cy="812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063552" y="3974807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答案：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771138" y="3819699"/>
          <a:ext cx="990600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Equation" r:id="rId9" imgW="23774400" imgH="19812000" progId="Equation.DSMT4">
                  <p:embed/>
                </p:oleObj>
              </mc:Choice>
              <mc:Fallback>
                <p:oleObj name="Equation" r:id="rId9" imgW="23774400" imgH="19812000" progId="Equation.DSMT4">
                  <p:embed/>
                  <p:pic>
                    <p:nvPicPr>
                      <p:cNvPr id="0" name="图片 1638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71138" y="3819699"/>
                        <a:ext cx="990600" cy="8334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5202631" y="3819698"/>
          <a:ext cx="1054100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Equation" r:id="rId11" imgW="25298400" imgH="19812000" progId="Equation.DSMT4">
                  <p:embed/>
                </p:oleObj>
              </mc:Choice>
              <mc:Fallback>
                <p:oleObj name="Equation" r:id="rId11" imgW="25298400" imgH="19812000" progId="Equation.DSMT4">
                  <p:embed/>
                  <p:pic>
                    <p:nvPicPr>
                      <p:cNvPr id="0" name="图片 1638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202631" y="3819698"/>
                        <a:ext cx="1054100" cy="8334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6697624" y="3992736"/>
          <a:ext cx="90170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name="Equation" r:id="rId13" imgW="21640800" imgH="11582400" progId="Equation.DSMT4">
                  <p:embed/>
                </p:oleObj>
              </mc:Choice>
              <mc:Fallback>
                <p:oleObj name="Equation" r:id="rId13" imgW="21640800" imgH="11582400" progId="Equation.DSMT4">
                  <p:embed/>
                  <p:pic>
                    <p:nvPicPr>
                      <p:cNvPr id="0" name="图片 1639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697624" y="3992736"/>
                        <a:ext cx="901700" cy="4873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8040216" y="3992736"/>
          <a:ext cx="92710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Equation" r:id="rId15" imgW="22250400" imgH="11582400" progId="Equation.DSMT4">
                  <p:embed/>
                </p:oleObj>
              </mc:Choice>
              <mc:Fallback>
                <p:oleObj name="Equation" r:id="rId15" imgW="22250400" imgH="11582400" progId="Equation.DSMT4">
                  <p:embed/>
                  <p:pic>
                    <p:nvPicPr>
                      <p:cNvPr id="0" name="图片 1639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040216" y="3992736"/>
                        <a:ext cx="927100" cy="4873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3"/>
          <p:cNvGrpSpPr/>
          <p:nvPr/>
        </p:nvGrpSpPr>
        <p:grpSpPr bwMode="auto">
          <a:xfrm>
            <a:off x="2135560" y="199482"/>
            <a:ext cx="7800710" cy="1150938"/>
            <a:chOff x="576" y="1603"/>
            <a:chExt cx="4800" cy="725"/>
          </a:xfrm>
        </p:grpSpPr>
        <p:sp>
          <p:nvSpPr>
            <p:cNvPr id="4" name="Text Box 7"/>
            <p:cNvSpPr txBox="1">
              <a:spLocks noChangeArrowheads="1"/>
            </p:cNvSpPr>
            <p:nvPr/>
          </p:nvSpPr>
          <p:spPr bwMode="auto">
            <a:xfrm>
              <a:off x="576" y="1728"/>
              <a:ext cx="4800" cy="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 smtClean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 sz="2800" b="1" dirty="0" smtClean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10. </a:t>
              </a:r>
              <a:r>
                <a:rPr lang="zh-CN" altLang="en-US" sz="2800" b="1" dirty="0" smtClean="0">
                  <a:latin typeface="宋体" panose="02010600030101010101" pitchFamily="2" charset="-122"/>
                </a:rPr>
                <a:t>设</a:t>
              </a:r>
              <a:r>
                <a:rPr lang="zh-CN" altLang="en-US" sz="2800" b="1" dirty="0" smtClean="0"/>
                <a:t>                                         </a:t>
              </a:r>
              <a:r>
                <a:rPr lang="en-US" altLang="zh-CN" sz="2800" b="1" dirty="0"/>
                <a:t>, </a:t>
              </a:r>
              <a:r>
                <a:rPr lang="en-US" altLang="zh-CN" sz="2800" b="1" dirty="0" smtClean="0"/>
                <a:t> </a:t>
              </a:r>
              <a:r>
                <a:rPr lang="zh-CN" altLang="en-US" sz="2800" b="1" dirty="0" smtClean="0"/>
                <a:t>求                  </a:t>
              </a:r>
              <a:r>
                <a:rPr lang="en-US" altLang="zh-CN" sz="2800" b="1" dirty="0"/>
                <a:t>.    </a:t>
              </a:r>
              <a:endParaRPr lang="en-US" altLang="zh-CN" sz="2800" b="1" dirty="0"/>
            </a:p>
          </p:txBody>
        </p:sp>
        <p:graphicFrame>
          <p:nvGraphicFramePr>
            <p:cNvPr id="5" name="Object 8"/>
            <p:cNvGraphicFramePr>
              <a:graphicFrameLocks noChangeAspect="1"/>
            </p:cNvGraphicFramePr>
            <p:nvPr/>
          </p:nvGraphicFramePr>
          <p:xfrm>
            <a:off x="1521" y="1603"/>
            <a:ext cx="2072" cy="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09" name="Equation" r:id="rId1" imgW="78943200" imgH="24384000" progId="Equation.DSMT4">
                    <p:embed/>
                  </p:oleObj>
                </mc:Choice>
                <mc:Fallback>
                  <p:oleObj name="Equation" r:id="rId1" imgW="78943200" imgH="24384000" progId="Equation.DSMT4">
                    <p:embed/>
                    <p:pic>
                      <p:nvPicPr>
                        <p:cNvPr id="0" name="图片 1740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521" y="1603"/>
                          <a:ext cx="2072" cy="64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9"/>
            <p:cNvGraphicFramePr>
              <a:graphicFrameLocks noChangeAspect="1"/>
            </p:cNvGraphicFramePr>
            <p:nvPr/>
          </p:nvGraphicFramePr>
          <p:xfrm>
            <a:off x="4084" y="1654"/>
            <a:ext cx="976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0" name="Equation" r:id="rId3" imgW="37185600" imgH="17373600" progId="Equation.DSMT4">
                    <p:embed/>
                  </p:oleObj>
                </mc:Choice>
                <mc:Fallback>
                  <p:oleObj name="Equation" r:id="rId3" imgW="37185600" imgH="17373600" progId="Equation.DSMT4">
                    <p:embed/>
                    <p:pic>
                      <p:nvPicPr>
                        <p:cNvPr id="0" name="图片 1740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084" y="1654"/>
                          <a:ext cx="976" cy="45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Text Box 12"/>
          <p:cNvSpPr txBox="1">
            <a:spLocks noChangeArrowheads="1"/>
          </p:cNvSpPr>
          <p:nvPr/>
        </p:nvSpPr>
        <p:spPr bwMode="auto">
          <a:xfrm>
            <a:off x="2316270" y="1464719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</a:t>
            </a:r>
            <a:r>
              <a:rPr lang="en-US" altLang="zh-CN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: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8" name="Object 13"/>
          <p:cNvGraphicFramePr>
            <a:graphicFrameLocks noChangeAspect="1"/>
          </p:cNvGraphicFramePr>
          <p:nvPr/>
        </p:nvGraphicFramePr>
        <p:xfrm>
          <a:off x="2999656" y="1464719"/>
          <a:ext cx="1790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" name="Equation" r:id="rId5" imgW="42976800" imgH="17373600" progId="Equation.DSMT4">
                  <p:embed/>
                </p:oleObj>
              </mc:Choice>
              <mc:Fallback>
                <p:oleObj name="Equation" r:id="rId5" imgW="42976800" imgH="17373600" progId="Equation.DSMT4">
                  <p:embed/>
                  <p:pic>
                    <p:nvPicPr>
                      <p:cNvPr id="0" name="图片 1741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99656" y="1464719"/>
                        <a:ext cx="1790700" cy="723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6"/>
          <p:cNvGraphicFramePr>
            <a:graphicFrameLocks noChangeAspect="1"/>
          </p:cNvGraphicFramePr>
          <p:nvPr/>
        </p:nvGraphicFramePr>
        <p:xfrm>
          <a:off x="2614613" y="2492375"/>
          <a:ext cx="3784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Equation" r:id="rId7" imgW="90830400" imgH="16459200" progId="Equation.DSMT4">
                  <p:embed/>
                </p:oleObj>
              </mc:Choice>
              <mc:Fallback>
                <p:oleObj name="Equation" r:id="rId7" imgW="90830400" imgH="16459200" progId="Equation.DSMT4">
                  <p:embed/>
                  <p:pic>
                    <p:nvPicPr>
                      <p:cNvPr id="0" name="图片 1741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14613" y="2492375"/>
                        <a:ext cx="37846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7"/>
          <p:cNvGraphicFramePr>
            <a:graphicFrameLocks noChangeAspect="1"/>
          </p:cNvGraphicFramePr>
          <p:nvPr/>
        </p:nvGraphicFramePr>
        <p:xfrm>
          <a:off x="6456040" y="2690997"/>
          <a:ext cx="609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" name="公式" r:id="rId9" imgW="14630400" imgH="7924800" progId="Equation.3">
                  <p:embed/>
                </p:oleObj>
              </mc:Choice>
              <mc:Fallback>
                <p:oleObj name="公式" r:id="rId9" imgW="14630400" imgH="7924800" progId="Equation.3">
                  <p:embed/>
                  <p:pic>
                    <p:nvPicPr>
                      <p:cNvPr id="0" name="图片 1741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456040" y="2690997"/>
                        <a:ext cx="609600" cy="330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35"/>
          <p:cNvGrpSpPr/>
          <p:nvPr/>
        </p:nvGrpSpPr>
        <p:grpSpPr bwMode="auto">
          <a:xfrm>
            <a:off x="8374170" y="939257"/>
            <a:ext cx="1714500" cy="2735262"/>
            <a:chOff x="4392" y="2069"/>
            <a:chExt cx="1080" cy="1723"/>
          </a:xfrm>
        </p:grpSpPr>
        <p:sp>
          <p:nvSpPr>
            <p:cNvPr id="13" name="Line 18"/>
            <p:cNvSpPr>
              <a:spLocks noChangeShapeType="1"/>
            </p:cNvSpPr>
            <p:nvPr/>
          </p:nvSpPr>
          <p:spPr bwMode="auto">
            <a:xfrm>
              <a:off x="4416" y="3641"/>
              <a:ext cx="10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9"/>
            <p:cNvSpPr>
              <a:spLocks noChangeShapeType="1"/>
            </p:cNvSpPr>
            <p:nvPr/>
          </p:nvSpPr>
          <p:spPr bwMode="auto">
            <a:xfrm flipV="1">
              <a:off x="4512" y="2069"/>
              <a:ext cx="1" cy="16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22"/>
            <p:cNvSpPr>
              <a:spLocks noChangeShapeType="1"/>
            </p:cNvSpPr>
            <p:nvPr/>
          </p:nvSpPr>
          <p:spPr bwMode="auto">
            <a:xfrm flipH="1" flipV="1">
              <a:off x="5103" y="2251"/>
              <a:ext cx="3" cy="13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23"/>
            <p:cNvSpPr>
              <a:spLocks noChangeShapeType="1"/>
            </p:cNvSpPr>
            <p:nvPr/>
          </p:nvSpPr>
          <p:spPr bwMode="auto">
            <a:xfrm flipV="1">
              <a:off x="4512" y="3161"/>
              <a:ext cx="278" cy="48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24"/>
            <p:cNvSpPr>
              <a:spLocks noChangeShapeType="1"/>
            </p:cNvSpPr>
            <p:nvPr/>
          </p:nvSpPr>
          <p:spPr bwMode="auto">
            <a:xfrm>
              <a:off x="4794" y="2251"/>
              <a:ext cx="3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" name="Object 26"/>
            <p:cNvGraphicFramePr>
              <a:graphicFrameLocks noChangeAspect="1"/>
            </p:cNvGraphicFramePr>
            <p:nvPr/>
          </p:nvGraphicFramePr>
          <p:xfrm>
            <a:off x="5357" y="3683"/>
            <a:ext cx="115" cy="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4" name="公式" r:id="rId11" imgW="6096000" imgH="5791200" progId="Equation.3">
                    <p:embed/>
                  </p:oleObj>
                </mc:Choice>
                <mc:Fallback>
                  <p:oleObj name="公式" r:id="rId11" imgW="6096000" imgH="5791200" progId="Equation.3">
                    <p:embed/>
                    <p:pic>
                      <p:nvPicPr>
                        <p:cNvPr id="0" name="图片 1741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357" y="3683"/>
                          <a:ext cx="115" cy="10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27"/>
            <p:cNvGraphicFramePr>
              <a:graphicFrameLocks noChangeAspect="1"/>
            </p:cNvGraphicFramePr>
            <p:nvPr/>
          </p:nvGraphicFramePr>
          <p:xfrm>
            <a:off x="4541" y="2069"/>
            <a:ext cx="115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5" name="公式" r:id="rId13" imgW="6096000" imgH="7620000" progId="Equation.3">
                    <p:embed/>
                  </p:oleObj>
                </mc:Choice>
                <mc:Fallback>
                  <p:oleObj name="公式" r:id="rId13" imgW="6096000" imgH="7620000" progId="Equation.3">
                    <p:embed/>
                    <p:pic>
                      <p:nvPicPr>
                        <p:cNvPr id="0" name="图片 1741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541" y="2069"/>
                          <a:ext cx="115" cy="14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28"/>
            <p:cNvGraphicFramePr>
              <a:graphicFrameLocks noChangeAspect="1"/>
            </p:cNvGraphicFramePr>
            <p:nvPr/>
          </p:nvGraphicFramePr>
          <p:xfrm>
            <a:off x="4392" y="3663"/>
            <a:ext cx="98" cy="1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6" name="公式" r:id="rId15" imgW="5181600" imgH="5791200" progId="Equation.3">
                    <p:embed/>
                  </p:oleObj>
                </mc:Choice>
                <mc:Fallback>
                  <p:oleObj name="公式" r:id="rId15" imgW="5181600" imgH="5791200" progId="Equation.3">
                    <p:embed/>
                    <p:pic>
                      <p:nvPicPr>
                        <p:cNvPr id="0" name="图片 1741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392" y="3663"/>
                          <a:ext cx="98" cy="11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Line 29"/>
            <p:cNvSpPr>
              <a:spLocks noChangeShapeType="1"/>
            </p:cNvSpPr>
            <p:nvPr/>
          </p:nvSpPr>
          <p:spPr bwMode="auto">
            <a:xfrm flipH="1" flipV="1">
              <a:off x="4785" y="2251"/>
              <a:ext cx="15" cy="1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2" name="Object 30"/>
            <p:cNvGraphicFramePr>
              <a:graphicFrameLocks noChangeAspect="1"/>
            </p:cNvGraphicFramePr>
            <p:nvPr/>
          </p:nvGraphicFramePr>
          <p:xfrm>
            <a:off x="4775" y="3662"/>
            <a:ext cx="59" cy="1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7" name="公式" r:id="rId17" imgW="4267200" imgH="7315200" progId="Equation.3">
                    <p:embed/>
                  </p:oleObj>
                </mc:Choice>
                <mc:Fallback>
                  <p:oleObj name="公式" r:id="rId17" imgW="4267200" imgH="7315200" progId="Equation.3">
                    <p:embed/>
                    <p:pic>
                      <p:nvPicPr>
                        <p:cNvPr id="0" name="图片 1741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775" y="3662"/>
                          <a:ext cx="59" cy="10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31"/>
            <p:cNvGraphicFramePr>
              <a:graphicFrameLocks noChangeAspect="1"/>
            </p:cNvGraphicFramePr>
            <p:nvPr/>
          </p:nvGraphicFramePr>
          <p:xfrm>
            <a:off x="5074" y="3665"/>
            <a:ext cx="72" cy="1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8" name="公式" r:id="rId19" imgW="5181600" imgH="7315200" progId="Equation.3">
                    <p:embed/>
                  </p:oleObj>
                </mc:Choice>
                <mc:Fallback>
                  <p:oleObj name="公式" r:id="rId19" imgW="5181600" imgH="7315200" progId="Equation.3">
                    <p:embed/>
                    <p:pic>
                      <p:nvPicPr>
                        <p:cNvPr id="0" name="图片 1741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074" y="3665"/>
                          <a:ext cx="72" cy="10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TextBox 23"/>
          <p:cNvSpPr txBox="1"/>
          <p:nvPr/>
        </p:nvSpPr>
        <p:spPr>
          <a:xfrm>
            <a:off x="2223044" y="3990756"/>
            <a:ext cx="695706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默认：在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[1,2]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上重新规定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(1)=5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6528048" y="1464719"/>
          <a:ext cx="1498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9" name="Equation" r:id="rId21" imgW="35966400" imgH="17373600" progId="Equation.DSMT4">
                  <p:embed/>
                </p:oleObj>
              </mc:Choice>
              <mc:Fallback>
                <p:oleObj name="Equation" r:id="rId21" imgW="35966400" imgH="17373600" progId="Equation.DSMT4">
                  <p:embed/>
                  <p:pic>
                    <p:nvPicPr>
                      <p:cNvPr id="0" name="图片 1741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528048" y="1464719"/>
                        <a:ext cx="1498600" cy="723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4151784" y="2679452"/>
          <a:ext cx="4064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Equation" r:id="rId23" imgW="9753600" imgH="7620000" progId="Equation.DSMT4">
                  <p:embed/>
                </p:oleObj>
              </mc:Choice>
              <mc:Fallback>
                <p:oleObj name="Equation" r:id="rId23" imgW="9753600" imgH="7620000" progId="Equation.DSMT4">
                  <p:embed/>
                  <p:pic>
                    <p:nvPicPr>
                      <p:cNvPr id="0" name="图片 1741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151784" y="2679452"/>
                        <a:ext cx="4064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5748208" y="2705585"/>
          <a:ext cx="1905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1" name="Equation" r:id="rId25" imgW="4572000" imgH="7315200" progId="Equation.DSMT4">
                  <p:embed/>
                </p:oleObj>
              </mc:Choice>
              <mc:Fallback>
                <p:oleObj name="Equation" r:id="rId25" imgW="4572000" imgH="7315200" progId="Equation.DSMT4">
                  <p:embed/>
                  <p:pic>
                    <p:nvPicPr>
                      <p:cNvPr id="0" name="图片 1742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748208" y="2705585"/>
                        <a:ext cx="190500" cy="304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4727848" y="1464719"/>
          <a:ext cx="1752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2" name="Equation" r:id="rId27" imgW="42062400" imgH="17373600" progId="Equation.DSMT4">
                  <p:embed/>
                </p:oleObj>
              </mc:Choice>
              <mc:Fallback>
                <p:oleObj name="Equation" r:id="rId27" imgW="42062400" imgH="17373600" progId="Equation.DSMT4">
                  <p:embed/>
                  <p:pic>
                    <p:nvPicPr>
                      <p:cNvPr id="0" name="图片 17421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727848" y="1464719"/>
                        <a:ext cx="1752600" cy="723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24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207568" y="404664"/>
            <a:ext cx="2209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11. 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求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987155" y="290363"/>
          <a:ext cx="2730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3" name="Equation" r:id="rId1" imgW="65532000" imgH="17678400" progId="Equation.DSMT4">
                  <p:embed/>
                </p:oleObj>
              </mc:Choice>
              <mc:Fallback>
                <p:oleObj name="Equation" r:id="rId1" imgW="65532000" imgH="17678400" progId="Equation.DSMT4">
                  <p:embed/>
                  <p:pic>
                    <p:nvPicPr>
                      <p:cNvPr id="0" name="图片 1843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87155" y="290363"/>
                        <a:ext cx="27305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207568" y="1242864"/>
            <a:ext cx="11191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sp>
        <p:nvSpPr>
          <p:cNvPr id="5" name="Text Box 20"/>
          <p:cNvSpPr txBox="1">
            <a:spLocks noChangeArrowheads="1"/>
          </p:cNvSpPr>
          <p:nvPr/>
        </p:nvSpPr>
        <p:spPr bwMode="auto">
          <a:xfrm>
            <a:off x="3029258" y="1242546"/>
            <a:ext cx="2133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由图形可知</a:t>
            </a: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" name="Object 26"/>
          <p:cNvGraphicFramePr>
            <a:graphicFrameLocks noChangeAspect="1"/>
          </p:cNvGraphicFramePr>
          <p:nvPr/>
        </p:nvGraphicFramePr>
        <p:xfrm>
          <a:off x="2647950" y="1952625"/>
          <a:ext cx="261620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Equation" r:id="rId3" imgW="62788800" imgH="10972800" progId="Equation.DSMT4">
                  <p:embed/>
                </p:oleObj>
              </mc:Choice>
              <mc:Fallback>
                <p:oleObj name="Equation" r:id="rId3" imgW="62788800" imgH="109728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47950" y="1952625"/>
                        <a:ext cx="2616200" cy="4556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7"/>
          <p:cNvGraphicFramePr>
            <a:graphicFrameLocks noChangeAspect="1"/>
          </p:cNvGraphicFramePr>
          <p:nvPr/>
        </p:nvGraphicFramePr>
        <p:xfrm>
          <a:off x="2705100" y="2689225"/>
          <a:ext cx="2781300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Equation" r:id="rId5" imgW="66751200" imgH="37185600" progId="Equation.DSMT4">
                  <p:embed/>
                </p:oleObj>
              </mc:Choice>
              <mc:Fallback>
                <p:oleObj name="Equation" r:id="rId5" imgW="66751200" imgH="37185600" progId="Equation.DSMT4">
                  <p:embed/>
                  <p:pic>
                    <p:nvPicPr>
                      <p:cNvPr id="0" name="图片 1843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05100" y="2689225"/>
                        <a:ext cx="2781300" cy="1549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0"/>
          <p:cNvGraphicFramePr>
            <a:graphicFrameLocks noChangeAspect="1"/>
          </p:cNvGraphicFramePr>
          <p:nvPr/>
        </p:nvGraphicFramePr>
        <p:xfrm>
          <a:off x="2354263" y="4652963"/>
          <a:ext cx="2540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Equation" r:id="rId7" imgW="60960000" imgH="16459200" progId="Equation.DSMT4">
                  <p:embed/>
                </p:oleObj>
              </mc:Choice>
              <mc:Fallback>
                <p:oleObj name="Equation" r:id="rId7" imgW="60960000" imgH="164592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54263" y="4652963"/>
                        <a:ext cx="25400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1"/>
          <p:cNvGraphicFramePr>
            <a:graphicFrameLocks noChangeAspect="1"/>
          </p:cNvGraphicFramePr>
          <p:nvPr/>
        </p:nvGraphicFramePr>
        <p:xfrm>
          <a:off x="7464152" y="4647993"/>
          <a:ext cx="720080" cy="797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Equation" r:id="rId9" imgW="8534400" imgH="9448800" progId="Equation.DSMT4">
                  <p:embed/>
                </p:oleObj>
              </mc:Choice>
              <mc:Fallback>
                <p:oleObj name="Equation" r:id="rId9" imgW="8534400" imgH="94488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464152" y="4647993"/>
                        <a:ext cx="720080" cy="79723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Line 12"/>
          <p:cNvSpPr>
            <a:spLocks noChangeShapeType="1"/>
          </p:cNvSpPr>
          <p:nvPr/>
        </p:nvSpPr>
        <p:spPr bwMode="auto">
          <a:xfrm rot="20787881" flipV="1">
            <a:off x="7108957" y="2125481"/>
            <a:ext cx="2281238" cy="1376475"/>
          </a:xfrm>
          <a:prstGeom prst="line">
            <a:avLst/>
          </a:prstGeom>
          <a:noFill/>
          <a:ln w="38100">
            <a:solidFill>
              <a:srgbClr val="7030A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Arc 32"/>
          <p:cNvSpPr/>
          <p:nvPr/>
        </p:nvSpPr>
        <p:spPr bwMode="auto">
          <a:xfrm>
            <a:off x="7078018" y="1154224"/>
            <a:ext cx="1711325" cy="1935225"/>
          </a:xfrm>
          <a:custGeom>
            <a:avLst/>
            <a:gdLst>
              <a:gd name="G0" fmla="+- 21485 0 0"/>
              <a:gd name="G1" fmla="+- 0 0 0"/>
              <a:gd name="G2" fmla="+- 21600 0 0"/>
              <a:gd name="T0" fmla="*/ 42987 w 42987"/>
              <a:gd name="T1" fmla="*/ 2052 h 21600"/>
              <a:gd name="T2" fmla="*/ 0 w 42987"/>
              <a:gd name="T3" fmla="*/ 2228 h 21600"/>
              <a:gd name="T4" fmla="*/ 21485 w 42987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2987" h="21600" fill="none" extrusionOk="0">
                <a:moveTo>
                  <a:pt x="42987" y="2052"/>
                </a:moveTo>
                <a:cubicBezTo>
                  <a:pt x="41929" y="13136"/>
                  <a:pt x="32619" y="21599"/>
                  <a:pt x="21485" y="21600"/>
                </a:cubicBezTo>
                <a:cubicBezTo>
                  <a:pt x="10418" y="21600"/>
                  <a:pt x="1141" y="13235"/>
                  <a:pt x="0" y="2227"/>
                </a:cubicBezTo>
              </a:path>
              <a:path w="42987" h="21600" stroke="0" extrusionOk="0">
                <a:moveTo>
                  <a:pt x="42987" y="2052"/>
                </a:moveTo>
                <a:cubicBezTo>
                  <a:pt x="41929" y="13136"/>
                  <a:pt x="32619" y="21599"/>
                  <a:pt x="21485" y="21600"/>
                </a:cubicBezTo>
                <a:cubicBezTo>
                  <a:pt x="10418" y="21600"/>
                  <a:pt x="1141" y="13235"/>
                  <a:pt x="0" y="2227"/>
                </a:cubicBezTo>
                <a:lnTo>
                  <a:pt x="21485" y="0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6890693" y="1076176"/>
            <a:ext cx="2628900" cy="2901950"/>
            <a:chOff x="5366693" y="1076176"/>
            <a:chExt cx="2628900" cy="2901950"/>
          </a:xfrm>
        </p:grpSpPr>
        <p:sp>
          <p:nvSpPr>
            <p:cNvPr id="11" name="Line 6"/>
            <p:cNvSpPr>
              <a:spLocks noChangeShapeType="1"/>
            </p:cNvSpPr>
            <p:nvPr/>
          </p:nvSpPr>
          <p:spPr bwMode="auto">
            <a:xfrm>
              <a:off x="5461943" y="3087674"/>
              <a:ext cx="25336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 flipV="1">
              <a:off x="6409681" y="1076176"/>
              <a:ext cx="0" cy="29019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" name="Object 8"/>
            <p:cNvGraphicFramePr>
              <a:graphicFrameLocks noChangeAspect="1"/>
            </p:cNvGraphicFramePr>
            <p:nvPr/>
          </p:nvGraphicFramePr>
          <p:xfrm>
            <a:off x="7797156" y="3199424"/>
            <a:ext cx="166688" cy="1614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8" name="公式" r:id="rId11" imgW="6400800" imgH="6096000" progId="Equation.3">
                    <p:embed/>
                  </p:oleObj>
                </mc:Choice>
                <mc:Fallback>
                  <p:oleObj name="公式" r:id="rId11" imgW="6400800" imgH="6096000" progId="Equation.3">
                    <p:embed/>
                    <p:pic>
                      <p:nvPicPr>
                        <p:cNvPr id="0" name="图片 1843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797156" y="3199424"/>
                          <a:ext cx="166688" cy="16141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9"/>
            <p:cNvGraphicFramePr>
              <a:graphicFrameLocks noChangeAspect="1"/>
            </p:cNvGraphicFramePr>
            <p:nvPr/>
          </p:nvGraphicFramePr>
          <p:xfrm>
            <a:off x="6206481" y="1182604"/>
            <a:ext cx="165100" cy="209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39" name="公式" r:id="rId13" imgW="6400800" imgH="7924800" progId="Equation.3">
                    <p:embed/>
                  </p:oleObj>
                </mc:Choice>
                <mc:Fallback>
                  <p:oleObj name="公式" r:id="rId13" imgW="6400800" imgH="7924800" progId="Equation.3">
                    <p:embed/>
                    <p:pic>
                      <p:nvPicPr>
                        <p:cNvPr id="0" name="图片 1843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6206481" y="1182604"/>
                          <a:ext cx="165100" cy="20930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0"/>
            <p:cNvGraphicFramePr>
              <a:graphicFrameLocks noChangeAspect="1"/>
            </p:cNvGraphicFramePr>
            <p:nvPr/>
          </p:nvGraphicFramePr>
          <p:xfrm>
            <a:off x="6443018" y="3165722"/>
            <a:ext cx="157163" cy="1756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0" name="公式" r:id="rId15" imgW="5486400" imgH="6096000" progId="Equation.3">
                    <p:embed/>
                  </p:oleObj>
                </mc:Choice>
                <mc:Fallback>
                  <p:oleObj name="公式" r:id="rId15" imgW="5486400" imgH="6096000" progId="Equation.3">
                    <p:embed/>
                    <p:pic>
                      <p:nvPicPr>
                        <p:cNvPr id="0" name="图片 1843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443018" y="3165722"/>
                          <a:ext cx="157163" cy="17560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6"/>
            <p:cNvGraphicFramePr>
              <a:graphicFrameLocks noChangeAspect="1"/>
            </p:cNvGraphicFramePr>
            <p:nvPr/>
          </p:nvGraphicFramePr>
          <p:xfrm>
            <a:off x="5684193" y="1571068"/>
            <a:ext cx="677863" cy="3689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1" name="公式" r:id="rId17" imgW="1193165" imgH="579755" progId="Equation.3">
                    <p:embed/>
                  </p:oleObj>
                </mc:Choice>
                <mc:Fallback>
                  <p:oleObj name="公式" r:id="rId17" imgW="1193165" imgH="579755" progId="Equation.3">
                    <p:embed/>
                    <p:pic>
                      <p:nvPicPr>
                        <p:cNvPr id="0" name="图片 1844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684193" y="1571068"/>
                          <a:ext cx="677863" cy="36895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7"/>
            <p:cNvGraphicFramePr>
              <a:graphicFrameLocks noChangeAspect="1"/>
            </p:cNvGraphicFramePr>
            <p:nvPr/>
          </p:nvGraphicFramePr>
          <p:xfrm>
            <a:off x="7330431" y="2207866"/>
            <a:ext cx="592138" cy="2465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2" name="公式" r:id="rId19" imgW="1036955" imgH="390525" progId="Equation.3">
                    <p:embed/>
                  </p:oleObj>
                </mc:Choice>
                <mc:Fallback>
                  <p:oleObj name="公式" r:id="rId19" imgW="1036955" imgH="390525" progId="Equation.3">
                    <p:embed/>
                    <p:pic>
                      <p:nvPicPr>
                        <p:cNvPr id="0" name="图片 1844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7330431" y="2207866"/>
                          <a:ext cx="592138" cy="24655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Line 23"/>
            <p:cNvSpPr>
              <a:spLocks noChangeShapeType="1"/>
            </p:cNvSpPr>
            <p:nvPr/>
          </p:nvSpPr>
          <p:spPr bwMode="auto">
            <a:xfrm>
              <a:off x="7044681" y="2420723"/>
              <a:ext cx="0" cy="668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0" name="Object 24"/>
            <p:cNvGraphicFramePr>
              <a:graphicFrameLocks noChangeAspect="1"/>
            </p:cNvGraphicFramePr>
            <p:nvPr/>
          </p:nvGraphicFramePr>
          <p:xfrm>
            <a:off x="6998643" y="3185234"/>
            <a:ext cx="93663" cy="1738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3" name="公式" r:id="rId21" imgW="4572000" imgH="7620000" progId="Equation.3">
                    <p:embed/>
                  </p:oleObj>
                </mc:Choice>
                <mc:Fallback>
                  <p:oleObj name="公式" r:id="rId21" imgW="4572000" imgH="7620000" progId="Equation.3">
                    <p:embed/>
                    <p:pic>
                      <p:nvPicPr>
                        <p:cNvPr id="0" name="图片 1844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998643" y="3185234"/>
                          <a:ext cx="93663" cy="1738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33"/>
            <p:cNvGraphicFramePr>
              <a:graphicFrameLocks noChangeAspect="1"/>
            </p:cNvGraphicFramePr>
            <p:nvPr/>
          </p:nvGraphicFramePr>
          <p:xfrm>
            <a:off x="7478068" y="3174591"/>
            <a:ext cx="106363" cy="166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4" name="公式" r:id="rId23" imgW="5181600" imgH="7315200" progId="Equation.3">
                    <p:embed/>
                  </p:oleObj>
                </mc:Choice>
                <mc:Fallback>
                  <p:oleObj name="公式" r:id="rId23" imgW="5181600" imgH="7315200" progId="Equation.3">
                    <p:embed/>
                    <p:pic>
                      <p:nvPicPr>
                        <p:cNvPr id="0" name="图片 1844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7478068" y="3174591"/>
                          <a:ext cx="106363" cy="16673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35"/>
            <p:cNvGraphicFramePr>
              <a:graphicFrameLocks noChangeAspect="1"/>
            </p:cNvGraphicFramePr>
            <p:nvPr/>
          </p:nvGraphicFramePr>
          <p:xfrm>
            <a:off x="5366693" y="3146210"/>
            <a:ext cx="236538" cy="166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5" name="公式" r:id="rId25" imgW="11582400" imgH="7315200" progId="Equation.3">
                    <p:embed/>
                  </p:oleObj>
                </mc:Choice>
                <mc:Fallback>
                  <p:oleObj name="公式" r:id="rId25" imgW="11582400" imgH="7315200" progId="Equation.3">
                    <p:embed/>
                    <p:pic>
                      <p:nvPicPr>
                        <p:cNvPr id="0" name="图片 1844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5366693" y="3146210"/>
                          <a:ext cx="236538" cy="16673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4871864" y="4653136"/>
          <a:ext cx="10541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6" name="Equation" r:id="rId27" imgW="25298400" imgH="16459200" progId="Equation.DSMT4">
                  <p:embed/>
                </p:oleObj>
              </mc:Choice>
              <mc:Fallback>
                <p:oleObj name="Equation" r:id="rId27" imgW="25298400" imgH="16459200" progId="Equation.DSMT4">
                  <p:embed/>
                  <p:pic>
                    <p:nvPicPr>
                      <p:cNvPr id="0" name="图片 18445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871864" y="4653136"/>
                        <a:ext cx="10541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6076305" y="4653136"/>
          <a:ext cx="12827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7" name="Equation" r:id="rId29" imgW="30784800" imgH="16459200" progId="Equation.DSMT4">
                  <p:embed/>
                </p:oleObj>
              </mc:Choice>
              <mc:Fallback>
                <p:oleObj name="Equation" r:id="rId29" imgW="30784800" imgH="16459200" progId="Equation.DSMT4">
                  <p:embed/>
                  <p:pic>
                    <p:nvPicPr>
                      <p:cNvPr id="0" name="图片 1844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076305" y="4653136"/>
                        <a:ext cx="12827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3215680" y="2701353"/>
          <a:ext cx="330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8" name="Equation" r:id="rId31" imgW="7924800" imgH="9144000" progId="Equation.DSMT4">
                  <p:embed/>
                </p:oleObj>
              </mc:Choice>
              <mc:Fallback>
                <p:oleObj name="Equation" r:id="rId31" imgW="7924800" imgH="9144000" progId="Equation.DSMT4">
                  <p:embed/>
                  <p:pic>
                    <p:nvPicPr>
                      <p:cNvPr id="0" name="图片 18447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215680" y="2701353"/>
                        <a:ext cx="3302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3256278" y="3787626"/>
          <a:ext cx="330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9" name="Equation" r:id="rId33" imgW="7924800" imgH="9144000" progId="Equation.DSMT4">
                  <p:embed/>
                </p:oleObj>
              </mc:Choice>
              <mc:Fallback>
                <p:oleObj name="Equation" r:id="rId33" imgW="7924800" imgH="9144000" progId="Equation.DSMT4">
                  <p:embed/>
                  <p:pic>
                    <p:nvPicPr>
                      <p:cNvPr id="0" name="图片 18448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256278" y="3787626"/>
                        <a:ext cx="3302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3218805" y="3356992"/>
          <a:ext cx="215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0" name="Equation" r:id="rId34" imgW="5181600" imgH="5486400" progId="Equation.DSMT4">
                  <p:embed/>
                </p:oleObj>
              </mc:Choice>
              <mc:Fallback>
                <p:oleObj name="Equation" r:id="rId34" imgW="5181600" imgH="5486400" progId="Equation.DSMT4">
                  <p:embed/>
                  <p:pic>
                    <p:nvPicPr>
                      <p:cNvPr id="0" name="图片 18449"/>
                      <p:cNvPicPr>
                        <a:picLocks noChangeAspect="1"/>
                      </p:cNvPicPr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3218805" y="3356992"/>
                        <a:ext cx="215900" cy="228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17" grpId="0" bldLvl="0" animBg="1"/>
      <p:bldP spid="21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2095360" y="332656"/>
            <a:ext cx="19812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12.</a:t>
            </a:r>
            <a:r>
              <a:rPr lang="en-US" altLang="zh-CN" sz="2800" dirty="0" smtClean="0">
                <a:solidFill>
                  <a:srgbClr val="7030A0"/>
                </a:solidFill>
                <a:ea typeface="楷体_GB2312" pitchFamily="49" charset="-122"/>
              </a:rPr>
              <a:t> </a:t>
            </a:r>
            <a:r>
              <a:rPr lang="zh-CN" altLang="en-US" sz="28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已知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863752" y="138113"/>
          <a:ext cx="3944938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7" name="Equation" r:id="rId1" imgW="94488000" imgH="20116800" progId="Equation.DSMT4">
                  <p:embed/>
                </p:oleObj>
              </mc:Choice>
              <mc:Fallback>
                <p:oleObj name="Equation" r:id="rId1" imgW="94488000" imgH="201168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63752" y="138113"/>
                        <a:ext cx="3944938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08570" y="293286"/>
            <a:ext cx="11614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2279576" y="1146712"/>
            <a:ext cx="11191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085960" y="1018455"/>
                <a:ext cx="2440940" cy="6762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800" b="1" dirty="0" smtClean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注意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2800" b="1" i="1" smtClean="0">
                            <a:latin typeface="Cambria Math" panose="02040503050406030204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1" i="1" smtClean="0"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altLang="zh-CN" sz="2800" b="1" i="1" smtClean="0"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𝟏</m:t>
                        </m:r>
                      </m:sup>
                      <m:e>
                        <m:r>
                          <a:rPr lang="en-US" altLang="zh-CN" sz="2800" b="1" i="1" smtClean="0"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sz="2800" b="1" i="1" smtClean="0">
                                <a:latin typeface="Cambria Math" panose="02040503050406030204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1" i="1" smtClean="0">
                                <a:latin typeface="Cambria Math" panose="02040503050406030204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sz="2800" b="1" i="0" smtClean="0"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𝐝</m:t>
                        </m:r>
                        <m:r>
                          <a:rPr lang="en-US" altLang="zh-CN" sz="2800" b="1" i="1" smtClean="0"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</m:nary>
                  </m:oMath>
                </a14:m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5960" y="1018455"/>
                <a:ext cx="2440940" cy="676275"/>
              </a:xfrm>
              <a:prstGeom prst="rect">
                <a:avLst/>
              </a:prstGeom>
              <a:blipFill rotWithShape="1">
                <a:blip r:embed="rId3"/>
                <a:stretch>
                  <a:fillRect l="-20" t="-81" r="-292" b="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5563882" y="1124744"/>
            <a:ext cx="26854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是一个常数，设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8235813" y="1039644"/>
          <a:ext cx="20066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Equation" r:id="rId4" imgW="48158400" imgH="16459200" progId="Equation.DSMT4">
                  <p:embed/>
                </p:oleObj>
              </mc:Choice>
              <mc:Fallback>
                <p:oleObj name="Equation" r:id="rId4" imgW="48158400" imgH="16459200" progId="Equation.DSMT4">
                  <p:embed/>
                  <p:pic>
                    <p:nvPicPr>
                      <p:cNvPr id="0" name="图片 19457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235813" y="1039644"/>
                        <a:ext cx="2006600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991544" y="1706336"/>
            <a:ext cx="48304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在上面的积分式两边积分，得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839169" y="2348880"/>
          <a:ext cx="6011863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Equation" r:id="rId6" imgW="144475200" imgH="20116800" progId="Equation.DSMT4">
                  <p:embed/>
                </p:oleObj>
              </mc:Choice>
              <mc:Fallback>
                <p:oleObj name="Equation" r:id="rId6" imgW="144475200" imgH="20116800" progId="Equation.DSMT4">
                  <p:embed/>
                  <p:pic>
                    <p:nvPicPr>
                      <p:cNvPr id="0" name="图片 19458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39169" y="2348880"/>
                        <a:ext cx="6011863" cy="830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279576" y="3212976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即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5303912" y="3470358"/>
          <a:ext cx="17526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Equation" r:id="rId8" imgW="42062400" imgH="20116800" progId="Equation.DSMT4">
                  <p:embed/>
                </p:oleObj>
              </mc:Choice>
              <mc:Fallback>
                <p:oleObj name="Equation" r:id="rId8" imgW="42062400" imgH="20116800" progId="Equation.DSMT4">
                  <p:embed/>
                  <p:pic>
                    <p:nvPicPr>
                      <p:cNvPr id="0" name="图片 19459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303912" y="3470358"/>
                        <a:ext cx="1752600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495600" y="4365104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3019487" y="4210788"/>
          <a:ext cx="1163638" cy="831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" name="Equation" r:id="rId10" imgW="27736800" imgH="20116800" progId="Equation.DSMT4">
                  <p:embed/>
                </p:oleObj>
              </mc:Choice>
              <mc:Fallback>
                <p:oleObj name="Equation" r:id="rId10" imgW="27736800" imgH="20116800" progId="Equation.DSMT4">
                  <p:embed/>
                  <p:pic>
                    <p:nvPicPr>
                      <p:cNvPr id="0" name="图片 19460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019487" y="4210788"/>
                        <a:ext cx="1163638" cy="831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678363" y="4643438"/>
          <a:ext cx="2914650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2" name="Equation" r:id="rId12" imgW="70713600" imgH="21031200" progId="Equation.DSMT4">
                  <p:embed/>
                </p:oleObj>
              </mc:Choice>
              <mc:Fallback>
                <p:oleObj name="Equation" r:id="rId12" imgW="70713600" imgH="21031200" progId="Equation.DSMT4">
                  <p:embed/>
                  <p:pic>
                    <p:nvPicPr>
                      <p:cNvPr id="0" name="图片 19461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678363" y="4643438"/>
                        <a:ext cx="2914650" cy="8905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 animBg="1"/>
      <p:bldP spid="9" grpId="0"/>
      <p:bldP spid="12" grpId="0"/>
      <p:bldP spid="15" grpId="0"/>
      <p:bldP spid="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 bwMode="auto">
          <a:xfrm>
            <a:off x="1860471" y="316275"/>
            <a:ext cx="5575908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变上限积分的分段表达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13828" y="931262"/>
            <a:ext cx="58407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是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的分段连续函数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919456" y="1485424"/>
          <a:ext cx="2341562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1" name="Equation" r:id="rId1" imgW="56388000" imgH="16459200" progId="Equation.DSMT4">
                  <p:embed/>
                </p:oleObj>
              </mc:Choice>
              <mc:Fallback>
                <p:oleObj name="Equation" r:id="rId1" imgW="56388000" imgH="16459200" progId="Equation.DSMT4">
                  <p:embed/>
                  <p:pic>
                    <p:nvPicPr>
                      <p:cNvPr id="0" name="图片 2048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19456" y="1485424"/>
                        <a:ext cx="2341562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329573" y="1569660"/>
            <a:ext cx="42418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一定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上的连续函数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60729" y="931334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命题：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89602" y="2461482"/>
            <a:ext cx="22320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因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有界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470400" y="2478617"/>
          <a:ext cx="16256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name="Equation" r:id="rId3" imgW="39014400" imgH="11582400" progId="Equation.DSMT4">
                  <p:embed/>
                </p:oleObj>
              </mc:Choice>
              <mc:Fallback>
                <p:oleObj name="Equation" r:id="rId3" imgW="39014400" imgH="11582400" progId="Equation.DSMT4">
                  <p:embed/>
                  <p:pic>
                    <p:nvPicPr>
                      <p:cNvPr id="0" name="图片 2048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70400" y="2478617"/>
                        <a:ext cx="162560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81106" y="2461482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806575" y="3133725"/>
          <a:ext cx="8750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" name="Equation" r:id="rId5" imgW="210007200" imgH="18897600" progId="Equation.DSMT4">
                  <p:embed/>
                </p:oleObj>
              </mc:Choice>
              <mc:Fallback>
                <p:oleObj name="Equation" r:id="rId5" imgW="210007200" imgH="18897600" progId="Equation.DSMT4">
                  <p:embed/>
                  <p:pic>
                    <p:nvPicPr>
                      <p:cNvPr id="0" name="图片 2048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06575" y="3133725"/>
                        <a:ext cx="8750300" cy="787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919536" y="2461482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证：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6726448" y="2492896"/>
          <a:ext cx="1485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" name="Equation" r:id="rId7" imgW="35661600" imgH="11582400" progId="Equation.DSMT4">
                  <p:embed/>
                </p:oleObj>
              </mc:Choice>
              <mc:Fallback>
                <p:oleObj name="Equation" r:id="rId7" imgW="35661600" imgH="11582400" progId="Equation.DSMT4">
                  <p:embed/>
                  <p:pic>
                    <p:nvPicPr>
                      <p:cNvPr id="0" name="图片 2048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26448" y="2492896"/>
                        <a:ext cx="14859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775520" y="4782014"/>
            <a:ext cx="10775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证毕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34392" y="5223485"/>
            <a:ext cx="12496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经验：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34581" y="5745711"/>
            <a:ext cx="87172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这个结果有助于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写出分段连续函数的变限积分表达式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．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1800225" y="4076700"/>
          <a:ext cx="8699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Equation" r:id="rId9" imgW="208788000" imgH="18897600" progId="Equation.DSMT4">
                  <p:embed/>
                </p:oleObj>
              </mc:Choice>
              <mc:Fallback>
                <p:oleObj name="Equation" r:id="rId9" imgW="208788000" imgH="18897600" progId="Equation.DSMT4">
                  <p:embed/>
                  <p:pic>
                    <p:nvPicPr>
                      <p:cNvPr id="0" name="图片 2048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00225" y="4076700"/>
                        <a:ext cx="8699500" cy="787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  <p:bldP spid="9" grpId="0"/>
      <p:bldP spid="12" grpId="0"/>
      <p:bldP spid="15" grpId="0"/>
      <p:bldP spid="17" grpId="0"/>
      <p:bldP spid="18" grpId="0" bldLvl="0" animBg="1"/>
      <p:bldP spid="19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2101113" y="882174"/>
            <a:ext cx="112032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14.</a:t>
            </a:r>
            <a:r>
              <a:rPr lang="en-US" altLang="zh-CN" sz="2800" dirty="0" smtClean="0">
                <a:solidFill>
                  <a:srgbClr val="7030A0"/>
                </a:solidFill>
                <a:ea typeface="楷体_GB2312" pitchFamily="49" charset="-122"/>
              </a:rPr>
              <a:t> 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43671" y="882174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设函数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367808" y="138141"/>
          <a:ext cx="4084638" cy="2082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5" name="Equation" r:id="rId1" imgW="97840800" imgH="49987200" progId="Equation.DSMT4">
                  <p:embed/>
                </p:oleObj>
              </mc:Choice>
              <mc:Fallback>
                <p:oleObj name="Equation" r:id="rId1" imgW="97840800" imgH="49987200" progId="Equation.DSMT4">
                  <p:embed/>
                  <p:pic>
                    <p:nvPicPr>
                      <p:cNvPr id="0" name="图片 2150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67808" y="138141"/>
                        <a:ext cx="4084638" cy="208280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544272" y="836712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它在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区间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57506" y="2445906"/>
            <a:ext cx="3738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上的图形如上图所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示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981186" y="2509406"/>
          <a:ext cx="876300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name="Equation" r:id="rId3" imgW="21031200" imgH="11582400" progId="Equation.DSMT4">
                  <p:embed/>
                </p:oleObj>
              </mc:Choice>
              <mc:Fallback>
                <p:oleObj name="Equation" r:id="rId3" imgW="21031200" imgH="11582400" progId="Equation.DSMT4">
                  <p:embed/>
                  <p:pic>
                    <p:nvPicPr>
                      <p:cNvPr id="0" name="图片 2150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81186" y="2509406"/>
                        <a:ext cx="876300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7897157" y="1844667"/>
            <a:ext cx="2556009" cy="2388617"/>
            <a:chOff x="2339975" y="1184399"/>
            <a:chExt cx="1691690" cy="1534319"/>
          </a:xfrm>
        </p:grpSpPr>
        <p:grpSp>
          <p:nvGrpSpPr>
            <p:cNvPr id="11" name="Group 2"/>
            <p:cNvGrpSpPr/>
            <p:nvPr/>
          </p:nvGrpSpPr>
          <p:grpSpPr bwMode="auto">
            <a:xfrm>
              <a:off x="2440991" y="1340768"/>
              <a:ext cx="1446212" cy="1377950"/>
              <a:chOff x="2854" y="6419"/>
              <a:chExt cx="2457" cy="2170"/>
            </a:xfrm>
          </p:grpSpPr>
          <p:sp>
            <p:nvSpPr>
              <p:cNvPr id="22" name="Line 3"/>
              <p:cNvSpPr>
                <a:spLocks noChangeShapeType="1"/>
              </p:cNvSpPr>
              <p:nvPr/>
            </p:nvSpPr>
            <p:spPr bwMode="auto">
              <a:xfrm flipV="1">
                <a:off x="2854" y="7897"/>
                <a:ext cx="2457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Line 4"/>
              <p:cNvSpPr>
                <a:spLocks noChangeShapeType="1"/>
              </p:cNvSpPr>
              <p:nvPr/>
            </p:nvSpPr>
            <p:spPr bwMode="auto">
              <a:xfrm flipV="1">
                <a:off x="3345" y="6419"/>
                <a:ext cx="1" cy="217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Line 5"/>
              <p:cNvSpPr>
                <a:spLocks noChangeShapeType="1"/>
              </p:cNvSpPr>
              <p:nvPr/>
            </p:nvSpPr>
            <p:spPr bwMode="auto">
              <a:xfrm>
                <a:off x="2854" y="7404"/>
                <a:ext cx="491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" name="Line 6"/>
              <p:cNvSpPr>
                <a:spLocks noChangeShapeType="1"/>
              </p:cNvSpPr>
              <p:nvPr/>
            </p:nvSpPr>
            <p:spPr bwMode="auto">
              <a:xfrm>
                <a:off x="2854" y="7404"/>
                <a:ext cx="0" cy="49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Line 7"/>
              <p:cNvSpPr>
                <a:spLocks noChangeShapeType="1"/>
              </p:cNvSpPr>
              <p:nvPr/>
            </p:nvSpPr>
            <p:spPr bwMode="auto">
              <a:xfrm>
                <a:off x="4328" y="7897"/>
                <a:ext cx="4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Line 8"/>
              <p:cNvSpPr>
                <a:spLocks noChangeShapeType="1"/>
              </p:cNvSpPr>
              <p:nvPr/>
            </p:nvSpPr>
            <p:spPr bwMode="auto">
              <a:xfrm flipV="1">
                <a:off x="3345" y="7897"/>
                <a:ext cx="492" cy="4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Line 9"/>
              <p:cNvSpPr>
                <a:spLocks noChangeShapeType="1"/>
              </p:cNvSpPr>
              <p:nvPr/>
            </p:nvSpPr>
            <p:spPr bwMode="auto">
              <a:xfrm flipV="1">
                <a:off x="3837" y="6912"/>
                <a:ext cx="491" cy="985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Line 10"/>
              <p:cNvSpPr>
                <a:spLocks noChangeShapeType="1"/>
              </p:cNvSpPr>
              <p:nvPr/>
            </p:nvSpPr>
            <p:spPr bwMode="auto">
              <a:xfrm flipV="1">
                <a:off x="4328" y="6912"/>
                <a:ext cx="0" cy="98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2950369" y="1653823"/>
              <a:ext cx="288925" cy="312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9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y=f</a:t>
              </a:r>
              <a:r>
                <a:rPr kumimoji="0" lang="en-US" altLang="zh-CN" sz="9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kumimoji="0" lang="en-US" altLang="zh-CN" sz="9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x</a:t>
              </a:r>
              <a:r>
                <a:rPr kumimoji="0" lang="en-US" altLang="zh-CN" sz="9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2709863" y="1184399"/>
              <a:ext cx="290512" cy="312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0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y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2759869" y="1628076"/>
              <a:ext cx="190500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2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2339975" y="2276475"/>
              <a:ext cx="209550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-1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7" name="Text Box 16"/>
            <p:cNvSpPr txBox="1">
              <a:spLocks noChangeArrowheads="1"/>
            </p:cNvSpPr>
            <p:nvPr/>
          </p:nvSpPr>
          <p:spPr bwMode="auto">
            <a:xfrm>
              <a:off x="2987675" y="2276475"/>
              <a:ext cx="209550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1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8" name="Text Box 17"/>
            <p:cNvSpPr txBox="1">
              <a:spLocks noChangeArrowheads="1"/>
            </p:cNvSpPr>
            <p:nvPr/>
          </p:nvSpPr>
          <p:spPr bwMode="auto">
            <a:xfrm>
              <a:off x="3276600" y="2276475"/>
              <a:ext cx="184150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2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3742740" y="2257154"/>
              <a:ext cx="288925" cy="314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0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x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0" name="Text Box 19"/>
            <p:cNvSpPr txBox="1">
              <a:spLocks noChangeArrowheads="1"/>
            </p:cNvSpPr>
            <p:nvPr/>
          </p:nvSpPr>
          <p:spPr bwMode="auto">
            <a:xfrm>
              <a:off x="3598196" y="2276475"/>
              <a:ext cx="188913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3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1" name="Text Box 20"/>
            <p:cNvSpPr txBox="1">
              <a:spLocks noChangeArrowheads="1"/>
            </p:cNvSpPr>
            <p:nvPr/>
          </p:nvSpPr>
          <p:spPr bwMode="auto">
            <a:xfrm>
              <a:off x="2729109" y="1903695"/>
              <a:ext cx="190500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1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30" name="Text Box 9"/>
          <p:cNvSpPr txBox="1">
            <a:spLocks noChangeArrowheads="1"/>
          </p:cNvSpPr>
          <p:nvPr/>
        </p:nvSpPr>
        <p:spPr bwMode="auto">
          <a:xfrm>
            <a:off x="8328025" y="3573463"/>
            <a:ext cx="288925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rPr>
              <a:t>O</a:t>
            </a: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1981397" y="3100234"/>
          <a:ext cx="2468563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" name="Equation" r:id="rId5" imgW="59436000" imgH="16459200" progId="Equation.DSMT4">
                  <p:embed/>
                </p:oleObj>
              </mc:Choice>
              <mc:Fallback>
                <p:oleObj name="Equation" r:id="rId5" imgW="59436000" imgH="16459200" progId="Equation.DSMT4">
                  <p:embed/>
                  <p:pic>
                    <p:nvPicPr>
                      <p:cNvPr id="0" name="图片 2150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81397" y="3100234"/>
                        <a:ext cx="2468563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4562764" y="3192110"/>
            <a:ext cx="3383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的图形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为下图哪个？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591" name="Picture 1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046" y="3760509"/>
            <a:ext cx="7988701" cy="2417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/>
          <p:cNvSpPr txBox="1"/>
          <p:nvPr/>
        </p:nvSpPr>
        <p:spPr>
          <a:xfrm>
            <a:off x="6411578" y="2473732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6" grpId="0"/>
      <p:bldP spid="3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046" y="0"/>
            <a:ext cx="7988701" cy="2417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直接连接符 3"/>
          <p:cNvCxnSpPr/>
          <p:nvPr/>
        </p:nvCxnSpPr>
        <p:spPr>
          <a:xfrm>
            <a:off x="1822938" y="2276872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846632" y="2266409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解：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822938" y="2102314"/>
            <a:ext cx="2556009" cy="2388617"/>
            <a:chOff x="2339975" y="1184399"/>
            <a:chExt cx="1691690" cy="1534319"/>
          </a:xfrm>
        </p:grpSpPr>
        <p:grpSp>
          <p:nvGrpSpPr>
            <p:cNvPr id="13" name="Group 2"/>
            <p:cNvGrpSpPr/>
            <p:nvPr/>
          </p:nvGrpSpPr>
          <p:grpSpPr bwMode="auto">
            <a:xfrm>
              <a:off x="2440991" y="1340768"/>
              <a:ext cx="1446212" cy="1377950"/>
              <a:chOff x="2854" y="6419"/>
              <a:chExt cx="2457" cy="2170"/>
            </a:xfrm>
          </p:grpSpPr>
          <p:sp>
            <p:nvSpPr>
              <p:cNvPr id="23" name="Line 3"/>
              <p:cNvSpPr>
                <a:spLocks noChangeShapeType="1"/>
              </p:cNvSpPr>
              <p:nvPr/>
            </p:nvSpPr>
            <p:spPr bwMode="auto">
              <a:xfrm flipV="1">
                <a:off x="2854" y="7897"/>
                <a:ext cx="2457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Line 4"/>
              <p:cNvSpPr>
                <a:spLocks noChangeShapeType="1"/>
              </p:cNvSpPr>
              <p:nvPr/>
            </p:nvSpPr>
            <p:spPr bwMode="auto">
              <a:xfrm flipV="1">
                <a:off x="3345" y="6419"/>
                <a:ext cx="1" cy="217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" name="Line 5"/>
              <p:cNvSpPr>
                <a:spLocks noChangeShapeType="1"/>
              </p:cNvSpPr>
              <p:nvPr/>
            </p:nvSpPr>
            <p:spPr bwMode="auto">
              <a:xfrm>
                <a:off x="2854" y="7404"/>
                <a:ext cx="491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Line 6"/>
              <p:cNvSpPr>
                <a:spLocks noChangeShapeType="1"/>
              </p:cNvSpPr>
              <p:nvPr/>
            </p:nvSpPr>
            <p:spPr bwMode="auto">
              <a:xfrm>
                <a:off x="2854" y="7404"/>
                <a:ext cx="0" cy="49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Line 7"/>
              <p:cNvSpPr>
                <a:spLocks noChangeShapeType="1"/>
              </p:cNvSpPr>
              <p:nvPr/>
            </p:nvSpPr>
            <p:spPr bwMode="auto">
              <a:xfrm>
                <a:off x="4328" y="7897"/>
                <a:ext cx="49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Line 8"/>
              <p:cNvSpPr>
                <a:spLocks noChangeShapeType="1"/>
              </p:cNvSpPr>
              <p:nvPr/>
            </p:nvSpPr>
            <p:spPr bwMode="auto">
              <a:xfrm flipV="1">
                <a:off x="3345" y="7897"/>
                <a:ext cx="492" cy="4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Line 9"/>
              <p:cNvSpPr>
                <a:spLocks noChangeShapeType="1"/>
              </p:cNvSpPr>
              <p:nvPr/>
            </p:nvSpPr>
            <p:spPr bwMode="auto">
              <a:xfrm flipV="1">
                <a:off x="3837" y="6912"/>
                <a:ext cx="491" cy="985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Line 10"/>
              <p:cNvSpPr>
                <a:spLocks noChangeShapeType="1"/>
              </p:cNvSpPr>
              <p:nvPr/>
            </p:nvSpPr>
            <p:spPr bwMode="auto">
              <a:xfrm flipV="1">
                <a:off x="4328" y="6912"/>
                <a:ext cx="0" cy="98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2950369" y="1653823"/>
              <a:ext cx="288925" cy="312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9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y=f</a:t>
              </a:r>
              <a:r>
                <a:rPr kumimoji="0" lang="en-US" altLang="zh-CN" sz="9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kumimoji="0" lang="en-US" altLang="zh-CN" sz="9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x</a:t>
              </a:r>
              <a:r>
                <a:rPr kumimoji="0" lang="en-US" altLang="zh-CN" sz="9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2709863" y="1184399"/>
              <a:ext cx="290512" cy="312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000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y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6" name="Text Box 13"/>
            <p:cNvSpPr txBox="1">
              <a:spLocks noChangeArrowheads="1"/>
            </p:cNvSpPr>
            <p:nvPr/>
          </p:nvSpPr>
          <p:spPr bwMode="auto">
            <a:xfrm>
              <a:off x="2759869" y="1628076"/>
              <a:ext cx="190500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2</a:t>
              </a:r>
              <a:endParaRPr kumimoji="0" lang="zh-CN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2339975" y="2276475"/>
              <a:ext cx="209550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-1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2987675" y="2276475"/>
              <a:ext cx="209550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1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9" name="Text Box 17"/>
            <p:cNvSpPr txBox="1">
              <a:spLocks noChangeArrowheads="1"/>
            </p:cNvSpPr>
            <p:nvPr/>
          </p:nvSpPr>
          <p:spPr bwMode="auto">
            <a:xfrm>
              <a:off x="3276600" y="2276475"/>
              <a:ext cx="184150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2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0" name="Text Box 18"/>
            <p:cNvSpPr txBox="1">
              <a:spLocks noChangeArrowheads="1"/>
            </p:cNvSpPr>
            <p:nvPr/>
          </p:nvSpPr>
          <p:spPr bwMode="auto">
            <a:xfrm>
              <a:off x="3742740" y="2257154"/>
              <a:ext cx="288925" cy="314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0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x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1" name="Text Box 19"/>
            <p:cNvSpPr txBox="1">
              <a:spLocks noChangeArrowheads="1"/>
            </p:cNvSpPr>
            <p:nvPr/>
          </p:nvSpPr>
          <p:spPr bwMode="auto">
            <a:xfrm>
              <a:off x="3598196" y="2276475"/>
              <a:ext cx="188913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3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22" name="Text Box 20"/>
            <p:cNvSpPr txBox="1">
              <a:spLocks noChangeArrowheads="1"/>
            </p:cNvSpPr>
            <p:nvPr/>
          </p:nvSpPr>
          <p:spPr bwMode="auto">
            <a:xfrm>
              <a:off x="2729109" y="1903695"/>
              <a:ext cx="190500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1</a:t>
              </a: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5181065" y="2800092"/>
            <a:ext cx="24568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[0,1]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7608168" y="2761710"/>
          <a:ext cx="2493962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9" name="Equation" r:id="rId2" imgW="60045600" imgH="16459200" progId="Equation.DSMT4">
                  <p:embed/>
                </p:oleObj>
              </mc:Choice>
              <mc:Fallback>
                <p:oleObj name="Equation" r:id="rId2" imgW="60045600" imgH="16459200" progId="Equation.DSMT4">
                  <p:embed/>
                  <p:pic>
                    <p:nvPicPr>
                      <p:cNvPr id="0" name="图片 22528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08168" y="2761710"/>
                        <a:ext cx="2493962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4694850" y="3384690"/>
            <a:ext cx="39566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所以排除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299640" y="3881894"/>
            <a:ext cx="2454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[2,3]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3004280" y="4378483"/>
          <a:ext cx="247015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0" name="Equation" r:id="rId4" imgW="59436000" imgH="16459200" progId="Equation.DSMT4">
                  <p:embed/>
                </p:oleObj>
              </mc:Choice>
              <mc:Fallback>
                <p:oleObj name="Equation" r:id="rId4" imgW="59436000" imgH="16459200" progId="Equation.DSMT4">
                  <p:embed/>
                  <p:pic>
                    <p:nvPicPr>
                      <p:cNvPr id="0" name="图片 22529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04280" y="4378483"/>
                        <a:ext cx="2470150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9" name="对象 38"/>
          <p:cNvGraphicFramePr>
            <a:graphicFrameLocks noChangeAspect="1"/>
          </p:cNvGraphicFramePr>
          <p:nvPr/>
        </p:nvGraphicFramePr>
        <p:xfrm>
          <a:off x="5447928" y="4431130"/>
          <a:ext cx="164147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1" name="Equation" r:id="rId6" imgW="39319200" imgH="16459200" progId="Equation.DSMT4">
                  <p:embed/>
                </p:oleObj>
              </mc:Choice>
              <mc:Fallback>
                <p:oleObj name="Equation" r:id="rId6" imgW="39319200" imgH="16459200" progId="Equation.DSMT4">
                  <p:embed/>
                  <p:pic>
                    <p:nvPicPr>
                      <p:cNvPr id="0" name="图片 22530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47928" y="4431130"/>
                        <a:ext cx="1641475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1990150" y="5157192"/>
            <a:ext cx="29171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所以排除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）；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834352" y="5157192"/>
            <a:ext cx="536956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或者：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(B)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有间断点，故排除）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148457" y="5680412"/>
            <a:ext cx="27603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综上，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对.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573108" y="2276872"/>
            <a:ext cx="42316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Times New Roman" panose="02020603050405020304" pitchFamily="18" charset="0"/>
              </a:rPr>
              <a:t>只需分析</a:t>
            </a:r>
            <a:r>
              <a:rPr lang="en-US" altLang="zh-CN" sz="2800" b="1" i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的部分图形</a:t>
            </a:r>
            <a:r>
              <a:rPr lang="en-US" altLang="zh-CN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.</a:t>
            </a:r>
            <a:endParaRPr lang="en-US" altLang="zh-CN" sz="2800" b="1" dirty="0" smtClean="0">
              <a:solidFill>
                <a:schemeClr val="accent5">
                  <a:lumMod val="60000"/>
                  <a:lumOff val="40000"/>
                </a:schemeClr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aphicFrame>
        <p:nvGraphicFramePr>
          <p:cNvPr id="44" name="对象 43"/>
          <p:cNvGraphicFramePr>
            <a:graphicFrameLocks noChangeAspect="1"/>
          </p:cNvGraphicFramePr>
          <p:nvPr/>
        </p:nvGraphicFramePr>
        <p:xfrm>
          <a:off x="8256240" y="4431130"/>
          <a:ext cx="16383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" name="Equation" r:id="rId8" imgW="39319200" imgH="16459200" progId="Equation.DSMT4">
                  <p:embed/>
                </p:oleObj>
              </mc:Choice>
              <mc:Fallback>
                <p:oleObj name="Equation" r:id="rId8" imgW="39319200" imgH="16459200" progId="Equation.DSMT4">
                  <p:embed/>
                  <p:pic>
                    <p:nvPicPr>
                      <p:cNvPr id="0" name="图片 22531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256240" y="4431130"/>
                        <a:ext cx="16383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/>
        </p:nvGraphicFramePr>
        <p:xfrm>
          <a:off x="9984432" y="4653136"/>
          <a:ext cx="4826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" name="Equation" r:id="rId10" imgW="11582400" imgH="7620000" progId="Equation.DSMT4">
                  <p:embed/>
                </p:oleObj>
              </mc:Choice>
              <mc:Fallback>
                <p:oleObj name="Equation" r:id="rId10" imgW="11582400" imgH="7620000" progId="Equation.DSMT4">
                  <p:embed/>
                  <p:pic>
                    <p:nvPicPr>
                      <p:cNvPr id="0" name="图片 22532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984432" y="4653136"/>
                        <a:ext cx="4826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/>
        </p:nvGraphicFramePr>
        <p:xfrm>
          <a:off x="7141893" y="4405007"/>
          <a:ext cx="11049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4" name="Equation" r:id="rId12" imgW="26517600" imgH="16459200" progId="Equation.DSMT4">
                  <p:embed/>
                </p:oleObj>
              </mc:Choice>
              <mc:Fallback>
                <p:oleObj name="Equation" r:id="rId12" imgW="26517600" imgH="16459200" progId="Equation.DSMT4">
                  <p:embed/>
                  <p:pic>
                    <p:nvPicPr>
                      <p:cNvPr id="0" name="图片 22533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141893" y="4405007"/>
                        <a:ext cx="11049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椭圆 46"/>
          <p:cNvSpPr/>
          <p:nvPr/>
        </p:nvSpPr>
        <p:spPr>
          <a:xfrm>
            <a:off x="5375920" y="1124744"/>
            <a:ext cx="504056" cy="5760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9" name="直接连接符 48"/>
          <p:cNvCxnSpPr/>
          <p:nvPr/>
        </p:nvCxnSpPr>
        <p:spPr>
          <a:xfrm flipV="1">
            <a:off x="2381809" y="3384690"/>
            <a:ext cx="904645" cy="908528"/>
          </a:xfrm>
          <a:prstGeom prst="line">
            <a:avLst/>
          </a:prstGeom>
          <a:ln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1" grpId="0"/>
      <p:bldP spid="34" grpId="0"/>
      <p:bldP spid="35" grpId="0"/>
      <p:bldP spid="40" grpId="0"/>
      <p:bldP spid="41" grpId="0" bldLvl="0" animBg="1"/>
      <p:bldP spid="42" grpId="0"/>
      <p:bldP spid="43" grpId="0"/>
      <p:bldP spid="47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2206551" y="467529"/>
            <a:ext cx="112032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15.</a:t>
            </a:r>
            <a:r>
              <a:rPr lang="en-US" altLang="zh-CN" sz="2800" dirty="0" smtClean="0">
                <a:solidFill>
                  <a:srgbClr val="7030A0"/>
                </a:solidFill>
                <a:ea typeface="楷体_GB2312" pitchFamily="49" charset="-122"/>
              </a:rPr>
              <a:t> 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93570" y="485897"/>
            <a:ext cx="538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3632235" y="428370"/>
          <a:ext cx="2392362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3" name="Equation" r:id="rId1" imgW="57607200" imgH="16459200" progId="Equation.DSMT4">
                  <p:embed/>
                </p:oleObj>
              </mc:Choice>
              <mc:Fallback>
                <p:oleObj name="Equation" r:id="rId1" imgW="57607200" imgH="16459200" progId="Equation.DSMT4">
                  <p:embed/>
                  <p:pic>
                    <p:nvPicPr>
                      <p:cNvPr id="0" name="图片 2355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32235" y="428370"/>
                        <a:ext cx="2392362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6816080" y="27633"/>
          <a:ext cx="3733800" cy="143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4" name="Equation" r:id="rId3" imgW="89611200" imgH="34747200" progId="Equation.DSMT4">
                  <p:embed/>
                </p:oleObj>
              </mc:Choice>
              <mc:Fallback>
                <p:oleObj name="Equation" r:id="rId3" imgW="89611200" imgH="34747200" progId="Equation.DSMT4">
                  <p:embed/>
                  <p:pic>
                    <p:nvPicPr>
                      <p:cNvPr id="0" name="图片 2355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16080" y="27633"/>
                        <a:ext cx="3733800" cy="14398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023992" y="485954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23994" y="1313923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解：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662654" y="1417109"/>
            <a:ext cx="79673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注意在每次积分中，</a:t>
            </a:r>
            <a:r>
              <a:rPr lang="en-US" altLang="zh-CN" sz="2800" b="1" i="1" dirty="0" smtClean="0">
                <a:solidFill>
                  <a:srgbClr val="13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b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是定值，只有</a:t>
            </a:r>
            <a:r>
              <a:rPr lang="en-US" altLang="zh-CN" sz="2800" b="1" i="1" dirty="0" smtClean="0">
                <a:solidFill>
                  <a:srgbClr val="13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800" b="1" i="1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是积分变量.</a:t>
            </a:r>
            <a:endParaRPr lang="zh-CN" altLang="en-US" sz="2800" b="1" dirty="0">
              <a:solidFill>
                <a:srgbClr val="0000FF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413673" y="1996130"/>
            <a:ext cx="18116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&lt;0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4062019" y="1912166"/>
          <a:ext cx="2379662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5" name="Equation" r:id="rId5" imgW="57302400" imgH="16459200" progId="Equation.DSMT4">
                  <p:embed/>
                </p:oleObj>
              </mc:Choice>
              <mc:Fallback>
                <p:oleObj name="Equation" r:id="rId5" imgW="57302400" imgH="16459200" progId="Equation.DSMT4">
                  <p:embed/>
                  <p:pic>
                    <p:nvPicPr>
                      <p:cNvPr id="0" name="图片 2355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62019" y="1912166"/>
                        <a:ext cx="2379662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413673" y="2717053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2926321" y="2844346"/>
          <a:ext cx="12763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6" name="Equation" r:id="rId7" imgW="30784800" imgH="7620000" progId="Equation.DSMT4">
                  <p:embed/>
                </p:oleObj>
              </mc:Choice>
              <mc:Fallback>
                <p:oleObj name="Equation" r:id="rId7" imgW="30784800" imgH="7620000" progId="Equation.DSMT4">
                  <p:embed/>
                  <p:pic>
                    <p:nvPicPr>
                      <p:cNvPr id="0" name="图片 2355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26321" y="2844346"/>
                        <a:ext cx="1276350" cy="323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4202713" y="2768488"/>
            <a:ext cx="897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时，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7" name="Rectangle 3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4993896" y="2692913"/>
          <a:ext cx="2547938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" name="Equation" r:id="rId9" imgW="61264800" imgH="19812000" progId="Equation.DSMT4">
                  <p:embed/>
                </p:oleObj>
              </mc:Choice>
              <mc:Fallback>
                <p:oleObj name="Equation" r:id="rId9" imgW="61264800" imgH="19812000" progId="Equation.DSMT4">
                  <p:embed/>
                  <p:pic>
                    <p:nvPicPr>
                      <p:cNvPr id="0" name="图片 2355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93896" y="2692913"/>
                        <a:ext cx="2547938" cy="819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/>
        </p:nvGraphicFramePr>
        <p:xfrm>
          <a:off x="7590547" y="2680830"/>
          <a:ext cx="2019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8" name="Equation" r:id="rId11" imgW="48463200" imgH="19812000" progId="Equation.DSMT4">
                  <p:embed/>
                </p:oleObj>
              </mc:Choice>
              <mc:Fallback>
                <p:oleObj name="Equation" r:id="rId11" imgW="48463200" imgH="19812000" progId="Equation.DSMT4">
                  <p:embed/>
                  <p:pic>
                    <p:nvPicPr>
                      <p:cNvPr id="0" name="图片 2355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590547" y="2680830"/>
                        <a:ext cx="20193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Line 38"/>
          <p:cNvSpPr>
            <a:spLocks noChangeShapeType="1"/>
          </p:cNvSpPr>
          <p:nvPr/>
        </p:nvSpPr>
        <p:spPr bwMode="auto">
          <a:xfrm flipV="1">
            <a:off x="8609722" y="2704272"/>
            <a:ext cx="1590733" cy="23812"/>
          </a:xfrm>
          <a:prstGeom prst="line">
            <a:avLst/>
          </a:prstGeom>
          <a:noFill/>
          <a:ln w="12700">
            <a:solidFill>
              <a:srgbClr val="FFFF00"/>
            </a:solidFill>
            <a:prstDash val="lgDash"/>
            <a:rou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3" name="组合 52"/>
          <p:cNvGrpSpPr/>
          <p:nvPr/>
        </p:nvGrpSpPr>
        <p:grpSpPr>
          <a:xfrm>
            <a:off x="8311480" y="1837143"/>
            <a:ext cx="2105000" cy="931667"/>
            <a:chOff x="6787480" y="1837143"/>
            <a:chExt cx="2105000" cy="931667"/>
          </a:xfrm>
        </p:grpSpPr>
        <p:sp>
          <p:nvSpPr>
            <p:cNvPr id="40" name="Line 35"/>
            <p:cNvSpPr>
              <a:spLocks noChangeShapeType="1"/>
            </p:cNvSpPr>
            <p:nvPr/>
          </p:nvSpPr>
          <p:spPr bwMode="auto">
            <a:xfrm flipV="1">
              <a:off x="7093867" y="1837143"/>
              <a:ext cx="0" cy="9255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Line 36"/>
            <p:cNvSpPr>
              <a:spLocks noChangeShapeType="1"/>
            </p:cNvSpPr>
            <p:nvPr/>
          </p:nvSpPr>
          <p:spPr bwMode="auto">
            <a:xfrm flipV="1">
              <a:off x="6787480" y="2604316"/>
              <a:ext cx="2105000" cy="83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37"/>
            <p:cNvSpPr/>
            <p:nvPr/>
          </p:nvSpPr>
          <p:spPr bwMode="auto">
            <a:xfrm>
              <a:off x="7092280" y="2348881"/>
              <a:ext cx="1152128" cy="266148"/>
            </a:xfrm>
            <a:custGeom>
              <a:avLst/>
              <a:gdLst>
                <a:gd name="T0" fmla="*/ 0 w 1284"/>
                <a:gd name="T1" fmla="*/ 352 h 352"/>
                <a:gd name="T2" fmla="*/ 618 w 1284"/>
                <a:gd name="T3" fmla="*/ 4 h 352"/>
                <a:gd name="T4" fmla="*/ 1284 w 1284"/>
                <a:gd name="T5" fmla="*/ 328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84" h="352">
                  <a:moveTo>
                    <a:pt x="0" y="352"/>
                  </a:moveTo>
                  <a:cubicBezTo>
                    <a:pt x="202" y="180"/>
                    <a:pt x="404" y="8"/>
                    <a:pt x="618" y="4"/>
                  </a:cubicBezTo>
                  <a:cubicBezTo>
                    <a:pt x="832" y="0"/>
                    <a:pt x="1058" y="164"/>
                    <a:pt x="1284" y="328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cxnSp>
          <p:nvCxnSpPr>
            <p:cNvPr id="44" name="直接连接符 43"/>
            <p:cNvCxnSpPr>
              <a:endCxn id="41" idx="0"/>
            </p:cNvCxnSpPr>
            <p:nvPr/>
          </p:nvCxnSpPr>
          <p:spPr>
            <a:xfrm flipH="1" flipV="1">
              <a:off x="6787480" y="2612630"/>
              <a:ext cx="304800" cy="24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>
              <a:stCxn id="41" idx="1"/>
            </p:cNvCxnSpPr>
            <p:nvPr/>
          </p:nvCxnSpPr>
          <p:spPr>
            <a:xfrm flipH="1">
              <a:off x="8244222" y="2604316"/>
              <a:ext cx="648258" cy="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 Box 40"/>
            <p:cNvSpPr txBox="1">
              <a:spLocks noChangeArrowheads="1"/>
            </p:cNvSpPr>
            <p:nvPr/>
          </p:nvSpPr>
          <p:spPr bwMode="auto">
            <a:xfrm>
              <a:off x="7092280" y="2608473"/>
              <a:ext cx="211137" cy="160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b="0" i="1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O</a:t>
              </a:r>
              <a:endParaRPr kumimoji="0" lang="zh-CN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52" name="Text Box 41"/>
            <p:cNvSpPr txBox="1">
              <a:spLocks noChangeArrowheads="1"/>
            </p:cNvSpPr>
            <p:nvPr/>
          </p:nvSpPr>
          <p:spPr bwMode="auto">
            <a:xfrm>
              <a:off x="8169274" y="2590351"/>
              <a:ext cx="141287" cy="150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/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charset="0"/>
                  <a:ea typeface="宋体" panose="02010600030101010101" pitchFamily="2" charset="-122"/>
                  <a:cs typeface="宋体" panose="02010600030101010101" pitchFamily="2" charset="-122"/>
                </a:rPr>
                <a:t>π</a:t>
              </a:r>
              <a:endParaRPr kumimoji="0" lang="zh-CN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2413673" y="3240273"/>
            <a:ext cx="20072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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 4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6" name="对象 55"/>
          <p:cNvGraphicFramePr>
            <a:graphicFrameLocks noChangeAspect="1"/>
          </p:cNvGraphicFramePr>
          <p:nvPr/>
        </p:nvGraphicFramePr>
        <p:xfrm>
          <a:off x="2806911" y="3711813"/>
          <a:ext cx="23622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9" name="Equation" r:id="rId13" imgW="56692800" imgH="16459200" progId="Equation.DSMT4">
                  <p:embed/>
                </p:oleObj>
              </mc:Choice>
              <mc:Fallback>
                <p:oleObj name="Equation" r:id="rId13" imgW="56692800" imgH="16459200" progId="Equation.DSMT4">
                  <p:embed/>
                  <p:pic>
                    <p:nvPicPr>
                      <p:cNvPr id="0" name="图片 2355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06911" y="3711813"/>
                        <a:ext cx="2362200" cy="679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/>
          <p:cNvGraphicFramePr>
            <a:graphicFrameLocks noChangeAspect="1"/>
          </p:cNvGraphicFramePr>
          <p:nvPr/>
        </p:nvGraphicFramePr>
        <p:xfrm>
          <a:off x="5228209" y="3712869"/>
          <a:ext cx="1498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0" name="Equation" r:id="rId15" imgW="35966400" imgH="16459200" progId="Equation.DSMT4">
                  <p:embed/>
                </p:oleObj>
              </mc:Choice>
              <mc:Fallback>
                <p:oleObj name="Equation" r:id="rId15" imgW="35966400" imgH="16459200" progId="Equation.DSMT4">
                  <p:embed/>
                  <p:pic>
                    <p:nvPicPr>
                      <p:cNvPr id="0" name="图片 2355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228209" y="3712869"/>
                        <a:ext cx="14986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对象 57"/>
          <p:cNvGraphicFramePr>
            <a:graphicFrameLocks noChangeAspect="1"/>
          </p:cNvGraphicFramePr>
          <p:nvPr/>
        </p:nvGraphicFramePr>
        <p:xfrm>
          <a:off x="6785461" y="3620641"/>
          <a:ext cx="1765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1" name="Equation" r:id="rId17" imgW="42367200" imgH="19812000" progId="Equation.DSMT4">
                  <p:embed/>
                </p:oleObj>
              </mc:Choice>
              <mc:Fallback>
                <p:oleObj name="Equation" r:id="rId17" imgW="42367200" imgH="19812000" progId="Equation.DSMT4">
                  <p:embed/>
                  <p:pic>
                    <p:nvPicPr>
                      <p:cNvPr id="0" name="图片 2356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785461" y="3620641"/>
                        <a:ext cx="17653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对象 58"/>
          <p:cNvGraphicFramePr>
            <a:graphicFrameLocks noChangeAspect="1"/>
          </p:cNvGraphicFramePr>
          <p:nvPr/>
        </p:nvGraphicFramePr>
        <p:xfrm>
          <a:off x="8541583" y="3702288"/>
          <a:ext cx="10541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2" name="Equation" r:id="rId19" imgW="25298400" imgH="16459200" progId="Equation.DSMT4">
                  <p:embed/>
                </p:oleObj>
              </mc:Choice>
              <mc:Fallback>
                <p:oleObj name="Equation" r:id="rId19" imgW="25298400" imgH="16459200" progId="Equation.DSMT4">
                  <p:embed/>
                  <p:pic>
                    <p:nvPicPr>
                      <p:cNvPr id="0" name="图片 2356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541583" y="3702288"/>
                        <a:ext cx="10541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59"/>
          <p:cNvGraphicFramePr>
            <a:graphicFrameLocks noChangeAspect="1"/>
          </p:cNvGraphicFramePr>
          <p:nvPr/>
        </p:nvGraphicFramePr>
        <p:xfrm>
          <a:off x="9610323" y="3893319"/>
          <a:ext cx="520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3" name="Equation" r:id="rId21" imgW="12496800" imgH="7620000" progId="Equation.DSMT4">
                  <p:embed/>
                </p:oleObj>
              </mc:Choice>
              <mc:Fallback>
                <p:oleObj name="Equation" r:id="rId21" imgW="12496800" imgH="7620000" progId="Equation.DSMT4">
                  <p:embed/>
                  <p:pic>
                    <p:nvPicPr>
                      <p:cNvPr id="0" name="图片 2356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610323" y="3893319"/>
                        <a:ext cx="5207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TextBox 60"/>
          <p:cNvSpPr txBox="1"/>
          <p:nvPr/>
        </p:nvSpPr>
        <p:spPr>
          <a:xfrm>
            <a:off x="2206801" y="5085184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综上得，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2" name="Rectangle 5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3" name="对象 62"/>
          <p:cNvGraphicFramePr>
            <a:graphicFrameLocks noChangeAspect="1"/>
          </p:cNvGraphicFramePr>
          <p:nvPr/>
        </p:nvGraphicFramePr>
        <p:xfrm>
          <a:off x="3812199" y="4437112"/>
          <a:ext cx="4729163" cy="199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4" name="Equation" r:id="rId23" imgW="113690400" imgH="48158400" progId="Equation.DSMT4">
                  <p:embed/>
                </p:oleObj>
              </mc:Choice>
              <mc:Fallback>
                <p:oleObj name="Equation" r:id="rId23" imgW="113690400" imgH="48158400" progId="Equation.DSMT4">
                  <p:embed/>
                  <p:pic>
                    <p:nvPicPr>
                      <p:cNvPr id="0" name="图片 2356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812199" y="4437112"/>
                        <a:ext cx="4729163" cy="19986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Text Box 41"/>
          <p:cNvSpPr txBox="1">
            <a:spLocks noChangeArrowheads="1"/>
          </p:cNvSpPr>
          <p:nvPr/>
        </p:nvSpPr>
        <p:spPr bwMode="auto">
          <a:xfrm>
            <a:off x="10092351" y="2589523"/>
            <a:ext cx="148784" cy="15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charset="0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endParaRPr kumimoji="0" lang="zh-CN" alt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3" grpId="0"/>
      <p:bldP spid="36" grpId="0"/>
      <p:bldP spid="49" grpId="0" bldLvl="0" animBg="1"/>
      <p:bldP spid="49" grpId="1" bldLvl="0" animBg="1"/>
      <p:bldP spid="55" grpId="0"/>
      <p:bldP spid="6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 bwMode="auto">
          <a:xfrm>
            <a:off x="2030785" y="198800"/>
            <a:ext cx="658402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关于含参变量的定积分的注记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35560" y="908720"/>
            <a:ext cx="4450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注意以下各对式子的区别：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27699" y="1556792"/>
            <a:ext cx="1071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071664" y="1430417"/>
          <a:ext cx="2078037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7" name="Equation" r:id="rId1" imgW="49682400" imgH="20116800" progId="Equation.DSMT4">
                  <p:embed/>
                </p:oleObj>
              </mc:Choice>
              <mc:Fallback>
                <p:oleObj name="Equation" r:id="rId1" imgW="49682400" imgH="20116800" progId="Equation.DSMT4">
                  <p:embed/>
                  <p:pic>
                    <p:nvPicPr>
                      <p:cNvPr id="0" name="图片 2457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71664" y="1430417"/>
                        <a:ext cx="2078037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153553" y="1556792"/>
            <a:ext cx="538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791988" y="1403271"/>
          <a:ext cx="2178050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8" name="Equation" r:id="rId3" imgW="52120800" imgH="20116800" progId="Equation.DSMT4">
                  <p:embed/>
                </p:oleObj>
              </mc:Choice>
              <mc:Fallback>
                <p:oleObj name="Equation" r:id="rId3" imgW="52120800" imgH="20116800" progId="Equation.DSMT4">
                  <p:embed/>
                  <p:pic>
                    <p:nvPicPr>
                      <p:cNvPr id="0" name="图片 2457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91988" y="1403271"/>
                        <a:ext cx="2178050" cy="8302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下箭头 9"/>
          <p:cNvSpPr/>
          <p:nvPr/>
        </p:nvSpPr>
        <p:spPr>
          <a:xfrm>
            <a:off x="3431704" y="2204864"/>
            <a:ext cx="168155" cy="360040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213253" y="2618884"/>
            <a:ext cx="936104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15980" y="2603009"/>
            <a:ext cx="936104" cy="521970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下箭头 12"/>
          <p:cNvSpPr/>
          <p:nvPr/>
        </p:nvSpPr>
        <p:spPr>
          <a:xfrm>
            <a:off x="6215877" y="2221116"/>
            <a:ext cx="168155" cy="360040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127699" y="3280921"/>
            <a:ext cx="1071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071664" y="3280911"/>
          <a:ext cx="137795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9" name="Equation" r:id="rId5" imgW="32918400" imgH="16459200" progId="Equation.DSMT4">
                  <p:embed/>
                </p:oleObj>
              </mc:Choice>
              <mc:Fallback>
                <p:oleObj name="Equation" r:id="rId5" imgW="32918400" imgH="16459200" progId="Equation.DSMT4">
                  <p:embed/>
                  <p:pic>
                    <p:nvPicPr>
                      <p:cNvPr id="0" name="图片 2457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71664" y="3280911"/>
                        <a:ext cx="1377950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782078" y="3366125"/>
            <a:ext cx="538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5586248" y="3280911"/>
          <a:ext cx="1427163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0" name="Equation" r:id="rId7" imgW="34442400" imgH="16459200" progId="Equation.DSMT4">
                  <p:embed/>
                </p:oleObj>
              </mc:Choice>
              <mc:Fallback>
                <p:oleObj name="Equation" r:id="rId7" imgW="34442400" imgH="16459200" progId="Equation.DSMT4">
                  <p:embed/>
                  <p:pic>
                    <p:nvPicPr>
                      <p:cNvPr id="0" name="图片 2457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586248" y="3280911"/>
                        <a:ext cx="1427163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7112377" y="3280901"/>
          <a:ext cx="3805238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1" name="Equation" r:id="rId9" imgW="91440000" imgH="16459200" progId="Equation.DSMT4">
                  <p:embed/>
                </p:oleObj>
              </mc:Choice>
              <mc:Fallback>
                <p:oleObj name="Equation" r:id="rId9" imgW="91440000" imgH="16459200" progId="Equation.DSMT4">
                  <p:embed/>
                  <p:pic>
                    <p:nvPicPr>
                      <p:cNvPr id="0" name="图片 2458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112377" y="3280901"/>
                        <a:ext cx="3805238" cy="69215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127699" y="4581128"/>
            <a:ext cx="1071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3071664" y="4497388"/>
          <a:ext cx="163195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2" name="Equation" r:id="rId11" imgW="39014400" imgH="16459200" progId="Equation.DSMT4">
                  <p:embed/>
                </p:oleObj>
              </mc:Choice>
              <mc:Fallback>
                <p:oleObj name="Equation" r:id="rId11" imgW="39014400" imgH="16459200" progId="Equation.DSMT4">
                  <p:embed/>
                  <p:pic>
                    <p:nvPicPr>
                      <p:cNvPr id="0" name="图片 2458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71664" y="4497388"/>
                        <a:ext cx="1631950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848753" y="4583033"/>
            <a:ext cx="538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5477663" y="4497933"/>
          <a:ext cx="16764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3" name="Equation" r:id="rId13" imgW="40233600" imgH="16459200" progId="Equation.DSMT4">
                  <p:embed/>
                </p:oleObj>
              </mc:Choice>
              <mc:Fallback>
                <p:oleObj name="Equation" r:id="rId13" imgW="40233600" imgH="16459200" progId="Equation.DSMT4">
                  <p:embed/>
                  <p:pic>
                    <p:nvPicPr>
                      <p:cNvPr id="0" name="图片 2458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77663" y="4497933"/>
                        <a:ext cx="1676400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3022015" y="5297016"/>
            <a:ext cx="1427480" cy="52197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的函数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984119" y="5297016"/>
            <a:ext cx="1348740" cy="52197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的函数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7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2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0" grpId="0" bldLvl="0" animBg="1"/>
      <p:bldP spid="11" grpId="0" bldLvl="0" animBg="1"/>
      <p:bldP spid="12" grpId="0" bldLvl="0" animBg="1"/>
      <p:bldP spid="13" grpId="0" bldLvl="0" animBg="1"/>
      <p:bldP spid="14" grpId="0"/>
      <p:bldP spid="17" grpId="0"/>
      <p:bldP spid="22" grpId="0"/>
      <p:bldP spid="25" grpId="0"/>
      <p:bldP spid="28" grpId="0" bldLvl="0" animBg="1"/>
      <p:bldP spid="29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 noChangeArrowheads="1"/>
          </p:cNvSpPr>
          <p:nvPr/>
        </p:nvSpPr>
        <p:spPr>
          <a:xfrm>
            <a:off x="2279576" y="404664"/>
            <a:ext cx="112032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16.</a:t>
            </a:r>
            <a:r>
              <a:rPr lang="en-US" altLang="zh-CN" sz="2800" dirty="0" smtClean="0">
                <a:solidFill>
                  <a:srgbClr val="7030A0"/>
                </a:solidFill>
                <a:ea typeface="楷体_GB2312" pitchFamily="49" charset="-122"/>
              </a:rPr>
              <a:t> 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2891" y="414189"/>
            <a:ext cx="538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770948" y="319405"/>
          <a:ext cx="25273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1" name="Equation" r:id="rId1" imgW="60655200" imgH="16459200" progId="Equation.DSMT4">
                  <p:embed/>
                </p:oleObj>
              </mc:Choice>
              <mc:Fallback>
                <p:oleObj name="Equation" r:id="rId1" imgW="60655200" imgH="16459200" progId="Equation.DSMT4">
                  <p:embed/>
                  <p:pic>
                    <p:nvPicPr>
                      <p:cNvPr id="0" name="图片 2560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70948" y="319405"/>
                        <a:ext cx="2527300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28023" y="414189"/>
            <a:ext cx="388843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试用分段函数表示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70679" y="1196117"/>
            <a:ext cx="894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解：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20486" y="1196752"/>
            <a:ext cx="64496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&lt;0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时，由于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[0,1]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总有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于是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358406" y="1781642"/>
          <a:ext cx="1802182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2" name="Equation" r:id="rId3" imgW="1790700" imgH="482600" progId="Equation.DSMT4">
                  <p:embed/>
                </p:oleObj>
              </mc:Choice>
              <mc:Fallback>
                <p:oleObj name="Equation" r:id="rId3" imgW="1790700" imgH="482600" progId="Equation.DSMT4">
                  <p:embed/>
                  <p:pic>
                    <p:nvPicPr>
                      <p:cNvPr id="0" name="图片 2560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58406" y="1781642"/>
                        <a:ext cx="1802182" cy="50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000052" y="2396505"/>
          <a:ext cx="323850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3" name="Equation" r:id="rId5" imgW="77724000" imgH="16459200" progId="Equation.DSMT4">
                  <p:embed/>
                </p:oleObj>
              </mc:Choice>
              <mc:Fallback>
                <p:oleObj name="Equation" r:id="rId5" imgW="77724000" imgH="16459200" progId="Equation.DSMT4">
                  <p:embed/>
                  <p:pic>
                    <p:nvPicPr>
                      <p:cNvPr id="0" name="图片 2560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00052" y="2396505"/>
                        <a:ext cx="3238500" cy="6905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350857" y="2257569"/>
          <a:ext cx="18923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4" name="Equation" r:id="rId7" imgW="45415200" imgH="24384000" progId="Equation.DSMT4">
                  <p:embed/>
                </p:oleObj>
              </mc:Choice>
              <mc:Fallback>
                <p:oleObj name="Equation" r:id="rId7" imgW="45415200" imgH="24384000" progId="Equation.DSMT4">
                  <p:embed/>
                  <p:pic>
                    <p:nvPicPr>
                      <p:cNvPr id="0" name="图片 2560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50857" y="2257569"/>
                        <a:ext cx="18923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8242819" y="2332752"/>
          <a:ext cx="1041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5" name="Equation" r:id="rId9" imgW="24993600" imgH="19812000" progId="Equation.DSMT4">
                  <p:embed/>
                </p:oleObj>
              </mc:Choice>
              <mc:Fallback>
                <p:oleObj name="Equation" r:id="rId9" imgW="24993600" imgH="19812000" progId="Equation.DSMT4">
                  <p:embed/>
                  <p:pic>
                    <p:nvPicPr>
                      <p:cNvPr id="0" name="图片 2560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242819" y="2332752"/>
                        <a:ext cx="10414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878897" y="3284984"/>
            <a:ext cx="73742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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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时，考虑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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[0,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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,1]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两种情形，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270473" y="3933056"/>
          <a:ext cx="13843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6" name="Equation" r:id="rId11" imgW="33223200" imgH="16459200" progId="Equation.DSMT4">
                  <p:embed/>
                </p:oleObj>
              </mc:Choice>
              <mc:Fallback>
                <p:oleObj name="Equation" r:id="rId11" imgW="33223200" imgH="16459200" progId="Equation.DSMT4">
                  <p:embed/>
                  <p:pic>
                    <p:nvPicPr>
                      <p:cNvPr id="0" name="图片 2560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70473" y="3933056"/>
                        <a:ext cx="1384300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672567" y="4725144"/>
          <a:ext cx="21209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" name="Equation" r:id="rId13" imgW="50901600" imgH="16459200" progId="Equation.DSMT4">
                  <p:embed/>
                </p:oleObj>
              </mc:Choice>
              <mc:Fallback>
                <p:oleObj name="Equation" r:id="rId13" imgW="50901600" imgH="16459200" progId="Equation.DSMT4">
                  <p:embed/>
                  <p:pic>
                    <p:nvPicPr>
                      <p:cNvPr id="0" name="图片 2560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72567" y="4725144"/>
                        <a:ext cx="21209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3672567" y="3933056"/>
          <a:ext cx="33147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8" name="Equation" r:id="rId15" imgW="79552800" imgH="16459200" progId="Equation.DSMT4">
                  <p:embed/>
                </p:oleObj>
              </mc:Choice>
              <mc:Fallback>
                <p:oleObj name="Equation" r:id="rId15" imgW="79552800" imgH="16459200" progId="Equation.DSMT4">
                  <p:embed/>
                  <p:pic>
                    <p:nvPicPr>
                      <p:cNvPr id="0" name="图片 2560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72567" y="3933056"/>
                        <a:ext cx="33147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5759698" y="4725144"/>
          <a:ext cx="15367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9" name="Equation" r:id="rId17" imgW="36880800" imgH="16459200" progId="Equation.DSMT4">
                  <p:embed/>
                </p:oleObj>
              </mc:Choice>
              <mc:Fallback>
                <p:oleObj name="Equation" r:id="rId17" imgW="36880800" imgH="16459200" progId="Equation.DSMT4">
                  <p:embed/>
                  <p:pic>
                    <p:nvPicPr>
                      <p:cNvPr id="0" name="图片 2560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759698" y="4725144"/>
                        <a:ext cx="15367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5600700" y="5300663"/>
          <a:ext cx="18542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0" name="Equation" r:id="rId19" imgW="44500800" imgH="24384000" progId="Equation.DSMT4">
                  <p:embed/>
                </p:oleObj>
              </mc:Choice>
              <mc:Fallback>
                <p:oleObj name="Equation" r:id="rId19" imgW="44500800" imgH="24384000" progId="Equation.DSMT4">
                  <p:embed/>
                  <p:pic>
                    <p:nvPicPr>
                      <p:cNvPr id="0" name="图片 2560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600700" y="5300663"/>
                        <a:ext cx="18542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672567" y="5373216"/>
          <a:ext cx="18923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1" name="Equation" r:id="rId21" imgW="45415200" imgH="24384000" progId="Equation.DSMT4">
                  <p:embed/>
                </p:oleObj>
              </mc:Choice>
              <mc:Fallback>
                <p:oleObj name="Equation" r:id="rId21" imgW="45415200" imgH="24384000" progId="Equation.DSMT4">
                  <p:embed/>
                  <p:pic>
                    <p:nvPicPr>
                      <p:cNvPr id="0" name="图片 2561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672567" y="5373216"/>
                        <a:ext cx="18923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7520824" y="5373216"/>
          <a:ext cx="1714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2" name="Equation" r:id="rId23" imgW="41148000" imgH="19812000" progId="Equation.DSMT4">
                  <p:embed/>
                </p:oleObj>
              </mc:Choice>
              <mc:Fallback>
                <p:oleObj name="Equation" r:id="rId23" imgW="41148000" imgH="19812000" progId="Equation.DSMT4">
                  <p:embed/>
                  <p:pic>
                    <p:nvPicPr>
                      <p:cNvPr id="0" name="图片 2561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520824" y="5373216"/>
                        <a:ext cx="17145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/>
          <p:cNvGrpSpPr/>
          <p:nvPr/>
        </p:nvGrpSpPr>
        <p:grpSpPr>
          <a:xfrm>
            <a:off x="6987282" y="1548195"/>
            <a:ext cx="4176464" cy="818207"/>
            <a:chOff x="4860032" y="1423735"/>
            <a:chExt cx="4176464" cy="818207"/>
          </a:xfrm>
        </p:grpSpPr>
        <p:grpSp>
          <p:nvGrpSpPr>
            <p:cNvPr id="40" name="组合 39"/>
            <p:cNvGrpSpPr/>
            <p:nvPr/>
          </p:nvGrpSpPr>
          <p:grpSpPr>
            <a:xfrm>
              <a:off x="4860032" y="1719972"/>
              <a:ext cx="4176464" cy="521970"/>
              <a:chOff x="4860032" y="1719972"/>
              <a:chExt cx="4176464" cy="521970"/>
            </a:xfrm>
          </p:grpSpPr>
          <p:cxnSp>
            <p:nvCxnSpPr>
              <p:cNvPr id="25" name="直接箭头连接符 24"/>
              <p:cNvCxnSpPr/>
              <p:nvPr/>
            </p:nvCxnSpPr>
            <p:spPr>
              <a:xfrm>
                <a:off x="4860032" y="1844824"/>
                <a:ext cx="4176464" cy="0"/>
              </a:xfrm>
              <a:prstGeom prst="straightConnector1">
                <a:avLst/>
              </a:prstGeom>
              <a:ln w="15875">
                <a:solidFill>
                  <a:srgbClr val="133AF8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/>
            </p:nvCxnSpPr>
            <p:spPr>
              <a:xfrm>
                <a:off x="6012160" y="1844824"/>
                <a:ext cx="1368152" cy="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/>
              <p:cNvSpPr txBox="1"/>
              <p:nvPr/>
            </p:nvSpPr>
            <p:spPr>
              <a:xfrm>
                <a:off x="5220072" y="1719972"/>
                <a:ext cx="3561080" cy="52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0     </a:t>
                </a:r>
                <a:r>
                  <a:rPr lang="en-US" altLang="zh-CN" sz="2800" b="1" i="1" dirty="0" smtClean="0">
                    <a:solidFill>
                      <a:srgbClr val="133AF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1        </a:t>
                </a:r>
                <a:r>
                  <a:rPr lang="en-US" altLang="zh-CN" sz="2800" b="1" i="1" dirty="0" smtClean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0" name="直接连接符 29"/>
              <p:cNvCxnSpPr/>
              <p:nvPr/>
            </p:nvCxnSpPr>
            <p:spPr>
              <a:xfrm>
                <a:off x="5436096" y="1844824"/>
                <a:ext cx="576064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>
                <a:off x="7380312" y="1844824"/>
                <a:ext cx="864096" cy="0"/>
              </a:xfrm>
              <a:prstGeom prst="line">
                <a:avLst/>
              </a:prstGeom>
              <a:ln w="3810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>
                <a:off x="5436096" y="1719972"/>
                <a:ext cx="0" cy="124852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>
                <a:off x="5996780" y="1719972"/>
                <a:ext cx="0" cy="124852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>
                <a:off x="6588224" y="1723576"/>
                <a:ext cx="0" cy="124852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>
                <a:off x="7362551" y="1719972"/>
                <a:ext cx="0" cy="124852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>
                <a:off x="8236048" y="1723576"/>
                <a:ext cx="0" cy="124852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TextBox 38"/>
            <p:cNvSpPr txBox="1"/>
            <p:nvPr/>
          </p:nvSpPr>
          <p:spPr>
            <a:xfrm>
              <a:off x="6601922" y="1423735"/>
              <a:ext cx="281940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i="1" dirty="0" smtClean="0">
                  <a:solidFill>
                    <a:srgbClr val="133AF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altLang="zh-CN" sz="2800" b="1" i="1" dirty="0" smtClean="0">
                <a:solidFill>
                  <a:srgbClr val="13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5640" y="702278"/>
            <a:ext cx="64516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&gt;1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时，由于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[0,1]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，总有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于是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960290" y="1225523"/>
          <a:ext cx="17907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5" name="Equation" r:id="rId1" imgW="42976800" imgH="11582400" progId="Equation.DSMT4">
                  <p:embed/>
                </p:oleObj>
              </mc:Choice>
              <mc:Fallback>
                <p:oleObj name="Equation" r:id="rId1" imgW="42976800" imgH="11582400" progId="Equation.DSMT4">
                  <p:embed/>
                  <p:pic>
                    <p:nvPicPr>
                      <p:cNvPr id="0" name="图片 266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60290" y="1225523"/>
                        <a:ext cx="1790700" cy="4889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711624" y="1700808"/>
          <a:ext cx="323850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6" name="Equation" r:id="rId3" imgW="77724000" imgH="16459200" progId="Equation.DSMT4">
                  <p:embed/>
                </p:oleObj>
              </mc:Choice>
              <mc:Fallback>
                <p:oleObj name="Equation" r:id="rId3" imgW="77724000" imgH="16459200" progId="Equation.DSMT4">
                  <p:embed/>
                  <p:pic>
                    <p:nvPicPr>
                      <p:cNvPr id="0" name="图片 2662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11624" y="1700808"/>
                        <a:ext cx="3238500" cy="6905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6106879" y="1556792"/>
          <a:ext cx="18923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7" name="Equation" r:id="rId5" imgW="45415200" imgH="24384000" progId="Equation.DSMT4">
                  <p:embed/>
                </p:oleObj>
              </mc:Choice>
              <mc:Fallback>
                <p:oleObj name="Equation" r:id="rId5" imgW="45415200" imgH="24384000" progId="Equation.DSMT4">
                  <p:embed/>
                  <p:pic>
                    <p:nvPicPr>
                      <p:cNvPr id="0" name="图片 2662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06879" y="1556792"/>
                        <a:ext cx="18923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8139113" y="1628775"/>
          <a:ext cx="1130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8" name="Equation" r:id="rId7" imgW="27127200" imgH="19812000" progId="Equation.DSMT4">
                  <p:embed/>
                </p:oleObj>
              </mc:Choice>
              <mc:Fallback>
                <p:oleObj name="Equation" r:id="rId7" imgW="27127200" imgH="19812000" progId="Equation.DSMT4">
                  <p:embed/>
                  <p:pic>
                    <p:nvPicPr>
                      <p:cNvPr id="0" name="图片 2662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139113" y="1628775"/>
                        <a:ext cx="11303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063552" y="2564904"/>
            <a:ext cx="12553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综上，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503712" y="2826514"/>
          <a:ext cx="4394200" cy="282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9" name="Equation" r:id="rId9" imgW="105460800" imgH="67665600" progId="Equation.DSMT4">
                  <p:embed/>
                </p:oleObj>
              </mc:Choice>
              <mc:Fallback>
                <p:oleObj name="Equation" r:id="rId9" imgW="105460800" imgH="67665600" progId="Equation.DSMT4">
                  <p:embed/>
                  <p:pic>
                    <p:nvPicPr>
                      <p:cNvPr id="0" name="图片 2662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03712" y="2826514"/>
                        <a:ext cx="4394200" cy="28273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063552" y="5733256"/>
            <a:ext cx="83616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这类习题最好检验一下连续性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结果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应是连续函数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63551" y="5210036"/>
            <a:ext cx="12496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经验：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1521728" y="702278"/>
            <a:ext cx="914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/>
          <p:cNvGrpSpPr/>
          <p:nvPr/>
        </p:nvGrpSpPr>
        <p:grpSpPr>
          <a:xfrm>
            <a:off x="3931443" y="-78860"/>
            <a:ext cx="4176464" cy="842314"/>
            <a:chOff x="2407443" y="-78860"/>
            <a:chExt cx="4176464" cy="842314"/>
          </a:xfrm>
        </p:grpSpPr>
        <p:grpSp>
          <p:nvGrpSpPr>
            <p:cNvPr id="12" name="组合 11"/>
            <p:cNvGrpSpPr/>
            <p:nvPr/>
          </p:nvGrpSpPr>
          <p:grpSpPr>
            <a:xfrm>
              <a:off x="2407443" y="241484"/>
              <a:ext cx="4176464" cy="521970"/>
              <a:chOff x="4860032" y="1719972"/>
              <a:chExt cx="4176464" cy="521970"/>
            </a:xfrm>
          </p:grpSpPr>
          <p:cxnSp>
            <p:nvCxnSpPr>
              <p:cNvPr id="13" name="直接箭头连接符 12"/>
              <p:cNvCxnSpPr/>
              <p:nvPr/>
            </p:nvCxnSpPr>
            <p:spPr>
              <a:xfrm>
                <a:off x="4860032" y="1844824"/>
                <a:ext cx="4176464" cy="0"/>
              </a:xfrm>
              <a:prstGeom prst="straightConnector1">
                <a:avLst/>
              </a:prstGeom>
              <a:ln w="15875">
                <a:solidFill>
                  <a:srgbClr val="133AF8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>
                <a:off x="6012160" y="1844824"/>
                <a:ext cx="1368152" cy="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/>
              <p:cNvSpPr txBox="1"/>
              <p:nvPr/>
            </p:nvSpPr>
            <p:spPr>
              <a:xfrm>
                <a:off x="5220072" y="1719972"/>
                <a:ext cx="3561080" cy="52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b="1" i="1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0     </a:t>
                </a:r>
                <a:r>
                  <a:rPr lang="en-US" altLang="zh-CN" sz="2800" b="1" i="1" dirty="0" smtClean="0">
                    <a:solidFill>
                      <a:srgbClr val="133AF8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1        </a:t>
                </a:r>
                <a:r>
                  <a:rPr lang="en-US" altLang="zh-CN" sz="2800" b="1" i="1" dirty="0" smtClean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6" name="直接连接符 15"/>
              <p:cNvCxnSpPr/>
              <p:nvPr/>
            </p:nvCxnSpPr>
            <p:spPr>
              <a:xfrm>
                <a:off x="5436096" y="1844824"/>
                <a:ext cx="576064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7380312" y="1844824"/>
                <a:ext cx="864096" cy="0"/>
              </a:xfrm>
              <a:prstGeom prst="line">
                <a:avLst/>
              </a:prstGeom>
              <a:ln w="3810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>
                <a:off x="5436096" y="1719972"/>
                <a:ext cx="0" cy="124852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/>
              <p:nvPr/>
            </p:nvCxnSpPr>
            <p:spPr>
              <a:xfrm>
                <a:off x="5996780" y="1719972"/>
                <a:ext cx="0" cy="124852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>
              <a:xfrm>
                <a:off x="6588224" y="1723576"/>
                <a:ext cx="0" cy="124852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>
                <a:off x="7362551" y="1719972"/>
                <a:ext cx="0" cy="124852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8236048" y="1723576"/>
                <a:ext cx="0" cy="124852"/>
              </a:xfrm>
              <a:prstGeom prst="lin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TextBox 24"/>
            <p:cNvSpPr txBox="1"/>
            <p:nvPr/>
          </p:nvSpPr>
          <p:spPr>
            <a:xfrm>
              <a:off x="4101621" y="-78860"/>
              <a:ext cx="281940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i="1" dirty="0" smtClean="0">
                  <a:solidFill>
                    <a:srgbClr val="133AF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lang="en-US" altLang="zh-CN" sz="2800" b="1" i="1" dirty="0" smtClean="0">
                <a:solidFill>
                  <a:srgbClr val="133AF8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0" grpId="0" bldLvl="0" animBg="1"/>
      <p:bldP spid="11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81200" y="116632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练习5.2.2（2）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00250" y="908720"/>
            <a:ext cx="11607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填空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444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218088" y="1266512"/>
          <a:ext cx="3963818" cy="93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49" name="Equation" r:id="rId1" imgW="85039200" imgH="20116800" progId="Equation.DSMT4">
                  <p:embed/>
                </p:oleObj>
              </mc:Choice>
              <mc:Fallback>
                <p:oleObj name="Equation" r:id="rId1" imgW="85039200" imgH="20116800" progId="Equation.DSMT4">
                  <p:embed/>
                  <p:pic>
                    <p:nvPicPr>
                      <p:cNvPr id="0" name="图片 276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18088" y="1266512"/>
                        <a:ext cx="3963818" cy="93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0" y="444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218088" y="2170246"/>
          <a:ext cx="3362325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0" name="Equation" r:id="rId3" imgW="80772000" imgH="16459200" progId="Equation.DSMT4">
                  <p:embed/>
                </p:oleObj>
              </mc:Choice>
              <mc:Fallback>
                <p:oleObj name="Equation" r:id="rId3" imgW="80772000" imgH="16459200" progId="Equation.DSMT4">
                  <p:embed/>
                  <p:pic>
                    <p:nvPicPr>
                      <p:cNvPr id="0" name="图片 2764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18088" y="2170246"/>
                        <a:ext cx="3362325" cy="682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132534" y="1477089"/>
            <a:ext cx="1071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61187" y="2170246"/>
            <a:ext cx="10718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50039" y="2879358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答案：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456737" y="2932053"/>
          <a:ext cx="873643" cy="493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1" name="Equation" r:id="rId5" imgW="673100" imgH="381000" progId="Equation.DSMT4">
                  <p:embed/>
                </p:oleObj>
              </mc:Choice>
              <mc:Fallback>
                <p:oleObj name="Equation" r:id="rId5" imgW="673100" imgH="381000" progId="Equation.DSMT4">
                  <p:embed/>
                  <p:pic>
                    <p:nvPicPr>
                      <p:cNvPr id="0" name="图片 2765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56737" y="2932053"/>
                        <a:ext cx="873643" cy="49335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674295" y="2924944"/>
          <a:ext cx="2357809" cy="493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2" name="Equation" r:id="rId7" imgW="43586400" imgH="9144000" progId="Equation.DSMT4">
                  <p:embed/>
                </p:oleObj>
              </mc:Choice>
              <mc:Fallback>
                <p:oleObj name="Equation" r:id="rId7" imgW="43586400" imgH="9144000" progId="Equation.DSMT4">
                  <p:embed/>
                  <p:pic>
                    <p:nvPicPr>
                      <p:cNvPr id="0" name="图片 2765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74295" y="2924944"/>
                        <a:ext cx="2357809" cy="49335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007096" y="4115971"/>
            <a:ext cx="11607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078510" y="3673832"/>
          <a:ext cx="3827463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3" name="Equation" r:id="rId9" imgW="92049600" imgH="34137600" progId="Equation.DSMT4">
                  <p:embed/>
                </p:oleObj>
              </mc:Choice>
              <mc:Fallback>
                <p:oleObj name="Equation" r:id="rId9" imgW="92049600" imgH="34137600" progId="Equation.DSMT4">
                  <p:embed/>
                  <p:pic>
                    <p:nvPicPr>
                      <p:cNvPr id="0" name="图片 2765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78510" y="3673832"/>
                        <a:ext cx="3827463" cy="1422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822926" y="4123422"/>
            <a:ext cx="538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7254974" y="3972282"/>
          <a:ext cx="8255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4" name="Equation" r:id="rId11" imgW="19812000" imgH="19812000" progId="Equation.DSMT4">
                  <p:embed/>
                </p:oleObj>
              </mc:Choice>
              <mc:Fallback>
                <p:oleObj name="Equation" r:id="rId11" imgW="19812000" imgH="19812000" progId="Equation.DSMT4">
                  <p:embed/>
                  <p:pic>
                    <p:nvPicPr>
                      <p:cNvPr id="0" name="图片 2765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254974" y="3972282"/>
                        <a:ext cx="8255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975054" y="4123422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时，求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9199190" y="4031506"/>
          <a:ext cx="137795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5" name="Equation" r:id="rId13" imgW="32918400" imgH="16459200" progId="Equation.DSMT4">
                  <p:embed/>
                </p:oleObj>
              </mc:Choice>
              <mc:Fallback>
                <p:oleObj name="Equation" r:id="rId13" imgW="32918400" imgH="16459200" progId="Equation.DSMT4">
                  <p:embed/>
                  <p:pic>
                    <p:nvPicPr>
                      <p:cNvPr id="0" name="图片 2765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199190" y="4031506"/>
                        <a:ext cx="1377950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2184294" y="5309761"/>
            <a:ext cx="12496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答案：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3456799" y="5192167"/>
          <a:ext cx="3190875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6" name="Equation" r:id="rId15" imgW="76200000" imgH="23164800" progId="Equation.DSMT4">
                  <p:embed/>
                </p:oleObj>
              </mc:Choice>
              <mc:Fallback>
                <p:oleObj name="Equation" r:id="rId15" imgW="76200000" imgH="23164800" progId="Equation.DSMT4">
                  <p:embed/>
                  <p:pic>
                    <p:nvPicPr>
                      <p:cNvPr id="0" name="图片 2765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456799" y="5192167"/>
                        <a:ext cx="3190875" cy="9731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1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COMMONDATA" val="eyJoZGlkIjoiYTE3YTg1MGUwYzcxMDRmMDA0MjllMmFkNzVlNjE4YTEifQ=="/>
  <p:tag name="KSO_WPP_MARK_KEY" val="412a5ea3-f69e-46f6-90bc-fec039cfff8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1578</Words>
  <Application>WPS 演示</Application>
  <PresentationFormat>宽屏</PresentationFormat>
  <Paragraphs>407</Paragraphs>
  <Slides>28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258</vt:i4>
      </vt:variant>
      <vt:variant>
        <vt:lpstr>幻灯片标题</vt:lpstr>
      </vt:variant>
      <vt:variant>
        <vt:i4>28</vt:i4>
      </vt:variant>
    </vt:vector>
  </HeadingPairs>
  <TitlesOfParts>
    <vt:vector size="304" baseType="lpstr">
      <vt:lpstr>Arial</vt:lpstr>
      <vt:lpstr>宋体</vt:lpstr>
      <vt:lpstr>Wingdings</vt:lpstr>
      <vt:lpstr>Wingdings</vt:lpstr>
      <vt:lpstr>华文隶书</vt:lpstr>
      <vt:lpstr>微软雅黑</vt:lpstr>
      <vt:lpstr>黑体</vt:lpstr>
      <vt:lpstr>Times New Roman</vt:lpstr>
      <vt:lpstr>楷体_GB2312</vt:lpstr>
      <vt:lpstr>新宋体</vt:lpstr>
      <vt:lpstr>Symbol</vt:lpstr>
      <vt:lpstr>楷体</vt:lpstr>
      <vt:lpstr>Arial Unicode MS</vt:lpstr>
      <vt:lpstr>Calibri</vt:lpstr>
      <vt:lpstr>隶书</vt:lpstr>
      <vt:lpstr>Cambria Math</vt:lpstr>
      <vt:lpstr>Office 主题​​</vt:lpstr>
      <vt:lpstr>1_Office 主题​​</vt:lpstr>
      <vt:lpstr>Word.Document.8</vt:lpstr>
      <vt:lpstr>Word.Document.8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Word.Document.8</vt:lpstr>
      <vt:lpstr>Word.Document.8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Word.Document.8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PBrush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山人有鱼</cp:lastModifiedBy>
  <cp:revision>182</cp:revision>
  <dcterms:created xsi:type="dcterms:W3CDTF">2019-06-19T02:08:00Z</dcterms:created>
  <dcterms:modified xsi:type="dcterms:W3CDTF">2022-12-09T10:56:56Z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B35AFE70AF3541D8BC777FA13B9525D9</vt:lpwstr>
  </property>
</Properties>
</file>