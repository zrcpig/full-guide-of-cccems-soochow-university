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8"/>
  </p:notesMasterIdLst>
  <p:sldIdLst>
    <p:sldId id="25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8" Type="http://schemas.openxmlformats.org/officeDocument/2006/relationships/tags" Target="tags/tag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7" Type="http://schemas.openxmlformats.org/officeDocument/2006/relationships/image" Target="../media/image7.emf"/><Relationship Id="rId6" Type="http://schemas.openxmlformats.org/officeDocument/2006/relationships/image" Target="../media/image6.emf"/><Relationship Id="rId5" Type="http://schemas.openxmlformats.org/officeDocument/2006/relationships/image" Target="../media/image5.wmf"/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7.wmf"/><Relationship Id="rId8" Type="http://schemas.openxmlformats.org/officeDocument/2006/relationships/image" Target="../media/image16.wmf"/><Relationship Id="rId7" Type="http://schemas.openxmlformats.org/officeDocument/2006/relationships/image" Target="../media/image15.e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5" Type="http://schemas.openxmlformats.org/officeDocument/2006/relationships/image" Target="../media/image23.wmf"/><Relationship Id="rId14" Type="http://schemas.openxmlformats.org/officeDocument/2006/relationships/image" Target="../media/image22.wmf"/><Relationship Id="rId13" Type="http://schemas.openxmlformats.org/officeDocument/2006/relationships/image" Target="../media/image21.wmf"/><Relationship Id="rId12" Type="http://schemas.openxmlformats.org/officeDocument/2006/relationships/image" Target="../media/image20.wmf"/><Relationship Id="rId11" Type="http://schemas.openxmlformats.org/officeDocument/2006/relationships/image" Target="../media/image19.wmf"/><Relationship Id="rId10" Type="http://schemas.openxmlformats.org/officeDocument/2006/relationships/image" Target="../media/image18.wmf"/><Relationship Id="rId1" Type="http://schemas.openxmlformats.org/officeDocument/2006/relationships/image" Target="../media/image9.png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35.wmf"/><Relationship Id="rId8" Type="http://schemas.openxmlformats.org/officeDocument/2006/relationships/image" Target="../media/image34.wmf"/><Relationship Id="rId7" Type="http://schemas.openxmlformats.org/officeDocument/2006/relationships/image" Target="../media/image33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49.wmf"/><Relationship Id="rId8" Type="http://schemas.openxmlformats.org/officeDocument/2006/relationships/image" Target="../media/image48.wmf"/><Relationship Id="rId7" Type="http://schemas.openxmlformats.org/officeDocument/2006/relationships/image" Target="../media/image47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Relationship Id="rId3" Type="http://schemas.openxmlformats.org/officeDocument/2006/relationships/image" Target="../media/image43.wmf"/><Relationship Id="rId20" Type="http://schemas.openxmlformats.org/officeDocument/2006/relationships/image" Target="../media/image60.wmf"/><Relationship Id="rId2" Type="http://schemas.openxmlformats.org/officeDocument/2006/relationships/image" Target="../media/image42.wmf"/><Relationship Id="rId19" Type="http://schemas.openxmlformats.org/officeDocument/2006/relationships/image" Target="../media/image59.wmf"/><Relationship Id="rId18" Type="http://schemas.openxmlformats.org/officeDocument/2006/relationships/image" Target="../media/image58.wmf"/><Relationship Id="rId17" Type="http://schemas.openxmlformats.org/officeDocument/2006/relationships/image" Target="../media/image57.wmf"/><Relationship Id="rId16" Type="http://schemas.openxmlformats.org/officeDocument/2006/relationships/image" Target="../media/image56.wmf"/><Relationship Id="rId15" Type="http://schemas.openxmlformats.org/officeDocument/2006/relationships/image" Target="../media/image55.wmf"/><Relationship Id="rId14" Type="http://schemas.openxmlformats.org/officeDocument/2006/relationships/image" Target="../media/image54.wmf"/><Relationship Id="rId13" Type="http://schemas.openxmlformats.org/officeDocument/2006/relationships/image" Target="../media/image53.wmf"/><Relationship Id="rId12" Type="http://schemas.openxmlformats.org/officeDocument/2006/relationships/image" Target="../media/image52.wmf"/><Relationship Id="rId11" Type="http://schemas.openxmlformats.org/officeDocument/2006/relationships/image" Target="../media/image51.wmf"/><Relationship Id="rId10" Type="http://schemas.openxmlformats.org/officeDocument/2006/relationships/image" Target="../media/image50.wmf"/><Relationship Id="rId1" Type="http://schemas.openxmlformats.org/officeDocument/2006/relationships/image" Target="../media/image41.wmf"/></Relationships>
</file>

<file path=ppt/drawings/_rels/vmlDrawing9.vml.rels><?xml version="1.0" encoding="UTF-8" standalone="yes"?>
<Relationships xmlns="http://schemas.openxmlformats.org/package/2006/relationships"><Relationship Id="rId6" Type="http://schemas.openxmlformats.org/officeDocument/2006/relationships/image" Target="../media/image66.emf"/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7" Type="http://schemas.openxmlformats.org/officeDocument/2006/relationships/image" Target="../media/image73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4" Type="http://schemas.openxmlformats.org/officeDocument/2006/relationships/image" Target="../media/image70.wmf"/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84.emf"/><Relationship Id="rId8" Type="http://schemas.openxmlformats.org/officeDocument/2006/relationships/image" Target="../media/image83.emf"/><Relationship Id="rId7" Type="http://schemas.openxmlformats.org/officeDocument/2006/relationships/image" Target="../media/image82.emf"/><Relationship Id="rId6" Type="http://schemas.openxmlformats.org/officeDocument/2006/relationships/image" Target="../media/image81.wmf"/><Relationship Id="rId5" Type="http://schemas.openxmlformats.org/officeDocument/2006/relationships/image" Target="../media/image80.wmf"/><Relationship Id="rId4" Type="http://schemas.openxmlformats.org/officeDocument/2006/relationships/image" Target="../media/image79.wmf"/><Relationship Id="rId3" Type="http://schemas.openxmlformats.org/officeDocument/2006/relationships/image" Target="../media/image78.wmf"/><Relationship Id="rId2" Type="http://schemas.openxmlformats.org/officeDocument/2006/relationships/image" Target="../media/image77.wmf"/><Relationship Id="rId13" Type="http://schemas.openxmlformats.org/officeDocument/2006/relationships/image" Target="../media/image88.wmf"/><Relationship Id="rId12" Type="http://schemas.openxmlformats.org/officeDocument/2006/relationships/image" Target="../media/image87.wmf"/><Relationship Id="rId11" Type="http://schemas.openxmlformats.org/officeDocument/2006/relationships/image" Target="../media/image86.emf"/><Relationship Id="rId10" Type="http://schemas.openxmlformats.org/officeDocument/2006/relationships/image" Target="../media/image85.emf"/><Relationship Id="rId1" Type="http://schemas.openxmlformats.org/officeDocument/2006/relationships/image" Target="../media/image76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97.wmf"/><Relationship Id="rId8" Type="http://schemas.openxmlformats.org/officeDocument/2006/relationships/image" Target="../media/image96.wmf"/><Relationship Id="rId7" Type="http://schemas.openxmlformats.org/officeDocument/2006/relationships/image" Target="../media/image95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9" Type="http://schemas.openxmlformats.org/officeDocument/2006/relationships/image" Target="../media/image107.emf"/><Relationship Id="rId18" Type="http://schemas.openxmlformats.org/officeDocument/2006/relationships/image" Target="../media/image106.wmf"/><Relationship Id="rId17" Type="http://schemas.openxmlformats.org/officeDocument/2006/relationships/image" Target="../media/image105.wmf"/><Relationship Id="rId16" Type="http://schemas.openxmlformats.org/officeDocument/2006/relationships/image" Target="../media/image104.wmf"/><Relationship Id="rId15" Type="http://schemas.openxmlformats.org/officeDocument/2006/relationships/image" Target="../media/image103.wmf"/><Relationship Id="rId14" Type="http://schemas.openxmlformats.org/officeDocument/2006/relationships/image" Target="../media/image102.wmf"/><Relationship Id="rId13" Type="http://schemas.openxmlformats.org/officeDocument/2006/relationships/image" Target="../media/image101.wmf"/><Relationship Id="rId12" Type="http://schemas.openxmlformats.org/officeDocument/2006/relationships/image" Target="../media/image100.wmf"/><Relationship Id="rId11" Type="http://schemas.openxmlformats.org/officeDocument/2006/relationships/image" Target="../media/image99.wmf"/><Relationship Id="rId10" Type="http://schemas.openxmlformats.org/officeDocument/2006/relationships/image" Target="../media/image98.wmf"/><Relationship Id="rId1" Type="http://schemas.openxmlformats.org/officeDocument/2006/relationships/image" Target="../media/image89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wmf"/><Relationship Id="rId8" Type="http://schemas.openxmlformats.org/officeDocument/2006/relationships/image" Target="../media/image115.wmf"/><Relationship Id="rId7" Type="http://schemas.openxmlformats.org/officeDocument/2006/relationships/image" Target="../media/image114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6" Type="http://schemas.openxmlformats.org/officeDocument/2006/relationships/image" Target="../media/image123.wmf"/><Relationship Id="rId15" Type="http://schemas.openxmlformats.org/officeDocument/2006/relationships/image" Target="../media/image122.wmf"/><Relationship Id="rId14" Type="http://schemas.openxmlformats.org/officeDocument/2006/relationships/image" Target="../media/image121.wmf"/><Relationship Id="rId13" Type="http://schemas.openxmlformats.org/officeDocument/2006/relationships/image" Target="../media/image120.wmf"/><Relationship Id="rId12" Type="http://schemas.openxmlformats.org/officeDocument/2006/relationships/image" Target="../media/image119.wmf"/><Relationship Id="rId11" Type="http://schemas.openxmlformats.org/officeDocument/2006/relationships/image" Target="../media/image118.wmf"/><Relationship Id="rId10" Type="http://schemas.openxmlformats.org/officeDocument/2006/relationships/image" Target="../media/image117.wmf"/><Relationship Id="rId1" Type="http://schemas.openxmlformats.org/officeDocument/2006/relationships/image" Target="../media/image10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7" Type="http://schemas.openxmlformats.org/officeDocument/2006/relationships/image" Target="../media/image133.wmf"/><Relationship Id="rId6" Type="http://schemas.openxmlformats.org/officeDocument/2006/relationships/image" Target="../media/image132.wmf"/><Relationship Id="rId5" Type="http://schemas.openxmlformats.org/officeDocument/2006/relationships/image" Target="../media/image131.wmf"/><Relationship Id="rId4" Type="http://schemas.openxmlformats.org/officeDocument/2006/relationships/image" Target="../media/image130.wmf"/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3.wmf"/><Relationship Id="rId8" Type="http://schemas.openxmlformats.org/officeDocument/2006/relationships/image" Target="../media/image142.wmf"/><Relationship Id="rId7" Type="http://schemas.openxmlformats.org/officeDocument/2006/relationships/image" Target="../media/image141.wmf"/><Relationship Id="rId6" Type="http://schemas.openxmlformats.org/officeDocument/2006/relationships/image" Target="../media/image140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4" Type="http://schemas.openxmlformats.org/officeDocument/2006/relationships/image" Target="../media/image148.wmf"/><Relationship Id="rId13" Type="http://schemas.openxmlformats.org/officeDocument/2006/relationships/image" Target="../media/image147.wmf"/><Relationship Id="rId12" Type="http://schemas.openxmlformats.org/officeDocument/2006/relationships/image" Target="../media/image146.wmf"/><Relationship Id="rId11" Type="http://schemas.openxmlformats.org/officeDocument/2006/relationships/image" Target="../media/image145.wmf"/><Relationship Id="rId10" Type="http://schemas.openxmlformats.org/officeDocument/2006/relationships/image" Target="../media/image144.wmf"/><Relationship Id="rId1" Type="http://schemas.openxmlformats.org/officeDocument/2006/relationships/image" Target="../media/image135.wmf"/></Relationships>
</file>

<file path=ppt/drawings/_rels/vmlDrawing17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7.wmf"/><Relationship Id="rId8" Type="http://schemas.openxmlformats.org/officeDocument/2006/relationships/image" Target="../media/image156.wmf"/><Relationship Id="rId7" Type="http://schemas.openxmlformats.org/officeDocument/2006/relationships/image" Target="../media/image155.wmf"/><Relationship Id="rId6" Type="http://schemas.openxmlformats.org/officeDocument/2006/relationships/image" Target="../media/image154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2" Type="http://schemas.openxmlformats.org/officeDocument/2006/relationships/image" Target="../media/image160.wmf"/><Relationship Id="rId11" Type="http://schemas.openxmlformats.org/officeDocument/2006/relationships/image" Target="../media/image159.wmf"/><Relationship Id="rId10" Type="http://schemas.openxmlformats.org/officeDocument/2006/relationships/image" Target="../media/image158.wmf"/><Relationship Id="rId1" Type="http://schemas.openxmlformats.org/officeDocument/2006/relationships/image" Target="../media/image149.wmf"/></Relationships>
</file>

<file path=ppt/drawings/_rels/vmlDrawing1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69.wmf"/><Relationship Id="rId8" Type="http://schemas.openxmlformats.org/officeDocument/2006/relationships/image" Target="../media/image168.wmf"/><Relationship Id="rId7" Type="http://schemas.openxmlformats.org/officeDocument/2006/relationships/image" Target="../media/image167.wmf"/><Relationship Id="rId6" Type="http://schemas.openxmlformats.org/officeDocument/2006/relationships/image" Target="../media/image166.wmf"/><Relationship Id="rId5" Type="http://schemas.openxmlformats.org/officeDocument/2006/relationships/image" Target="../media/image165.wmf"/><Relationship Id="rId4" Type="http://schemas.openxmlformats.org/officeDocument/2006/relationships/image" Target="../media/image164.wmf"/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1" Type="http://schemas.openxmlformats.org/officeDocument/2006/relationships/image" Target="../media/image171.wmf"/><Relationship Id="rId10" Type="http://schemas.openxmlformats.org/officeDocument/2006/relationships/image" Target="../media/image170.wmf"/><Relationship Id="rId1" Type="http://schemas.openxmlformats.org/officeDocument/2006/relationships/image" Target="../media/image161.wmf"/></Relationships>
</file>

<file path=ppt/drawings/_rels/vmlDrawing1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80.wmf"/><Relationship Id="rId8" Type="http://schemas.openxmlformats.org/officeDocument/2006/relationships/image" Target="../media/image179.wmf"/><Relationship Id="rId7" Type="http://schemas.openxmlformats.org/officeDocument/2006/relationships/image" Target="../media/image178.wmf"/><Relationship Id="rId6" Type="http://schemas.openxmlformats.org/officeDocument/2006/relationships/image" Target="../media/image177.wmf"/><Relationship Id="rId5" Type="http://schemas.openxmlformats.org/officeDocument/2006/relationships/image" Target="../media/image176.wmf"/><Relationship Id="rId4" Type="http://schemas.openxmlformats.org/officeDocument/2006/relationships/image" Target="../media/image175.wmf"/><Relationship Id="rId3" Type="http://schemas.openxmlformats.org/officeDocument/2006/relationships/image" Target="../media/image174.wmf"/><Relationship Id="rId2" Type="http://schemas.openxmlformats.org/officeDocument/2006/relationships/image" Target="../media/image173.wmf"/><Relationship Id="rId11" Type="http://schemas.openxmlformats.org/officeDocument/2006/relationships/image" Target="../media/image182.wmf"/><Relationship Id="rId10" Type="http://schemas.openxmlformats.org/officeDocument/2006/relationships/image" Target="../media/image181.wmf"/><Relationship Id="rId1" Type="http://schemas.openxmlformats.org/officeDocument/2006/relationships/image" Target="../media/image172.wmf"/></Relationships>
</file>

<file path=ppt/drawings/_rels/vmlDrawing20.vml.rels><?xml version="1.0" encoding="UTF-8" standalone="yes"?>
<Relationships xmlns="http://schemas.openxmlformats.org/package/2006/relationships"><Relationship Id="rId5" Type="http://schemas.openxmlformats.org/officeDocument/2006/relationships/image" Target="../media/image187.wmf"/><Relationship Id="rId4" Type="http://schemas.openxmlformats.org/officeDocument/2006/relationships/image" Target="../media/image186.wmf"/><Relationship Id="rId3" Type="http://schemas.openxmlformats.org/officeDocument/2006/relationships/image" Target="../media/image185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/Relationships>
</file>

<file path=ppt/drawings/_rels/vmlDrawing2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96.wmf"/><Relationship Id="rId8" Type="http://schemas.openxmlformats.org/officeDocument/2006/relationships/image" Target="../media/image195.wmf"/><Relationship Id="rId7" Type="http://schemas.openxmlformats.org/officeDocument/2006/relationships/image" Target="../media/image194.wmf"/><Relationship Id="rId6" Type="http://schemas.openxmlformats.org/officeDocument/2006/relationships/image" Target="../media/image193.wmf"/><Relationship Id="rId5" Type="http://schemas.openxmlformats.org/officeDocument/2006/relationships/image" Target="../media/image192.wmf"/><Relationship Id="rId4" Type="http://schemas.openxmlformats.org/officeDocument/2006/relationships/image" Target="../media/image191.wmf"/><Relationship Id="rId3" Type="http://schemas.openxmlformats.org/officeDocument/2006/relationships/image" Target="../media/image190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/Relationships>
</file>

<file path=ppt/drawings/_rels/vmlDrawing2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05.wmf"/><Relationship Id="rId8" Type="http://schemas.openxmlformats.org/officeDocument/2006/relationships/image" Target="../media/image204.wmf"/><Relationship Id="rId7" Type="http://schemas.openxmlformats.org/officeDocument/2006/relationships/image" Target="../media/image203.wmf"/><Relationship Id="rId6" Type="http://schemas.openxmlformats.org/officeDocument/2006/relationships/image" Target="../media/image202.wmf"/><Relationship Id="rId5" Type="http://schemas.openxmlformats.org/officeDocument/2006/relationships/image" Target="../media/image201.wmf"/><Relationship Id="rId4" Type="http://schemas.openxmlformats.org/officeDocument/2006/relationships/image" Target="../media/image200.wmf"/><Relationship Id="rId3" Type="http://schemas.openxmlformats.org/officeDocument/2006/relationships/image" Target="../media/image199.wmf"/><Relationship Id="rId2" Type="http://schemas.openxmlformats.org/officeDocument/2006/relationships/image" Target="../media/image198.wmf"/><Relationship Id="rId11" Type="http://schemas.openxmlformats.org/officeDocument/2006/relationships/image" Target="../media/image207.wmf"/><Relationship Id="rId10" Type="http://schemas.openxmlformats.org/officeDocument/2006/relationships/image" Target="../media/image206.wmf"/><Relationship Id="rId1" Type="http://schemas.openxmlformats.org/officeDocument/2006/relationships/image" Target="../media/image197.wmf"/></Relationships>
</file>

<file path=ppt/drawings/_rels/vmlDrawing23.vml.rels><?xml version="1.0" encoding="UTF-8" standalone="yes"?>
<Relationships xmlns="http://schemas.openxmlformats.org/package/2006/relationships"><Relationship Id="rId9" Type="http://schemas.openxmlformats.org/officeDocument/2006/relationships/image" Target="../media/image211.emf"/><Relationship Id="rId8" Type="http://schemas.openxmlformats.org/officeDocument/2006/relationships/image" Target="../media/image210.e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Relationship Id="rId3" Type="http://schemas.openxmlformats.org/officeDocument/2006/relationships/image" Target="../media/image12.wmf"/><Relationship Id="rId2" Type="http://schemas.openxmlformats.org/officeDocument/2006/relationships/image" Target="../media/image209.png"/><Relationship Id="rId15" Type="http://schemas.openxmlformats.org/officeDocument/2006/relationships/image" Target="../media/image217.wmf"/><Relationship Id="rId14" Type="http://schemas.openxmlformats.org/officeDocument/2006/relationships/image" Target="../media/image216.wmf"/><Relationship Id="rId13" Type="http://schemas.openxmlformats.org/officeDocument/2006/relationships/image" Target="../media/image215.wmf"/><Relationship Id="rId12" Type="http://schemas.openxmlformats.org/officeDocument/2006/relationships/image" Target="../media/image214.wmf"/><Relationship Id="rId11" Type="http://schemas.openxmlformats.org/officeDocument/2006/relationships/image" Target="../media/image213.wmf"/><Relationship Id="rId10" Type="http://schemas.openxmlformats.org/officeDocument/2006/relationships/image" Target="../media/image212.wmf"/><Relationship Id="rId1" Type="http://schemas.openxmlformats.org/officeDocument/2006/relationships/image" Target="../media/image208.emf"/></Relationships>
</file>

<file path=ppt/drawings/_rels/vmlDrawing2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26.wmf"/><Relationship Id="rId8" Type="http://schemas.openxmlformats.org/officeDocument/2006/relationships/image" Target="../media/image225.wmf"/><Relationship Id="rId7" Type="http://schemas.openxmlformats.org/officeDocument/2006/relationships/image" Target="../media/image224.wmf"/><Relationship Id="rId6" Type="http://schemas.openxmlformats.org/officeDocument/2006/relationships/image" Target="../media/image223.wmf"/><Relationship Id="rId5" Type="http://schemas.openxmlformats.org/officeDocument/2006/relationships/image" Target="../media/image222.wmf"/><Relationship Id="rId4" Type="http://schemas.openxmlformats.org/officeDocument/2006/relationships/image" Target="../media/image221.wmf"/><Relationship Id="rId3" Type="http://schemas.openxmlformats.org/officeDocument/2006/relationships/image" Target="../media/image220.wmf"/><Relationship Id="rId2" Type="http://schemas.openxmlformats.org/officeDocument/2006/relationships/image" Target="../media/image219.wmf"/><Relationship Id="rId15" Type="http://schemas.openxmlformats.org/officeDocument/2006/relationships/image" Target="../media/image232.wmf"/><Relationship Id="rId14" Type="http://schemas.openxmlformats.org/officeDocument/2006/relationships/image" Target="../media/image231.wmf"/><Relationship Id="rId13" Type="http://schemas.openxmlformats.org/officeDocument/2006/relationships/image" Target="../media/image230.wmf"/><Relationship Id="rId12" Type="http://schemas.openxmlformats.org/officeDocument/2006/relationships/image" Target="../media/image229.wmf"/><Relationship Id="rId11" Type="http://schemas.openxmlformats.org/officeDocument/2006/relationships/image" Target="../media/image228.wmf"/><Relationship Id="rId10" Type="http://schemas.openxmlformats.org/officeDocument/2006/relationships/image" Target="../media/image227.wmf"/><Relationship Id="rId1" Type="http://schemas.openxmlformats.org/officeDocument/2006/relationships/image" Target="../media/image218.wmf"/></Relationships>
</file>

<file path=ppt/drawings/_rels/vmlDrawing25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1.emf"/><Relationship Id="rId8" Type="http://schemas.openxmlformats.org/officeDocument/2006/relationships/image" Target="../media/image240.emf"/><Relationship Id="rId7" Type="http://schemas.openxmlformats.org/officeDocument/2006/relationships/image" Target="../media/image239.emf"/><Relationship Id="rId6" Type="http://schemas.openxmlformats.org/officeDocument/2006/relationships/image" Target="../media/image238.emf"/><Relationship Id="rId5" Type="http://schemas.openxmlformats.org/officeDocument/2006/relationships/image" Target="../media/image237.emf"/><Relationship Id="rId4" Type="http://schemas.openxmlformats.org/officeDocument/2006/relationships/image" Target="../media/image236.wmf"/><Relationship Id="rId3" Type="http://schemas.openxmlformats.org/officeDocument/2006/relationships/image" Target="../media/image235.emf"/><Relationship Id="rId2" Type="http://schemas.openxmlformats.org/officeDocument/2006/relationships/image" Target="../media/image234.emf"/><Relationship Id="rId17" Type="http://schemas.openxmlformats.org/officeDocument/2006/relationships/image" Target="../media/image249.wmf"/><Relationship Id="rId16" Type="http://schemas.openxmlformats.org/officeDocument/2006/relationships/image" Target="../media/image248.wmf"/><Relationship Id="rId15" Type="http://schemas.openxmlformats.org/officeDocument/2006/relationships/image" Target="../media/image247.wmf"/><Relationship Id="rId14" Type="http://schemas.openxmlformats.org/officeDocument/2006/relationships/image" Target="../media/image246.emf"/><Relationship Id="rId13" Type="http://schemas.openxmlformats.org/officeDocument/2006/relationships/image" Target="../media/image245.emf"/><Relationship Id="rId12" Type="http://schemas.openxmlformats.org/officeDocument/2006/relationships/image" Target="../media/image244.wmf"/><Relationship Id="rId11" Type="http://schemas.openxmlformats.org/officeDocument/2006/relationships/image" Target="../media/image243.wmf"/><Relationship Id="rId10" Type="http://schemas.openxmlformats.org/officeDocument/2006/relationships/image" Target="../media/image242.emf"/><Relationship Id="rId1" Type="http://schemas.openxmlformats.org/officeDocument/2006/relationships/image" Target="../media/image233.wmf"/></Relationships>
</file>

<file path=ppt/drawings/_rels/vmlDrawing26.vml.rels><?xml version="1.0" encoding="UTF-8" standalone="yes"?>
<Relationships xmlns="http://schemas.openxmlformats.org/package/2006/relationships"><Relationship Id="rId7" Type="http://schemas.openxmlformats.org/officeDocument/2006/relationships/image" Target="../media/image256.wmf"/><Relationship Id="rId6" Type="http://schemas.openxmlformats.org/officeDocument/2006/relationships/image" Target="../media/image255.wmf"/><Relationship Id="rId5" Type="http://schemas.openxmlformats.org/officeDocument/2006/relationships/image" Target="../media/image254.wmf"/><Relationship Id="rId4" Type="http://schemas.openxmlformats.org/officeDocument/2006/relationships/image" Target="../media/image253.wmf"/><Relationship Id="rId3" Type="http://schemas.openxmlformats.org/officeDocument/2006/relationships/image" Target="../media/image252.wmf"/><Relationship Id="rId2" Type="http://schemas.openxmlformats.org/officeDocument/2006/relationships/image" Target="../media/image251.wmf"/><Relationship Id="rId1" Type="http://schemas.openxmlformats.org/officeDocument/2006/relationships/image" Target="../media/image250.wmf"/></Relationships>
</file>

<file path=ppt/drawings/_rels/vmlDrawing27.vml.rels><?xml version="1.0" encoding="UTF-8" standalone="yes"?>
<Relationships xmlns="http://schemas.openxmlformats.org/package/2006/relationships"><Relationship Id="rId9" Type="http://schemas.openxmlformats.org/officeDocument/2006/relationships/image" Target="../media/image265.wmf"/><Relationship Id="rId8" Type="http://schemas.openxmlformats.org/officeDocument/2006/relationships/image" Target="../media/image264.wmf"/><Relationship Id="rId7" Type="http://schemas.openxmlformats.org/officeDocument/2006/relationships/image" Target="../media/image263.wmf"/><Relationship Id="rId6" Type="http://schemas.openxmlformats.org/officeDocument/2006/relationships/image" Target="../media/image262.wmf"/><Relationship Id="rId5" Type="http://schemas.openxmlformats.org/officeDocument/2006/relationships/image" Target="../media/image261.wmf"/><Relationship Id="rId4" Type="http://schemas.openxmlformats.org/officeDocument/2006/relationships/image" Target="../media/image260.wmf"/><Relationship Id="rId3" Type="http://schemas.openxmlformats.org/officeDocument/2006/relationships/image" Target="../media/image259.wmf"/><Relationship Id="rId2" Type="http://schemas.openxmlformats.org/officeDocument/2006/relationships/image" Target="../media/image258.wmf"/><Relationship Id="rId1" Type="http://schemas.openxmlformats.org/officeDocument/2006/relationships/image" Target="../media/image257.wmf"/></Relationships>
</file>

<file path=ppt/drawings/_rels/vmlDrawing28.vml.rels><?xml version="1.0" encoding="UTF-8" standalone="yes"?>
<Relationships xmlns="http://schemas.openxmlformats.org/package/2006/relationships"><Relationship Id="rId9" Type="http://schemas.openxmlformats.org/officeDocument/2006/relationships/image" Target="../media/image274.wmf"/><Relationship Id="rId8" Type="http://schemas.openxmlformats.org/officeDocument/2006/relationships/image" Target="../media/image273.wmf"/><Relationship Id="rId7" Type="http://schemas.openxmlformats.org/officeDocument/2006/relationships/image" Target="../media/image272.wmf"/><Relationship Id="rId6" Type="http://schemas.openxmlformats.org/officeDocument/2006/relationships/image" Target="../media/image271.wmf"/><Relationship Id="rId5" Type="http://schemas.openxmlformats.org/officeDocument/2006/relationships/image" Target="../media/image270.wmf"/><Relationship Id="rId4" Type="http://schemas.openxmlformats.org/officeDocument/2006/relationships/image" Target="../media/image269.wmf"/><Relationship Id="rId3" Type="http://schemas.openxmlformats.org/officeDocument/2006/relationships/image" Target="../media/image268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/Relationships>
</file>

<file path=ppt/drawings/_rels/vmlDrawing29.vml.rels><?xml version="1.0" encoding="UTF-8" standalone="yes"?>
<Relationships xmlns="http://schemas.openxmlformats.org/package/2006/relationships"><Relationship Id="rId5" Type="http://schemas.openxmlformats.org/officeDocument/2006/relationships/image" Target="../media/image279.wmf"/><Relationship Id="rId4" Type="http://schemas.openxmlformats.org/officeDocument/2006/relationships/image" Target="../media/image278.wmf"/><Relationship Id="rId3" Type="http://schemas.openxmlformats.org/officeDocument/2006/relationships/image" Target="../media/image277.wmf"/><Relationship Id="rId2" Type="http://schemas.openxmlformats.org/officeDocument/2006/relationships/image" Target="../media/image276.wmf"/><Relationship Id="rId1" Type="http://schemas.openxmlformats.org/officeDocument/2006/relationships/image" Target="../media/image27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slide" Target="slide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png"/><Relationship Id="rId17" Type="http://schemas.openxmlformats.org/officeDocument/2006/relationships/vmlDrawing" Target="../drawings/vmlDrawing1.vml"/><Relationship Id="rId16" Type="http://schemas.openxmlformats.org/officeDocument/2006/relationships/slideLayout" Target="../slideLayouts/slideLayout18.xml"/><Relationship Id="rId15" Type="http://schemas.openxmlformats.org/officeDocument/2006/relationships/slide" Target="slide1.xml"/><Relationship Id="rId14" Type="http://schemas.openxmlformats.org/officeDocument/2006/relationships/image" Target="../media/image7.e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6.e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8.xml"/><Relationship Id="rId3" Type="http://schemas.openxmlformats.org/officeDocument/2006/relationships/oleObject" Target="../embeddings/oleObject9.bin"/><Relationship Id="rId2" Type="http://schemas.openxmlformats.org/officeDocument/2006/relationships/image" Target="../media/image8.png"/><Relationship Id="rId1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0.wmf"/><Relationship Id="rId32" Type="http://schemas.openxmlformats.org/officeDocument/2006/relationships/vmlDrawing" Target="../drawings/vmlDrawing3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23.wmf"/><Relationship Id="rId3" Type="http://schemas.openxmlformats.org/officeDocument/2006/relationships/oleObject" Target="../embeddings/oleObject11.bin"/><Relationship Id="rId29" Type="http://schemas.openxmlformats.org/officeDocument/2006/relationships/oleObject" Target="../embeddings/oleObject24.bin"/><Relationship Id="rId28" Type="http://schemas.openxmlformats.org/officeDocument/2006/relationships/image" Target="../media/image22.wmf"/><Relationship Id="rId27" Type="http://schemas.openxmlformats.org/officeDocument/2006/relationships/oleObject" Target="../embeddings/oleObject23.bin"/><Relationship Id="rId26" Type="http://schemas.openxmlformats.org/officeDocument/2006/relationships/image" Target="../media/image21.wmf"/><Relationship Id="rId25" Type="http://schemas.openxmlformats.org/officeDocument/2006/relationships/oleObject" Target="../embeddings/oleObject22.bin"/><Relationship Id="rId24" Type="http://schemas.openxmlformats.org/officeDocument/2006/relationships/image" Target="../media/image20.wmf"/><Relationship Id="rId23" Type="http://schemas.openxmlformats.org/officeDocument/2006/relationships/oleObject" Target="../embeddings/oleObject21.bin"/><Relationship Id="rId22" Type="http://schemas.openxmlformats.org/officeDocument/2006/relationships/image" Target="../media/image19.wmf"/><Relationship Id="rId21" Type="http://schemas.openxmlformats.org/officeDocument/2006/relationships/oleObject" Target="../embeddings/oleObject20.bin"/><Relationship Id="rId20" Type="http://schemas.openxmlformats.org/officeDocument/2006/relationships/image" Target="../media/image18.wmf"/><Relationship Id="rId2" Type="http://schemas.openxmlformats.org/officeDocument/2006/relationships/image" Target="../media/image9.png"/><Relationship Id="rId19" Type="http://schemas.openxmlformats.org/officeDocument/2006/relationships/oleObject" Target="../embeddings/oleObject19.bin"/><Relationship Id="rId18" Type="http://schemas.openxmlformats.org/officeDocument/2006/relationships/image" Target="../media/image17.wmf"/><Relationship Id="rId17" Type="http://schemas.openxmlformats.org/officeDocument/2006/relationships/oleObject" Target="../embeddings/oleObject18.bin"/><Relationship Id="rId16" Type="http://schemas.openxmlformats.org/officeDocument/2006/relationships/image" Target="../media/image16.wmf"/><Relationship Id="rId15" Type="http://schemas.openxmlformats.org/officeDocument/2006/relationships/oleObject" Target="../embeddings/oleObject17.bin"/><Relationship Id="rId14" Type="http://schemas.openxmlformats.org/officeDocument/2006/relationships/image" Target="../media/image15.emf"/><Relationship Id="rId13" Type="http://schemas.openxmlformats.org/officeDocument/2006/relationships/oleObject" Target="../embeddings/oleObject16.bin"/><Relationship Id="rId12" Type="http://schemas.openxmlformats.org/officeDocument/2006/relationships/image" Target="../media/image14.wmf"/><Relationship Id="rId11" Type="http://schemas.openxmlformats.org/officeDocument/2006/relationships/oleObject" Target="../embeddings/oleObject15.bin"/><Relationship Id="rId10" Type="http://schemas.openxmlformats.org/officeDocument/2006/relationships/image" Target="../media/image13.wmf"/><Relationship Id="rId1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24.wmf"/><Relationship Id="rId1" Type="http://schemas.openxmlformats.org/officeDocument/2006/relationships/oleObject" Target="../embeddings/oleObject25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30.w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29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29.bin"/><Relationship Id="rId20" Type="http://schemas.openxmlformats.org/officeDocument/2006/relationships/vmlDrawing" Target="../drawings/vmlDrawing5.vml"/><Relationship Id="rId2" Type="http://schemas.openxmlformats.org/officeDocument/2006/relationships/image" Target="../media/image27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35.wmf"/><Relationship Id="rId17" Type="http://schemas.openxmlformats.org/officeDocument/2006/relationships/oleObject" Target="../embeddings/oleObject36.bin"/><Relationship Id="rId16" Type="http://schemas.openxmlformats.org/officeDocument/2006/relationships/image" Target="../media/image34.wmf"/><Relationship Id="rId15" Type="http://schemas.openxmlformats.org/officeDocument/2006/relationships/oleObject" Target="../embeddings/oleObject35.bin"/><Relationship Id="rId14" Type="http://schemas.openxmlformats.org/officeDocument/2006/relationships/image" Target="../media/image33.wmf"/><Relationship Id="rId13" Type="http://schemas.openxmlformats.org/officeDocument/2006/relationships/oleObject" Target="../embeddings/oleObject34.bin"/><Relationship Id="rId12" Type="http://schemas.openxmlformats.org/officeDocument/2006/relationships/image" Target="../media/image32.wmf"/><Relationship Id="rId11" Type="http://schemas.openxmlformats.org/officeDocument/2006/relationships/oleObject" Target="../embeddings/oleObject33.bin"/><Relationship Id="rId10" Type="http://schemas.openxmlformats.org/officeDocument/2006/relationships/image" Target="../media/image31.wmf"/><Relationship Id="rId1" Type="http://schemas.openxmlformats.org/officeDocument/2006/relationships/oleObject" Target="../embeddings/oleObject2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37.wmf"/><Relationship Id="rId3" Type="http://schemas.openxmlformats.org/officeDocument/2006/relationships/oleObject" Target="../embeddings/oleObject38.bin"/><Relationship Id="rId2" Type="http://schemas.openxmlformats.org/officeDocument/2006/relationships/image" Target="../media/image36.wmf"/><Relationship Id="rId1" Type="http://schemas.openxmlformats.org/officeDocument/2006/relationships/oleObject" Target="../embeddings/oleObject37.bin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40.wmf"/><Relationship Id="rId3" Type="http://schemas.openxmlformats.org/officeDocument/2006/relationships/oleObject" Target="../embeddings/oleObject41.bin"/><Relationship Id="rId2" Type="http://schemas.openxmlformats.org/officeDocument/2006/relationships/image" Target="../media/image39.wmf"/><Relationship Id="rId1" Type="http://schemas.openxmlformats.org/officeDocument/2006/relationships/oleObject" Target="../embeddings/oleObject40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6.bin"/><Relationship Id="rId8" Type="http://schemas.openxmlformats.org/officeDocument/2006/relationships/image" Target="../media/image44.wmf"/><Relationship Id="rId7" Type="http://schemas.openxmlformats.org/officeDocument/2006/relationships/oleObject" Target="../embeddings/oleObject45.bin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4.bin"/><Relationship Id="rId42" Type="http://schemas.openxmlformats.org/officeDocument/2006/relationships/vmlDrawing" Target="../drawings/vmlDrawing8.vml"/><Relationship Id="rId41" Type="http://schemas.openxmlformats.org/officeDocument/2006/relationships/slideLayout" Target="../slideLayouts/slideLayout18.xml"/><Relationship Id="rId40" Type="http://schemas.openxmlformats.org/officeDocument/2006/relationships/image" Target="../media/image60.wmf"/><Relationship Id="rId4" Type="http://schemas.openxmlformats.org/officeDocument/2006/relationships/image" Target="../media/image42.wmf"/><Relationship Id="rId39" Type="http://schemas.openxmlformats.org/officeDocument/2006/relationships/oleObject" Target="../embeddings/oleObject61.bin"/><Relationship Id="rId38" Type="http://schemas.openxmlformats.org/officeDocument/2006/relationships/image" Target="../media/image59.wmf"/><Relationship Id="rId37" Type="http://schemas.openxmlformats.org/officeDocument/2006/relationships/oleObject" Target="../embeddings/oleObject60.bin"/><Relationship Id="rId36" Type="http://schemas.openxmlformats.org/officeDocument/2006/relationships/image" Target="../media/image58.wmf"/><Relationship Id="rId35" Type="http://schemas.openxmlformats.org/officeDocument/2006/relationships/oleObject" Target="../embeddings/oleObject59.bin"/><Relationship Id="rId34" Type="http://schemas.openxmlformats.org/officeDocument/2006/relationships/image" Target="../media/image57.wmf"/><Relationship Id="rId33" Type="http://schemas.openxmlformats.org/officeDocument/2006/relationships/oleObject" Target="../embeddings/oleObject58.bin"/><Relationship Id="rId32" Type="http://schemas.openxmlformats.org/officeDocument/2006/relationships/image" Target="../media/image56.wmf"/><Relationship Id="rId31" Type="http://schemas.openxmlformats.org/officeDocument/2006/relationships/oleObject" Target="../embeddings/oleObject57.bin"/><Relationship Id="rId30" Type="http://schemas.openxmlformats.org/officeDocument/2006/relationships/image" Target="../media/image55.wmf"/><Relationship Id="rId3" Type="http://schemas.openxmlformats.org/officeDocument/2006/relationships/oleObject" Target="../embeddings/oleObject43.bin"/><Relationship Id="rId29" Type="http://schemas.openxmlformats.org/officeDocument/2006/relationships/oleObject" Target="../embeddings/oleObject56.bin"/><Relationship Id="rId28" Type="http://schemas.openxmlformats.org/officeDocument/2006/relationships/image" Target="../media/image54.wmf"/><Relationship Id="rId27" Type="http://schemas.openxmlformats.org/officeDocument/2006/relationships/oleObject" Target="../embeddings/oleObject55.bin"/><Relationship Id="rId26" Type="http://schemas.openxmlformats.org/officeDocument/2006/relationships/image" Target="../media/image53.wmf"/><Relationship Id="rId25" Type="http://schemas.openxmlformats.org/officeDocument/2006/relationships/oleObject" Target="../embeddings/oleObject54.bin"/><Relationship Id="rId24" Type="http://schemas.openxmlformats.org/officeDocument/2006/relationships/image" Target="../media/image52.wmf"/><Relationship Id="rId23" Type="http://schemas.openxmlformats.org/officeDocument/2006/relationships/oleObject" Target="../embeddings/oleObject53.bin"/><Relationship Id="rId22" Type="http://schemas.openxmlformats.org/officeDocument/2006/relationships/image" Target="../media/image51.wmf"/><Relationship Id="rId21" Type="http://schemas.openxmlformats.org/officeDocument/2006/relationships/oleObject" Target="../embeddings/oleObject52.bin"/><Relationship Id="rId20" Type="http://schemas.openxmlformats.org/officeDocument/2006/relationships/image" Target="../media/image50.wmf"/><Relationship Id="rId2" Type="http://schemas.openxmlformats.org/officeDocument/2006/relationships/image" Target="../media/image41.wmf"/><Relationship Id="rId19" Type="http://schemas.openxmlformats.org/officeDocument/2006/relationships/oleObject" Target="../embeddings/oleObject51.bin"/><Relationship Id="rId18" Type="http://schemas.openxmlformats.org/officeDocument/2006/relationships/image" Target="../media/image49.wmf"/><Relationship Id="rId17" Type="http://schemas.openxmlformats.org/officeDocument/2006/relationships/oleObject" Target="../embeddings/oleObject50.bin"/><Relationship Id="rId16" Type="http://schemas.openxmlformats.org/officeDocument/2006/relationships/image" Target="../media/image48.wmf"/><Relationship Id="rId15" Type="http://schemas.openxmlformats.org/officeDocument/2006/relationships/oleObject" Target="../embeddings/oleObject49.bin"/><Relationship Id="rId14" Type="http://schemas.openxmlformats.org/officeDocument/2006/relationships/image" Target="../media/image47.wmf"/><Relationship Id="rId13" Type="http://schemas.openxmlformats.org/officeDocument/2006/relationships/oleObject" Target="../embeddings/oleObject48.bin"/><Relationship Id="rId12" Type="http://schemas.openxmlformats.org/officeDocument/2006/relationships/image" Target="../media/image46.wmf"/><Relationship Id="rId11" Type="http://schemas.openxmlformats.org/officeDocument/2006/relationships/oleObject" Target="../embeddings/oleObject47.bin"/><Relationship Id="rId10" Type="http://schemas.openxmlformats.org/officeDocument/2006/relationships/image" Target="../media/image45.wmf"/><Relationship Id="rId1" Type="http://schemas.openxmlformats.org/officeDocument/2006/relationships/oleObject" Target="../embeddings/oleObject42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.bin"/><Relationship Id="rId8" Type="http://schemas.openxmlformats.org/officeDocument/2006/relationships/image" Target="../media/image64.w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61.wmf"/><Relationship Id="rId14" Type="http://schemas.openxmlformats.org/officeDocument/2006/relationships/vmlDrawing" Target="../drawings/vmlDrawing9.vml"/><Relationship Id="rId13" Type="http://schemas.openxmlformats.org/officeDocument/2006/relationships/slideLayout" Target="../slideLayouts/slideLayout18.xml"/><Relationship Id="rId12" Type="http://schemas.openxmlformats.org/officeDocument/2006/relationships/image" Target="../media/image66.emf"/><Relationship Id="rId11" Type="http://schemas.openxmlformats.org/officeDocument/2006/relationships/oleObject" Target="../embeddings/oleObject67.bin"/><Relationship Id="rId10" Type="http://schemas.openxmlformats.org/officeDocument/2006/relationships/image" Target="../media/image65.wmf"/><Relationship Id="rId1" Type="http://schemas.openxmlformats.org/officeDocument/2006/relationships/oleObject" Target="../embeddings/oleObject62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2.bin"/><Relationship Id="rId8" Type="http://schemas.openxmlformats.org/officeDocument/2006/relationships/image" Target="../media/image70.wmf"/><Relationship Id="rId7" Type="http://schemas.openxmlformats.org/officeDocument/2006/relationships/oleObject" Target="../embeddings/oleObject71.bin"/><Relationship Id="rId6" Type="http://schemas.openxmlformats.org/officeDocument/2006/relationships/image" Target="../media/image69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68.w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67.wmf"/><Relationship Id="rId19" Type="http://schemas.openxmlformats.org/officeDocument/2006/relationships/vmlDrawing" Target="../drawings/vmlDrawing10.vml"/><Relationship Id="rId18" Type="http://schemas.openxmlformats.org/officeDocument/2006/relationships/slideLayout" Target="../slideLayouts/slideLayout18.xml"/><Relationship Id="rId17" Type="http://schemas.openxmlformats.org/officeDocument/2006/relationships/image" Target="../media/image75.png"/><Relationship Id="rId16" Type="http://schemas.openxmlformats.org/officeDocument/2006/relationships/image" Target="../media/image74.wmf"/><Relationship Id="rId15" Type="http://schemas.openxmlformats.org/officeDocument/2006/relationships/oleObject" Target="../embeddings/oleObject75.bin"/><Relationship Id="rId14" Type="http://schemas.openxmlformats.org/officeDocument/2006/relationships/image" Target="../media/image73.wmf"/><Relationship Id="rId13" Type="http://schemas.openxmlformats.org/officeDocument/2006/relationships/oleObject" Target="../embeddings/oleObject74.bin"/><Relationship Id="rId12" Type="http://schemas.openxmlformats.org/officeDocument/2006/relationships/image" Target="../media/image72.wmf"/><Relationship Id="rId11" Type="http://schemas.openxmlformats.org/officeDocument/2006/relationships/oleObject" Target="../embeddings/oleObject73.bin"/><Relationship Id="rId10" Type="http://schemas.openxmlformats.org/officeDocument/2006/relationships/image" Target="../media/image71.wmf"/><Relationship Id="rId1" Type="http://schemas.openxmlformats.org/officeDocument/2006/relationships/oleObject" Target="../embeddings/oleObject68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0.bin"/><Relationship Id="rId8" Type="http://schemas.openxmlformats.org/officeDocument/2006/relationships/image" Target="../media/image79.wmf"/><Relationship Id="rId7" Type="http://schemas.openxmlformats.org/officeDocument/2006/relationships/oleObject" Target="../embeddings/oleObject79.bin"/><Relationship Id="rId6" Type="http://schemas.openxmlformats.org/officeDocument/2006/relationships/image" Target="../media/image78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77.wmf"/><Relationship Id="rId3" Type="http://schemas.openxmlformats.org/officeDocument/2006/relationships/oleObject" Target="../embeddings/oleObject77.bin"/><Relationship Id="rId28" Type="http://schemas.openxmlformats.org/officeDocument/2006/relationships/vmlDrawing" Target="../drawings/vmlDrawing11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88.wmf"/><Relationship Id="rId25" Type="http://schemas.openxmlformats.org/officeDocument/2006/relationships/oleObject" Target="../embeddings/oleObject88.bin"/><Relationship Id="rId24" Type="http://schemas.openxmlformats.org/officeDocument/2006/relationships/image" Target="../media/image87.wmf"/><Relationship Id="rId23" Type="http://schemas.openxmlformats.org/officeDocument/2006/relationships/oleObject" Target="../embeddings/oleObject87.bin"/><Relationship Id="rId22" Type="http://schemas.openxmlformats.org/officeDocument/2006/relationships/image" Target="../media/image86.emf"/><Relationship Id="rId21" Type="http://schemas.openxmlformats.org/officeDocument/2006/relationships/oleObject" Target="../embeddings/oleObject86.bin"/><Relationship Id="rId20" Type="http://schemas.openxmlformats.org/officeDocument/2006/relationships/image" Target="../media/image85.emf"/><Relationship Id="rId2" Type="http://schemas.openxmlformats.org/officeDocument/2006/relationships/image" Target="../media/image76.wmf"/><Relationship Id="rId19" Type="http://schemas.openxmlformats.org/officeDocument/2006/relationships/oleObject" Target="../embeddings/oleObject85.bin"/><Relationship Id="rId18" Type="http://schemas.openxmlformats.org/officeDocument/2006/relationships/image" Target="../media/image84.emf"/><Relationship Id="rId17" Type="http://schemas.openxmlformats.org/officeDocument/2006/relationships/oleObject" Target="../embeddings/oleObject84.bin"/><Relationship Id="rId16" Type="http://schemas.openxmlformats.org/officeDocument/2006/relationships/image" Target="../media/image83.emf"/><Relationship Id="rId15" Type="http://schemas.openxmlformats.org/officeDocument/2006/relationships/oleObject" Target="../embeddings/oleObject83.bin"/><Relationship Id="rId14" Type="http://schemas.openxmlformats.org/officeDocument/2006/relationships/image" Target="../media/image82.emf"/><Relationship Id="rId13" Type="http://schemas.openxmlformats.org/officeDocument/2006/relationships/oleObject" Target="../embeddings/oleObject82.bin"/><Relationship Id="rId12" Type="http://schemas.openxmlformats.org/officeDocument/2006/relationships/image" Target="../media/image81.wmf"/><Relationship Id="rId11" Type="http://schemas.openxmlformats.org/officeDocument/2006/relationships/oleObject" Target="../embeddings/oleObject81.bin"/><Relationship Id="rId10" Type="http://schemas.openxmlformats.org/officeDocument/2006/relationships/image" Target="../media/image80.wmf"/><Relationship Id="rId1" Type="http://schemas.openxmlformats.org/officeDocument/2006/relationships/oleObject" Target="../embeddings/oleObject76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3.bin"/><Relationship Id="rId8" Type="http://schemas.openxmlformats.org/officeDocument/2006/relationships/image" Target="../media/image92.wmf"/><Relationship Id="rId7" Type="http://schemas.openxmlformats.org/officeDocument/2006/relationships/oleObject" Target="../embeddings/oleObject92.bin"/><Relationship Id="rId6" Type="http://schemas.openxmlformats.org/officeDocument/2006/relationships/image" Target="../media/image91.wmf"/><Relationship Id="rId5" Type="http://schemas.openxmlformats.org/officeDocument/2006/relationships/oleObject" Target="../embeddings/oleObject91.bin"/><Relationship Id="rId41" Type="http://schemas.openxmlformats.org/officeDocument/2006/relationships/vmlDrawing" Target="../drawings/vmlDrawing12.vml"/><Relationship Id="rId40" Type="http://schemas.openxmlformats.org/officeDocument/2006/relationships/slideLayout" Target="../slideLayouts/slideLayout18.xml"/><Relationship Id="rId4" Type="http://schemas.openxmlformats.org/officeDocument/2006/relationships/image" Target="../media/image90.wmf"/><Relationship Id="rId39" Type="http://schemas.openxmlformats.org/officeDocument/2006/relationships/image" Target="../media/image107.emf"/><Relationship Id="rId38" Type="http://schemas.openxmlformats.org/officeDocument/2006/relationships/oleObject" Target="../embeddings/oleObject107.bin"/><Relationship Id="rId37" Type="http://schemas.openxmlformats.org/officeDocument/2006/relationships/image" Target="../media/image106.wmf"/><Relationship Id="rId36" Type="http://schemas.openxmlformats.org/officeDocument/2006/relationships/oleObject" Target="../embeddings/oleObject106.bin"/><Relationship Id="rId35" Type="http://schemas.openxmlformats.org/officeDocument/2006/relationships/image" Target="../media/image105.wmf"/><Relationship Id="rId34" Type="http://schemas.openxmlformats.org/officeDocument/2006/relationships/oleObject" Target="../embeddings/oleObject105.bin"/><Relationship Id="rId33" Type="http://schemas.openxmlformats.org/officeDocument/2006/relationships/slide" Target="slide9.xml"/><Relationship Id="rId32" Type="http://schemas.openxmlformats.org/officeDocument/2006/relationships/image" Target="../media/image104.wmf"/><Relationship Id="rId31" Type="http://schemas.openxmlformats.org/officeDocument/2006/relationships/oleObject" Target="../embeddings/oleObject104.bin"/><Relationship Id="rId30" Type="http://schemas.openxmlformats.org/officeDocument/2006/relationships/image" Target="../media/image103.wmf"/><Relationship Id="rId3" Type="http://schemas.openxmlformats.org/officeDocument/2006/relationships/oleObject" Target="../embeddings/oleObject90.bin"/><Relationship Id="rId29" Type="http://schemas.openxmlformats.org/officeDocument/2006/relationships/oleObject" Target="../embeddings/oleObject103.bin"/><Relationship Id="rId28" Type="http://schemas.openxmlformats.org/officeDocument/2006/relationships/image" Target="../media/image102.wmf"/><Relationship Id="rId27" Type="http://schemas.openxmlformats.org/officeDocument/2006/relationships/oleObject" Target="../embeddings/oleObject102.bin"/><Relationship Id="rId26" Type="http://schemas.openxmlformats.org/officeDocument/2006/relationships/image" Target="../media/image101.wmf"/><Relationship Id="rId25" Type="http://schemas.openxmlformats.org/officeDocument/2006/relationships/oleObject" Target="../embeddings/oleObject101.bin"/><Relationship Id="rId24" Type="http://schemas.openxmlformats.org/officeDocument/2006/relationships/image" Target="../media/image100.wmf"/><Relationship Id="rId23" Type="http://schemas.openxmlformats.org/officeDocument/2006/relationships/oleObject" Target="../embeddings/oleObject100.bin"/><Relationship Id="rId22" Type="http://schemas.openxmlformats.org/officeDocument/2006/relationships/image" Target="../media/image99.wmf"/><Relationship Id="rId21" Type="http://schemas.openxmlformats.org/officeDocument/2006/relationships/oleObject" Target="../embeddings/oleObject99.bin"/><Relationship Id="rId20" Type="http://schemas.openxmlformats.org/officeDocument/2006/relationships/image" Target="../media/image98.wmf"/><Relationship Id="rId2" Type="http://schemas.openxmlformats.org/officeDocument/2006/relationships/image" Target="../media/image89.wmf"/><Relationship Id="rId19" Type="http://schemas.openxmlformats.org/officeDocument/2006/relationships/oleObject" Target="../embeddings/oleObject98.bin"/><Relationship Id="rId18" Type="http://schemas.openxmlformats.org/officeDocument/2006/relationships/image" Target="../media/image97.wmf"/><Relationship Id="rId17" Type="http://schemas.openxmlformats.org/officeDocument/2006/relationships/oleObject" Target="../embeddings/oleObject97.bin"/><Relationship Id="rId16" Type="http://schemas.openxmlformats.org/officeDocument/2006/relationships/image" Target="../media/image96.wmf"/><Relationship Id="rId15" Type="http://schemas.openxmlformats.org/officeDocument/2006/relationships/oleObject" Target="../embeddings/oleObject96.bin"/><Relationship Id="rId14" Type="http://schemas.openxmlformats.org/officeDocument/2006/relationships/image" Target="../media/image95.wmf"/><Relationship Id="rId13" Type="http://schemas.openxmlformats.org/officeDocument/2006/relationships/oleObject" Target="../embeddings/oleObject95.bin"/><Relationship Id="rId12" Type="http://schemas.openxmlformats.org/officeDocument/2006/relationships/image" Target="../media/image94.wmf"/><Relationship Id="rId11" Type="http://schemas.openxmlformats.org/officeDocument/2006/relationships/oleObject" Target="../embeddings/oleObject94.bin"/><Relationship Id="rId10" Type="http://schemas.openxmlformats.org/officeDocument/2006/relationships/image" Target="../media/image93.wmf"/><Relationship Id="rId1" Type="http://schemas.openxmlformats.org/officeDocument/2006/relationships/oleObject" Target="../embeddings/oleObject89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2.bin"/><Relationship Id="rId8" Type="http://schemas.openxmlformats.org/officeDocument/2006/relationships/image" Target="../media/image111.wmf"/><Relationship Id="rId7" Type="http://schemas.openxmlformats.org/officeDocument/2006/relationships/oleObject" Target="../embeddings/oleObject111.bin"/><Relationship Id="rId6" Type="http://schemas.openxmlformats.org/officeDocument/2006/relationships/image" Target="../media/image110.wmf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09.wmf"/><Relationship Id="rId36" Type="http://schemas.openxmlformats.org/officeDocument/2006/relationships/notesSlide" Target="../notesSlides/notesSlide1.xml"/><Relationship Id="rId35" Type="http://schemas.openxmlformats.org/officeDocument/2006/relationships/vmlDrawing" Target="../drawings/vmlDrawing13.vml"/><Relationship Id="rId34" Type="http://schemas.openxmlformats.org/officeDocument/2006/relationships/slideLayout" Target="../slideLayouts/slideLayout17.xml"/><Relationship Id="rId33" Type="http://schemas.openxmlformats.org/officeDocument/2006/relationships/image" Target="../media/image123.wmf"/><Relationship Id="rId32" Type="http://schemas.openxmlformats.org/officeDocument/2006/relationships/oleObject" Target="../embeddings/oleObject124.bin"/><Relationship Id="rId31" Type="http://schemas.openxmlformats.org/officeDocument/2006/relationships/image" Target="../media/image122.wmf"/><Relationship Id="rId30" Type="http://schemas.openxmlformats.org/officeDocument/2006/relationships/oleObject" Target="../embeddings/oleObject123.bin"/><Relationship Id="rId3" Type="http://schemas.openxmlformats.org/officeDocument/2006/relationships/oleObject" Target="../embeddings/oleObject109.bin"/><Relationship Id="rId29" Type="http://schemas.openxmlformats.org/officeDocument/2006/relationships/image" Target="../media/image121.wmf"/><Relationship Id="rId28" Type="http://schemas.openxmlformats.org/officeDocument/2006/relationships/oleObject" Target="../embeddings/oleObject122.bin"/><Relationship Id="rId27" Type="http://schemas.openxmlformats.org/officeDocument/2006/relationships/image" Target="../media/image120.wmf"/><Relationship Id="rId26" Type="http://schemas.openxmlformats.org/officeDocument/2006/relationships/oleObject" Target="../embeddings/oleObject121.bin"/><Relationship Id="rId25" Type="http://schemas.openxmlformats.org/officeDocument/2006/relationships/oleObject" Target="../embeddings/oleObject120.bin"/><Relationship Id="rId24" Type="http://schemas.openxmlformats.org/officeDocument/2006/relationships/image" Target="../media/image119.wmf"/><Relationship Id="rId23" Type="http://schemas.openxmlformats.org/officeDocument/2006/relationships/oleObject" Target="../embeddings/oleObject119.bin"/><Relationship Id="rId22" Type="http://schemas.openxmlformats.org/officeDocument/2006/relationships/image" Target="../media/image118.wmf"/><Relationship Id="rId21" Type="http://schemas.openxmlformats.org/officeDocument/2006/relationships/oleObject" Target="../embeddings/oleObject118.bin"/><Relationship Id="rId20" Type="http://schemas.openxmlformats.org/officeDocument/2006/relationships/image" Target="../media/image117.wmf"/><Relationship Id="rId2" Type="http://schemas.openxmlformats.org/officeDocument/2006/relationships/image" Target="../media/image108.wmf"/><Relationship Id="rId19" Type="http://schemas.openxmlformats.org/officeDocument/2006/relationships/oleObject" Target="../embeddings/oleObject117.bin"/><Relationship Id="rId18" Type="http://schemas.openxmlformats.org/officeDocument/2006/relationships/image" Target="../media/image116.wmf"/><Relationship Id="rId17" Type="http://schemas.openxmlformats.org/officeDocument/2006/relationships/oleObject" Target="../embeddings/oleObject116.bin"/><Relationship Id="rId16" Type="http://schemas.openxmlformats.org/officeDocument/2006/relationships/image" Target="../media/image115.wmf"/><Relationship Id="rId15" Type="http://schemas.openxmlformats.org/officeDocument/2006/relationships/oleObject" Target="../embeddings/oleObject115.bin"/><Relationship Id="rId14" Type="http://schemas.openxmlformats.org/officeDocument/2006/relationships/image" Target="../media/image114.wmf"/><Relationship Id="rId13" Type="http://schemas.openxmlformats.org/officeDocument/2006/relationships/oleObject" Target="../embeddings/oleObject114.bin"/><Relationship Id="rId12" Type="http://schemas.openxmlformats.org/officeDocument/2006/relationships/image" Target="../media/image113.wmf"/><Relationship Id="rId11" Type="http://schemas.openxmlformats.org/officeDocument/2006/relationships/oleObject" Target="../embeddings/oleObject113.bin"/><Relationship Id="rId10" Type="http://schemas.openxmlformats.org/officeDocument/2006/relationships/image" Target="../media/image112.wmf"/><Relationship Id="rId1" Type="http://schemas.openxmlformats.org/officeDocument/2006/relationships/oleObject" Target="../embeddings/oleObject10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25.wmf"/><Relationship Id="rId3" Type="http://schemas.openxmlformats.org/officeDocument/2006/relationships/oleObject" Target="../embeddings/oleObject126.bin"/><Relationship Id="rId2" Type="http://schemas.openxmlformats.org/officeDocument/2006/relationships/image" Target="../media/image124.wmf"/><Relationship Id="rId1" Type="http://schemas.openxmlformats.org/officeDocument/2006/relationships/oleObject" Target="../embeddings/oleObject125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0.wmf"/><Relationship Id="rId8" Type="http://schemas.openxmlformats.org/officeDocument/2006/relationships/oleObject" Target="../embeddings/oleObject131.bin"/><Relationship Id="rId7" Type="http://schemas.openxmlformats.org/officeDocument/2006/relationships/image" Target="../media/image129.wmf"/><Relationship Id="rId6" Type="http://schemas.openxmlformats.org/officeDocument/2006/relationships/oleObject" Target="../embeddings/oleObject130.bin"/><Relationship Id="rId5" Type="http://schemas.openxmlformats.org/officeDocument/2006/relationships/image" Target="../media/image128.wmf"/><Relationship Id="rId4" Type="http://schemas.openxmlformats.org/officeDocument/2006/relationships/oleObject" Target="../embeddings/oleObject129.bin"/><Relationship Id="rId3" Type="http://schemas.openxmlformats.org/officeDocument/2006/relationships/image" Target="../media/image127.wmf"/><Relationship Id="rId2" Type="http://schemas.openxmlformats.org/officeDocument/2006/relationships/oleObject" Target="../embeddings/oleObject128.bin"/><Relationship Id="rId19" Type="http://schemas.openxmlformats.org/officeDocument/2006/relationships/vmlDrawing" Target="../drawings/vmlDrawing15.vml"/><Relationship Id="rId18" Type="http://schemas.openxmlformats.org/officeDocument/2006/relationships/slideLayout" Target="../slideLayouts/slideLayout18.xml"/><Relationship Id="rId17" Type="http://schemas.openxmlformats.org/officeDocument/2006/relationships/image" Target="../media/image134.wmf"/><Relationship Id="rId16" Type="http://schemas.openxmlformats.org/officeDocument/2006/relationships/oleObject" Target="../embeddings/oleObject135.bin"/><Relationship Id="rId15" Type="http://schemas.openxmlformats.org/officeDocument/2006/relationships/image" Target="../media/image133.wmf"/><Relationship Id="rId14" Type="http://schemas.openxmlformats.org/officeDocument/2006/relationships/oleObject" Target="../embeddings/oleObject134.bin"/><Relationship Id="rId13" Type="http://schemas.openxmlformats.org/officeDocument/2006/relationships/image" Target="../media/image132.wmf"/><Relationship Id="rId12" Type="http://schemas.openxmlformats.org/officeDocument/2006/relationships/oleObject" Target="../embeddings/oleObject133.bin"/><Relationship Id="rId11" Type="http://schemas.openxmlformats.org/officeDocument/2006/relationships/image" Target="../media/image131.wmf"/><Relationship Id="rId10" Type="http://schemas.openxmlformats.org/officeDocument/2006/relationships/oleObject" Target="../embeddings/oleObject132.bin"/><Relationship Id="rId1" Type="http://schemas.openxmlformats.org/officeDocument/2006/relationships/slide" Target="slide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0.bin"/><Relationship Id="rId8" Type="http://schemas.openxmlformats.org/officeDocument/2006/relationships/image" Target="../media/image138.wmf"/><Relationship Id="rId7" Type="http://schemas.openxmlformats.org/officeDocument/2006/relationships/oleObject" Target="../embeddings/oleObject139.bin"/><Relationship Id="rId6" Type="http://schemas.openxmlformats.org/officeDocument/2006/relationships/image" Target="../media/image137.wmf"/><Relationship Id="rId5" Type="http://schemas.openxmlformats.org/officeDocument/2006/relationships/oleObject" Target="../embeddings/oleObject138.bin"/><Relationship Id="rId4" Type="http://schemas.openxmlformats.org/officeDocument/2006/relationships/image" Target="../media/image136.wmf"/><Relationship Id="rId30" Type="http://schemas.openxmlformats.org/officeDocument/2006/relationships/vmlDrawing" Target="../drawings/vmlDrawing16.vml"/><Relationship Id="rId3" Type="http://schemas.openxmlformats.org/officeDocument/2006/relationships/oleObject" Target="../embeddings/oleObject137.bin"/><Relationship Id="rId29" Type="http://schemas.openxmlformats.org/officeDocument/2006/relationships/slideLayout" Target="../slideLayouts/slideLayout18.xml"/><Relationship Id="rId28" Type="http://schemas.openxmlformats.org/officeDocument/2006/relationships/image" Target="../media/image148.wmf"/><Relationship Id="rId27" Type="http://schemas.openxmlformats.org/officeDocument/2006/relationships/oleObject" Target="../embeddings/oleObject149.bin"/><Relationship Id="rId26" Type="http://schemas.openxmlformats.org/officeDocument/2006/relationships/image" Target="../media/image147.wmf"/><Relationship Id="rId25" Type="http://schemas.openxmlformats.org/officeDocument/2006/relationships/oleObject" Target="../embeddings/oleObject148.bin"/><Relationship Id="rId24" Type="http://schemas.openxmlformats.org/officeDocument/2006/relationships/image" Target="../media/image146.wmf"/><Relationship Id="rId23" Type="http://schemas.openxmlformats.org/officeDocument/2006/relationships/oleObject" Target="../embeddings/oleObject147.bin"/><Relationship Id="rId22" Type="http://schemas.openxmlformats.org/officeDocument/2006/relationships/image" Target="../media/image145.wmf"/><Relationship Id="rId21" Type="http://schemas.openxmlformats.org/officeDocument/2006/relationships/oleObject" Target="../embeddings/oleObject146.bin"/><Relationship Id="rId20" Type="http://schemas.openxmlformats.org/officeDocument/2006/relationships/image" Target="../media/image144.wmf"/><Relationship Id="rId2" Type="http://schemas.openxmlformats.org/officeDocument/2006/relationships/image" Target="../media/image135.wmf"/><Relationship Id="rId19" Type="http://schemas.openxmlformats.org/officeDocument/2006/relationships/oleObject" Target="../embeddings/oleObject145.bin"/><Relationship Id="rId18" Type="http://schemas.openxmlformats.org/officeDocument/2006/relationships/image" Target="../media/image143.wmf"/><Relationship Id="rId17" Type="http://schemas.openxmlformats.org/officeDocument/2006/relationships/oleObject" Target="../embeddings/oleObject144.bin"/><Relationship Id="rId16" Type="http://schemas.openxmlformats.org/officeDocument/2006/relationships/image" Target="../media/image142.wmf"/><Relationship Id="rId15" Type="http://schemas.openxmlformats.org/officeDocument/2006/relationships/oleObject" Target="../embeddings/oleObject143.bin"/><Relationship Id="rId14" Type="http://schemas.openxmlformats.org/officeDocument/2006/relationships/image" Target="../media/image141.wmf"/><Relationship Id="rId13" Type="http://schemas.openxmlformats.org/officeDocument/2006/relationships/oleObject" Target="../embeddings/oleObject142.bin"/><Relationship Id="rId12" Type="http://schemas.openxmlformats.org/officeDocument/2006/relationships/image" Target="../media/image140.wmf"/><Relationship Id="rId11" Type="http://schemas.openxmlformats.org/officeDocument/2006/relationships/oleObject" Target="../embeddings/oleObject141.bin"/><Relationship Id="rId10" Type="http://schemas.openxmlformats.org/officeDocument/2006/relationships/image" Target="../media/image139.wmf"/><Relationship Id="rId1" Type="http://schemas.openxmlformats.org/officeDocument/2006/relationships/oleObject" Target="../embeddings/oleObject136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54.bin"/><Relationship Id="rId8" Type="http://schemas.openxmlformats.org/officeDocument/2006/relationships/image" Target="../media/image152.wmf"/><Relationship Id="rId7" Type="http://schemas.openxmlformats.org/officeDocument/2006/relationships/oleObject" Target="../embeddings/oleObject153.bin"/><Relationship Id="rId6" Type="http://schemas.openxmlformats.org/officeDocument/2006/relationships/image" Target="../media/image151.wmf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150.wmf"/><Relationship Id="rId3" Type="http://schemas.openxmlformats.org/officeDocument/2006/relationships/oleObject" Target="../embeddings/oleObject151.bin"/><Relationship Id="rId26" Type="http://schemas.openxmlformats.org/officeDocument/2006/relationships/vmlDrawing" Target="../drawings/vmlDrawing17.vml"/><Relationship Id="rId25" Type="http://schemas.openxmlformats.org/officeDocument/2006/relationships/slideLayout" Target="../slideLayouts/slideLayout18.xml"/><Relationship Id="rId24" Type="http://schemas.openxmlformats.org/officeDocument/2006/relationships/image" Target="../media/image160.wmf"/><Relationship Id="rId23" Type="http://schemas.openxmlformats.org/officeDocument/2006/relationships/oleObject" Target="../embeddings/oleObject161.bin"/><Relationship Id="rId22" Type="http://schemas.openxmlformats.org/officeDocument/2006/relationships/image" Target="../media/image159.wmf"/><Relationship Id="rId21" Type="http://schemas.openxmlformats.org/officeDocument/2006/relationships/oleObject" Target="../embeddings/oleObject160.bin"/><Relationship Id="rId20" Type="http://schemas.openxmlformats.org/officeDocument/2006/relationships/image" Target="../media/image158.wmf"/><Relationship Id="rId2" Type="http://schemas.openxmlformats.org/officeDocument/2006/relationships/image" Target="../media/image149.wmf"/><Relationship Id="rId19" Type="http://schemas.openxmlformats.org/officeDocument/2006/relationships/oleObject" Target="../embeddings/oleObject159.bin"/><Relationship Id="rId18" Type="http://schemas.openxmlformats.org/officeDocument/2006/relationships/image" Target="../media/image157.wmf"/><Relationship Id="rId17" Type="http://schemas.openxmlformats.org/officeDocument/2006/relationships/oleObject" Target="../embeddings/oleObject158.bin"/><Relationship Id="rId16" Type="http://schemas.openxmlformats.org/officeDocument/2006/relationships/image" Target="../media/image156.wmf"/><Relationship Id="rId15" Type="http://schemas.openxmlformats.org/officeDocument/2006/relationships/oleObject" Target="../embeddings/oleObject157.bin"/><Relationship Id="rId14" Type="http://schemas.openxmlformats.org/officeDocument/2006/relationships/image" Target="../media/image155.wmf"/><Relationship Id="rId13" Type="http://schemas.openxmlformats.org/officeDocument/2006/relationships/oleObject" Target="../embeddings/oleObject156.bin"/><Relationship Id="rId12" Type="http://schemas.openxmlformats.org/officeDocument/2006/relationships/image" Target="../media/image154.wmf"/><Relationship Id="rId11" Type="http://schemas.openxmlformats.org/officeDocument/2006/relationships/oleObject" Target="../embeddings/oleObject155.bin"/><Relationship Id="rId10" Type="http://schemas.openxmlformats.org/officeDocument/2006/relationships/image" Target="../media/image153.wmf"/><Relationship Id="rId1" Type="http://schemas.openxmlformats.org/officeDocument/2006/relationships/oleObject" Target="../embeddings/oleObject150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6.bin"/><Relationship Id="rId8" Type="http://schemas.openxmlformats.org/officeDocument/2006/relationships/image" Target="../media/image164.wmf"/><Relationship Id="rId7" Type="http://schemas.openxmlformats.org/officeDocument/2006/relationships/oleObject" Target="../embeddings/oleObject165.bin"/><Relationship Id="rId6" Type="http://schemas.openxmlformats.org/officeDocument/2006/relationships/image" Target="../media/image163.wmf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162.wmf"/><Relationship Id="rId3" Type="http://schemas.openxmlformats.org/officeDocument/2006/relationships/oleObject" Target="../embeddings/oleObject163.bin"/><Relationship Id="rId24" Type="http://schemas.openxmlformats.org/officeDocument/2006/relationships/vmlDrawing" Target="../drawings/vmlDrawing18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171.wmf"/><Relationship Id="rId21" Type="http://schemas.openxmlformats.org/officeDocument/2006/relationships/oleObject" Target="../embeddings/oleObject172.bin"/><Relationship Id="rId20" Type="http://schemas.openxmlformats.org/officeDocument/2006/relationships/image" Target="../media/image170.wmf"/><Relationship Id="rId2" Type="http://schemas.openxmlformats.org/officeDocument/2006/relationships/image" Target="../media/image161.wmf"/><Relationship Id="rId19" Type="http://schemas.openxmlformats.org/officeDocument/2006/relationships/oleObject" Target="../embeddings/oleObject171.bin"/><Relationship Id="rId18" Type="http://schemas.openxmlformats.org/officeDocument/2006/relationships/image" Target="../media/image169.wmf"/><Relationship Id="rId17" Type="http://schemas.openxmlformats.org/officeDocument/2006/relationships/oleObject" Target="../embeddings/oleObject170.bin"/><Relationship Id="rId16" Type="http://schemas.openxmlformats.org/officeDocument/2006/relationships/image" Target="../media/image168.wmf"/><Relationship Id="rId15" Type="http://schemas.openxmlformats.org/officeDocument/2006/relationships/oleObject" Target="../embeddings/oleObject169.bin"/><Relationship Id="rId14" Type="http://schemas.openxmlformats.org/officeDocument/2006/relationships/image" Target="../media/image167.wmf"/><Relationship Id="rId13" Type="http://schemas.openxmlformats.org/officeDocument/2006/relationships/oleObject" Target="../embeddings/oleObject168.bin"/><Relationship Id="rId12" Type="http://schemas.openxmlformats.org/officeDocument/2006/relationships/image" Target="../media/image166.wmf"/><Relationship Id="rId11" Type="http://schemas.openxmlformats.org/officeDocument/2006/relationships/oleObject" Target="../embeddings/oleObject167.bin"/><Relationship Id="rId10" Type="http://schemas.openxmlformats.org/officeDocument/2006/relationships/image" Target="../media/image165.wmf"/><Relationship Id="rId1" Type="http://schemas.openxmlformats.org/officeDocument/2006/relationships/oleObject" Target="../embeddings/oleObject162.bin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7.bin"/><Relationship Id="rId8" Type="http://schemas.openxmlformats.org/officeDocument/2006/relationships/image" Target="../media/image175.wmf"/><Relationship Id="rId7" Type="http://schemas.openxmlformats.org/officeDocument/2006/relationships/oleObject" Target="../embeddings/oleObject176.bin"/><Relationship Id="rId6" Type="http://schemas.openxmlformats.org/officeDocument/2006/relationships/image" Target="../media/image174.wmf"/><Relationship Id="rId5" Type="http://schemas.openxmlformats.org/officeDocument/2006/relationships/oleObject" Target="../embeddings/oleObject175.bin"/><Relationship Id="rId4" Type="http://schemas.openxmlformats.org/officeDocument/2006/relationships/image" Target="../media/image173.wmf"/><Relationship Id="rId3" Type="http://schemas.openxmlformats.org/officeDocument/2006/relationships/oleObject" Target="../embeddings/oleObject174.bin"/><Relationship Id="rId24" Type="http://schemas.openxmlformats.org/officeDocument/2006/relationships/vmlDrawing" Target="../drawings/vmlDrawing19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182.wmf"/><Relationship Id="rId21" Type="http://schemas.openxmlformats.org/officeDocument/2006/relationships/oleObject" Target="../embeddings/oleObject183.bin"/><Relationship Id="rId20" Type="http://schemas.openxmlformats.org/officeDocument/2006/relationships/image" Target="../media/image181.wmf"/><Relationship Id="rId2" Type="http://schemas.openxmlformats.org/officeDocument/2006/relationships/image" Target="../media/image172.wmf"/><Relationship Id="rId19" Type="http://schemas.openxmlformats.org/officeDocument/2006/relationships/oleObject" Target="../embeddings/oleObject182.bin"/><Relationship Id="rId18" Type="http://schemas.openxmlformats.org/officeDocument/2006/relationships/image" Target="../media/image180.wmf"/><Relationship Id="rId17" Type="http://schemas.openxmlformats.org/officeDocument/2006/relationships/oleObject" Target="../embeddings/oleObject181.bin"/><Relationship Id="rId16" Type="http://schemas.openxmlformats.org/officeDocument/2006/relationships/image" Target="../media/image179.wmf"/><Relationship Id="rId15" Type="http://schemas.openxmlformats.org/officeDocument/2006/relationships/oleObject" Target="../embeddings/oleObject180.bin"/><Relationship Id="rId14" Type="http://schemas.openxmlformats.org/officeDocument/2006/relationships/image" Target="../media/image178.wmf"/><Relationship Id="rId13" Type="http://schemas.openxmlformats.org/officeDocument/2006/relationships/oleObject" Target="../embeddings/oleObject179.bin"/><Relationship Id="rId12" Type="http://schemas.openxmlformats.org/officeDocument/2006/relationships/image" Target="../media/image177.wmf"/><Relationship Id="rId11" Type="http://schemas.openxmlformats.org/officeDocument/2006/relationships/oleObject" Target="../embeddings/oleObject178.bin"/><Relationship Id="rId10" Type="http://schemas.openxmlformats.org/officeDocument/2006/relationships/image" Target="../media/image176.wmf"/><Relationship Id="rId1" Type="http://schemas.openxmlformats.org/officeDocument/2006/relationships/oleObject" Target="../embeddings/oleObject173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8.bin"/><Relationship Id="rId8" Type="http://schemas.openxmlformats.org/officeDocument/2006/relationships/image" Target="../media/image186.wmf"/><Relationship Id="rId7" Type="http://schemas.openxmlformats.org/officeDocument/2006/relationships/oleObject" Target="../embeddings/oleObject187.bin"/><Relationship Id="rId6" Type="http://schemas.openxmlformats.org/officeDocument/2006/relationships/image" Target="../media/image185.wmf"/><Relationship Id="rId5" Type="http://schemas.openxmlformats.org/officeDocument/2006/relationships/oleObject" Target="../embeddings/oleObject186.bin"/><Relationship Id="rId4" Type="http://schemas.openxmlformats.org/officeDocument/2006/relationships/image" Target="../media/image184.wmf"/><Relationship Id="rId3" Type="http://schemas.openxmlformats.org/officeDocument/2006/relationships/oleObject" Target="../embeddings/oleObject185.bin"/><Relationship Id="rId2" Type="http://schemas.openxmlformats.org/officeDocument/2006/relationships/image" Target="../media/image183.wmf"/><Relationship Id="rId12" Type="http://schemas.openxmlformats.org/officeDocument/2006/relationships/vmlDrawing" Target="../drawings/vmlDrawing20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87.wmf"/><Relationship Id="rId1" Type="http://schemas.openxmlformats.org/officeDocument/2006/relationships/oleObject" Target="../embeddings/oleObject184.bin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3.bin"/><Relationship Id="rId8" Type="http://schemas.openxmlformats.org/officeDocument/2006/relationships/image" Target="../media/image191.wmf"/><Relationship Id="rId7" Type="http://schemas.openxmlformats.org/officeDocument/2006/relationships/oleObject" Target="../embeddings/oleObject192.bin"/><Relationship Id="rId6" Type="http://schemas.openxmlformats.org/officeDocument/2006/relationships/image" Target="../media/image190.wmf"/><Relationship Id="rId5" Type="http://schemas.openxmlformats.org/officeDocument/2006/relationships/oleObject" Target="../embeddings/oleObject191.bin"/><Relationship Id="rId4" Type="http://schemas.openxmlformats.org/officeDocument/2006/relationships/image" Target="../media/image189.wmf"/><Relationship Id="rId3" Type="http://schemas.openxmlformats.org/officeDocument/2006/relationships/oleObject" Target="../embeddings/oleObject190.bin"/><Relationship Id="rId20" Type="http://schemas.openxmlformats.org/officeDocument/2006/relationships/vmlDrawing" Target="../drawings/vmlDrawing21.vml"/><Relationship Id="rId2" Type="http://schemas.openxmlformats.org/officeDocument/2006/relationships/image" Target="../media/image188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196.wmf"/><Relationship Id="rId17" Type="http://schemas.openxmlformats.org/officeDocument/2006/relationships/oleObject" Target="../embeddings/oleObject197.bin"/><Relationship Id="rId16" Type="http://schemas.openxmlformats.org/officeDocument/2006/relationships/image" Target="../media/image195.wmf"/><Relationship Id="rId15" Type="http://schemas.openxmlformats.org/officeDocument/2006/relationships/oleObject" Target="../embeddings/oleObject196.bin"/><Relationship Id="rId14" Type="http://schemas.openxmlformats.org/officeDocument/2006/relationships/image" Target="../media/image194.wmf"/><Relationship Id="rId13" Type="http://schemas.openxmlformats.org/officeDocument/2006/relationships/oleObject" Target="../embeddings/oleObject195.bin"/><Relationship Id="rId12" Type="http://schemas.openxmlformats.org/officeDocument/2006/relationships/image" Target="../media/image193.wmf"/><Relationship Id="rId11" Type="http://schemas.openxmlformats.org/officeDocument/2006/relationships/oleObject" Target="../embeddings/oleObject194.bin"/><Relationship Id="rId10" Type="http://schemas.openxmlformats.org/officeDocument/2006/relationships/image" Target="../media/image192.wmf"/><Relationship Id="rId1" Type="http://schemas.openxmlformats.org/officeDocument/2006/relationships/oleObject" Target="../embeddings/oleObject189.bin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02.bin"/><Relationship Id="rId8" Type="http://schemas.openxmlformats.org/officeDocument/2006/relationships/image" Target="../media/image200.wmf"/><Relationship Id="rId7" Type="http://schemas.openxmlformats.org/officeDocument/2006/relationships/oleObject" Target="../embeddings/oleObject201.bin"/><Relationship Id="rId6" Type="http://schemas.openxmlformats.org/officeDocument/2006/relationships/image" Target="../media/image199.wmf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198.wmf"/><Relationship Id="rId3" Type="http://schemas.openxmlformats.org/officeDocument/2006/relationships/oleObject" Target="../embeddings/oleObject199.bin"/><Relationship Id="rId24" Type="http://schemas.openxmlformats.org/officeDocument/2006/relationships/vmlDrawing" Target="../drawings/vmlDrawing22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207.wmf"/><Relationship Id="rId21" Type="http://schemas.openxmlformats.org/officeDocument/2006/relationships/oleObject" Target="../embeddings/oleObject208.bin"/><Relationship Id="rId20" Type="http://schemas.openxmlformats.org/officeDocument/2006/relationships/image" Target="../media/image206.wmf"/><Relationship Id="rId2" Type="http://schemas.openxmlformats.org/officeDocument/2006/relationships/image" Target="../media/image197.wmf"/><Relationship Id="rId19" Type="http://schemas.openxmlformats.org/officeDocument/2006/relationships/oleObject" Target="../embeddings/oleObject207.bin"/><Relationship Id="rId18" Type="http://schemas.openxmlformats.org/officeDocument/2006/relationships/image" Target="../media/image205.wmf"/><Relationship Id="rId17" Type="http://schemas.openxmlformats.org/officeDocument/2006/relationships/oleObject" Target="../embeddings/oleObject206.bin"/><Relationship Id="rId16" Type="http://schemas.openxmlformats.org/officeDocument/2006/relationships/image" Target="../media/image204.wmf"/><Relationship Id="rId15" Type="http://schemas.openxmlformats.org/officeDocument/2006/relationships/oleObject" Target="../embeddings/oleObject205.bin"/><Relationship Id="rId14" Type="http://schemas.openxmlformats.org/officeDocument/2006/relationships/image" Target="../media/image203.wmf"/><Relationship Id="rId13" Type="http://schemas.openxmlformats.org/officeDocument/2006/relationships/oleObject" Target="../embeddings/oleObject204.bin"/><Relationship Id="rId12" Type="http://schemas.openxmlformats.org/officeDocument/2006/relationships/image" Target="../media/image202.wmf"/><Relationship Id="rId11" Type="http://schemas.openxmlformats.org/officeDocument/2006/relationships/oleObject" Target="../embeddings/oleObject203.bin"/><Relationship Id="rId10" Type="http://schemas.openxmlformats.org/officeDocument/2006/relationships/image" Target="../media/image201.wmf"/><Relationship Id="rId1" Type="http://schemas.openxmlformats.org/officeDocument/2006/relationships/oleObject" Target="../embeddings/oleObject198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2.bin"/><Relationship Id="rId8" Type="http://schemas.openxmlformats.org/officeDocument/2006/relationships/image" Target="../media/image13.wmf"/><Relationship Id="rId7" Type="http://schemas.openxmlformats.org/officeDocument/2006/relationships/oleObject" Target="../embeddings/oleObject211.bin"/><Relationship Id="rId6" Type="http://schemas.openxmlformats.org/officeDocument/2006/relationships/image" Target="../media/image12.wmf"/><Relationship Id="rId5" Type="http://schemas.openxmlformats.org/officeDocument/2006/relationships/oleObject" Target="../embeddings/oleObject210.bin"/><Relationship Id="rId4" Type="http://schemas.openxmlformats.org/officeDocument/2006/relationships/image" Target="../media/image209.png"/><Relationship Id="rId32" Type="http://schemas.openxmlformats.org/officeDocument/2006/relationships/vmlDrawing" Target="../drawings/vmlDrawing23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217.wmf"/><Relationship Id="rId3" Type="http://schemas.openxmlformats.org/officeDocument/2006/relationships/oleObject" Target="../embeddings/oleObject209.bin"/><Relationship Id="rId29" Type="http://schemas.openxmlformats.org/officeDocument/2006/relationships/oleObject" Target="../embeddings/Document2.doc"/><Relationship Id="rId28" Type="http://schemas.openxmlformats.org/officeDocument/2006/relationships/image" Target="../media/image216.wmf"/><Relationship Id="rId27" Type="http://schemas.openxmlformats.org/officeDocument/2006/relationships/oleObject" Target="../embeddings/oleObject221.bin"/><Relationship Id="rId26" Type="http://schemas.openxmlformats.org/officeDocument/2006/relationships/image" Target="../media/image215.wmf"/><Relationship Id="rId25" Type="http://schemas.openxmlformats.org/officeDocument/2006/relationships/oleObject" Target="../embeddings/oleObject220.bin"/><Relationship Id="rId24" Type="http://schemas.openxmlformats.org/officeDocument/2006/relationships/image" Target="../media/image214.wmf"/><Relationship Id="rId23" Type="http://schemas.openxmlformats.org/officeDocument/2006/relationships/oleObject" Target="../embeddings/oleObject219.bin"/><Relationship Id="rId22" Type="http://schemas.openxmlformats.org/officeDocument/2006/relationships/image" Target="../media/image213.wmf"/><Relationship Id="rId21" Type="http://schemas.openxmlformats.org/officeDocument/2006/relationships/oleObject" Target="../embeddings/oleObject218.bin"/><Relationship Id="rId20" Type="http://schemas.openxmlformats.org/officeDocument/2006/relationships/image" Target="../media/image212.wmf"/><Relationship Id="rId2" Type="http://schemas.openxmlformats.org/officeDocument/2006/relationships/image" Target="../media/image208.emf"/><Relationship Id="rId19" Type="http://schemas.openxmlformats.org/officeDocument/2006/relationships/oleObject" Target="../embeddings/oleObject217.bin"/><Relationship Id="rId18" Type="http://schemas.openxmlformats.org/officeDocument/2006/relationships/image" Target="../media/image211.emf"/><Relationship Id="rId17" Type="http://schemas.openxmlformats.org/officeDocument/2006/relationships/oleObject" Target="../embeddings/oleObject216.bin"/><Relationship Id="rId16" Type="http://schemas.openxmlformats.org/officeDocument/2006/relationships/image" Target="../media/image210.emf"/><Relationship Id="rId15" Type="http://schemas.openxmlformats.org/officeDocument/2006/relationships/oleObject" Target="../embeddings/oleObject215.bin"/><Relationship Id="rId14" Type="http://schemas.openxmlformats.org/officeDocument/2006/relationships/image" Target="../media/image11.wmf"/><Relationship Id="rId13" Type="http://schemas.openxmlformats.org/officeDocument/2006/relationships/oleObject" Target="../embeddings/oleObject214.bin"/><Relationship Id="rId12" Type="http://schemas.openxmlformats.org/officeDocument/2006/relationships/image" Target="../media/image10.wmf"/><Relationship Id="rId11" Type="http://schemas.openxmlformats.org/officeDocument/2006/relationships/oleObject" Target="../embeddings/oleObject213.bin"/><Relationship Id="rId10" Type="http://schemas.openxmlformats.org/officeDocument/2006/relationships/image" Target="../media/image14.wmf"/><Relationship Id="rId1" Type="http://schemas.openxmlformats.org/officeDocument/2006/relationships/oleObject" Target="../embeddings/Document1.doc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6.bin"/><Relationship Id="rId8" Type="http://schemas.openxmlformats.org/officeDocument/2006/relationships/image" Target="../media/image221.wmf"/><Relationship Id="rId7" Type="http://schemas.openxmlformats.org/officeDocument/2006/relationships/oleObject" Target="../embeddings/oleObject225.bin"/><Relationship Id="rId6" Type="http://schemas.openxmlformats.org/officeDocument/2006/relationships/image" Target="../media/image220.wmf"/><Relationship Id="rId5" Type="http://schemas.openxmlformats.org/officeDocument/2006/relationships/oleObject" Target="../embeddings/oleObject224.bin"/><Relationship Id="rId4" Type="http://schemas.openxmlformats.org/officeDocument/2006/relationships/image" Target="../media/image219.wmf"/><Relationship Id="rId32" Type="http://schemas.openxmlformats.org/officeDocument/2006/relationships/vmlDrawing" Target="../drawings/vmlDrawing24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232.wmf"/><Relationship Id="rId3" Type="http://schemas.openxmlformats.org/officeDocument/2006/relationships/oleObject" Target="../embeddings/oleObject223.bin"/><Relationship Id="rId29" Type="http://schemas.openxmlformats.org/officeDocument/2006/relationships/oleObject" Target="../embeddings/oleObject236.bin"/><Relationship Id="rId28" Type="http://schemas.openxmlformats.org/officeDocument/2006/relationships/image" Target="../media/image231.wmf"/><Relationship Id="rId27" Type="http://schemas.openxmlformats.org/officeDocument/2006/relationships/oleObject" Target="../embeddings/oleObject235.bin"/><Relationship Id="rId26" Type="http://schemas.openxmlformats.org/officeDocument/2006/relationships/image" Target="../media/image230.wmf"/><Relationship Id="rId25" Type="http://schemas.openxmlformats.org/officeDocument/2006/relationships/oleObject" Target="../embeddings/oleObject234.bin"/><Relationship Id="rId24" Type="http://schemas.openxmlformats.org/officeDocument/2006/relationships/image" Target="../media/image229.wmf"/><Relationship Id="rId23" Type="http://schemas.openxmlformats.org/officeDocument/2006/relationships/oleObject" Target="../embeddings/oleObject233.bin"/><Relationship Id="rId22" Type="http://schemas.openxmlformats.org/officeDocument/2006/relationships/image" Target="../media/image228.wmf"/><Relationship Id="rId21" Type="http://schemas.openxmlformats.org/officeDocument/2006/relationships/oleObject" Target="../embeddings/oleObject232.bin"/><Relationship Id="rId20" Type="http://schemas.openxmlformats.org/officeDocument/2006/relationships/image" Target="../media/image227.wmf"/><Relationship Id="rId2" Type="http://schemas.openxmlformats.org/officeDocument/2006/relationships/image" Target="../media/image218.wmf"/><Relationship Id="rId19" Type="http://schemas.openxmlformats.org/officeDocument/2006/relationships/oleObject" Target="../embeddings/oleObject231.bin"/><Relationship Id="rId18" Type="http://schemas.openxmlformats.org/officeDocument/2006/relationships/image" Target="../media/image226.wmf"/><Relationship Id="rId17" Type="http://schemas.openxmlformats.org/officeDocument/2006/relationships/oleObject" Target="../embeddings/oleObject230.bin"/><Relationship Id="rId16" Type="http://schemas.openxmlformats.org/officeDocument/2006/relationships/image" Target="../media/image225.wmf"/><Relationship Id="rId15" Type="http://schemas.openxmlformats.org/officeDocument/2006/relationships/oleObject" Target="../embeddings/oleObject229.bin"/><Relationship Id="rId14" Type="http://schemas.openxmlformats.org/officeDocument/2006/relationships/image" Target="../media/image224.wmf"/><Relationship Id="rId13" Type="http://schemas.openxmlformats.org/officeDocument/2006/relationships/oleObject" Target="../embeddings/oleObject228.bin"/><Relationship Id="rId12" Type="http://schemas.openxmlformats.org/officeDocument/2006/relationships/image" Target="../media/image223.wmf"/><Relationship Id="rId11" Type="http://schemas.openxmlformats.org/officeDocument/2006/relationships/oleObject" Target="../embeddings/oleObject227.bin"/><Relationship Id="rId10" Type="http://schemas.openxmlformats.org/officeDocument/2006/relationships/image" Target="../media/image222.wmf"/><Relationship Id="rId1" Type="http://schemas.openxmlformats.org/officeDocument/2006/relationships/oleObject" Target="../embeddings/oleObject222.bin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1.bin"/><Relationship Id="rId8" Type="http://schemas.openxmlformats.org/officeDocument/2006/relationships/image" Target="../media/image236.wmf"/><Relationship Id="rId7" Type="http://schemas.openxmlformats.org/officeDocument/2006/relationships/oleObject" Target="../embeddings/oleObject240.bin"/><Relationship Id="rId6" Type="http://schemas.openxmlformats.org/officeDocument/2006/relationships/image" Target="../media/image235.emf"/><Relationship Id="rId5" Type="http://schemas.openxmlformats.org/officeDocument/2006/relationships/oleObject" Target="../embeddings/oleObject239.bin"/><Relationship Id="rId4" Type="http://schemas.openxmlformats.org/officeDocument/2006/relationships/image" Target="../media/image234.emf"/><Relationship Id="rId36" Type="http://schemas.openxmlformats.org/officeDocument/2006/relationships/vmlDrawing" Target="../drawings/vmlDrawing25.vml"/><Relationship Id="rId35" Type="http://schemas.openxmlformats.org/officeDocument/2006/relationships/slideLayout" Target="../slideLayouts/slideLayout18.xml"/><Relationship Id="rId34" Type="http://schemas.openxmlformats.org/officeDocument/2006/relationships/image" Target="../media/image249.wmf"/><Relationship Id="rId33" Type="http://schemas.openxmlformats.org/officeDocument/2006/relationships/oleObject" Target="../embeddings/oleObject253.bin"/><Relationship Id="rId32" Type="http://schemas.openxmlformats.org/officeDocument/2006/relationships/image" Target="../media/image248.wmf"/><Relationship Id="rId31" Type="http://schemas.openxmlformats.org/officeDocument/2006/relationships/oleObject" Target="../embeddings/oleObject252.bin"/><Relationship Id="rId30" Type="http://schemas.openxmlformats.org/officeDocument/2006/relationships/image" Target="../media/image247.wmf"/><Relationship Id="rId3" Type="http://schemas.openxmlformats.org/officeDocument/2006/relationships/oleObject" Target="../embeddings/oleObject238.bin"/><Relationship Id="rId29" Type="http://schemas.openxmlformats.org/officeDocument/2006/relationships/oleObject" Target="../embeddings/oleObject251.bin"/><Relationship Id="rId28" Type="http://schemas.openxmlformats.org/officeDocument/2006/relationships/image" Target="../media/image246.emf"/><Relationship Id="rId27" Type="http://schemas.openxmlformats.org/officeDocument/2006/relationships/oleObject" Target="../embeddings/oleObject250.bin"/><Relationship Id="rId26" Type="http://schemas.openxmlformats.org/officeDocument/2006/relationships/image" Target="../media/image245.emf"/><Relationship Id="rId25" Type="http://schemas.openxmlformats.org/officeDocument/2006/relationships/oleObject" Target="../embeddings/oleObject249.bin"/><Relationship Id="rId24" Type="http://schemas.openxmlformats.org/officeDocument/2006/relationships/image" Target="../media/image244.wmf"/><Relationship Id="rId23" Type="http://schemas.openxmlformats.org/officeDocument/2006/relationships/oleObject" Target="../embeddings/oleObject248.bin"/><Relationship Id="rId22" Type="http://schemas.openxmlformats.org/officeDocument/2006/relationships/image" Target="../media/image243.wmf"/><Relationship Id="rId21" Type="http://schemas.openxmlformats.org/officeDocument/2006/relationships/oleObject" Target="../embeddings/oleObject247.bin"/><Relationship Id="rId20" Type="http://schemas.openxmlformats.org/officeDocument/2006/relationships/image" Target="../media/image242.emf"/><Relationship Id="rId2" Type="http://schemas.openxmlformats.org/officeDocument/2006/relationships/image" Target="../media/image233.wmf"/><Relationship Id="rId19" Type="http://schemas.openxmlformats.org/officeDocument/2006/relationships/oleObject" Target="../embeddings/oleObject246.bin"/><Relationship Id="rId18" Type="http://schemas.openxmlformats.org/officeDocument/2006/relationships/image" Target="../media/image241.emf"/><Relationship Id="rId17" Type="http://schemas.openxmlformats.org/officeDocument/2006/relationships/oleObject" Target="../embeddings/oleObject245.bin"/><Relationship Id="rId16" Type="http://schemas.openxmlformats.org/officeDocument/2006/relationships/image" Target="../media/image240.emf"/><Relationship Id="rId15" Type="http://schemas.openxmlformats.org/officeDocument/2006/relationships/oleObject" Target="../embeddings/oleObject244.bin"/><Relationship Id="rId14" Type="http://schemas.openxmlformats.org/officeDocument/2006/relationships/image" Target="../media/image239.emf"/><Relationship Id="rId13" Type="http://schemas.openxmlformats.org/officeDocument/2006/relationships/oleObject" Target="../embeddings/oleObject243.bin"/><Relationship Id="rId12" Type="http://schemas.openxmlformats.org/officeDocument/2006/relationships/image" Target="../media/image238.emf"/><Relationship Id="rId11" Type="http://schemas.openxmlformats.org/officeDocument/2006/relationships/oleObject" Target="../embeddings/oleObject242.bin"/><Relationship Id="rId10" Type="http://schemas.openxmlformats.org/officeDocument/2006/relationships/image" Target="../media/image237.emf"/><Relationship Id="rId1" Type="http://schemas.openxmlformats.org/officeDocument/2006/relationships/oleObject" Target="../embeddings/oleObject237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58.bin"/><Relationship Id="rId8" Type="http://schemas.openxmlformats.org/officeDocument/2006/relationships/image" Target="../media/image253.wmf"/><Relationship Id="rId7" Type="http://schemas.openxmlformats.org/officeDocument/2006/relationships/oleObject" Target="../embeddings/oleObject257.bin"/><Relationship Id="rId6" Type="http://schemas.openxmlformats.org/officeDocument/2006/relationships/image" Target="../media/image252.wmf"/><Relationship Id="rId5" Type="http://schemas.openxmlformats.org/officeDocument/2006/relationships/oleObject" Target="../embeddings/oleObject256.bin"/><Relationship Id="rId4" Type="http://schemas.openxmlformats.org/officeDocument/2006/relationships/image" Target="../media/image251.wmf"/><Relationship Id="rId3" Type="http://schemas.openxmlformats.org/officeDocument/2006/relationships/oleObject" Target="../embeddings/oleObject255.bin"/><Relationship Id="rId2" Type="http://schemas.openxmlformats.org/officeDocument/2006/relationships/image" Target="../media/image250.wmf"/><Relationship Id="rId16" Type="http://schemas.openxmlformats.org/officeDocument/2006/relationships/vmlDrawing" Target="../drawings/vmlDrawing26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256.wmf"/><Relationship Id="rId13" Type="http://schemas.openxmlformats.org/officeDocument/2006/relationships/oleObject" Target="../embeddings/oleObject260.bin"/><Relationship Id="rId12" Type="http://schemas.openxmlformats.org/officeDocument/2006/relationships/image" Target="../media/image255.wmf"/><Relationship Id="rId11" Type="http://schemas.openxmlformats.org/officeDocument/2006/relationships/oleObject" Target="../embeddings/oleObject259.bin"/><Relationship Id="rId10" Type="http://schemas.openxmlformats.org/officeDocument/2006/relationships/image" Target="../media/image254.wmf"/><Relationship Id="rId1" Type="http://schemas.openxmlformats.org/officeDocument/2006/relationships/oleObject" Target="../embeddings/oleObject254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65.bin"/><Relationship Id="rId8" Type="http://schemas.openxmlformats.org/officeDocument/2006/relationships/image" Target="../media/image260.wmf"/><Relationship Id="rId7" Type="http://schemas.openxmlformats.org/officeDocument/2006/relationships/oleObject" Target="../embeddings/oleObject264.bin"/><Relationship Id="rId6" Type="http://schemas.openxmlformats.org/officeDocument/2006/relationships/image" Target="../media/image259.wmf"/><Relationship Id="rId5" Type="http://schemas.openxmlformats.org/officeDocument/2006/relationships/oleObject" Target="../embeddings/oleObject263.bin"/><Relationship Id="rId4" Type="http://schemas.openxmlformats.org/officeDocument/2006/relationships/image" Target="../media/image258.wmf"/><Relationship Id="rId3" Type="http://schemas.openxmlformats.org/officeDocument/2006/relationships/oleObject" Target="../embeddings/oleObject262.bin"/><Relationship Id="rId20" Type="http://schemas.openxmlformats.org/officeDocument/2006/relationships/vmlDrawing" Target="../drawings/vmlDrawing27.vml"/><Relationship Id="rId2" Type="http://schemas.openxmlformats.org/officeDocument/2006/relationships/image" Target="../media/image257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65.wmf"/><Relationship Id="rId17" Type="http://schemas.openxmlformats.org/officeDocument/2006/relationships/oleObject" Target="../embeddings/oleObject269.bin"/><Relationship Id="rId16" Type="http://schemas.openxmlformats.org/officeDocument/2006/relationships/image" Target="../media/image264.wmf"/><Relationship Id="rId15" Type="http://schemas.openxmlformats.org/officeDocument/2006/relationships/oleObject" Target="../embeddings/oleObject268.bin"/><Relationship Id="rId14" Type="http://schemas.openxmlformats.org/officeDocument/2006/relationships/image" Target="../media/image263.wmf"/><Relationship Id="rId13" Type="http://schemas.openxmlformats.org/officeDocument/2006/relationships/oleObject" Target="../embeddings/oleObject267.bin"/><Relationship Id="rId12" Type="http://schemas.openxmlformats.org/officeDocument/2006/relationships/image" Target="../media/image262.wmf"/><Relationship Id="rId11" Type="http://schemas.openxmlformats.org/officeDocument/2006/relationships/oleObject" Target="../embeddings/oleObject266.bin"/><Relationship Id="rId10" Type="http://schemas.openxmlformats.org/officeDocument/2006/relationships/image" Target="../media/image261.wmf"/><Relationship Id="rId1" Type="http://schemas.openxmlformats.org/officeDocument/2006/relationships/oleObject" Target="../embeddings/oleObject261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4.bin"/><Relationship Id="rId8" Type="http://schemas.openxmlformats.org/officeDocument/2006/relationships/image" Target="../media/image269.wmf"/><Relationship Id="rId7" Type="http://schemas.openxmlformats.org/officeDocument/2006/relationships/oleObject" Target="../embeddings/oleObject273.bin"/><Relationship Id="rId6" Type="http://schemas.openxmlformats.org/officeDocument/2006/relationships/image" Target="../media/image268.wmf"/><Relationship Id="rId5" Type="http://schemas.openxmlformats.org/officeDocument/2006/relationships/oleObject" Target="../embeddings/oleObject272.bin"/><Relationship Id="rId4" Type="http://schemas.openxmlformats.org/officeDocument/2006/relationships/image" Target="../media/image267.wmf"/><Relationship Id="rId3" Type="http://schemas.openxmlformats.org/officeDocument/2006/relationships/oleObject" Target="../embeddings/oleObject271.bin"/><Relationship Id="rId20" Type="http://schemas.openxmlformats.org/officeDocument/2006/relationships/vmlDrawing" Target="../drawings/vmlDrawing28.vml"/><Relationship Id="rId2" Type="http://schemas.openxmlformats.org/officeDocument/2006/relationships/image" Target="../media/image266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274.wmf"/><Relationship Id="rId17" Type="http://schemas.openxmlformats.org/officeDocument/2006/relationships/oleObject" Target="../embeddings/oleObject278.bin"/><Relationship Id="rId16" Type="http://schemas.openxmlformats.org/officeDocument/2006/relationships/image" Target="../media/image273.wmf"/><Relationship Id="rId15" Type="http://schemas.openxmlformats.org/officeDocument/2006/relationships/oleObject" Target="../embeddings/oleObject277.bin"/><Relationship Id="rId14" Type="http://schemas.openxmlformats.org/officeDocument/2006/relationships/image" Target="../media/image272.wmf"/><Relationship Id="rId13" Type="http://schemas.openxmlformats.org/officeDocument/2006/relationships/oleObject" Target="../embeddings/oleObject276.bin"/><Relationship Id="rId12" Type="http://schemas.openxmlformats.org/officeDocument/2006/relationships/image" Target="../media/image271.wmf"/><Relationship Id="rId11" Type="http://schemas.openxmlformats.org/officeDocument/2006/relationships/oleObject" Target="../embeddings/oleObject275.bin"/><Relationship Id="rId10" Type="http://schemas.openxmlformats.org/officeDocument/2006/relationships/image" Target="../media/image270.wmf"/><Relationship Id="rId1" Type="http://schemas.openxmlformats.org/officeDocument/2006/relationships/oleObject" Target="../embeddings/oleObject270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83.bin"/><Relationship Id="rId8" Type="http://schemas.openxmlformats.org/officeDocument/2006/relationships/image" Target="../media/image278.wmf"/><Relationship Id="rId7" Type="http://schemas.openxmlformats.org/officeDocument/2006/relationships/oleObject" Target="../embeddings/oleObject282.bin"/><Relationship Id="rId6" Type="http://schemas.openxmlformats.org/officeDocument/2006/relationships/image" Target="../media/image277.wmf"/><Relationship Id="rId5" Type="http://schemas.openxmlformats.org/officeDocument/2006/relationships/oleObject" Target="../embeddings/oleObject281.bin"/><Relationship Id="rId4" Type="http://schemas.openxmlformats.org/officeDocument/2006/relationships/image" Target="../media/image276.wmf"/><Relationship Id="rId3" Type="http://schemas.openxmlformats.org/officeDocument/2006/relationships/oleObject" Target="../embeddings/oleObject280.bin"/><Relationship Id="rId2" Type="http://schemas.openxmlformats.org/officeDocument/2006/relationships/image" Target="../media/image275.wmf"/><Relationship Id="rId13" Type="http://schemas.openxmlformats.org/officeDocument/2006/relationships/vmlDrawing" Target="../drawings/vmlDrawing29.vml"/><Relationship Id="rId12" Type="http://schemas.openxmlformats.org/officeDocument/2006/relationships/slideLayout" Target="../slideLayouts/slideLayout18.xml"/><Relationship Id="rId11" Type="http://schemas.openxmlformats.org/officeDocument/2006/relationships/audio" Target="../media/audio1.wav"/><Relationship Id="rId10" Type="http://schemas.openxmlformats.org/officeDocument/2006/relationships/image" Target="../media/image279.wmf"/><Relationship Id="rId1" Type="http://schemas.openxmlformats.org/officeDocument/2006/relationships/oleObject" Target="../embeddings/oleObject27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902330" y="1201792"/>
            <a:ext cx="8892481" cy="768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4400" b="1" dirty="0">
                <a:solidFill>
                  <a:srgbClr val="FF0000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§5.1 定积分的概念与性质</a:t>
            </a:r>
            <a:endParaRPr lang="zh-CN" altLang="en-US" sz="4400" b="1" dirty="0">
              <a:solidFill>
                <a:srgbClr val="FF0000"/>
              </a:solidFill>
              <a:latin typeface="华文隶书" panose="02010800040101010101" charset="-122"/>
              <a:ea typeface="华文隶书" panose="02010800040101010101" charset="-122"/>
              <a:cs typeface="华文隶书" panose="02010800040101010101" charset="-122"/>
            </a:endParaRPr>
          </a:p>
        </p:txBody>
      </p:sp>
      <p:sp>
        <p:nvSpPr>
          <p:cNvPr id="11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489925" y="2326576"/>
            <a:ext cx="622935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5.1.1  定积分的概念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489925" y="3266609"/>
            <a:ext cx="622935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5.1.2  定积分的性质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341294" y="1163365"/>
            <a:ext cx="420618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问题的背景   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7938567" y="2217316"/>
          <a:ext cx="3740000" cy="25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BMP 图象" r:id="rId1" imgW="3562350" imgH="2400300" progId="PBrush">
                  <p:embed/>
                </p:oleObj>
              </mc:Choice>
              <mc:Fallback>
                <p:oleObj name="BMP 图象" r:id="rId1" imgW="3562350" imgH="2400300" progId="PBrush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38567" y="2217316"/>
                        <a:ext cx="3740000" cy="252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8822487" y="2667214"/>
          <a:ext cx="1832625" cy="16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9" name="BMP 图象" r:id="rId3" imgW="1724025" imgH="1524000" progId="PBrush">
                  <p:embed/>
                </p:oleObj>
              </mc:Choice>
              <mc:Fallback>
                <p:oleObj name="BMP 图象" r:id="rId3" imgW="1724025" imgH="1524000" progId="PBrush">
                  <p:embed/>
                  <p:pic>
                    <p:nvPicPr>
                      <p:cNvPr id="0" name="图片 120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22487" y="2667214"/>
                        <a:ext cx="1832625" cy="162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340917" y="1767101"/>
            <a:ext cx="38608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 曲边梯形的面积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250872" y="2514496"/>
            <a:ext cx="4191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设曲边梯形是由连续曲线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438718" y="3250248"/>
          <a:ext cx="3316645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0" name="Equation" r:id="rId5" imgW="72542400" imgH="9448800" progId="Equation.DSMT4">
                  <p:embed/>
                </p:oleObj>
              </mc:Choice>
              <mc:Fallback>
                <p:oleObj name="Equation" r:id="rId5" imgW="72542400" imgH="9448800" progId="Equation.DSMT4">
                  <p:embed/>
                  <p:pic>
                    <p:nvPicPr>
                      <p:cNvPr id="0" name="图片 1209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438718" y="3250248"/>
                        <a:ext cx="3316645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744663" y="3842703"/>
          <a:ext cx="1092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1" name="Equation" r:id="rId7" imgW="26212800" imgH="10668000" progId="Equation.DSMT4">
                  <p:embed/>
                </p:oleObj>
              </mc:Choice>
              <mc:Fallback>
                <p:oleObj name="Equation" r:id="rId7" imgW="26212800" imgH="10668000" progId="Equation.DSMT4">
                  <p:embed/>
                  <p:pic>
                    <p:nvPicPr>
                      <p:cNvPr id="0" name="图片 1210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44663" y="3842703"/>
                        <a:ext cx="10922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2912542" y="3804181"/>
            <a:ext cx="213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以及两直线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909503" y="3842703"/>
          <a:ext cx="1839484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2" name="Equation" r:id="rId9" imgW="40233600" imgH="9448800" progId="Equation.DSMT4">
                  <p:embed/>
                </p:oleObj>
              </mc:Choice>
              <mc:Fallback>
                <p:oleObj name="Equation" r:id="rId9" imgW="40233600" imgH="9448800" progId="Equation.DSMT4">
                  <p:embed/>
                  <p:pic>
                    <p:nvPicPr>
                      <p:cNvPr id="0" name="图片 1211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909503" y="3842703"/>
                        <a:ext cx="1839484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1640637" y="4380444"/>
            <a:ext cx="160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所围成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2991917" y="4380126"/>
            <a:ext cx="2209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求其面积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.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9287942" y="3513986"/>
          <a:ext cx="1039813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3" name="公式" r:id="rId11" imgW="434975" imgH="212090" progId="Equation.3">
                  <p:embed/>
                </p:oleObj>
              </mc:Choice>
              <mc:Fallback>
                <p:oleObj name="公式" r:id="rId11" imgW="434975" imgH="212090" progId="Equation.3">
                  <p:embed/>
                  <p:pic>
                    <p:nvPicPr>
                      <p:cNvPr id="0" name="图片 1212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287942" y="3513986"/>
                        <a:ext cx="1039813" cy="4968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1"/>
          <p:cNvGraphicFramePr>
            <a:graphicFrameLocks noChangeAspect="1"/>
          </p:cNvGraphicFramePr>
          <p:nvPr/>
        </p:nvGraphicFramePr>
        <p:xfrm>
          <a:off x="9122842" y="2608476"/>
          <a:ext cx="13716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4" name="Equation" r:id="rId13" imgW="680085" imgH="234315" progId="Equation.DSMT4">
                  <p:embed/>
                </p:oleObj>
              </mc:Choice>
              <mc:Fallback>
                <p:oleObj name="Equation" r:id="rId13" imgW="680085" imgH="234315" progId="Equation.DSMT4">
                  <p:embed/>
                  <p:pic>
                    <p:nvPicPr>
                      <p:cNvPr id="0" name="图片 1213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122842" y="2608476"/>
                        <a:ext cx="1371600" cy="473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>
            <a:hlinkClick r:id="rId15" action="ppaction://hlinksldjump"/>
          </p:cNvPr>
          <p:cNvSpPr txBox="1">
            <a:spLocks noChangeArrowheads="1"/>
          </p:cNvSpPr>
          <p:nvPr/>
        </p:nvSpPr>
        <p:spPr bwMode="auto">
          <a:xfrm>
            <a:off x="2837489" y="284138"/>
            <a:ext cx="622935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algn="ctr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5.1.1  </a:t>
            </a: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定积分的概念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  <p:bldP spid="7" grpId="0" autoUpdateAnimBg="0"/>
      <p:bldP spid="10" grpId="0" autoUpdateAnimBg="0"/>
      <p:bldP spid="12" grpId="0" autoUpdateAnimBg="0"/>
      <p:bldP spid="1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6181836" y="1043286"/>
            <a:ext cx="3962400" cy="2476500"/>
            <a:chOff x="3218" y="1634"/>
            <a:chExt cx="2013" cy="1428"/>
          </a:xfrm>
        </p:grpSpPr>
        <p:graphicFrame>
          <p:nvGraphicFramePr>
            <p:cNvPr id="3" name="Object 3"/>
            <p:cNvGraphicFramePr>
              <a:graphicFrameLocks noChangeAspect="1"/>
            </p:cNvGraphicFramePr>
            <p:nvPr/>
          </p:nvGraphicFramePr>
          <p:xfrm>
            <a:off x="3596" y="1946"/>
            <a:ext cx="1200" cy="8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" name="BMP 图象" r:id="rId1" imgW="1828800" imgH="1857375" progId="PBrush">
                    <p:embed/>
                  </p:oleObj>
                </mc:Choice>
                <mc:Fallback>
                  <p:oleObj name="BMP 图象" r:id="rId1" imgW="1828800" imgH="1857375" progId="PBrush">
                    <p:embed/>
                    <p:pic>
                      <p:nvPicPr>
                        <p:cNvPr id="0" name="图片 204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596" y="1946"/>
                          <a:ext cx="1200" cy="882"/>
                        </a:xfrm>
                        <a:prstGeom prst="rect">
                          <a:avLst/>
                        </a:prstGeom>
                        <a:noFill/>
                        <a:ln w="5715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3604" y="2749"/>
              <a:ext cx="188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3604" y="2762"/>
              <a:ext cx="90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4761" y="2789"/>
              <a:ext cx="18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4709" y="2790"/>
              <a:ext cx="90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8" name="Group 8"/>
            <p:cNvGrpSpPr/>
            <p:nvPr/>
          </p:nvGrpSpPr>
          <p:grpSpPr bwMode="auto">
            <a:xfrm>
              <a:off x="3218" y="1634"/>
              <a:ext cx="2013" cy="1427"/>
              <a:chOff x="3218" y="1634"/>
              <a:chExt cx="2013" cy="1427"/>
            </a:xfrm>
          </p:grpSpPr>
          <p:grpSp>
            <p:nvGrpSpPr>
              <p:cNvPr id="9" name="Group 9"/>
              <p:cNvGrpSpPr/>
              <p:nvPr/>
            </p:nvGrpSpPr>
            <p:grpSpPr bwMode="auto">
              <a:xfrm>
                <a:off x="3218" y="2771"/>
                <a:ext cx="1866" cy="80"/>
                <a:chOff x="3218" y="2771"/>
                <a:chExt cx="1866" cy="80"/>
              </a:xfrm>
            </p:grpSpPr>
            <p:sp>
              <p:nvSpPr>
                <p:cNvPr id="19" name="Rectangle 10"/>
                <p:cNvSpPr>
                  <a:spLocks noChangeArrowheads="1"/>
                </p:cNvSpPr>
                <p:nvPr/>
              </p:nvSpPr>
              <p:spPr bwMode="auto">
                <a:xfrm>
                  <a:off x="3218" y="2803"/>
                  <a:ext cx="1789" cy="1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Freeform 11"/>
                <p:cNvSpPr/>
                <p:nvPr/>
              </p:nvSpPr>
              <p:spPr bwMode="auto">
                <a:xfrm>
                  <a:off x="5005" y="2771"/>
                  <a:ext cx="79" cy="80"/>
                </a:xfrm>
                <a:custGeom>
                  <a:avLst/>
                  <a:gdLst>
                    <a:gd name="T0" fmla="*/ 0 w 158"/>
                    <a:gd name="T1" fmla="*/ 159 h 159"/>
                    <a:gd name="T2" fmla="*/ 158 w 158"/>
                    <a:gd name="T3" fmla="*/ 79 h 159"/>
                    <a:gd name="T4" fmla="*/ 0 w 158"/>
                    <a:gd name="T5" fmla="*/ 0 h 159"/>
                    <a:gd name="T6" fmla="*/ 0 w 158"/>
                    <a:gd name="T7" fmla="*/ 159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8" h="159">
                      <a:moveTo>
                        <a:pt x="0" y="159"/>
                      </a:moveTo>
                      <a:lnTo>
                        <a:pt x="158" y="79"/>
                      </a:lnTo>
                      <a:lnTo>
                        <a:pt x="0" y="0"/>
                      </a:lnTo>
                      <a:lnTo>
                        <a:pt x="0" y="15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0" name="Group 12"/>
              <p:cNvGrpSpPr/>
              <p:nvPr/>
            </p:nvGrpSpPr>
            <p:grpSpPr bwMode="auto">
              <a:xfrm>
                <a:off x="3361" y="1700"/>
                <a:ext cx="79" cy="1275"/>
                <a:chOff x="3361" y="1700"/>
                <a:chExt cx="79" cy="1275"/>
              </a:xfrm>
            </p:grpSpPr>
            <p:sp>
              <p:nvSpPr>
                <p:cNvPr id="17" name="Rectangle 13"/>
                <p:cNvSpPr>
                  <a:spLocks noChangeArrowheads="1"/>
                </p:cNvSpPr>
                <p:nvPr/>
              </p:nvSpPr>
              <p:spPr bwMode="auto">
                <a:xfrm>
                  <a:off x="3392" y="1777"/>
                  <a:ext cx="16" cy="119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Freeform 14"/>
                <p:cNvSpPr/>
                <p:nvPr/>
              </p:nvSpPr>
              <p:spPr bwMode="auto">
                <a:xfrm>
                  <a:off x="3361" y="1700"/>
                  <a:ext cx="79" cy="79"/>
                </a:xfrm>
                <a:custGeom>
                  <a:avLst/>
                  <a:gdLst>
                    <a:gd name="T0" fmla="*/ 160 w 160"/>
                    <a:gd name="T1" fmla="*/ 157 h 157"/>
                    <a:gd name="T2" fmla="*/ 79 w 160"/>
                    <a:gd name="T3" fmla="*/ 0 h 157"/>
                    <a:gd name="T4" fmla="*/ 0 w 160"/>
                    <a:gd name="T5" fmla="*/ 157 h 157"/>
                    <a:gd name="T6" fmla="*/ 160 w 160"/>
                    <a:gd name="T7" fmla="*/ 157 h 1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0" h="157">
                      <a:moveTo>
                        <a:pt x="160" y="157"/>
                      </a:moveTo>
                      <a:lnTo>
                        <a:pt x="79" y="0"/>
                      </a:lnTo>
                      <a:lnTo>
                        <a:pt x="0" y="157"/>
                      </a:lnTo>
                      <a:lnTo>
                        <a:pt x="160" y="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" name="Rectangle 15"/>
              <p:cNvSpPr>
                <a:spLocks noChangeArrowheads="1"/>
              </p:cNvSpPr>
              <p:nvPr/>
            </p:nvSpPr>
            <p:spPr bwMode="auto">
              <a:xfrm>
                <a:off x="5022" y="2786"/>
                <a:ext cx="209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Rectangle 16"/>
              <p:cNvSpPr>
                <a:spLocks noChangeArrowheads="1"/>
              </p:cNvSpPr>
              <p:nvPr/>
            </p:nvSpPr>
            <p:spPr bwMode="auto">
              <a:xfrm>
                <a:off x="5022" y="2800"/>
                <a:ext cx="90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Rectangle 17"/>
              <p:cNvSpPr>
                <a:spLocks noChangeArrowheads="1"/>
              </p:cNvSpPr>
              <p:nvPr/>
            </p:nvSpPr>
            <p:spPr bwMode="auto">
              <a:xfrm>
                <a:off x="3236" y="1634"/>
                <a:ext cx="194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Rectangle 18"/>
              <p:cNvSpPr>
                <a:spLocks noChangeArrowheads="1"/>
              </p:cNvSpPr>
              <p:nvPr/>
            </p:nvSpPr>
            <p:spPr bwMode="auto">
              <a:xfrm>
                <a:off x="3236" y="1647"/>
                <a:ext cx="80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Rectangle 19"/>
              <p:cNvSpPr>
                <a:spLocks noChangeArrowheads="1"/>
              </p:cNvSpPr>
              <p:nvPr/>
            </p:nvSpPr>
            <p:spPr bwMode="auto">
              <a:xfrm>
                <a:off x="3246" y="2762"/>
                <a:ext cx="23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Rectangle 20"/>
              <p:cNvSpPr>
                <a:spLocks noChangeArrowheads="1"/>
              </p:cNvSpPr>
              <p:nvPr/>
            </p:nvSpPr>
            <p:spPr bwMode="auto">
              <a:xfrm>
                <a:off x="3246" y="2779"/>
                <a:ext cx="90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1" name="Group 21"/>
          <p:cNvGrpSpPr/>
          <p:nvPr/>
        </p:nvGrpSpPr>
        <p:grpSpPr bwMode="auto">
          <a:xfrm>
            <a:off x="2386123" y="1022648"/>
            <a:ext cx="3962400" cy="2476500"/>
            <a:chOff x="3218" y="1634"/>
            <a:chExt cx="2013" cy="1428"/>
          </a:xfrm>
        </p:grpSpPr>
        <p:graphicFrame>
          <p:nvGraphicFramePr>
            <p:cNvPr id="22" name="Object 22"/>
            <p:cNvGraphicFramePr>
              <a:graphicFrameLocks noChangeAspect="1"/>
            </p:cNvGraphicFramePr>
            <p:nvPr/>
          </p:nvGraphicFramePr>
          <p:xfrm>
            <a:off x="3596" y="1946"/>
            <a:ext cx="1200" cy="8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" name="BMP 图象" r:id="rId3" imgW="1828800" imgH="1857375" progId="PBrush">
                    <p:embed/>
                  </p:oleObj>
                </mc:Choice>
                <mc:Fallback>
                  <p:oleObj name="BMP 图象" r:id="rId3" imgW="1828800" imgH="1857375" progId="PBrush">
                    <p:embed/>
                    <p:pic>
                      <p:nvPicPr>
                        <p:cNvPr id="0" name="图片 204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596" y="1946"/>
                          <a:ext cx="1200" cy="882"/>
                        </a:xfrm>
                        <a:prstGeom prst="rect">
                          <a:avLst/>
                        </a:prstGeom>
                        <a:noFill/>
                        <a:ln w="57150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3604" y="2749"/>
              <a:ext cx="188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3604" y="2762"/>
              <a:ext cx="90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4761" y="2789"/>
              <a:ext cx="189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4709" y="2790"/>
              <a:ext cx="90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8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7" name="Group 27"/>
            <p:cNvGrpSpPr/>
            <p:nvPr/>
          </p:nvGrpSpPr>
          <p:grpSpPr bwMode="auto">
            <a:xfrm>
              <a:off x="3218" y="1634"/>
              <a:ext cx="2013" cy="1427"/>
              <a:chOff x="3218" y="1634"/>
              <a:chExt cx="2013" cy="1427"/>
            </a:xfrm>
          </p:grpSpPr>
          <p:grpSp>
            <p:nvGrpSpPr>
              <p:cNvPr id="28" name="Group 28"/>
              <p:cNvGrpSpPr/>
              <p:nvPr/>
            </p:nvGrpSpPr>
            <p:grpSpPr bwMode="auto">
              <a:xfrm>
                <a:off x="3218" y="2771"/>
                <a:ext cx="1866" cy="80"/>
                <a:chOff x="3218" y="2771"/>
                <a:chExt cx="1866" cy="80"/>
              </a:xfrm>
            </p:grpSpPr>
            <p:sp>
              <p:nvSpPr>
                <p:cNvPr id="38" name="Rectangle 29"/>
                <p:cNvSpPr>
                  <a:spLocks noChangeArrowheads="1"/>
                </p:cNvSpPr>
                <p:nvPr/>
              </p:nvSpPr>
              <p:spPr bwMode="auto">
                <a:xfrm>
                  <a:off x="3218" y="2803"/>
                  <a:ext cx="1789" cy="15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Freeform 30"/>
                <p:cNvSpPr/>
                <p:nvPr/>
              </p:nvSpPr>
              <p:spPr bwMode="auto">
                <a:xfrm>
                  <a:off x="5005" y="2771"/>
                  <a:ext cx="79" cy="80"/>
                </a:xfrm>
                <a:custGeom>
                  <a:avLst/>
                  <a:gdLst>
                    <a:gd name="T0" fmla="*/ 0 w 158"/>
                    <a:gd name="T1" fmla="*/ 159 h 159"/>
                    <a:gd name="T2" fmla="*/ 158 w 158"/>
                    <a:gd name="T3" fmla="*/ 79 h 159"/>
                    <a:gd name="T4" fmla="*/ 0 w 158"/>
                    <a:gd name="T5" fmla="*/ 0 h 159"/>
                    <a:gd name="T6" fmla="*/ 0 w 158"/>
                    <a:gd name="T7" fmla="*/ 159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58" h="159">
                      <a:moveTo>
                        <a:pt x="0" y="159"/>
                      </a:moveTo>
                      <a:lnTo>
                        <a:pt x="158" y="79"/>
                      </a:lnTo>
                      <a:lnTo>
                        <a:pt x="0" y="0"/>
                      </a:lnTo>
                      <a:lnTo>
                        <a:pt x="0" y="15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9" name="Group 31"/>
              <p:cNvGrpSpPr/>
              <p:nvPr/>
            </p:nvGrpSpPr>
            <p:grpSpPr bwMode="auto">
              <a:xfrm>
                <a:off x="3361" y="1700"/>
                <a:ext cx="79" cy="1275"/>
                <a:chOff x="3361" y="1700"/>
                <a:chExt cx="79" cy="1275"/>
              </a:xfrm>
            </p:grpSpPr>
            <p:sp>
              <p:nvSpPr>
                <p:cNvPr id="36" name="Rectangle 32"/>
                <p:cNvSpPr>
                  <a:spLocks noChangeArrowheads="1"/>
                </p:cNvSpPr>
                <p:nvPr/>
              </p:nvSpPr>
              <p:spPr bwMode="auto">
                <a:xfrm>
                  <a:off x="3392" y="1777"/>
                  <a:ext cx="16" cy="119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Freeform 33"/>
                <p:cNvSpPr/>
                <p:nvPr/>
              </p:nvSpPr>
              <p:spPr bwMode="auto">
                <a:xfrm>
                  <a:off x="3361" y="1700"/>
                  <a:ext cx="79" cy="79"/>
                </a:xfrm>
                <a:custGeom>
                  <a:avLst/>
                  <a:gdLst>
                    <a:gd name="T0" fmla="*/ 160 w 160"/>
                    <a:gd name="T1" fmla="*/ 157 h 157"/>
                    <a:gd name="T2" fmla="*/ 79 w 160"/>
                    <a:gd name="T3" fmla="*/ 0 h 157"/>
                    <a:gd name="T4" fmla="*/ 0 w 160"/>
                    <a:gd name="T5" fmla="*/ 157 h 157"/>
                    <a:gd name="T6" fmla="*/ 160 w 160"/>
                    <a:gd name="T7" fmla="*/ 157 h 15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0" h="157">
                      <a:moveTo>
                        <a:pt x="160" y="157"/>
                      </a:moveTo>
                      <a:lnTo>
                        <a:pt x="79" y="0"/>
                      </a:lnTo>
                      <a:lnTo>
                        <a:pt x="0" y="157"/>
                      </a:lnTo>
                      <a:lnTo>
                        <a:pt x="160" y="15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" name="Rectangle 34"/>
              <p:cNvSpPr>
                <a:spLocks noChangeArrowheads="1"/>
              </p:cNvSpPr>
              <p:nvPr/>
            </p:nvSpPr>
            <p:spPr bwMode="auto">
              <a:xfrm>
                <a:off x="5022" y="2786"/>
                <a:ext cx="209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Rectangle 35"/>
              <p:cNvSpPr>
                <a:spLocks noChangeArrowheads="1"/>
              </p:cNvSpPr>
              <p:nvPr/>
            </p:nvSpPr>
            <p:spPr bwMode="auto">
              <a:xfrm>
                <a:off x="5022" y="2800"/>
                <a:ext cx="90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Rectangle 36"/>
              <p:cNvSpPr>
                <a:spLocks noChangeArrowheads="1"/>
              </p:cNvSpPr>
              <p:nvPr/>
            </p:nvSpPr>
            <p:spPr bwMode="auto">
              <a:xfrm>
                <a:off x="3236" y="1634"/>
                <a:ext cx="194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Rectangle 37"/>
              <p:cNvSpPr>
                <a:spLocks noChangeArrowheads="1"/>
              </p:cNvSpPr>
              <p:nvPr/>
            </p:nvSpPr>
            <p:spPr bwMode="auto">
              <a:xfrm>
                <a:off x="3236" y="1647"/>
                <a:ext cx="80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Rectangle 38"/>
              <p:cNvSpPr>
                <a:spLocks noChangeArrowheads="1"/>
              </p:cNvSpPr>
              <p:nvPr/>
            </p:nvSpPr>
            <p:spPr bwMode="auto">
              <a:xfrm>
                <a:off x="3246" y="2762"/>
                <a:ext cx="23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Rectangle 39"/>
              <p:cNvSpPr>
                <a:spLocks noChangeArrowheads="1"/>
              </p:cNvSpPr>
              <p:nvPr/>
            </p:nvSpPr>
            <p:spPr bwMode="auto">
              <a:xfrm>
                <a:off x="3246" y="2779"/>
                <a:ext cx="90" cy="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800" b="1" i="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altLang="zh-CN" sz="2800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0" name="Text Box 40"/>
          <p:cNvSpPr txBox="1">
            <a:spLocks noChangeArrowheads="1"/>
          </p:cNvSpPr>
          <p:nvPr/>
        </p:nvSpPr>
        <p:spPr bwMode="auto">
          <a:xfrm>
            <a:off x="2355643" y="356533"/>
            <a:ext cx="5715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用矩形面积近似取代曲边梯形面积：</a:t>
            </a:r>
            <a:endParaRPr lang="zh-CN" altLang="en-US" sz="2800" b="1"/>
          </a:p>
        </p:txBody>
      </p:sp>
      <p:sp>
        <p:nvSpPr>
          <p:cNvPr id="41" name="Rectangle 41"/>
          <p:cNvSpPr>
            <a:spLocks noChangeArrowheads="1"/>
          </p:cNvSpPr>
          <p:nvPr/>
        </p:nvSpPr>
        <p:spPr bwMode="auto">
          <a:xfrm>
            <a:off x="3154473" y="2275186"/>
            <a:ext cx="644525" cy="785812"/>
          </a:xfrm>
          <a:prstGeom prst="rect">
            <a:avLst/>
          </a:prstGeom>
          <a:solidFill>
            <a:srgbClr val="99FF33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2"/>
          <p:cNvSpPr>
            <a:spLocks noChangeArrowheads="1"/>
          </p:cNvSpPr>
          <p:nvPr/>
        </p:nvSpPr>
        <p:spPr bwMode="auto">
          <a:xfrm>
            <a:off x="3798998" y="2221211"/>
            <a:ext cx="685800" cy="839787"/>
          </a:xfrm>
          <a:prstGeom prst="rect">
            <a:avLst/>
          </a:prstGeom>
          <a:solidFill>
            <a:srgbClr val="FF00FF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 43"/>
          <p:cNvSpPr>
            <a:spLocks noChangeArrowheads="1"/>
          </p:cNvSpPr>
          <p:nvPr/>
        </p:nvSpPr>
        <p:spPr bwMode="auto">
          <a:xfrm>
            <a:off x="4484798" y="1776711"/>
            <a:ext cx="477838" cy="1284287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Rectangle 44"/>
          <p:cNvSpPr>
            <a:spLocks noChangeArrowheads="1"/>
          </p:cNvSpPr>
          <p:nvPr/>
        </p:nvSpPr>
        <p:spPr bwMode="auto">
          <a:xfrm>
            <a:off x="4962636" y="1614786"/>
            <a:ext cx="501650" cy="1446212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5"/>
          <p:cNvSpPr>
            <a:spLocks noChangeArrowheads="1"/>
          </p:cNvSpPr>
          <p:nvPr/>
        </p:nvSpPr>
        <p:spPr bwMode="auto">
          <a:xfrm>
            <a:off x="6943836" y="2325986"/>
            <a:ext cx="360362" cy="754062"/>
          </a:xfrm>
          <a:prstGeom prst="rect">
            <a:avLst/>
          </a:prstGeom>
          <a:solidFill>
            <a:srgbClr val="FFCCFF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6"/>
          <p:cNvSpPr>
            <a:spLocks noChangeArrowheads="1"/>
          </p:cNvSpPr>
          <p:nvPr/>
        </p:nvSpPr>
        <p:spPr bwMode="auto">
          <a:xfrm>
            <a:off x="7302611" y="2367261"/>
            <a:ext cx="195262" cy="712787"/>
          </a:xfrm>
          <a:prstGeom prst="rect">
            <a:avLst/>
          </a:prstGeom>
          <a:solidFill>
            <a:srgbClr val="FF0066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7"/>
          <p:cNvSpPr>
            <a:spLocks noChangeArrowheads="1"/>
          </p:cNvSpPr>
          <p:nvPr/>
        </p:nvSpPr>
        <p:spPr bwMode="auto">
          <a:xfrm>
            <a:off x="7504223" y="2287886"/>
            <a:ext cx="207963" cy="792162"/>
          </a:xfrm>
          <a:prstGeom prst="rect">
            <a:avLst/>
          </a:prstGeom>
          <a:solidFill>
            <a:srgbClr val="FF9900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8"/>
          <p:cNvSpPr>
            <a:spLocks noChangeArrowheads="1"/>
          </p:cNvSpPr>
          <p:nvPr/>
        </p:nvSpPr>
        <p:spPr bwMode="auto">
          <a:xfrm>
            <a:off x="7712186" y="2164061"/>
            <a:ext cx="222250" cy="915987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9"/>
          <p:cNvSpPr>
            <a:spLocks noChangeArrowheads="1"/>
          </p:cNvSpPr>
          <p:nvPr/>
        </p:nvSpPr>
        <p:spPr bwMode="auto">
          <a:xfrm>
            <a:off x="7926498" y="2013248"/>
            <a:ext cx="290513" cy="1066800"/>
          </a:xfrm>
          <a:prstGeom prst="rect">
            <a:avLst/>
          </a:prstGeom>
          <a:solidFill>
            <a:srgbClr val="99FF33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50"/>
          <p:cNvSpPr>
            <a:spLocks noChangeArrowheads="1"/>
          </p:cNvSpPr>
          <p:nvPr/>
        </p:nvSpPr>
        <p:spPr bwMode="auto">
          <a:xfrm>
            <a:off x="8218598" y="1827511"/>
            <a:ext cx="304800" cy="1252537"/>
          </a:xfrm>
          <a:prstGeom prst="rect">
            <a:avLst/>
          </a:prstGeom>
          <a:solidFill>
            <a:srgbClr val="CC9900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1"/>
          <p:cNvSpPr>
            <a:spLocks noChangeArrowheads="1"/>
          </p:cNvSpPr>
          <p:nvPr/>
        </p:nvSpPr>
        <p:spPr bwMode="auto">
          <a:xfrm>
            <a:off x="8523398" y="1702098"/>
            <a:ext cx="304800" cy="1377950"/>
          </a:xfrm>
          <a:prstGeom prst="rect">
            <a:avLst/>
          </a:prstGeom>
          <a:solidFill>
            <a:srgbClr val="FFFFCC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2"/>
          <p:cNvSpPr>
            <a:spLocks noChangeArrowheads="1"/>
          </p:cNvSpPr>
          <p:nvPr/>
        </p:nvSpPr>
        <p:spPr bwMode="auto">
          <a:xfrm>
            <a:off x="8828198" y="1632248"/>
            <a:ext cx="228600" cy="1447800"/>
          </a:xfrm>
          <a:prstGeom prst="rect">
            <a:avLst/>
          </a:prstGeom>
          <a:solidFill>
            <a:srgbClr val="FF00FF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angle 53"/>
          <p:cNvSpPr>
            <a:spLocks noChangeArrowheads="1"/>
          </p:cNvSpPr>
          <p:nvPr/>
        </p:nvSpPr>
        <p:spPr bwMode="auto">
          <a:xfrm>
            <a:off x="9056798" y="1665586"/>
            <a:ext cx="196850" cy="1414462"/>
          </a:xfrm>
          <a:prstGeom prst="rect">
            <a:avLst/>
          </a:prstGeom>
          <a:solidFill>
            <a:srgbClr val="99FF33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Box 54"/>
          <p:cNvSpPr txBox="1">
            <a:spLocks noChangeArrowheads="1"/>
          </p:cNvSpPr>
          <p:nvPr/>
        </p:nvSpPr>
        <p:spPr bwMode="auto">
          <a:xfrm>
            <a:off x="2563288" y="4431963"/>
            <a:ext cx="6553200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显然，小矩形越多，矩形面积和越接近曲边梯形面积．</a:t>
            </a:r>
            <a:endParaRPr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Box 55"/>
          <p:cNvSpPr txBox="1">
            <a:spLocks noChangeArrowheads="1"/>
          </p:cNvSpPr>
          <p:nvPr/>
        </p:nvSpPr>
        <p:spPr bwMode="auto">
          <a:xfrm>
            <a:off x="3265805" y="3308350"/>
            <a:ext cx="36772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（四个小矩形）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6" name="Text Box 56"/>
          <p:cNvSpPr txBox="1">
            <a:spLocks noChangeArrowheads="1"/>
          </p:cNvSpPr>
          <p:nvPr/>
        </p:nvSpPr>
        <p:spPr bwMode="auto">
          <a:xfrm>
            <a:off x="7304405" y="3308350"/>
            <a:ext cx="48869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（九个小矩形）</a:t>
            </a:r>
            <a:endParaRPr lang="zh-CN" altLang="en-US" sz="28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500"/>
                            </p:stCondLst>
                            <p:childTnLst>
                              <p:par>
                                <p:cTn id="72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75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 animBg="1"/>
      <p:bldP spid="42" grpId="0" bldLvl="0" animBg="1"/>
      <p:bldP spid="43" grpId="0" bldLvl="0" animBg="1"/>
      <p:bldP spid="44" grpId="0" bldLvl="0" animBg="1"/>
      <p:bldP spid="45" grpId="0" bldLvl="0" animBg="1"/>
      <p:bldP spid="46" grpId="0" bldLvl="0" animBg="1"/>
      <p:bldP spid="47" grpId="0" bldLvl="0" animBg="1"/>
      <p:bldP spid="48" grpId="0" bldLvl="0" animBg="1"/>
      <p:bldP spid="49" grpId="0" bldLvl="0" animBg="1"/>
      <p:bldP spid="50" grpId="0" bldLvl="0" animBg="1"/>
      <p:bldP spid="51" grpId="0" bldLvl="0" animBg="1"/>
      <p:bldP spid="52" grpId="0" bldLvl="0" animBg="1"/>
      <p:bldP spid="53" grpId="0" bldLvl="0" animBg="1"/>
      <p:bldP spid="54" grpId="0" autoUpdateAnimBg="0"/>
      <p:bldP spid="55" grpId="0" autoUpdateAnimBg="0"/>
      <p:bldP spid="56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644314" y="1137091"/>
            <a:ext cx="38782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曲边梯形如图所示，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4"/>
          <p:cNvGrpSpPr/>
          <p:nvPr/>
        </p:nvGrpSpPr>
        <p:grpSpPr bwMode="auto">
          <a:xfrm>
            <a:off x="5697274" y="2427312"/>
            <a:ext cx="4648200" cy="2438400"/>
            <a:chOff x="2736" y="1440"/>
            <a:chExt cx="2928" cy="1536"/>
          </a:xfrm>
        </p:grpSpPr>
        <p:graphicFrame>
          <p:nvGraphicFramePr>
            <p:cNvPr id="4" name="Object 5"/>
            <p:cNvGraphicFramePr>
              <a:graphicFrameLocks noChangeAspect="1"/>
            </p:cNvGraphicFramePr>
            <p:nvPr/>
          </p:nvGraphicFramePr>
          <p:xfrm>
            <a:off x="3272" y="1559"/>
            <a:ext cx="1680" cy="1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" name="BMP 图象" r:id="rId1" imgW="1905000" imgH="1352550" progId="PBrush">
                    <p:embed/>
                  </p:oleObj>
                </mc:Choice>
                <mc:Fallback>
                  <p:oleObj name="BMP 图象" r:id="rId1" imgW="1905000" imgH="1352550" progId="PBrush">
                    <p:embed/>
                    <p:pic>
                      <p:nvPicPr>
                        <p:cNvPr id="0" name="图片 307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272" y="1559"/>
                          <a:ext cx="1680" cy="11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6"/>
            <p:cNvGraphicFramePr>
              <a:graphicFrameLocks noChangeAspect="1"/>
            </p:cNvGraphicFramePr>
            <p:nvPr/>
          </p:nvGraphicFramePr>
          <p:xfrm>
            <a:off x="3209" y="2784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4" name="公式" r:id="rId3" imgW="5791200" imgH="6096000" progId="Equation.3">
                    <p:embed/>
                  </p:oleObj>
                </mc:Choice>
                <mc:Fallback>
                  <p:oleObj name="公式" r:id="rId3" imgW="5791200" imgH="6096000" progId="Equation.3">
                    <p:embed/>
                    <p:pic>
                      <p:nvPicPr>
                        <p:cNvPr id="0" name="图片 307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209" y="2784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7"/>
            <p:cNvGraphicFramePr>
              <a:graphicFrameLocks noChangeAspect="1"/>
            </p:cNvGraphicFramePr>
            <p:nvPr/>
          </p:nvGraphicFramePr>
          <p:xfrm>
            <a:off x="4944" y="2768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name="公式" r:id="rId5" imgW="5486400" imgH="7924800" progId="Equation.3">
                    <p:embed/>
                  </p:oleObj>
                </mc:Choice>
                <mc:Fallback>
                  <p:oleObj name="公式" r:id="rId5" imgW="5486400" imgH="7924800" progId="Equation.3">
                    <p:embed/>
                    <p:pic>
                      <p:nvPicPr>
                        <p:cNvPr id="0" name="图片 307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944" y="2768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Line 8"/>
            <p:cNvSpPr>
              <a:spLocks noChangeShapeType="1"/>
            </p:cNvSpPr>
            <p:nvPr/>
          </p:nvSpPr>
          <p:spPr bwMode="auto">
            <a:xfrm>
              <a:off x="2769" y="2737"/>
              <a:ext cx="27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Line 9"/>
            <p:cNvSpPr>
              <a:spLocks noChangeShapeType="1"/>
            </p:cNvSpPr>
            <p:nvPr/>
          </p:nvSpPr>
          <p:spPr bwMode="auto">
            <a:xfrm flipV="1">
              <a:off x="3041" y="1440"/>
              <a:ext cx="0" cy="14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Object 10"/>
            <p:cNvGraphicFramePr>
              <a:graphicFrameLocks noChangeAspect="1"/>
            </p:cNvGraphicFramePr>
            <p:nvPr/>
          </p:nvGraphicFramePr>
          <p:xfrm>
            <a:off x="5427" y="2785"/>
            <a:ext cx="23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6" name="公式" r:id="rId7" imgW="6400800" imgH="6096000" progId="Equation.3">
                    <p:embed/>
                  </p:oleObj>
                </mc:Choice>
                <mc:Fallback>
                  <p:oleObj name="公式" r:id="rId7" imgW="6400800" imgH="6096000" progId="Equation.3">
                    <p:embed/>
                    <p:pic>
                      <p:nvPicPr>
                        <p:cNvPr id="0" name="图片 307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427" y="2785"/>
                          <a:ext cx="237" cy="1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1"/>
            <p:cNvGraphicFramePr>
              <a:graphicFrameLocks noChangeAspect="1"/>
            </p:cNvGraphicFramePr>
            <p:nvPr/>
          </p:nvGraphicFramePr>
          <p:xfrm>
            <a:off x="2736" y="1440"/>
            <a:ext cx="23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公式" r:id="rId9" imgW="6400800" imgH="7924800" progId="Equation.3">
                    <p:embed/>
                  </p:oleObj>
                </mc:Choice>
                <mc:Fallback>
                  <p:oleObj name="公式" r:id="rId9" imgW="6400800" imgH="7924800" progId="Equation.3">
                    <p:embed/>
                    <p:pic>
                      <p:nvPicPr>
                        <p:cNvPr id="0" name="图片 307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736" y="1440"/>
                          <a:ext cx="237" cy="20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2797" y="2765"/>
            <a:ext cx="224" cy="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公式" r:id="rId11" imgW="5486400" imgH="6096000" progId="Equation.3">
                    <p:embed/>
                  </p:oleObj>
                </mc:Choice>
                <mc:Fallback>
                  <p:oleObj name="公式" r:id="rId11" imgW="5486400" imgH="6096000" progId="Equation.3">
                    <p:embed/>
                    <p:pic>
                      <p:nvPicPr>
                        <p:cNvPr id="0" name="图片 30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797" y="2765"/>
                          <a:ext cx="224" cy="175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3"/>
          <p:cNvGrpSpPr/>
          <p:nvPr/>
        </p:nvGrpSpPr>
        <p:grpSpPr bwMode="auto">
          <a:xfrm>
            <a:off x="6948224" y="2935312"/>
            <a:ext cx="1905000" cy="1560513"/>
            <a:chOff x="3620" y="1856"/>
            <a:chExt cx="1200" cy="983"/>
          </a:xfrm>
        </p:grpSpPr>
        <p:sp>
          <p:nvSpPr>
            <p:cNvPr id="13" name="Line 14"/>
            <p:cNvSpPr>
              <a:spLocks noChangeShapeType="1"/>
            </p:cNvSpPr>
            <p:nvPr/>
          </p:nvSpPr>
          <p:spPr bwMode="auto">
            <a:xfrm>
              <a:off x="3620" y="1856"/>
              <a:ext cx="0" cy="9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3860" y="1872"/>
              <a:ext cx="0" cy="9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4052" y="2064"/>
              <a:ext cx="0" cy="76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4244" y="2256"/>
              <a:ext cx="0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4484" y="2352"/>
              <a:ext cx="0" cy="4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 flipH="1">
              <a:off x="4676" y="2180"/>
              <a:ext cx="0" cy="6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Line 20"/>
            <p:cNvSpPr>
              <a:spLocks noChangeShapeType="1"/>
            </p:cNvSpPr>
            <p:nvPr/>
          </p:nvSpPr>
          <p:spPr bwMode="auto">
            <a:xfrm>
              <a:off x="4820" y="1968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Group 21"/>
          <p:cNvGrpSpPr/>
          <p:nvPr/>
        </p:nvGrpSpPr>
        <p:grpSpPr bwMode="auto">
          <a:xfrm>
            <a:off x="6567224" y="2874987"/>
            <a:ext cx="2549525" cy="892175"/>
            <a:chOff x="3380" y="1818"/>
            <a:chExt cx="1606" cy="562"/>
          </a:xfrm>
        </p:grpSpPr>
        <p:sp>
          <p:nvSpPr>
            <p:cNvPr id="21" name="Line 22"/>
            <p:cNvSpPr>
              <a:spLocks noChangeShapeType="1"/>
            </p:cNvSpPr>
            <p:nvPr/>
          </p:nvSpPr>
          <p:spPr bwMode="auto">
            <a:xfrm>
              <a:off x="3380" y="2015"/>
              <a:ext cx="24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Line 23"/>
            <p:cNvSpPr>
              <a:spLocks noChangeShapeType="1"/>
            </p:cNvSpPr>
            <p:nvPr/>
          </p:nvSpPr>
          <p:spPr bwMode="auto">
            <a:xfrm>
              <a:off x="3620" y="1818"/>
              <a:ext cx="24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Line 24"/>
            <p:cNvSpPr>
              <a:spLocks noChangeShapeType="1"/>
            </p:cNvSpPr>
            <p:nvPr/>
          </p:nvSpPr>
          <p:spPr bwMode="auto">
            <a:xfrm>
              <a:off x="3866" y="1968"/>
              <a:ext cx="20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Line 25"/>
            <p:cNvSpPr>
              <a:spLocks noChangeShapeType="1"/>
            </p:cNvSpPr>
            <p:nvPr/>
          </p:nvSpPr>
          <p:spPr bwMode="auto">
            <a:xfrm>
              <a:off x="4052" y="2180"/>
              <a:ext cx="20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Line 26"/>
            <p:cNvSpPr>
              <a:spLocks noChangeShapeType="1"/>
            </p:cNvSpPr>
            <p:nvPr/>
          </p:nvSpPr>
          <p:spPr bwMode="auto">
            <a:xfrm>
              <a:off x="4244" y="2380"/>
              <a:ext cx="288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Line 27"/>
            <p:cNvSpPr>
              <a:spLocks noChangeShapeType="1"/>
            </p:cNvSpPr>
            <p:nvPr/>
          </p:nvSpPr>
          <p:spPr bwMode="auto">
            <a:xfrm flipV="1">
              <a:off x="4458" y="2309"/>
              <a:ext cx="240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Line 28"/>
            <p:cNvSpPr>
              <a:spLocks noChangeShapeType="1"/>
            </p:cNvSpPr>
            <p:nvPr/>
          </p:nvSpPr>
          <p:spPr bwMode="auto">
            <a:xfrm flipV="1">
              <a:off x="4670" y="2102"/>
              <a:ext cx="172" cy="12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Line 29"/>
            <p:cNvSpPr>
              <a:spLocks noChangeShapeType="1"/>
            </p:cNvSpPr>
            <p:nvPr/>
          </p:nvSpPr>
          <p:spPr bwMode="auto">
            <a:xfrm>
              <a:off x="4842" y="1856"/>
              <a:ext cx="144" cy="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30"/>
          <p:cNvGrpSpPr/>
          <p:nvPr/>
        </p:nvGrpSpPr>
        <p:grpSpPr bwMode="auto">
          <a:xfrm>
            <a:off x="6764074" y="2935312"/>
            <a:ext cx="2211388" cy="1930400"/>
            <a:chOff x="3504" y="1856"/>
            <a:chExt cx="1393" cy="1216"/>
          </a:xfrm>
        </p:grpSpPr>
        <p:sp>
          <p:nvSpPr>
            <p:cNvPr id="30" name="Line 31"/>
            <p:cNvSpPr>
              <a:spLocks noChangeShapeType="1"/>
            </p:cNvSpPr>
            <p:nvPr/>
          </p:nvSpPr>
          <p:spPr bwMode="auto">
            <a:xfrm flipH="1">
              <a:off x="3729" y="1856"/>
              <a:ext cx="15" cy="976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Line 32"/>
            <p:cNvSpPr>
              <a:spLocks noChangeShapeType="1"/>
            </p:cNvSpPr>
            <p:nvPr/>
          </p:nvSpPr>
          <p:spPr bwMode="auto">
            <a:xfrm>
              <a:off x="4128" y="2180"/>
              <a:ext cx="6" cy="652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Line 33"/>
            <p:cNvSpPr>
              <a:spLocks noChangeShapeType="1"/>
            </p:cNvSpPr>
            <p:nvPr/>
          </p:nvSpPr>
          <p:spPr bwMode="auto">
            <a:xfrm>
              <a:off x="4368" y="2400"/>
              <a:ext cx="0" cy="448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Line 34"/>
            <p:cNvSpPr>
              <a:spLocks noChangeShapeType="1"/>
            </p:cNvSpPr>
            <p:nvPr/>
          </p:nvSpPr>
          <p:spPr bwMode="auto">
            <a:xfrm flipH="1">
              <a:off x="4752" y="2102"/>
              <a:ext cx="8" cy="73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Line 35"/>
            <p:cNvSpPr>
              <a:spLocks noChangeShapeType="1"/>
            </p:cNvSpPr>
            <p:nvPr/>
          </p:nvSpPr>
          <p:spPr bwMode="auto">
            <a:xfrm>
              <a:off x="4560" y="2309"/>
              <a:ext cx="0" cy="50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 flipH="1">
              <a:off x="3936" y="1968"/>
              <a:ext cx="0" cy="884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3504" y="2015"/>
              <a:ext cx="11" cy="833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>
              <a:off x="4886" y="1856"/>
              <a:ext cx="11" cy="976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8" name="Object 39"/>
            <p:cNvGraphicFramePr>
              <a:graphicFrameLocks noChangeAspect="1"/>
            </p:cNvGraphicFramePr>
            <p:nvPr/>
          </p:nvGraphicFramePr>
          <p:xfrm>
            <a:off x="4320" y="2859"/>
            <a:ext cx="141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公式" r:id="rId13" imgW="356870" imgH="535305" progId="Equation.3">
                    <p:embed/>
                  </p:oleObj>
                </mc:Choice>
                <mc:Fallback>
                  <p:oleObj name="公式" r:id="rId13" imgW="356870" imgH="535305" progId="Equation.3">
                    <p:embed/>
                    <p:pic>
                      <p:nvPicPr>
                        <p:cNvPr id="0" name="图片 30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320" y="2859"/>
                          <a:ext cx="141" cy="21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" name="Group 40"/>
          <p:cNvGrpSpPr/>
          <p:nvPr/>
        </p:nvGrpSpPr>
        <p:grpSpPr bwMode="auto">
          <a:xfrm>
            <a:off x="6860912" y="4484712"/>
            <a:ext cx="2341562" cy="339725"/>
            <a:chOff x="3565" y="2832"/>
            <a:chExt cx="1475" cy="214"/>
          </a:xfrm>
        </p:grpSpPr>
        <p:graphicFrame>
          <p:nvGraphicFramePr>
            <p:cNvPr id="40" name="Object 41"/>
            <p:cNvGraphicFramePr>
              <a:graphicFrameLocks noChangeAspect="1"/>
            </p:cNvGraphicFramePr>
            <p:nvPr/>
          </p:nvGraphicFramePr>
          <p:xfrm>
            <a:off x="4441" y="2832"/>
            <a:ext cx="158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公式" r:id="rId15" imgW="8229600" imgH="10972800" progId="Equation.3">
                    <p:embed/>
                  </p:oleObj>
                </mc:Choice>
                <mc:Fallback>
                  <p:oleObj name="公式" r:id="rId15" imgW="8229600" imgH="10972800" progId="Equation.3">
                    <p:embed/>
                    <p:pic>
                      <p:nvPicPr>
                        <p:cNvPr id="0" name="图片 307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441" y="2832"/>
                          <a:ext cx="158" cy="21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1" name="Group 42"/>
            <p:cNvGrpSpPr/>
            <p:nvPr/>
          </p:nvGrpSpPr>
          <p:grpSpPr bwMode="auto">
            <a:xfrm>
              <a:off x="3565" y="2832"/>
              <a:ext cx="1475" cy="214"/>
              <a:chOff x="3565" y="2832"/>
              <a:chExt cx="1475" cy="214"/>
            </a:xfrm>
          </p:grpSpPr>
          <p:graphicFrame>
            <p:nvGraphicFramePr>
              <p:cNvPr id="42" name="Object 43"/>
              <p:cNvGraphicFramePr>
                <a:graphicFrameLocks noChangeAspect="1"/>
              </p:cNvGraphicFramePr>
              <p:nvPr/>
            </p:nvGraphicFramePr>
            <p:xfrm>
              <a:off x="3565" y="2834"/>
              <a:ext cx="164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1" name="公式" r:id="rId17" imgW="8534400" imgH="10972800" progId="Equation.3">
                      <p:embed/>
                    </p:oleObj>
                  </mc:Choice>
                  <mc:Fallback>
                    <p:oleObj name="公式" r:id="rId17" imgW="8534400" imgH="10972800" progId="Equation.3">
                      <p:embed/>
                      <p:pic>
                        <p:nvPicPr>
                          <p:cNvPr id="0" name="图片 3080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18"/>
                          <a:stretch>
                            <a:fillRect/>
                          </a:stretch>
                        </p:blipFill>
                        <p:spPr>
                          <a:xfrm>
                            <a:off x="3565" y="2834"/>
                            <a:ext cx="164" cy="21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3" name="Object 44"/>
              <p:cNvGraphicFramePr>
                <a:graphicFrameLocks noChangeAspect="1"/>
              </p:cNvGraphicFramePr>
              <p:nvPr/>
            </p:nvGraphicFramePr>
            <p:xfrm>
              <a:off x="4097" y="2832"/>
              <a:ext cx="270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2" name="公式" r:id="rId19" imgW="14020800" imgH="10972800" progId="Equation.3">
                      <p:embed/>
                    </p:oleObj>
                  </mc:Choice>
                  <mc:Fallback>
                    <p:oleObj name="公式" r:id="rId19" imgW="14020800" imgH="10972800" progId="Equation.3">
                      <p:embed/>
                      <p:pic>
                        <p:nvPicPr>
                          <p:cNvPr id="0" name="图片 3081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0"/>
                          <a:stretch>
                            <a:fillRect/>
                          </a:stretch>
                        </p:blipFill>
                        <p:spPr>
                          <a:xfrm>
                            <a:off x="4097" y="2832"/>
                            <a:ext cx="270" cy="21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" name="Object 45"/>
              <p:cNvGraphicFramePr>
                <a:graphicFrameLocks noChangeAspect="1"/>
              </p:cNvGraphicFramePr>
              <p:nvPr/>
            </p:nvGraphicFramePr>
            <p:xfrm>
              <a:off x="4752" y="2832"/>
              <a:ext cx="288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83" name="公式" r:id="rId21" imgW="14935200" imgH="10972800" progId="Equation.3">
                      <p:embed/>
                    </p:oleObj>
                  </mc:Choice>
                  <mc:Fallback>
                    <p:oleObj name="公式" r:id="rId21" imgW="14935200" imgH="10972800" progId="Equation.3">
                      <p:embed/>
                      <p:pic>
                        <p:nvPicPr>
                          <p:cNvPr id="0" name="图片 308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4752" y="2832"/>
                            <a:ext cx="288" cy="21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45" name="Object 46"/>
          <p:cNvGraphicFramePr>
            <a:graphicFrameLocks noChangeAspect="1"/>
          </p:cNvGraphicFramePr>
          <p:nvPr/>
        </p:nvGraphicFramePr>
        <p:xfrm>
          <a:off x="2251764" y="2332062"/>
          <a:ext cx="3327400" cy="156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公式" r:id="rId23" imgW="79857600" imgH="37490400" progId="Equation.3">
                  <p:embed/>
                </p:oleObj>
              </mc:Choice>
              <mc:Fallback>
                <p:oleObj name="公式" r:id="rId23" imgW="79857600" imgH="37490400" progId="Equation.3">
                  <p:embed/>
                  <p:pic>
                    <p:nvPicPr>
                      <p:cNvPr id="0" name="图片 308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251764" y="2332062"/>
                        <a:ext cx="3327400" cy="1562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47"/>
          <p:cNvGraphicFramePr>
            <a:graphicFrameLocks noChangeAspect="1"/>
          </p:cNvGraphicFramePr>
          <p:nvPr/>
        </p:nvGraphicFramePr>
        <p:xfrm>
          <a:off x="1868710" y="4495965"/>
          <a:ext cx="34290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公式" r:id="rId25" imgW="82296000" imgH="24079200" progId="Equation.3">
                  <p:embed/>
                </p:oleObj>
              </mc:Choice>
              <mc:Fallback>
                <p:oleObj name="公式" r:id="rId25" imgW="82296000" imgH="24079200" progId="Equation.3">
                  <p:embed/>
                  <p:pic>
                    <p:nvPicPr>
                      <p:cNvPr id="0" name="图片 308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868710" y="4495965"/>
                        <a:ext cx="3429000" cy="10017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48"/>
          <p:cNvGraphicFramePr>
            <a:graphicFrameLocks noChangeAspect="1"/>
          </p:cNvGraphicFramePr>
          <p:nvPr/>
        </p:nvGraphicFramePr>
        <p:xfrm>
          <a:off x="8162979" y="5597867"/>
          <a:ext cx="2184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公式" r:id="rId27" imgW="52425600" imgH="10972800" progId="Equation.3">
                  <p:embed/>
                </p:oleObj>
              </mc:Choice>
              <mc:Fallback>
                <p:oleObj name="公式" r:id="rId27" imgW="52425600" imgH="10972800" progId="Equation.3">
                  <p:embed/>
                  <p:pic>
                    <p:nvPicPr>
                      <p:cNvPr id="0" name="图片 308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8162979" y="5597867"/>
                        <a:ext cx="21844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9"/>
          <p:cNvGraphicFramePr>
            <a:graphicFrameLocks noChangeAspect="1"/>
          </p:cNvGraphicFramePr>
          <p:nvPr/>
        </p:nvGraphicFramePr>
        <p:xfrm>
          <a:off x="1466269" y="5612472"/>
          <a:ext cx="69738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公式" r:id="rId29" imgW="167335200" imgH="10668000" progId="Equation.3">
                  <p:embed/>
                </p:oleObj>
              </mc:Choice>
              <mc:Fallback>
                <p:oleObj name="公式" r:id="rId29" imgW="167335200" imgH="10668000" progId="Equation.3">
                  <p:embed/>
                  <p:pic>
                    <p:nvPicPr>
                      <p:cNvPr id="0" name="图片 308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466269" y="5612472"/>
                        <a:ext cx="6973888" cy="442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9" name="Group 51"/>
          <p:cNvGrpSpPr>
            <a:grpSpLocks noChangeAspect="1"/>
          </p:cNvGrpSpPr>
          <p:nvPr/>
        </p:nvGrpSpPr>
        <p:grpSpPr bwMode="auto">
          <a:xfrm>
            <a:off x="2251545" y="1162126"/>
            <a:ext cx="8049452" cy="1462088"/>
            <a:chOff x="586" y="587"/>
            <a:chExt cx="4759" cy="921"/>
          </a:xfrm>
        </p:grpSpPr>
        <p:sp>
          <p:nvSpPr>
            <p:cNvPr id="50" name="AutoShape 50"/>
            <p:cNvSpPr>
              <a:spLocks noChangeAspect="1" noChangeArrowheads="1" noTextEdit="1"/>
            </p:cNvSpPr>
            <p:nvPr/>
          </p:nvSpPr>
          <p:spPr bwMode="auto">
            <a:xfrm>
              <a:off x="602" y="782"/>
              <a:ext cx="4743" cy="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52"/>
            <p:cNvSpPr>
              <a:spLocks noChangeArrowheads="1"/>
            </p:cNvSpPr>
            <p:nvPr/>
          </p:nvSpPr>
          <p:spPr bwMode="auto">
            <a:xfrm>
              <a:off x="4901" y="972"/>
              <a:ext cx="16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3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Rectangle 53"/>
            <p:cNvSpPr>
              <a:spLocks noChangeArrowheads="1"/>
            </p:cNvSpPr>
            <p:nvPr/>
          </p:nvSpPr>
          <p:spPr bwMode="auto">
            <a:xfrm>
              <a:off x="4420" y="972"/>
              <a:ext cx="1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54"/>
            <p:cNvSpPr>
              <a:spLocks noChangeArrowheads="1"/>
            </p:cNvSpPr>
            <p:nvPr/>
          </p:nvSpPr>
          <p:spPr bwMode="auto">
            <a:xfrm>
              <a:off x="3781" y="972"/>
              <a:ext cx="1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Rectangle 55"/>
            <p:cNvSpPr>
              <a:spLocks noChangeArrowheads="1"/>
            </p:cNvSpPr>
            <p:nvPr/>
          </p:nvSpPr>
          <p:spPr bwMode="auto">
            <a:xfrm>
              <a:off x="2852" y="972"/>
              <a:ext cx="1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Rectangle 56"/>
            <p:cNvSpPr>
              <a:spLocks noChangeArrowheads="1"/>
            </p:cNvSpPr>
            <p:nvPr/>
          </p:nvSpPr>
          <p:spPr bwMode="auto">
            <a:xfrm>
              <a:off x="2387" y="972"/>
              <a:ext cx="1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Rectangle 57"/>
            <p:cNvSpPr>
              <a:spLocks noChangeArrowheads="1"/>
            </p:cNvSpPr>
            <p:nvPr/>
          </p:nvSpPr>
          <p:spPr bwMode="auto">
            <a:xfrm>
              <a:off x="1911" y="972"/>
              <a:ext cx="1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Rectangle 58"/>
            <p:cNvSpPr>
              <a:spLocks noChangeArrowheads="1"/>
            </p:cNvSpPr>
            <p:nvPr/>
          </p:nvSpPr>
          <p:spPr bwMode="auto">
            <a:xfrm>
              <a:off x="1543" y="945"/>
              <a:ext cx="1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 59"/>
            <p:cNvSpPr>
              <a:spLocks noChangeArrowheads="1"/>
            </p:cNvSpPr>
            <p:nvPr/>
          </p:nvSpPr>
          <p:spPr bwMode="auto">
            <a:xfrm>
              <a:off x="3706" y="590"/>
              <a:ext cx="18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3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Rectangle 60"/>
            <p:cNvSpPr>
              <a:spLocks noChangeArrowheads="1"/>
            </p:cNvSpPr>
            <p:nvPr/>
          </p:nvSpPr>
          <p:spPr bwMode="auto">
            <a:xfrm>
              <a:off x="3415" y="587"/>
              <a:ext cx="24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zh-CN" sz="3000" b="1" i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3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Rectangle 61"/>
            <p:cNvSpPr>
              <a:spLocks noChangeArrowheads="1"/>
            </p:cNvSpPr>
            <p:nvPr/>
          </p:nvSpPr>
          <p:spPr bwMode="auto">
            <a:xfrm>
              <a:off x="4551" y="1119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Rectangle 62"/>
            <p:cNvSpPr>
              <a:spLocks noChangeArrowheads="1"/>
            </p:cNvSpPr>
            <p:nvPr/>
          </p:nvSpPr>
          <p:spPr bwMode="auto">
            <a:xfrm>
              <a:off x="4081" y="1119"/>
              <a:ext cx="6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Rectangle 63"/>
            <p:cNvSpPr>
              <a:spLocks noChangeArrowheads="1"/>
            </p:cNvSpPr>
            <p:nvPr/>
          </p:nvSpPr>
          <p:spPr bwMode="auto">
            <a:xfrm>
              <a:off x="3912" y="1119"/>
              <a:ext cx="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Rectangle 64"/>
            <p:cNvSpPr>
              <a:spLocks noChangeArrowheads="1"/>
            </p:cNvSpPr>
            <p:nvPr/>
          </p:nvSpPr>
          <p:spPr bwMode="auto">
            <a:xfrm>
              <a:off x="2988" y="1119"/>
              <a:ext cx="6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Rectangle 65"/>
            <p:cNvSpPr>
              <a:spLocks noChangeArrowheads="1"/>
            </p:cNvSpPr>
            <p:nvPr/>
          </p:nvSpPr>
          <p:spPr bwMode="auto">
            <a:xfrm>
              <a:off x="2514" y="1119"/>
              <a:ext cx="6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Rectangle 66"/>
            <p:cNvSpPr>
              <a:spLocks noChangeArrowheads="1"/>
            </p:cNvSpPr>
            <p:nvPr/>
          </p:nvSpPr>
          <p:spPr bwMode="auto">
            <a:xfrm>
              <a:off x="2044" y="1119"/>
              <a:ext cx="68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67"/>
            <p:cNvSpPr>
              <a:spLocks noChangeArrowheads="1"/>
            </p:cNvSpPr>
            <p:nvPr/>
          </p:nvSpPr>
          <p:spPr bwMode="auto">
            <a:xfrm>
              <a:off x="4714" y="945"/>
              <a:ext cx="1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68"/>
            <p:cNvSpPr>
              <a:spLocks noChangeArrowheads="1"/>
            </p:cNvSpPr>
            <p:nvPr/>
          </p:nvSpPr>
          <p:spPr bwMode="auto">
            <a:xfrm>
              <a:off x="4225" y="945"/>
              <a:ext cx="1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69"/>
            <p:cNvSpPr>
              <a:spLocks noChangeArrowheads="1"/>
            </p:cNvSpPr>
            <p:nvPr/>
          </p:nvSpPr>
          <p:spPr bwMode="auto">
            <a:xfrm>
              <a:off x="3586" y="945"/>
              <a:ext cx="1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70"/>
            <p:cNvSpPr>
              <a:spLocks noChangeArrowheads="1"/>
            </p:cNvSpPr>
            <p:nvPr/>
          </p:nvSpPr>
          <p:spPr bwMode="auto">
            <a:xfrm>
              <a:off x="3136" y="945"/>
              <a:ext cx="1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71"/>
            <p:cNvSpPr>
              <a:spLocks noChangeArrowheads="1"/>
            </p:cNvSpPr>
            <p:nvPr/>
          </p:nvSpPr>
          <p:spPr bwMode="auto">
            <a:xfrm>
              <a:off x="2658" y="945"/>
              <a:ext cx="1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endPara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72"/>
            <p:cNvSpPr>
              <a:spLocks noChangeArrowheads="1"/>
            </p:cNvSpPr>
            <p:nvPr/>
          </p:nvSpPr>
          <p:spPr bwMode="auto">
            <a:xfrm>
              <a:off x="2193" y="945"/>
              <a:ext cx="1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73"/>
            <p:cNvSpPr>
              <a:spLocks noChangeArrowheads="1"/>
            </p:cNvSpPr>
            <p:nvPr/>
          </p:nvSpPr>
          <p:spPr bwMode="auto">
            <a:xfrm>
              <a:off x="1717" y="945"/>
              <a:ext cx="12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74"/>
            <p:cNvSpPr>
              <a:spLocks noChangeArrowheads="1"/>
            </p:cNvSpPr>
            <p:nvPr/>
          </p:nvSpPr>
          <p:spPr bwMode="auto">
            <a:xfrm>
              <a:off x="4001" y="1106"/>
              <a:ext cx="4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Rectangle 76"/>
            <p:cNvSpPr>
              <a:spLocks noChangeArrowheads="1"/>
            </p:cNvSpPr>
            <p:nvPr/>
          </p:nvSpPr>
          <p:spPr bwMode="auto">
            <a:xfrm>
              <a:off x="586" y="945"/>
              <a:ext cx="90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3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个分点，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Rectangle 77"/>
            <p:cNvSpPr>
              <a:spLocks noChangeArrowheads="1"/>
            </p:cNvSpPr>
            <p:nvPr/>
          </p:nvSpPr>
          <p:spPr bwMode="auto">
            <a:xfrm>
              <a:off x="3912" y="590"/>
              <a:ext cx="112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3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内插入若干</a:t>
              </a: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Rectangle 78"/>
            <p:cNvSpPr>
              <a:spLocks noChangeArrowheads="1"/>
            </p:cNvSpPr>
            <p:nvPr/>
          </p:nvSpPr>
          <p:spPr bwMode="auto">
            <a:xfrm>
              <a:off x="2660" y="590"/>
              <a:ext cx="45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3000" b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在区</a:t>
              </a:r>
              <a:endPara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Rectangle 79"/>
            <p:cNvSpPr>
              <a:spLocks noChangeArrowheads="1"/>
            </p:cNvSpPr>
            <p:nvPr/>
          </p:nvSpPr>
          <p:spPr bwMode="auto">
            <a:xfrm>
              <a:off x="3142" y="590"/>
              <a:ext cx="22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30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间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9" name="TextBox 78"/>
          <p:cNvSpPr txBox="1"/>
          <p:nvPr/>
        </p:nvSpPr>
        <p:spPr>
          <a:xfrm>
            <a:off x="6709135" y="1624053"/>
            <a:ext cx="6743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……</a:t>
            </a:r>
            <a:endParaRPr lang="zh-CN" altLang="en-US" sz="2800" dirty="0"/>
          </a:p>
        </p:txBody>
      </p:sp>
      <p:sp>
        <p:nvSpPr>
          <p:cNvPr id="80" name="Rectangle 16"/>
          <p:cNvSpPr txBox="1">
            <a:spLocks noChangeArrowheads="1"/>
          </p:cNvSpPr>
          <p:nvPr/>
        </p:nvSpPr>
        <p:spPr>
          <a:xfrm>
            <a:off x="1387012" y="425466"/>
            <a:ext cx="2051050" cy="609600"/>
          </a:xfrm>
          <a:prstGeom prst="rect">
            <a:avLst/>
          </a:prstGeom>
          <a:noFill/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解决步骤 :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81" name="TextBox 80"/>
          <p:cNvSpPr txBox="1"/>
          <p:nvPr/>
        </p:nvSpPr>
        <p:spPr bwMode="auto">
          <a:xfrm>
            <a:off x="1386805" y="1167303"/>
            <a:ext cx="12573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1)</a:t>
            </a:r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分划</a:t>
            </a:r>
            <a:endParaRPr lang="zh-CN" altLang="en-US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82" name="TextBox 81"/>
          <p:cNvSpPr txBox="1"/>
          <p:nvPr/>
        </p:nvSpPr>
        <p:spPr bwMode="auto">
          <a:xfrm>
            <a:off x="1386805" y="3965927"/>
            <a:ext cx="12573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2)近似</a:t>
            </a:r>
            <a:endParaRPr lang="en-US" altLang="zh-CN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9" grpId="0"/>
      <p:bldP spid="81" grpId="0"/>
      <p:bldP spid="8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26"/>
          <p:cNvGraphicFramePr>
            <a:graphicFrameLocks noChangeAspect="1"/>
          </p:cNvGraphicFramePr>
          <p:nvPr/>
        </p:nvGraphicFramePr>
        <p:xfrm>
          <a:off x="4092124" y="1384935"/>
          <a:ext cx="25019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公式" r:id="rId1" imgW="60045600" imgH="22555200" progId="Equation.3">
                  <p:embed/>
                </p:oleObj>
              </mc:Choice>
              <mc:Fallback>
                <p:oleObj name="公式" r:id="rId1" imgW="60045600" imgH="22555200" progId="Equation.3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92124" y="1384935"/>
                        <a:ext cx="25019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1027"/>
          <p:cNvSpPr txBox="1">
            <a:spLocks noChangeArrowheads="1"/>
          </p:cNvSpPr>
          <p:nvPr/>
        </p:nvSpPr>
        <p:spPr bwMode="auto">
          <a:xfrm>
            <a:off x="3390449" y="808355"/>
            <a:ext cx="6553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曲边梯形面积的近似值为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1028"/>
          <p:cNvGraphicFramePr>
            <a:graphicFrameLocks noChangeAspect="1"/>
          </p:cNvGraphicFramePr>
          <p:nvPr/>
        </p:nvGraphicFramePr>
        <p:xfrm>
          <a:off x="5130142" y="4572000"/>
          <a:ext cx="3073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公式" r:id="rId3" imgW="73761600" imgH="22555200" progId="Equation.3">
                  <p:embed/>
                </p:oleObj>
              </mc:Choice>
              <mc:Fallback>
                <p:oleObj name="公式" r:id="rId3" imgW="73761600" imgH="22555200" progId="Equation.3">
                  <p:embed/>
                  <p:pic>
                    <p:nvPicPr>
                      <p:cNvPr id="0" name="图片 40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30142" y="4572000"/>
                        <a:ext cx="30734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29"/>
          <p:cNvGraphicFramePr>
            <a:graphicFrameLocks noChangeAspect="1"/>
          </p:cNvGraphicFramePr>
          <p:nvPr/>
        </p:nvGraphicFramePr>
        <p:xfrm>
          <a:off x="3010511" y="2947035"/>
          <a:ext cx="6405357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公式" r:id="rId5" imgW="142646400" imgH="36576000" progId="Equation.3">
                  <p:embed/>
                </p:oleObj>
              </mc:Choice>
              <mc:Fallback>
                <p:oleObj name="公式" r:id="rId5" imgW="142646400" imgH="36576000" progId="Equation.3">
                  <p:embed/>
                  <p:pic>
                    <p:nvPicPr>
                      <p:cNvPr id="0" name="图片 40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10511" y="2947035"/>
                        <a:ext cx="6405357" cy="152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030"/>
          <p:cNvSpPr txBox="1">
            <a:spLocks noChangeArrowheads="1"/>
          </p:cNvSpPr>
          <p:nvPr/>
        </p:nvSpPr>
        <p:spPr bwMode="auto">
          <a:xfrm>
            <a:off x="2322172" y="4780598"/>
            <a:ext cx="3124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曲边梯形面积为</a:t>
            </a:r>
            <a:endParaRPr lang="zh-CN" altLang="en-US" sz="2800" b="1" dirty="0"/>
          </a:p>
        </p:txBody>
      </p:sp>
      <p:sp>
        <p:nvSpPr>
          <p:cNvPr id="7" name="TextBox 6"/>
          <p:cNvSpPr txBox="1"/>
          <p:nvPr/>
        </p:nvSpPr>
        <p:spPr bwMode="auto">
          <a:xfrm>
            <a:off x="1838003" y="808498"/>
            <a:ext cx="12573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3)求和</a:t>
            </a:r>
            <a:endParaRPr lang="en-US" altLang="zh-CN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837750" y="2324874"/>
            <a:ext cx="16148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algn="l">
              <a:spcBef>
                <a:spcPct val="50000"/>
              </a:spcBef>
              <a:buClrTx/>
              <a:buSzTx/>
              <a:buFontTx/>
            </a:pPr>
            <a:r>
              <a:rPr lang="en-US" altLang="zh-CN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4)取极限</a:t>
            </a:r>
            <a:endParaRPr lang="en-US" altLang="zh-CN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304800"/>
            <a:ext cx="46482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2.变速直线运动的路程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063750" y="1066800"/>
            <a:ext cx="36512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设某物体作直线运动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7023100" y="1123950"/>
          <a:ext cx="2755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66141600" imgH="10363200" progId="Equation.DSMT4">
                  <p:embed/>
                </p:oleObj>
              </mc:Choice>
              <mc:Fallback>
                <p:oleObj name="Equation" r:id="rId1" imgW="66141600" imgH="103632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023100" y="1123950"/>
                        <a:ext cx="2755900" cy="431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9906000" y="1078865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1676400" y="1743075"/>
          <a:ext cx="1206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28956000" imgH="9448800" progId="Equation.DSMT4">
                  <p:embed/>
                </p:oleObj>
              </mc:Choice>
              <mc:Fallback>
                <p:oleObj name="Equation" r:id="rId3" imgW="28956000" imgH="94488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676400" y="1743075"/>
                        <a:ext cx="1206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2882900" y="1651000"/>
            <a:ext cx="594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求在运动时间内物体所经过的路程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720850" y="2300605"/>
            <a:ext cx="1898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解决步骤: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676400" y="2909888"/>
            <a:ext cx="2133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1) 分划</a:t>
            </a:r>
            <a:endParaRPr lang="zh-CN" altLang="en-US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3454400" y="4935855"/>
          <a:ext cx="2540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60960000" imgH="12192000" progId="Equation.DSMT4">
                  <p:embed/>
                </p:oleObj>
              </mc:Choice>
              <mc:Fallback>
                <p:oleObj name="Equation" r:id="rId5" imgW="60960000" imgH="121920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54400" y="4935855"/>
                        <a:ext cx="25400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8526780" y="2909253"/>
            <a:ext cx="175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将它分成</a:t>
            </a: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689350" y="3556000"/>
          <a:ext cx="3251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78028800" imgH="11582400" progId="Equation.DSMT4">
                  <p:embed/>
                </p:oleObj>
              </mc:Choice>
              <mc:Fallback>
                <p:oleObj name="Equation" r:id="rId7" imgW="78028800" imgH="115824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89350" y="3556000"/>
                        <a:ext cx="32512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6951980" y="3519805"/>
            <a:ext cx="3429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在每个小段上物体经</a:t>
            </a: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1676400" y="4953000"/>
            <a:ext cx="1898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2) 近似</a:t>
            </a:r>
            <a:endParaRPr lang="zh-CN" altLang="en-US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159500" y="4936490"/>
          <a:ext cx="266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64008000" imgH="12192000" progId="Equation.DSMT4">
                  <p:embed/>
                </p:oleObj>
              </mc:Choice>
              <mc:Fallback>
                <p:oleObj name="Equation" r:id="rId9" imgW="64008000" imgH="121920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159500" y="4936490"/>
                        <a:ext cx="26670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8991600" y="4848225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得</a:t>
            </a: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4000500" y="5651500"/>
          <a:ext cx="1993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47853600" imgH="11582400" progId="Equation.DSMT4">
                  <p:embed/>
                </p:oleObj>
              </mc:Choice>
              <mc:Fallback>
                <p:oleObj name="Equation" r:id="rId11" imgW="47853600" imgH="115824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000500" y="5651500"/>
                        <a:ext cx="19939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3446780" y="2942590"/>
          <a:ext cx="5080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3" imgW="121920000" imgH="10972800" progId="Equation.DSMT4">
                  <p:embed/>
                </p:oleObj>
              </mc:Choice>
              <mc:Fallback>
                <p:oleObj name="Equation" r:id="rId13" imgW="121920000" imgH="10972800" progId="Equation.DSMT4">
                  <p:embed/>
                  <p:pic>
                    <p:nvPicPr>
                      <p:cNvPr id="0" name="图片 5126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46780" y="2942590"/>
                        <a:ext cx="5080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4114800" y="4246245"/>
          <a:ext cx="2679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15" imgW="64312800" imgH="11582400" progId="Equation.DSMT4">
                  <p:embed/>
                </p:oleObj>
              </mc:Choice>
              <mc:Fallback>
                <p:oleObj name="Equation" r:id="rId15" imgW="64312800" imgH="11582400" progId="Equation.DSMT4">
                  <p:embed/>
                  <p:pic>
                    <p:nvPicPr>
                      <p:cNvPr id="0" name="图片 5127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114800" y="4246245"/>
                        <a:ext cx="26797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6502400" y="5651818"/>
          <a:ext cx="1981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name="Equation" r:id="rId17" imgW="47548800" imgH="9448800" progId="Equation.DSMT4">
                  <p:embed/>
                </p:oleObj>
              </mc:Choice>
              <mc:Fallback>
                <p:oleObj name="Equation" r:id="rId17" imgW="47548800" imgH="9448800" progId="Equation.DSMT4">
                  <p:embed/>
                  <p:pic>
                    <p:nvPicPr>
                      <p:cNvPr id="0" name="图片 512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502400" y="5651818"/>
                        <a:ext cx="1981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5410200" y="1066800"/>
            <a:ext cx="16129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已知速度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29"/>
          <p:cNvSpPr txBox="1">
            <a:spLocks noChangeArrowheads="1"/>
          </p:cNvSpPr>
          <p:nvPr/>
        </p:nvSpPr>
        <p:spPr bwMode="auto">
          <a:xfrm>
            <a:off x="2108200" y="3534093"/>
            <a:ext cx="1600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i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个小段</a:t>
            </a: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Text Box 30"/>
          <p:cNvSpPr txBox="1">
            <a:spLocks noChangeArrowheads="1"/>
          </p:cNvSpPr>
          <p:nvPr/>
        </p:nvSpPr>
        <p:spPr bwMode="auto">
          <a:xfrm>
            <a:off x="2057400" y="4205288"/>
            <a:ext cx="2057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过的路程为</a:t>
            </a:r>
            <a:endParaRPr kumimoji="1" lang="zh-CN" altLang="en-US" sz="280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5" grpId="0" autoUpdateAnimBg="0"/>
      <p:bldP spid="7" grpId="0" autoUpdateAnimBg="0"/>
      <p:bldP spid="8" grpId="0" autoUpdateAnimBg="0"/>
      <p:bldP spid="9" grpId="0" autoUpdateAnimBg="0"/>
      <p:bldP spid="11" grpId="0" autoUpdateAnimBg="0"/>
      <p:bldP spid="13" grpId="0" autoUpdateAnimBg="0"/>
      <p:bldP spid="14" grpId="0" autoUpdateAnimBg="0"/>
      <p:bldP spid="16" grpId="0" autoUpdateAnimBg="0"/>
      <p:bldP spid="21" grpId="0" autoUpdateAnimBg="0" build="p"/>
      <p:bldP spid="22" grpId="0" autoUpdateAnimBg="0"/>
      <p:bldP spid="2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09634" y="1762001"/>
            <a:ext cx="21336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3) 求和</a:t>
            </a:r>
            <a:endParaRPr lang="en-US" altLang="zh-CN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479696" y="2295401"/>
          <a:ext cx="2159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51816000" imgH="21945600" progId="Equation.DSMT4">
                  <p:embed/>
                </p:oleObj>
              </mc:Choice>
              <mc:Fallback>
                <p:oleObj name="Equation" r:id="rId1" imgW="51816000" imgH="219456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79696" y="2295401"/>
                        <a:ext cx="21590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709634" y="3376489"/>
            <a:ext cx="2362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4) 取极限 </a:t>
            </a:r>
            <a:endParaRPr lang="zh-CN" altLang="en-US" sz="2800" b="1" dirty="0" smtClean="0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3431436" y="4064511"/>
          <a:ext cx="2667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64008000" imgH="21945600" progId="Equation.DSMT4">
                  <p:embed/>
                </p:oleObj>
              </mc:Choice>
              <mc:Fallback>
                <p:oleObj name="Equation" r:id="rId3" imgW="64008000" imgH="219456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431436" y="4064511"/>
                        <a:ext cx="26670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6617231" y="4223261"/>
          <a:ext cx="1981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47548800" imgH="14325600" progId="Equation.DSMT4">
                  <p:embed/>
                </p:oleObj>
              </mc:Choice>
              <mc:Fallback>
                <p:oleObj name="Equation" r:id="rId5" imgW="47548800" imgH="14325600" progId="Equation.DSMT4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617231" y="4223261"/>
                        <a:ext cx="1981200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组合 37"/>
          <p:cNvGrpSpPr/>
          <p:nvPr/>
        </p:nvGrpSpPr>
        <p:grpSpPr>
          <a:xfrm>
            <a:off x="3287688" y="963723"/>
            <a:ext cx="5616624" cy="610983"/>
            <a:chOff x="3059832" y="963723"/>
            <a:chExt cx="5616624" cy="610983"/>
          </a:xfrm>
          <a:noFill/>
        </p:grpSpPr>
        <p:cxnSp>
          <p:nvCxnSpPr>
            <p:cNvPr id="13" name="直接连接符 12"/>
            <p:cNvCxnSpPr/>
            <p:nvPr/>
          </p:nvCxnSpPr>
          <p:spPr>
            <a:xfrm>
              <a:off x="3203848" y="1158751"/>
              <a:ext cx="4896544" cy="0"/>
            </a:xfrm>
            <a:prstGeom prst="line">
              <a:avLst/>
            </a:prstGeom>
            <a:grpFill/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 bwMode="auto">
            <a:xfrm>
              <a:off x="3059832" y="1052736"/>
              <a:ext cx="5616624" cy="521970"/>
            </a:xfrm>
            <a:prstGeom prst="rect">
              <a:avLst/>
            </a:prstGeom>
            <a:grp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b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CN" sz="28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b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r>
                <a:rPr lang="en-US" altLang="zh-CN" sz="28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b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</a:t>
              </a:r>
              <a:r>
                <a:rPr lang="en-US" altLang="zh-CN" sz="28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b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i-1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/>
                </a:rPr>
                <a:t></a:t>
              </a:r>
              <a:r>
                <a:rPr lang="en-US" altLang="zh-CN" sz="2800" b="1" baseline="-250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/>
                </a:rPr>
                <a:t>i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b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</a:t>
              </a:r>
              <a:r>
                <a:rPr lang="en-US" altLang="zh-CN" sz="28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b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n-1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8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CN" sz="2800" b="1" baseline="-250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3203848" y="963723"/>
              <a:ext cx="0" cy="178023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6876256" y="963723"/>
              <a:ext cx="0" cy="178023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3779912" y="963723"/>
              <a:ext cx="0" cy="178023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4427984" y="963723"/>
              <a:ext cx="0" cy="178023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5220072" y="963723"/>
              <a:ext cx="0" cy="178023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6012160" y="963723"/>
              <a:ext cx="0" cy="178023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380312" y="963723"/>
              <a:ext cx="0" cy="178023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8100392" y="963723"/>
              <a:ext cx="0" cy="178023"/>
            </a:xfrm>
            <a:prstGeom prst="line">
              <a:avLst/>
            </a:prstGeom>
            <a:grpFill/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椭圆 28"/>
            <p:cNvSpPr/>
            <p:nvPr/>
          </p:nvSpPr>
          <p:spPr>
            <a:xfrm>
              <a:off x="5652120" y="1056805"/>
              <a:ext cx="72008" cy="8900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6660232" y="1056805"/>
              <a:ext cx="72008" cy="8900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3563888" y="1056805"/>
              <a:ext cx="72008" cy="8900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4139952" y="1056805"/>
              <a:ext cx="72008" cy="8900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4932040" y="1056805"/>
              <a:ext cx="72008" cy="8900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7092280" y="1056805"/>
              <a:ext cx="72008" cy="8900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7596336" y="1056805"/>
              <a:ext cx="72008" cy="8900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062262" y="304800"/>
            <a:ext cx="7704658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 变力作功和不均匀分布的细棒的质量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899318" y="2258075"/>
          <a:ext cx="2811463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67665600" imgH="21945600" progId="Equation.DSMT4">
                  <p:embed/>
                </p:oleObj>
              </mc:Choice>
              <mc:Fallback>
                <p:oleObj name="Equation" r:id="rId1" imgW="67665600" imgH="21945600" progId="Equation.DSMT4">
                  <p:embed/>
                  <p:pic>
                    <p:nvPicPr>
                      <p:cNvPr id="0" name="图片 716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99318" y="2258075"/>
                        <a:ext cx="2811463" cy="908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705176" y="2258075"/>
          <a:ext cx="2735262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65836800" imgH="21945600" progId="Equation.DSMT4">
                  <p:embed/>
                </p:oleObj>
              </mc:Choice>
              <mc:Fallback>
                <p:oleObj name="Equation" r:id="rId3" imgW="65836800" imgH="21945600" progId="Equation.DSMT4">
                  <p:embed/>
                  <p:pic>
                    <p:nvPicPr>
                      <p:cNvPr id="0" name="图片 716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05176" y="2258075"/>
                        <a:ext cx="2735262" cy="908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062480" y="3505835"/>
            <a:ext cx="28975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上述问题</a:t>
            </a: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的共性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2133600" y="4129088"/>
            <a:ext cx="487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解决问题的方法步骤相同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: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3194050" y="4739005"/>
            <a:ext cx="5892165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“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分划</a:t>
            </a:r>
            <a:r>
              <a:rPr kumimoji="1"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, 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近似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, </a:t>
            </a:r>
            <a:r>
              <a:rPr kumimoji="1"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求和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, </a:t>
            </a: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取极限”</a:t>
            </a:r>
            <a:endParaRPr kumimoji="1"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2133600" y="5334000"/>
            <a:ext cx="4343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所求量极限结构式相同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: 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6400800" y="5334000"/>
            <a:ext cx="358140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特殊乘积和式的极限</a:t>
            </a:r>
            <a:endParaRPr kumimoji="1" lang="zh-CN" altLang="en-US" sz="2800" b="1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592116" y="1307635"/>
            <a:ext cx="5616624" cy="610983"/>
            <a:chOff x="3059832" y="963723"/>
            <a:chExt cx="5616624" cy="610983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3203848" y="1158751"/>
              <a:ext cx="489654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 bwMode="auto">
            <a:xfrm>
              <a:off x="3059832" y="1052736"/>
              <a:ext cx="5616624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i-1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/>
                </a:rPr>
                <a:t></a:t>
              </a:r>
              <a:r>
                <a:rPr lang="en-US" altLang="zh-CN" sz="2800" b="1" baseline="-25000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/>
                </a:rPr>
                <a:t>i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n-1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28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zh-CN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</a:t>
              </a:r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3203848" y="963723"/>
              <a:ext cx="0" cy="17802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6876256" y="963723"/>
              <a:ext cx="0" cy="17802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3779912" y="963723"/>
              <a:ext cx="0" cy="17802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4427984" y="963723"/>
              <a:ext cx="0" cy="17802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5220072" y="963723"/>
              <a:ext cx="0" cy="17802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6012160" y="963723"/>
              <a:ext cx="0" cy="17802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7380312" y="963723"/>
              <a:ext cx="0" cy="17802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8100392" y="963723"/>
              <a:ext cx="0" cy="178023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椭圆 24"/>
            <p:cNvSpPr/>
            <p:nvPr/>
          </p:nvSpPr>
          <p:spPr>
            <a:xfrm>
              <a:off x="5652120" y="1056805"/>
              <a:ext cx="72008" cy="890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6660232" y="1056805"/>
              <a:ext cx="72008" cy="890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3563888" y="1056805"/>
              <a:ext cx="72008" cy="890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4139952" y="1056805"/>
              <a:ext cx="72008" cy="890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4932040" y="1056805"/>
              <a:ext cx="72008" cy="890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7092280" y="1056805"/>
              <a:ext cx="72008" cy="890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7596336" y="1056805"/>
              <a:ext cx="72008" cy="890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0" grpId="0" bldLvl="0" animBg="1" autoUpdateAnimBg="0"/>
      <p:bldP spid="11" grpId="0" autoUpdateAnimBg="0"/>
      <p:bldP spid="12" grpId="0" bldLvl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 48"/>
          <p:cNvSpPr txBox="1"/>
          <p:nvPr/>
        </p:nvSpPr>
        <p:spPr>
          <a:xfrm>
            <a:off x="2207260" y="4434840"/>
            <a:ext cx="4313555" cy="10140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 cmpd="sng">
            <a:solidFill>
              <a:srgbClr val="7030A0"/>
            </a:solidFill>
            <a:prstDash val="solid"/>
          </a:ln>
        </p:spPr>
        <p:txBody>
          <a:bodyPr wrap="square" rtlCol="0">
            <a:noAutofit/>
          </a:bodyPr>
          <a:p>
            <a:endParaRPr lang="zh-CN" altLang="en-US"/>
          </a:p>
        </p:txBody>
      </p:sp>
      <p:grpSp>
        <p:nvGrpSpPr>
          <p:cNvPr id="2" name="Group 2"/>
          <p:cNvGrpSpPr/>
          <p:nvPr/>
        </p:nvGrpSpPr>
        <p:grpSpPr bwMode="auto">
          <a:xfrm>
            <a:off x="6934201" y="4527565"/>
            <a:ext cx="3543300" cy="393701"/>
            <a:chOff x="3408" y="3597"/>
            <a:chExt cx="2232" cy="248"/>
          </a:xfrm>
        </p:grpSpPr>
        <p:grpSp>
          <p:nvGrpSpPr>
            <p:cNvPr id="3" name="Group 3"/>
            <p:cNvGrpSpPr/>
            <p:nvPr/>
          </p:nvGrpSpPr>
          <p:grpSpPr bwMode="auto">
            <a:xfrm>
              <a:off x="3408" y="3597"/>
              <a:ext cx="2232" cy="248"/>
              <a:chOff x="3408" y="3597"/>
              <a:chExt cx="2232" cy="248"/>
            </a:xfrm>
          </p:grpSpPr>
          <p:graphicFrame>
            <p:nvGraphicFramePr>
              <p:cNvPr id="5" name="Object 4"/>
              <p:cNvGraphicFramePr>
                <a:graphicFrameLocks noChangeAspect="1"/>
              </p:cNvGraphicFramePr>
              <p:nvPr/>
            </p:nvGraphicFramePr>
            <p:xfrm>
              <a:off x="3691" y="3625"/>
              <a:ext cx="15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93" name="Equation" r:id="rId1" imgW="5791200" imgH="7315200" progId="Equation.DSMT4">
                      <p:embed/>
                    </p:oleObj>
                  </mc:Choice>
                  <mc:Fallback>
                    <p:oleObj name="Equation" r:id="rId1" imgW="5791200" imgH="7315200" progId="Equation.DSMT4">
                      <p:embed/>
                      <p:pic>
                        <p:nvPicPr>
                          <p:cNvPr id="0" name="图片 8192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3691" y="3625"/>
                            <a:ext cx="152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" name="Object 5"/>
              <p:cNvGraphicFramePr>
                <a:graphicFrameLocks noChangeAspect="1"/>
              </p:cNvGraphicFramePr>
              <p:nvPr/>
            </p:nvGraphicFramePr>
            <p:xfrm>
              <a:off x="5191" y="3597"/>
              <a:ext cx="136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94" name="Equation" r:id="rId3" imgW="5181600" imgH="9448800" progId="Equation.DSMT4">
                      <p:embed/>
                    </p:oleObj>
                  </mc:Choice>
                  <mc:Fallback>
                    <p:oleObj name="Equation" r:id="rId3" imgW="5181600" imgH="9448800" progId="Equation.DSMT4">
                      <p:embed/>
                      <p:pic>
                        <p:nvPicPr>
                          <p:cNvPr id="0" name="图片 8193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5191" y="3597"/>
                            <a:ext cx="136" cy="24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" name="Object 6"/>
              <p:cNvGraphicFramePr>
                <a:graphicFrameLocks noChangeAspect="1"/>
              </p:cNvGraphicFramePr>
              <p:nvPr/>
            </p:nvGraphicFramePr>
            <p:xfrm>
              <a:off x="5496" y="3627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95" name="Equation" r:id="rId5" imgW="5486400" imgH="7315200" progId="Equation.DSMT4">
                      <p:embed/>
                    </p:oleObj>
                  </mc:Choice>
                  <mc:Fallback>
                    <p:oleObj name="Equation" r:id="rId5" imgW="5486400" imgH="7315200" progId="Equation.DSMT4">
                      <p:embed/>
                      <p:pic>
                        <p:nvPicPr>
                          <p:cNvPr id="0" name="图片 8194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5496" y="3627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Object 7"/>
              <p:cNvGraphicFramePr>
                <a:graphicFrameLocks noChangeAspect="1"/>
              </p:cNvGraphicFramePr>
              <p:nvPr/>
            </p:nvGraphicFramePr>
            <p:xfrm>
              <a:off x="3425" y="3625"/>
              <a:ext cx="144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96" name="Equation" r:id="rId7" imgW="5486400" imgH="7315200" progId="Equation.DSMT4">
                      <p:embed/>
                    </p:oleObj>
                  </mc:Choice>
                  <mc:Fallback>
                    <p:oleObj name="Equation" r:id="rId7" imgW="5486400" imgH="7315200" progId="Equation.DSMT4">
                      <p:embed/>
                      <p:pic>
                        <p:nvPicPr>
                          <p:cNvPr id="0" name="图片 8195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425" y="3625"/>
                            <a:ext cx="144" cy="192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" name="Line 8"/>
              <p:cNvSpPr>
                <a:spLocks noChangeShapeType="1"/>
              </p:cNvSpPr>
              <p:nvPr/>
            </p:nvSpPr>
            <p:spPr bwMode="auto">
              <a:xfrm>
                <a:off x="3408" y="3600"/>
                <a:ext cx="21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" name="Line 9"/>
            <p:cNvSpPr>
              <a:spLocks noChangeShapeType="1"/>
            </p:cNvSpPr>
            <p:nvPr/>
          </p:nvSpPr>
          <p:spPr bwMode="auto">
            <a:xfrm>
              <a:off x="3763" y="3600"/>
              <a:ext cx="149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" name="Rectangle 10"/>
          <p:cNvSpPr txBox="1">
            <a:spLocks noChangeArrowheads="1"/>
          </p:cNvSpPr>
          <p:nvPr/>
        </p:nvSpPr>
        <p:spPr>
          <a:xfrm>
            <a:off x="1676400" y="228600"/>
            <a:ext cx="28956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定积分的定义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905250" y="914400"/>
          <a:ext cx="4656953" cy="503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98755200" imgH="10668000" progId="Equation.DSMT4">
                  <p:embed/>
                </p:oleObj>
              </mc:Choice>
              <mc:Fallback>
                <p:oleObj name="Equation" r:id="rId9" imgW="98755200" imgH="106680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905250" y="914400"/>
                        <a:ext cx="4656953" cy="50306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8521983" y="938192"/>
          <a:ext cx="2127250" cy="4886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1" imgW="45110400" imgH="10363200" progId="Equation.DSMT4">
                  <p:embed/>
                </p:oleObj>
              </mc:Choice>
              <mc:Fallback>
                <p:oleObj name="Equation" r:id="rId11" imgW="45110400" imgH="103632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521983" y="938192"/>
                        <a:ext cx="2127250" cy="48869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703774" y="1559332"/>
            <a:ext cx="232847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任一种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分法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700781" y="1586952"/>
          <a:ext cx="4528588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3" imgW="100279200" imgH="10363200" progId="Equation.DSMT4">
                  <p:embed/>
                </p:oleObj>
              </mc:Choice>
              <mc:Fallback>
                <p:oleObj name="Equation" r:id="rId13" imgW="100279200" imgH="103632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00781" y="1586952"/>
                        <a:ext cx="4528588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8229601" y="1559647"/>
          <a:ext cx="2514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5" imgW="60350400" imgH="12192000" progId="Equation.DSMT4">
                  <p:embed/>
                </p:oleObj>
              </mc:Choice>
              <mc:Fallback>
                <p:oleObj name="Equation" r:id="rId15" imgW="60350400" imgH="121920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229601" y="1559647"/>
                        <a:ext cx="25146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709738" y="2170114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任取</a:t>
            </a:r>
            <a:endParaRPr kumimoji="1" lang="zh-CN" altLang="en-US" sz="2800" b="1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2660650" y="2209960"/>
          <a:ext cx="1993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17" imgW="47853600" imgH="11582400" progId="Equation.DSMT4">
                  <p:embed/>
                </p:oleObj>
              </mc:Choice>
              <mc:Fallback>
                <p:oleObj name="Equation" r:id="rId17" imgW="47853600" imgH="11582400" progId="Equation.DSMT4">
                  <p:embed/>
                  <p:pic>
                    <p:nvPicPr>
                      <p:cNvPr id="0" name="图片 8200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660650" y="2209960"/>
                        <a:ext cx="19939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8956675" y="3941763"/>
          <a:ext cx="385763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19" imgW="3962400" imgH="5791200" progId="Equation.DSMT4">
                  <p:embed/>
                </p:oleObj>
              </mc:Choice>
              <mc:Fallback>
                <p:oleObj name="Equation" r:id="rId19" imgW="3962400" imgH="5791200" progId="Equation.DSMT4">
                  <p:embed/>
                  <p:pic>
                    <p:nvPicPr>
                      <p:cNvPr id="0" name="图片 820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956675" y="3941763"/>
                        <a:ext cx="385763" cy="5603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4794250" y="2204419"/>
          <a:ext cx="37465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21" imgW="89916000" imgH="14630400" progId="Equation.DSMT4">
                  <p:embed/>
                </p:oleObj>
              </mc:Choice>
              <mc:Fallback>
                <p:oleObj name="Equation" r:id="rId21" imgW="89916000" imgH="14630400" progId="Equation.DSMT4">
                  <p:embed/>
                  <p:pic>
                    <p:nvPicPr>
                      <p:cNvPr id="0" name="图片 8202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794250" y="2204419"/>
                        <a:ext cx="3746500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8655050" y="1974375"/>
          <a:ext cx="1765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23" imgW="42367200" imgH="21945600" progId="Equation.DSMT4">
                  <p:embed/>
                </p:oleObj>
              </mc:Choice>
              <mc:Fallback>
                <p:oleObj name="Equation" r:id="rId23" imgW="42367200" imgH="21945600" progId="Equation.DSMT4">
                  <p:embed/>
                  <p:pic>
                    <p:nvPicPr>
                      <p:cNvPr id="0" name="图片 8203"/>
                      <p:cNvPicPr>
                        <a:picLocks noChangeAspect="1"/>
                      </p:cNvPicPr>
                      <p:nvPr/>
                    </p:nvPicPr>
                    <p:blipFill>
                      <a:blip r:embed="rId2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655050" y="1974375"/>
                        <a:ext cx="17653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1676083" y="2956842"/>
            <a:ext cx="3733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总趋于确定的极限</a:t>
            </a:r>
            <a:r>
              <a:rPr kumimoji="1" lang="zh-CN" altLang="en-US" sz="2800" b="1" i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,</a:t>
            </a:r>
            <a:r>
              <a:rPr kumimoji="1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1"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" name="Text Box 22"/>
          <p:cNvSpPr txBox="1">
            <a:spLocks noChangeArrowheads="1"/>
          </p:cNvSpPr>
          <p:nvPr/>
        </p:nvSpPr>
        <p:spPr bwMode="auto">
          <a:xfrm>
            <a:off x="5092700" y="2956842"/>
            <a:ext cx="3429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则称此极限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为函数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8382000" y="3020378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25" imgW="17678400" imgH="9448800" progId="Equation.DSMT4">
                  <p:embed/>
                </p:oleObj>
              </mc:Choice>
              <mc:Fallback>
                <p:oleObj name="Equation" r:id="rId25" imgW="17678400" imgH="9448800" progId="Equation.DSMT4">
                  <p:embed/>
                  <p:pic>
                    <p:nvPicPr>
                      <p:cNvPr id="0" name="图片 8204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382000" y="3020378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24"/>
          <p:cNvSpPr txBox="1">
            <a:spLocks noChangeArrowheads="1"/>
          </p:cNvSpPr>
          <p:nvPr/>
        </p:nvSpPr>
        <p:spPr bwMode="auto">
          <a:xfrm>
            <a:off x="9067800" y="2956842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在区间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1860550" y="3797300"/>
          <a:ext cx="800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Equation" r:id="rId27" imgW="19202400" imgH="9448800" progId="Equation.DSMT4">
                  <p:embed/>
                </p:oleObj>
              </mc:Choice>
              <mc:Fallback>
                <p:oleObj name="Equation" r:id="rId27" imgW="19202400" imgH="9448800" progId="Equation.DSMT4">
                  <p:embed/>
                  <p:pic>
                    <p:nvPicPr>
                      <p:cNvPr id="0" name="图片 8205"/>
                      <p:cNvPicPr>
                        <a:picLocks noChangeAspect="1"/>
                      </p:cNvPicPr>
                      <p:nvPr/>
                    </p:nvPicPr>
                    <p:blipFill>
                      <a:blip r:embed="rId2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60550" y="3797300"/>
                        <a:ext cx="8001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2590800" y="3677508"/>
            <a:ext cx="2514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上的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定积分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kumimoji="1" lang="en-US" altLang="zh-CN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7" name="Group 27"/>
          <p:cNvGrpSpPr/>
          <p:nvPr/>
        </p:nvGrpSpPr>
        <p:grpSpPr bwMode="auto">
          <a:xfrm>
            <a:off x="7766052" y="4462456"/>
            <a:ext cx="1690688" cy="514349"/>
            <a:chOff x="3836" y="3188"/>
            <a:chExt cx="1065" cy="324"/>
          </a:xfrm>
        </p:grpSpPr>
        <p:graphicFrame>
          <p:nvGraphicFramePr>
            <p:cNvPr id="28" name="Object 28"/>
            <p:cNvGraphicFramePr>
              <a:graphicFrameLocks noChangeAspect="1"/>
            </p:cNvGraphicFramePr>
            <p:nvPr/>
          </p:nvGraphicFramePr>
          <p:xfrm>
            <a:off x="3836" y="3240"/>
            <a:ext cx="20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7" name="Equation" r:id="rId29" imgW="7620000" imgH="10363200" progId="Equation.DSMT4">
                    <p:embed/>
                  </p:oleObj>
                </mc:Choice>
                <mc:Fallback>
                  <p:oleObj name="Equation" r:id="rId29" imgW="7620000" imgH="10363200" progId="Equation.DSMT4">
                    <p:embed/>
                    <p:pic>
                      <p:nvPicPr>
                        <p:cNvPr id="0" name="图片 820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836" y="3240"/>
                          <a:ext cx="200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9"/>
            <p:cNvGraphicFramePr>
              <a:graphicFrameLocks noChangeAspect="1"/>
            </p:cNvGraphicFramePr>
            <p:nvPr/>
          </p:nvGraphicFramePr>
          <p:xfrm>
            <a:off x="4701" y="3212"/>
            <a:ext cx="20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8" name="Equation" r:id="rId31" imgW="7620000" imgH="10363200" progId="Equation.DSMT4">
                    <p:embed/>
                  </p:oleObj>
                </mc:Choice>
                <mc:Fallback>
                  <p:oleObj name="Equation" r:id="rId31" imgW="7620000" imgH="10363200" progId="Equation.DSMT4">
                    <p:embed/>
                    <p:pic>
                      <p:nvPicPr>
                        <p:cNvPr id="0" name="图片 820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4701" y="3212"/>
                          <a:ext cx="200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30"/>
            <p:cNvGraphicFramePr>
              <a:graphicFrameLocks noChangeAspect="1"/>
            </p:cNvGraphicFramePr>
            <p:nvPr/>
          </p:nvGraphicFramePr>
          <p:xfrm>
            <a:off x="4396" y="3188"/>
            <a:ext cx="32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9" name="Equation" r:id="rId33" imgW="12192000" imgH="10363200" progId="Equation.DSMT4">
                    <p:embed/>
                  </p:oleObj>
                </mc:Choice>
                <mc:Fallback>
                  <p:oleObj name="Equation" r:id="rId33" imgW="12192000" imgH="10363200" progId="Equation.DSMT4">
                    <p:embed/>
                    <p:pic>
                      <p:nvPicPr>
                        <p:cNvPr id="0" name="图片 820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4396" y="3188"/>
                          <a:ext cx="320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Group 31"/>
          <p:cNvGrpSpPr/>
          <p:nvPr/>
        </p:nvGrpSpPr>
        <p:grpSpPr bwMode="auto">
          <a:xfrm>
            <a:off x="7504113" y="4462463"/>
            <a:ext cx="2368550" cy="76200"/>
            <a:chOff x="3767" y="3408"/>
            <a:chExt cx="1492" cy="48"/>
          </a:xfrm>
        </p:grpSpPr>
        <p:sp>
          <p:nvSpPr>
            <p:cNvPr id="32" name="Line 32"/>
            <p:cNvSpPr>
              <a:spLocks noChangeShapeType="1"/>
            </p:cNvSpPr>
            <p:nvPr/>
          </p:nvSpPr>
          <p:spPr bwMode="auto">
            <a:xfrm>
              <a:off x="4032" y="340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>
              <a:off x="4320" y="340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4608" y="340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35"/>
            <p:cNvSpPr>
              <a:spLocks noChangeShapeType="1"/>
            </p:cNvSpPr>
            <p:nvPr/>
          </p:nvSpPr>
          <p:spPr bwMode="auto">
            <a:xfrm>
              <a:off x="4896" y="340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36"/>
            <p:cNvSpPr>
              <a:spLocks noChangeShapeType="1"/>
            </p:cNvSpPr>
            <p:nvPr/>
          </p:nvSpPr>
          <p:spPr bwMode="auto">
            <a:xfrm>
              <a:off x="4896" y="340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37"/>
            <p:cNvSpPr>
              <a:spLocks noChangeShapeType="1"/>
            </p:cNvSpPr>
            <p:nvPr/>
          </p:nvSpPr>
          <p:spPr bwMode="auto">
            <a:xfrm>
              <a:off x="5088" y="340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38"/>
            <p:cNvSpPr>
              <a:spLocks noChangeShapeType="1"/>
            </p:cNvSpPr>
            <p:nvPr/>
          </p:nvSpPr>
          <p:spPr bwMode="auto">
            <a:xfrm>
              <a:off x="5259" y="340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39"/>
            <p:cNvSpPr>
              <a:spLocks noChangeShapeType="1"/>
            </p:cNvSpPr>
            <p:nvPr/>
          </p:nvSpPr>
          <p:spPr bwMode="auto">
            <a:xfrm>
              <a:off x="3767" y="340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" name="Line 40"/>
          <p:cNvSpPr>
            <a:spLocks noChangeShapeType="1"/>
          </p:cNvSpPr>
          <p:nvPr/>
        </p:nvSpPr>
        <p:spPr bwMode="auto">
          <a:xfrm>
            <a:off x="8839200" y="4535488"/>
            <a:ext cx="457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Oval 41"/>
          <p:cNvSpPr>
            <a:spLocks noChangeArrowheads="1"/>
          </p:cNvSpPr>
          <p:nvPr/>
        </p:nvSpPr>
        <p:spPr bwMode="auto">
          <a:xfrm>
            <a:off x="9067800" y="4500563"/>
            <a:ext cx="71438" cy="71437"/>
          </a:xfrm>
          <a:prstGeom prst="ellipse">
            <a:avLst/>
          </a:prstGeom>
          <a:solidFill>
            <a:srgbClr val="7030A0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2" name="Object 42"/>
          <p:cNvGraphicFramePr>
            <a:graphicFrameLocks noChangeAspect="1"/>
          </p:cNvGraphicFramePr>
          <p:nvPr/>
        </p:nvGraphicFramePr>
        <p:xfrm>
          <a:off x="5429250" y="3602038"/>
          <a:ext cx="14478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Equation" r:id="rId35" imgW="34747200" imgH="16459200" progId="Equation.DSMT4">
                  <p:embed/>
                </p:oleObj>
              </mc:Choice>
              <mc:Fallback>
                <p:oleObj name="Equation" r:id="rId35" imgW="34747200" imgH="16459200" progId="Equation.DSMT4">
                  <p:embed/>
                  <p:pic>
                    <p:nvPicPr>
                      <p:cNvPr id="0" name="图片 8209"/>
                      <p:cNvPicPr>
                        <a:picLocks noChangeAspect="1"/>
                      </p:cNvPicPr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5429250" y="3602038"/>
                        <a:ext cx="14478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43"/>
          <p:cNvSpPr txBox="1">
            <a:spLocks noChangeArrowheads="1"/>
          </p:cNvSpPr>
          <p:nvPr/>
        </p:nvSpPr>
        <p:spPr bwMode="auto">
          <a:xfrm>
            <a:off x="1703388" y="4724400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4" name="Object 44"/>
          <p:cNvGraphicFramePr>
            <a:graphicFrameLocks noChangeAspect="1"/>
          </p:cNvGraphicFramePr>
          <p:nvPr/>
        </p:nvGraphicFramePr>
        <p:xfrm>
          <a:off x="2207568" y="4581128"/>
          <a:ext cx="1773080" cy="754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Equation" r:id="rId37" imgW="18897600" imgH="7924800" progId="Equation.DSMT4">
                  <p:embed/>
                </p:oleObj>
              </mc:Choice>
              <mc:Fallback>
                <p:oleObj name="Equation" r:id="rId37" imgW="18897600" imgH="7924800" progId="Equation.DSMT4">
                  <p:embed/>
                  <p:pic>
                    <p:nvPicPr>
                      <p:cNvPr id="0" name="图片 8210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207568" y="4581128"/>
                        <a:ext cx="1773080" cy="75450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45"/>
          <p:cNvGraphicFramePr>
            <a:graphicFrameLocks noChangeAspect="1"/>
          </p:cNvGraphicFramePr>
          <p:nvPr/>
        </p:nvGraphicFramePr>
        <p:xfrm>
          <a:off x="3980845" y="4468176"/>
          <a:ext cx="2322186" cy="980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Equation" r:id="rId39" imgW="24688800" imgH="10363200" progId="Equation.DSMT4">
                  <p:embed/>
                </p:oleObj>
              </mc:Choice>
              <mc:Fallback>
                <p:oleObj name="Equation" r:id="rId39" imgW="24688800" imgH="10363200" progId="Equation.DSMT4">
                  <p:embed/>
                  <p:pic>
                    <p:nvPicPr>
                      <p:cNvPr id="0" name="图片 8211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3980845" y="4468176"/>
                        <a:ext cx="2322186" cy="9808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46"/>
          <p:cNvSpPr txBox="1">
            <a:spLocks noChangeArrowheads="1"/>
          </p:cNvSpPr>
          <p:nvPr/>
        </p:nvSpPr>
        <p:spPr bwMode="auto">
          <a:xfrm>
            <a:off x="1703388" y="5653088"/>
            <a:ext cx="525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此时称 </a:t>
            </a:r>
            <a:r>
              <a:rPr kumimoji="1" lang="zh-CN" altLang="en-US" sz="2800" b="1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)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在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 a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]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上</a:t>
            </a: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可积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7" name="Text Box 47"/>
          <p:cNvSpPr txBox="1">
            <a:spLocks noChangeArrowheads="1"/>
          </p:cNvSpPr>
          <p:nvPr/>
        </p:nvSpPr>
        <p:spPr bwMode="auto">
          <a:xfrm>
            <a:off x="4572000" y="3677285"/>
            <a:ext cx="27120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记作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                .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8" name="TextBox 47"/>
          <p:cNvSpPr txBox="1"/>
          <p:nvPr/>
        </p:nvSpPr>
        <p:spPr bwMode="auto">
          <a:xfrm>
            <a:off x="2291247" y="904657"/>
            <a:ext cx="16090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定义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5.1.1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6" grpId="0" autoUpdateAnimBg="0"/>
      <p:bldP spid="21" grpId="0" autoUpdateAnimBg="0"/>
      <p:bldP spid="22" grpId="0" autoUpdateAnimBg="0"/>
      <p:bldP spid="24" grpId="0" autoUpdateAnimBg="0"/>
      <p:bldP spid="26" grpId="0" autoUpdateAnimBg="0"/>
      <p:bldP spid="40" grpId="0" bldLvl="0" animBg="1"/>
      <p:bldP spid="41" grpId="0" bldLvl="0" animBg="1"/>
      <p:bldP spid="43" grpId="0" autoUpdateAnimBg="0"/>
      <p:bldP spid="46" grpId="0" autoUpdateAnimBg="0"/>
      <p:bldP spid="47" grpId="0" autoUpdateAnimBg="0" build="p"/>
      <p:bldP spid="49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3849688" y="938213"/>
          <a:ext cx="23114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42367200" imgH="17678400" progId="Equation.DSMT4">
                  <p:embed/>
                </p:oleObj>
              </mc:Choice>
              <mc:Fallback>
                <p:oleObj name="Equation" r:id="rId1" imgW="42367200" imgH="17678400" progId="Equation.DSMT4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49688" y="938213"/>
                        <a:ext cx="2311400" cy="958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6335713" y="896938"/>
          <a:ext cx="2641600" cy="1055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54559200" imgH="21945600" progId="Equation.DSMT4">
                  <p:embed/>
                </p:oleObj>
              </mc:Choice>
              <mc:Fallback>
                <p:oleObj name="Equation" r:id="rId3" imgW="54559200" imgH="21945600" progId="Equation.DSMT4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35713" y="896938"/>
                        <a:ext cx="2641600" cy="10556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/>
          <p:cNvGrpSpPr/>
          <p:nvPr/>
        </p:nvGrpSpPr>
        <p:grpSpPr bwMode="auto">
          <a:xfrm>
            <a:off x="2133600" y="304800"/>
            <a:ext cx="1981200" cy="609600"/>
            <a:chOff x="384" y="240"/>
            <a:chExt cx="1248" cy="384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384" y="240"/>
              <a:ext cx="1104" cy="329"/>
            </a:xfrm>
            <a:prstGeom prst="rect">
              <a:avLst/>
            </a:prstGeom>
            <a:noFill/>
            <a:ln w="25400">
              <a:solidFill>
                <a:srgbClr val="0070C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积分上限</a:t>
              </a:r>
              <a:endParaRPr kumimoji="1" lang="zh-CN" altLang="en-US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1488" y="384"/>
              <a:ext cx="144" cy="240"/>
            </a:xfrm>
            <a:prstGeom prst="line">
              <a:avLst/>
            </a:prstGeom>
            <a:noFill/>
            <a:ln w="19050">
              <a:solidFill>
                <a:srgbClr val="0070C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7" name="Group 7"/>
          <p:cNvGrpSpPr/>
          <p:nvPr/>
        </p:nvGrpSpPr>
        <p:grpSpPr bwMode="auto">
          <a:xfrm>
            <a:off x="2286000" y="1828800"/>
            <a:ext cx="1828800" cy="838200"/>
            <a:chOff x="96" y="1104"/>
            <a:chExt cx="1152" cy="528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96" y="1296"/>
              <a:ext cx="1056" cy="336"/>
            </a:xfrm>
            <a:prstGeom prst="rect">
              <a:avLst/>
            </a:prstGeom>
            <a:noFill/>
            <a:ln w="25400">
              <a:solidFill>
                <a:srgbClr val="0070C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44" y="1296"/>
              <a:ext cx="110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积分下限</a:t>
              </a:r>
              <a:endParaRPr kumimoji="1" lang="zh-CN" altLang="en-US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V="1">
              <a:off x="720" y="1104"/>
              <a:ext cx="432" cy="192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267200" y="914400"/>
            <a:ext cx="1600200" cy="838200"/>
          </a:xfrm>
          <a:prstGeom prst="rect">
            <a:avLst/>
          </a:prstGeom>
          <a:noFill/>
          <a:ln w="25400">
            <a:solidFill>
              <a:srgbClr val="7030A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4267200" y="1676400"/>
            <a:ext cx="914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pSp>
        <p:nvGrpSpPr>
          <p:cNvPr id="13" name="Group 13"/>
          <p:cNvGrpSpPr/>
          <p:nvPr/>
        </p:nvGrpSpPr>
        <p:grpSpPr bwMode="auto">
          <a:xfrm>
            <a:off x="4191000" y="1676400"/>
            <a:ext cx="671513" cy="2362200"/>
            <a:chOff x="1296" y="1056"/>
            <a:chExt cx="423" cy="1488"/>
          </a:xfrm>
        </p:grpSpPr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296" y="1344"/>
              <a:ext cx="384" cy="1152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 flipV="1">
              <a:off x="1488" y="1056"/>
              <a:ext cx="0" cy="2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333" y="1392"/>
              <a:ext cx="386" cy="1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被积函数</a:t>
              </a:r>
              <a:endParaRPr kumimoji="1" lang="zh-CN" altLang="en-US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pSp>
        <p:nvGrpSpPr>
          <p:cNvPr id="17" name="Group 17"/>
          <p:cNvGrpSpPr/>
          <p:nvPr/>
        </p:nvGrpSpPr>
        <p:grpSpPr bwMode="auto">
          <a:xfrm>
            <a:off x="5373688" y="1752600"/>
            <a:ext cx="631825" cy="2514600"/>
            <a:chOff x="2425" y="1104"/>
            <a:chExt cx="398" cy="1584"/>
          </a:xfrm>
        </p:grpSpPr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2425" y="1392"/>
              <a:ext cx="384" cy="1248"/>
            </a:xfrm>
            <a:prstGeom prst="rect">
              <a:avLst/>
            </a:prstGeom>
            <a:noFill/>
            <a:ln w="25400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2592" y="1104"/>
              <a:ext cx="0" cy="288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0" name="Text Box 20"/>
            <p:cNvSpPr txBox="1">
              <a:spLocks noChangeArrowheads="1"/>
            </p:cNvSpPr>
            <p:nvPr/>
          </p:nvSpPr>
          <p:spPr bwMode="auto">
            <a:xfrm>
              <a:off x="2437" y="1440"/>
              <a:ext cx="386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被积表达式</a:t>
              </a:r>
              <a:endParaRPr kumimoji="1" lang="zh-CN" altLang="en-US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1" name="Line 21"/>
          <p:cNvSpPr>
            <a:spLocks noChangeShapeType="1"/>
          </p:cNvSpPr>
          <p:nvPr/>
        </p:nvSpPr>
        <p:spPr bwMode="auto">
          <a:xfrm>
            <a:off x="5486400" y="1600200"/>
            <a:ext cx="3810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pSp>
        <p:nvGrpSpPr>
          <p:cNvPr id="22" name="Group 22"/>
          <p:cNvGrpSpPr/>
          <p:nvPr/>
        </p:nvGrpSpPr>
        <p:grpSpPr bwMode="auto">
          <a:xfrm>
            <a:off x="5791200" y="1600200"/>
            <a:ext cx="1219200" cy="2590800"/>
            <a:chOff x="2304" y="1008"/>
            <a:chExt cx="768" cy="1632"/>
          </a:xfrm>
        </p:grpSpPr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2649" y="1440"/>
              <a:ext cx="384" cy="1152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H="1" flipV="1">
              <a:off x="2304" y="1008"/>
              <a:ext cx="537" cy="4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2686" y="1488"/>
              <a:ext cx="386" cy="1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积分变量</a:t>
              </a:r>
              <a:endParaRPr kumimoji="1" lang="zh-CN" altLang="en-US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6934200" y="914400"/>
            <a:ext cx="2209800" cy="1143000"/>
          </a:xfrm>
          <a:prstGeom prst="rect">
            <a:avLst/>
          </a:prstGeom>
          <a:noFill/>
          <a:ln w="25400">
            <a:solidFill>
              <a:srgbClr val="7030A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kumimoji="1" lang="zh-CN" altLang="zh-CN" sz="3200" b="1">
              <a:latin typeface="Times New Roman" panose="02020603050405020304" pitchFamily="18" charset="0"/>
              <a:ea typeface="仿宋_GB2312" pitchFamily="49" charset="-122"/>
            </a:endParaRPr>
          </a:p>
        </p:txBody>
      </p:sp>
      <p:grpSp>
        <p:nvGrpSpPr>
          <p:cNvPr id="27" name="Group 27"/>
          <p:cNvGrpSpPr/>
          <p:nvPr/>
        </p:nvGrpSpPr>
        <p:grpSpPr bwMode="auto">
          <a:xfrm>
            <a:off x="8149908" y="2057400"/>
            <a:ext cx="671512" cy="1981200"/>
            <a:chOff x="3753" y="1248"/>
            <a:chExt cx="423" cy="1248"/>
          </a:xfrm>
        </p:grpSpPr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3753" y="1536"/>
              <a:ext cx="384" cy="912"/>
            </a:xfrm>
            <a:prstGeom prst="rect">
              <a:avLst/>
            </a:prstGeom>
            <a:noFill/>
            <a:ln w="28575">
              <a:solidFill>
                <a:srgbClr val="7030A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kumimoji="1" lang="zh-CN" altLang="zh-CN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 flipV="1">
              <a:off x="3945" y="1248"/>
              <a:ext cx="0" cy="288"/>
            </a:xfrm>
            <a:prstGeom prst="line">
              <a:avLst/>
            </a:prstGeom>
            <a:noFill/>
            <a:ln w="28575">
              <a:solidFill>
                <a:srgbClr val="7030A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3790" y="1584"/>
              <a:ext cx="386" cy="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积分和</a:t>
              </a:r>
              <a:endParaRPr kumimoji="1" lang="zh-CN" altLang="en-US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31" name="Object 31"/>
          <p:cNvGraphicFramePr>
            <a:graphicFrameLocks noChangeAspect="1"/>
          </p:cNvGraphicFramePr>
          <p:nvPr/>
        </p:nvGraphicFramePr>
        <p:xfrm>
          <a:off x="4711700" y="304800"/>
          <a:ext cx="3165475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74371200" imgH="10668000" progId="Equation.DSMT4">
                  <p:embed/>
                </p:oleObj>
              </mc:Choice>
              <mc:Fallback>
                <p:oleObj name="Equation" r:id="rId5" imgW="74371200" imgH="10668000" progId="Equation.DSMT4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1700" y="304800"/>
                        <a:ext cx="3165475" cy="449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2362200" y="4266883"/>
            <a:ext cx="6400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定积分仅与被积函数及积分区间有关</a:t>
            </a:r>
            <a:r>
              <a:rPr kumimoji="1"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,</a:t>
            </a:r>
            <a:endParaRPr kumimoji="1" lang="en-US" altLang="zh-CN" sz="2800" b="1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8318500" y="4267200"/>
            <a:ext cx="198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而与积分</a:t>
            </a:r>
            <a:endParaRPr kumimoji="1" lang="zh-CN" altLang="en-US" sz="2800" b="1">
              <a:solidFill>
                <a:schemeClr val="accent5">
                  <a:lumMod val="60000"/>
                  <a:lumOff val="4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Text Box 35"/>
          <p:cNvSpPr txBox="1">
            <a:spLocks noChangeArrowheads="1"/>
          </p:cNvSpPr>
          <p:nvPr/>
        </p:nvSpPr>
        <p:spPr bwMode="auto">
          <a:xfrm>
            <a:off x="5867400" y="4839335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因为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5" name="Object 36"/>
          <p:cNvGraphicFramePr>
            <a:graphicFrameLocks noChangeAspect="1"/>
          </p:cNvGraphicFramePr>
          <p:nvPr/>
        </p:nvGraphicFramePr>
        <p:xfrm>
          <a:off x="3067050" y="5494020"/>
          <a:ext cx="1485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35661600" imgH="17678400" progId="Equation.DSMT4">
                  <p:embed/>
                </p:oleObj>
              </mc:Choice>
              <mc:Fallback>
                <p:oleObj name="Equation" r:id="rId7" imgW="35661600" imgH="17678400" progId="Equation.DSMT4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67050" y="5494020"/>
                        <a:ext cx="1485900" cy="736600"/>
                      </a:xfrm>
                      <a:prstGeom prst="rect">
                        <a:avLst/>
                      </a:prstGeom>
                      <a:solidFill>
                        <a:srgbClr val="FF9933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7"/>
          <p:cNvGraphicFramePr>
            <a:graphicFrameLocks noChangeAspect="1"/>
          </p:cNvGraphicFramePr>
          <p:nvPr/>
        </p:nvGraphicFramePr>
        <p:xfrm>
          <a:off x="4605020" y="5494020"/>
          <a:ext cx="1625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39014400" imgH="17678400" progId="Equation.DSMT4">
                  <p:embed/>
                </p:oleObj>
              </mc:Choice>
              <mc:Fallback>
                <p:oleObj name="Equation" r:id="rId9" imgW="39014400" imgH="17678400" progId="Equation.DSMT4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05020" y="5494020"/>
                        <a:ext cx="1625600" cy="7366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8"/>
          <p:cNvGraphicFramePr>
            <a:graphicFrameLocks noChangeAspect="1"/>
          </p:cNvGraphicFramePr>
          <p:nvPr/>
        </p:nvGraphicFramePr>
        <p:xfrm>
          <a:off x="6283325" y="5465445"/>
          <a:ext cx="192468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1" imgW="2185670" imgH="902970" progId="Equation.3">
                  <p:embed/>
                </p:oleObj>
              </mc:Choice>
              <mc:Fallback>
                <p:oleObj name="Equation" r:id="rId11" imgW="2185670" imgH="902970" progId="Equation.3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283325" y="5465445"/>
                        <a:ext cx="1924685" cy="774700"/>
                      </a:xfrm>
                      <a:prstGeom prst="rect">
                        <a:avLst/>
                      </a:prstGeom>
                      <a:solidFill>
                        <a:srgbClr val="00B05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34"/>
          <p:cNvSpPr txBox="1">
            <a:spLocks noChangeArrowheads="1"/>
          </p:cNvSpPr>
          <p:nvPr/>
        </p:nvSpPr>
        <p:spPr bwMode="auto">
          <a:xfrm>
            <a:off x="1685290" y="4839335"/>
            <a:ext cx="441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变量用什么字母表示无关,</a:t>
            </a:r>
            <a:endParaRPr kumimoji="1" lang="en-US" altLang="zh-CN" sz="2800" b="1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750502" y="3745240"/>
            <a:ext cx="172339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特别注意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 bwMode="auto">
          <a:xfrm>
            <a:off x="6882765" y="4800600"/>
            <a:ext cx="3027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定积分是一个数，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21" grpId="0" bldLvl="0" animBg="1"/>
      <p:bldP spid="26" grpId="0" bldLvl="0" animBg="1" autoUpdateAnimBg="0"/>
      <p:bldP spid="32" grpId="0" autoUpdateAnimBg="0"/>
      <p:bldP spid="33" grpId="0" autoUpdateAnimBg="0"/>
      <p:bldP spid="34" grpId="0" autoUpdateAnimBg="0"/>
      <p:bldP spid="38" grpId="0" autoUpdateAnimBg="0"/>
      <p:bldP spid="39" grpId="0" bldLvl="0" animBg="1"/>
      <p:bldP spid="40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 bwMode="auto">
          <a:xfrm>
            <a:off x="2170179" y="738887"/>
            <a:ext cx="1249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规定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559420" y="625202"/>
          <a:ext cx="35210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84429600" imgH="17678400" progId="Equation.DSMT4">
                  <p:embed/>
                </p:oleObj>
              </mc:Choice>
              <mc:Fallback>
                <p:oleObj name="Equation" r:id="rId1" imgW="84429600" imgH="176784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59420" y="625202"/>
                        <a:ext cx="3521075" cy="7477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7445953" y="625837"/>
          <a:ext cx="20129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48158400" imgH="17678400" progId="Equation.DSMT4">
                  <p:embed/>
                </p:oleObj>
              </mc:Choice>
              <mc:Fallback>
                <p:oleObj name="Equation" r:id="rId3" imgW="48158400" imgH="17678400" progId="Equation.DSMT4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45953" y="625837"/>
                        <a:ext cx="2012950" cy="749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2170179" y="1448390"/>
            <a:ext cx="1249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默认：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3420198" y="1456501"/>
            <a:ext cx="5250180" cy="52197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命题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5.1.1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（连续函数的可积性）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23"/>
          <p:cNvGraphicFramePr>
            <a:graphicFrameLocks noChangeAspect="1"/>
          </p:cNvGraphicFramePr>
          <p:nvPr/>
        </p:nvGraphicFramePr>
        <p:xfrm>
          <a:off x="2515413" y="2111330"/>
          <a:ext cx="3864343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88087200" imgH="10668000" progId="Equation.DSMT4">
                  <p:embed/>
                </p:oleObj>
              </mc:Choice>
              <mc:Fallback>
                <p:oleObj name="Equation" r:id="rId5" imgW="88087200" imgH="10668000" progId="Equation.DSMT4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15413" y="2111330"/>
                        <a:ext cx="3864343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4"/>
          <p:cNvGraphicFramePr>
            <a:graphicFrameLocks noChangeAspect="1"/>
          </p:cNvGraphicFramePr>
          <p:nvPr/>
        </p:nvGraphicFramePr>
        <p:xfrm>
          <a:off x="7275056" y="2088788"/>
          <a:ext cx="2888229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65836800" imgH="10668000" progId="Equation.DSMT4">
                  <p:embed/>
                </p:oleObj>
              </mc:Choice>
              <mc:Fallback>
                <p:oleObj name="Equation" r:id="rId7" imgW="65836800" imgH="10668000" progId="Equation.DSMT4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275056" y="2088788"/>
                        <a:ext cx="2888229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6"/>
          <p:cNvGraphicFramePr>
            <a:graphicFrameLocks noChangeAspect="1"/>
          </p:cNvGraphicFramePr>
          <p:nvPr/>
        </p:nvGraphicFramePr>
        <p:xfrm>
          <a:off x="2515096" y="2757443"/>
          <a:ext cx="3944572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Equation" r:id="rId9" imgW="89916000" imgH="10668000" progId="Equation.DSMT4">
                  <p:embed/>
                </p:oleObj>
              </mc:Choice>
              <mc:Fallback>
                <p:oleObj name="Equation" r:id="rId9" imgW="89916000" imgH="10668000" progId="Equation.DSMT4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15096" y="2757443"/>
                        <a:ext cx="3944572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27"/>
          <p:cNvSpPr txBox="1">
            <a:spLocks noChangeArrowheads="1"/>
          </p:cNvSpPr>
          <p:nvPr/>
        </p:nvSpPr>
        <p:spPr bwMode="auto">
          <a:xfrm>
            <a:off x="6484464" y="2698745"/>
            <a:ext cx="3429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且只有有限个间断点 </a:t>
            </a:r>
            <a:endParaRPr kumimoji="1"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" name="Text Box 29"/>
          <p:cNvSpPr txBox="1">
            <a:spLocks noChangeArrowheads="1"/>
          </p:cNvSpPr>
          <p:nvPr/>
        </p:nvSpPr>
        <p:spPr bwMode="auto">
          <a:xfrm>
            <a:off x="6426679" y="3375337"/>
            <a:ext cx="1752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(证明略)</a:t>
            </a:r>
            <a:endParaRPr lang="zh-CN" altLang="en-US" sz="24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0" name="AutoShape 48"/>
          <p:cNvSpPr>
            <a:spLocks noChangeArrowheads="1"/>
          </p:cNvSpPr>
          <p:nvPr/>
        </p:nvSpPr>
        <p:spPr bwMode="auto">
          <a:xfrm>
            <a:off x="6484464" y="2256467"/>
            <a:ext cx="685800" cy="179388"/>
          </a:xfrm>
          <a:prstGeom prst="rightArrow">
            <a:avLst>
              <a:gd name="adj1" fmla="val 50000"/>
              <a:gd name="adj2" fmla="val 95575"/>
            </a:avLst>
          </a:prstGeom>
          <a:gradFill>
            <a:gsLst>
              <a:gs pos="0">
                <a:srgbClr val="7B32B2"/>
              </a:gs>
              <a:gs pos="100000">
                <a:srgbClr val="401A5D"/>
              </a:gs>
            </a:gsLst>
            <a:lin ang="5400000" scaled="0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21" name="AutoShape 49"/>
          <p:cNvSpPr>
            <a:spLocks noChangeArrowheads="1"/>
          </p:cNvSpPr>
          <p:nvPr/>
        </p:nvSpPr>
        <p:spPr bwMode="auto">
          <a:xfrm>
            <a:off x="2515079" y="3511862"/>
            <a:ext cx="685800" cy="179388"/>
          </a:xfrm>
          <a:prstGeom prst="rightArrow">
            <a:avLst>
              <a:gd name="adj1" fmla="val 50000"/>
              <a:gd name="adj2" fmla="val 95575"/>
            </a:avLst>
          </a:prstGeom>
          <a:solidFill>
            <a:srgbClr val="7030A0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22" name="Object 50"/>
          <p:cNvGraphicFramePr>
            <a:graphicFrameLocks noChangeAspect="1"/>
          </p:cNvGraphicFramePr>
          <p:nvPr/>
        </p:nvGraphicFramePr>
        <p:xfrm>
          <a:off x="3369806" y="3374663"/>
          <a:ext cx="2888229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Equation" r:id="rId11" imgW="65836800" imgH="10668000" progId="Equation.DSMT4">
                  <p:embed/>
                </p:oleObj>
              </mc:Choice>
              <mc:Fallback>
                <p:oleObj name="Equation" r:id="rId11" imgW="65836800" imgH="10668000" progId="Equation.DSMT4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69806" y="3374663"/>
                        <a:ext cx="2888229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 bwMode="auto">
          <a:xfrm>
            <a:off x="2031813" y="2068041"/>
            <a:ext cx="716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 bwMode="auto">
          <a:xfrm>
            <a:off x="2031813" y="2687652"/>
            <a:ext cx="716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 bwMode="auto">
          <a:xfrm>
            <a:off x="3419970" y="4003718"/>
            <a:ext cx="2672080" cy="52197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两个常用积分：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70179" y="4003718"/>
            <a:ext cx="12496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经验：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4032949" y="4687173"/>
          <a:ext cx="2419814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Equation" r:id="rId13" imgW="57302400" imgH="19812000" progId="Equation.DSMT4">
                  <p:embed/>
                </p:oleObj>
              </mc:Choice>
              <mc:Fallback>
                <p:oleObj name="Equation" r:id="rId13" imgW="57302400" imgH="19812000" progId="Equation.DSMT4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32949" y="4687173"/>
                        <a:ext cx="2419814" cy="8280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032949" y="5761454"/>
          <a:ext cx="2160000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Equation" r:id="rId15" imgW="49682400" imgH="16459200" progId="Equation.DSMT4">
                  <p:embed/>
                </p:oleObj>
              </mc:Choice>
              <mc:Fallback>
                <p:oleObj name="Equation" r:id="rId15" imgW="49682400" imgH="16459200" progId="Equation.DSMT4">
                  <p:embed/>
                  <p:pic>
                    <p:nvPicPr>
                      <p:cNvPr id="0" name="图片 1024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32949" y="5761454"/>
                        <a:ext cx="2160000" cy="72000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 bwMode="auto">
              <a:xfrm>
                <a:off x="6964456" y="4749021"/>
                <a:ext cx="2557145" cy="701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rtlCol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单位圆面积的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b="1" i="1" smtClean="0">
                            <a:latin typeface="Cambria Math" panose="02040503050406030204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b="1" i="1" smtClean="0"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sz="2800" b="1" i="1" smtClean="0">
                            <a:latin typeface="Cambria Math" panose="02040503050406030204"/>
                            <a:cs typeface="Times New Roman" panose="020206030504050203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64456" y="4749021"/>
                <a:ext cx="2557145" cy="701040"/>
              </a:xfrm>
              <a:prstGeom prst="rect">
                <a:avLst/>
              </a:prstGeom>
              <a:blipFill rotWithShape="1">
                <a:blip r:embed="rId17"/>
                <a:stretch>
                  <a:fillRect l="-16" t="-70" r="-282" b="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 bwMode="auto">
          <a:xfrm>
            <a:off x="6938421" y="5835253"/>
            <a:ext cx="3027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正弦曲线的对称性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/>
      <p:bldP spid="12" grpId="0" bldLvl="0" animBg="1"/>
      <p:bldP spid="18" grpId="0" autoUpdateAnimBg="0"/>
      <p:bldP spid="19" grpId="0" autoUpdateAnimBg="0"/>
      <p:bldP spid="20" grpId="0" bldLvl="0" animBg="1"/>
      <p:bldP spid="21" grpId="0" bldLvl="0" animBg="1"/>
      <p:bldP spid="23" grpId="0"/>
      <p:bldP spid="24" grpId="0"/>
      <p:bldP spid="25" grpId="0" bldLvl="0" animBg="1"/>
      <p:bldP spid="26" grpId="0" bldLvl="0" animBg="1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358775"/>
            <a:ext cx="4824338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定积分的几何意义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171700" y="1044575"/>
          <a:ext cx="3568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85648800" imgH="17678400" progId="Equation.DSMT4">
                  <p:embed/>
                </p:oleObj>
              </mc:Choice>
              <mc:Fallback>
                <p:oleObj name="Equation" r:id="rId1" imgW="85648800" imgH="17678400" progId="Equation.DSMT4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71700" y="1044575"/>
                        <a:ext cx="35687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342380" y="1144588"/>
            <a:ext cx="3048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曲边梯形面积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171700" y="1987550"/>
          <a:ext cx="325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3" name="Equation" r:id="rId3" imgW="78028800" imgH="17678400" progId="Equation.DSMT4">
                  <p:embed/>
                </p:oleObj>
              </mc:Choice>
              <mc:Fallback>
                <p:oleObj name="Equation" r:id="rId3" imgW="78028800" imgH="17678400" progId="Equation.DSMT4">
                  <p:embed/>
                  <p:pic>
                    <p:nvPicPr>
                      <p:cNvPr id="0" name="图片 11582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171700" y="1987550"/>
                        <a:ext cx="32512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342063" y="2094548"/>
            <a:ext cx="39639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曲边梯形面积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的相反数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Freeform 7"/>
          <p:cNvSpPr/>
          <p:nvPr/>
        </p:nvSpPr>
        <p:spPr bwMode="auto">
          <a:xfrm>
            <a:off x="2400300" y="3159125"/>
            <a:ext cx="838200" cy="838200"/>
          </a:xfrm>
          <a:custGeom>
            <a:avLst/>
            <a:gdLst>
              <a:gd name="T0" fmla="*/ 0 w 528"/>
              <a:gd name="T1" fmla="*/ 0 h 528"/>
              <a:gd name="T2" fmla="*/ 528 w 528"/>
              <a:gd name="T3" fmla="*/ 528 h 528"/>
              <a:gd name="T4" fmla="*/ 0 w 528"/>
              <a:gd name="T5" fmla="*/ 528 h 528"/>
              <a:gd name="T6" fmla="*/ 0 w 528"/>
              <a:gd name="T7" fmla="*/ 0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8" h="528">
                <a:moveTo>
                  <a:pt x="0" y="0"/>
                </a:moveTo>
                <a:lnTo>
                  <a:pt x="528" y="528"/>
                </a:lnTo>
                <a:lnTo>
                  <a:pt x="0" y="528"/>
                </a:lnTo>
                <a:lnTo>
                  <a:pt x="0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8" name="Freeform 8"/>
          <p:cNvSpPr/>
          <p:nvPr/>
        </p:nvSpPr>
        <p:spPr bwMode="auto">
          <a:xfrm>
            <a:off x="3238500" y="4017963"/>
            <a:ext cx="1905000" cy="512762"/>
          </a:xfrm>
          <a:custGeom>
            <a:avLst/>
            <a:gdLst>
              <a:gd name="T0" fmla="*/ 0 w 1200"/>
              <a:gd name="T1" fmla="*/ 0 h 336"/>
              <a:gd name="T2" fmla="*/ 672 w 1200"/>
              <a:gd name="T3" fmla="*/ 336 h 336"/>
              <a:gd name="T4" fmla="*/ 1200 w 1200"/>
              <a:gd name="T5" fmla="*/ 0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00" h="336">
                <a:moveTo>
                  <a:pt x="0" y="0"/>
                </a:moveTo>
                <a:cubicBezTo>
                  <a:pt x="236" y="168"/>
                  <a:pt x="472" y="336"/>
                  <a:pt x="672" y="336"/>
                </a:cubicBezTo>
                <a:cubicBezTo>
                  <a:pt x="872" y="336"/>
                  <a:pt x="1112" y="56"/>
                  <a:pt x="1200" y="0"/>
                </a:cubicBezTo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9" name="Freeform 9"/>
          <p:cNvSpPr/>
          <p:nvPr/>
        </p:nvSpPr>
        <p:spPr bwMode="auto">
          <a:xfrm>
            <a:off x="5143500" y="2930525"/>
            <a:ext cx="2362200" cy="1066800"/>
          </a:xfrm>
          <a:custGeom>
            <a:avLst/>
            <a:gdLst>
              <a:gd name="T0" fmla="*/ 0 w 1488"/>
              <a:gd name="T1" fmla="*/ 672 h 672"/>
              <a:gd name="T2" fmla="*/ 768 w 1488"/>
              <a:gd name="T3" fmla="*/ 0 h 672"/>
              <a:gd name="T4" fmla="*/ 1488 w 1488"/>
              <a:gd name="T5" fmla="*/ 672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88" h="672">
                <a:moveTo>
                  <a:pt x="0" y="672"/>
                </a:moveTo>
                <a:cubicBezTo>
                  <a:pt x="260" y="336"/>
                  <a:pt x="520" y="0"/>
                  <a:pt x="768" y="0"/>
                </a:cubicBezTo>
                <a:cubicBezTo>
                  <a:pt x="1016" y="0"/>
                  <a:pt x="1368" y="560"/>
                  <a:pt x="1488" y="672"/>
                </a:cubicBezTo>
              </a:path>
            </a:pathLst>
          </a:cu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0" name="Freeform 10"/>
          <p:cNvSpPr/>
          <p:nvPr/>
        </p:nvSpPr>
        <p:spPr bwMode="auto">
          <a:xfrm>
            <a:off x="7505700" y="3997325"/>
            <a:ext cx="1524000" cy="609600"/>
          </a:xfrm>
          <a:custGeom>
            <a:avLst/>
            <a:gdLst>
              <a:gd name="T0" fmla="*/ 0 w 960"/>
              <a:gd name="T1" fmla="*/ 0 h 384"/>
              <a:gd name="T2" fmla="*/ 480 w 960"/>
              <a:gd name="T3" fmla="*/ 384 h 384"/>
              <a:gd name="T4" fmla="*/ 960 w 960"/>
              <a:gd name="T5" fmla="*/ 0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960" h="384">
                <a:moveTo>
                  <a:pt x="0" y="0"/>
                </a:moveTo>
                <a:cubicBezTo>
                  <a:pt x="160" y="192"/>
                  <a:pt x="320" y="384"/>
                  <a:pt x="480" y="384"/>
                </a:cubicBezTo>
                <a:cubicBezTo>
                  <a:pt x="640" y="384"/>
                  <a:pt x="880" y="64"/>
                  <a:pt x="960" y="0"/>
                </a:cubicBezTo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1" name="Freeform 11"/>
          <p:cNvSpPr/>
          <p:nvPr/>
        </p:nvSpPr>
        <p:spPr bwMode="auto">
          <a:xfrm>
            <a:off x="9029700" y="2854325"/>
            <a:ext cx="762000" cy="1143000"/>
          </a:xfrm>
          <a:custGeom>
            <a:avLst/>
            <a:gdLst>
              <a:gd name="T0" fmla="*/ 0 w 480"/>
              <a:gd name="T1" fmla="*/ 720 h 720"/>
              <a:gd name="T2" fmla="*/ 480 w 480"/>
              <a:gd name="T3" fmla="*/ 720 h 720"/>
              <a:gd name="T4" fmla="*/ 480 w 480"/>
              <a:gd name="T5" fmla="*/ 0 h 720"/>
              <a:gd name="T6" fmla="*/ 0 w 480"/>
              <a:gd name="T7" fmla="*/ 72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0" h="720">
                <a:moveTo>
                  <a:pt x="0" y="720"/>
                </a:moveTo>
                <a:lnTo>
                  <a:pt x="480" y="720"/>
                </a:lnTo>
                <a:lnTo>
                  <a:pt x="480" y="0"/>
                </a:lnTo>
                <a:lnTo>
                  <a:pt x="0" y="72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pSp>
        <p:nvGrpSpPr>
          <p:cNvPr id="12" name="Group 12"/>
          <p:cNvGrpSpPr/>
          <p:nvPr/>
        </p:nvGrpSpPr>
        <p:grpSpPr bwMode="auto">
          <a:xfrm>
            <a:off x="2171700" y="2778125"/>
            <a:ext cx="8229600" cy="2209800"/>
            <a:chOff x="432" y="1798"/>
            <a:chExt cx="5184" cy="1392"/>
          </a:xfrm>
        </p:grpSpPr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576" y="203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5232" y="1846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5" name="Freeform 15"/>
            <p:cNvSpPr/>
            <p:nvPr/>
          </p:nvSpPr>
          <p:spPr bwMode="auto">
            <a:xfrm>
              <a:off x="576" y="1846"/>
              <a:ext cx="4656" cy="1112"/>
            </a:xfrm>
            <a:custGeom>
              <a:avLst/>
              <a:gdLst>
                <a:gd name="T0" fmla="*/ 0 w 4656"/>
                <a:gd name="T1" fmla="*/ 192 h 1112"/>
                <a:gd name="T2" fmla="*/ 1248 w 4656"/>
                <a:gd name="T3" fmla="*/ 1056 h 1112"/>
                <a:gd name="T4" fmla="*/ 2496 w 4656"/>
                <a:gd name="T5" fmla="*/ 48 h 1112"/>
                <a:gd name="T6" fmla="*/ 3696 w 4656"/>
                <a:gd name="T7" fmla="*/ 1104 h 1112"/>
                <a:gd name="T8" fmla="*/ 4656 w 4656"/>
                <a:gd name="T9" fmla="*/ 0 h 1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56" h="1112">
                  <a:moveTo>
                    <a:pt x="0" y="192"/>
                  </a:moveTo>
                  <a:cubicBezTo>
                    <a:pt x="416" y="636"/>
                    <a:pt x="832" y="1080"/>
                    <a:pt x="1248" y="1056"/>
                  </a:cubicBezTo>
                  <a:cubicBezTo>
                    <a:pt x="1664" y="1032"/>
                    <a:pt x="2088" y="40"/>
                    <a:pt x="2496" y="48"/>
                  </a:cubicBezTo>
                  <a:cubicBezTo>
                    <a:pt x="2904" y="56"/>
                    <a:pt x="3336" y="1112"/>
                    <a:pt x="3696" y="1104"/>
                  </a:cubicBezTo>
                  <a:cubicBezTo>
                    <a:pt x="4056" y="1096"/>
                    <a:pt x="4496" y="184"/>
                    <a:pt x="4656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graphicFrame>
          <p:nvGraphicFramePr>
            <p:cNvPr id="16" name="Object 16"/>
            <p:cNvGraphicFramePr>
              <a:graphicFrameLocks noChangeAspect="1"/>
            </p:cNvGraphicFramePr>
            <p:nvPr/>
          </p:nvGraphicFramePr>
          <p:xfrm>
            <a:off x="528" y="2644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4" name="Equation" r:id="rId5" imgW="5486400" imgH="5486400" progId="Equation.DSMT4">
                    <p:embed/>
                  </p:oleObj>
                </mc:Choice>
                <mc:Fallback>
                  <p:oleObj name="Equation" r:id="rId5" imgW="5486400" imgH="5486400" progId="Equation.DSMT4">
                    <p:embed/>
                    <p:pic>
                      <p:nvPicPr>
                        <p:cNvPr id="0" name="图片 1158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8" y="2644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5176" y="2618"/>
            <a:ext cx="1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5" name="Equation" r:id="rId7" imgW="4876800" imgH="7620000" progId="Equation.DSMT4">
                    <p:embed/>
                  </p:oleObj>
                </mc:Choice>
                <mc:Fallback>
                  <p:oleObj name="Equation" r:id="rId7" imgW="4876800" imgH="7620000" progId="Equation.DSMT4">
                    <p:embed/>
                    <p:pic>
                      <p:nvPicPr>
                        <p:cNvPr id="0" name="图片 1158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176" y="2618"/>
                          <a:ext cx="128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1551" y="1828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6" name="Equation" r:id="rId9" imgW="6096000" imgH="7315200" progId="Equation.DSMT4">
                    <p:embed/>
                  </p:oleObj>
                </mc:Choice>
                <mc:Fallback>
                  <p:oleObj name="Equation" r:id="rId9" imgW="6096000" imgH="7315200" progId="Equation.DSMT4">
                    <p:embed/>
                    <p:pic>
                      <p:nvPicPr>
                        <p:cNvPr id="0" name="图片 1158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551" y="1828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5456" y="2620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87" name="Equation" r:id="rId11" imgW="5486400" imgH="7315200" progId="Equation.DSMT4">
                    <p:embed/>
                  </p:oleObj>
                </mc:Choice>
                <mc:Fallback>
                  <p:oleObj name="Equation" r:id="rId11" imgW="5486400" imgH="7315200" progId="Equation.DSMT4">
                    <p:embed/>
                    <p:pic>
                      <p:nvPicPr>
                        <p:cNvPr id="0" name="图片 1158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456" y="2620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V="1">
              <a:off x="1776" y="1798"/>
              <a:ext cx="0" cy="13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432" y="2566"/>
              <a:ext cx="51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2476500" y="3522663"/>
          <a:ext cx="355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8" name="Equation" r:id="rId13" imgW="412750" imgH="523875" progId="Equation.3">
                  <p:embed/>
                </p:oleObj>
              </mc:Choice>
              <mc:Fallback>
                <p:oleObj name="Equation" r:id="rId13" imgW="412750" imgH="523875" progId="Equation.3">
                  <p:embed/>
                  <p:pic>
                    <p:nvPicPr>
                      <p:cNvPr id="0" name="图片 11587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76500" y="3522663"/>
                        <a:ext cx="3556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3"/>
          <p:cNvGraphicFramePr>
            <a:graphicFrameLocks noChangeAspect="1"/>
          </p:cNvGraphicFramePr>
          <p:nvPr/>
        </p:nvGraphicFramePr>
        <p:xfrm>
          <a:off x="3848100" y="3979863"/>
          <a:ext cx="40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89" name="Equation" r:id="rId15" imgW="479425" imgH="523875" progId="Equation.3">
                  <p:embed/>
                </p:oleObj>
              </mc:Choice>
              <mc:Fallback>
                <p:oleObj name="Equation" r:id="rId15" imgW="479425" imgH="523875" progId="Equation.3">
                  <p:embed/>
                  <p:pic>
                    <p:nvPicPr>
                      <p:cNvPr id="0" name="图片 11588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48100" y="3979863"/>
                        <a:ext cx="4064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6135688" y="3333750"/>
          <a:ext cx="38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0" name="Equation" r:id="rId17" imgW="445770" imgH="523875" progId="Equation.3">
                  <p:embed/>
                </p:oleObj>
              </mc:Choice>
              <mc:Fallback>
                <p:oleObj name="Equation" r:id="rId17" imgW="445770" imgH="523875" progId="Equation.3">
                  <p:embed/>
                  <p:pic>
                    <p:nvPicPr>
                      <p:cNvPr id="0" name="图片 11589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135688" y="3333750"/>
                        <a:ext cx="3810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/>
          <p:cNvGraphicFramePr>
            <a:graphicFrameLocks noChangeAspect="1"/>
          </p:cNvGraphicFramePr>
          <p:nvPr/>
        </p:nvGraphicFramePr>
        <p:xfrm>
          <a:off x="8066088" y="4051300"/>
          <a:ext cx="40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1" name="Equation" r:id="rId19" imgW="479425" imgH="523875" progId="Equation.3">
                  <p:embed/>
                </p:oleObj>
              </mc:Choice>
              <mc:Fallback>
                <p:oleObj name="Equation" r:id="rId19" imgW="479425" imgH="523875" progId="Equation.3">
                  <p:embed/>
                  <p:pic>
                    <p:nvPicPr>
                      <p:cNvPr id="0" name="图片 11590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066088" y="4051300"/>
                        <a:ext cx="4064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/>
          <p:cNvGraphicFramePr>
            <a:graphicFrameLocks noChangeAspect="1"/>
          </p:cNvGraphicFramePr>
          <p:nvPr/>
        </p:nvGraphicFramePr>
        <p:xfrm>
          <a:off x="9347200" y="3486150"/>
          <a:ext cx="393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2" name="Equation" r:id="rId21" imgW="457200" imgH="523875" progId="Equation.3">
                  <p:embed/>
                </p:oleObj>
              </mc:Choice>
              <mc:Fallback>
                <p:oleObj name="Equation" r:id="rId21" imgW="457200" imgH="523875" progId="Equation.3">
                  <p:embed/>
                  <p:pic>
                    <p:nvPicPr>
                      <p:cNvPr id="0" name="图片 1159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347200" y="3486150"/>
                        <a:ext cx="3937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2171700" y="5146833"/>
          <a:ext cx="4876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3" name="Equation" r:id="rId23" imgW="117043200" imgH="17678400" progId="Equation.DSMT4">
                  <p:embed/>
                </p:oleObj>
              </mc:Choice>
              <mc:Fallback>
                <p:oleObj name="Equation" r:id="rId23" imgW="117043200" imgH="17678400" progId="Equation.DSMT4">
                  <p:embed/>
                  <p:pic>
                    <p:nvPicPr>
                      <p:cNvPr id="0" name="图片 11592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171700" y="5146833"/>
                        <a:ext cx="48768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7048564" y="5270599"/>
            <a:ext cx="3581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各部分面积的代数和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5574982" y="2157046"/>
          <a:ext cx="500063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94" name="Equation" r:id="rId25" imgW="11887200" imgH="9448800" progId="Equation.DSMT4">
                  <p:embed/>
                </p:oleObj>
              </mc:Choice>
              <mc:Fallback>
                <p:oleObj name="Equation" r:id="rId25" imgW="11887200" imgH="9448800" progId="Equation.DSMT4">
                  <p:embed/>
                  <p:pic>
                    <p:nvPicPr>
                      <p:cNvPr id="0" name="图片 11593"/>
                      <p:cNvPicPr>
                        <a:picLocks noChangeAspect="1"/>
                      </p:cNvPicPr>
                      <p:nvPr/>
                    </p:nvPicPr>
                    <p:blipFill>
                      <a:blip r:embed="rId2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574982" y="2157046"/>
                        <a:ext cx="500063" cy="3984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4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2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9021763" y="2268489"/>
            <a:ext cx="233362" cy="798512"/>
          </a:xfrm>
          <a:prstGeom prst="rect">
            <a:avLst/>
          </a:prstGeom>
          <a:solidFill>
            <a:srgbClr val="C00000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3"/>
          <p:cNvGrpSpPr/>
          <p:nvPr/>
        </p:nvGrpSpPr>
        <p:grpSpPr bwMode="auto">
          <a:xfrm>
            <a:off x="7664450" y="938213"/>
            <a:ext cx="2692400" cy="2519363"/>
            <a:chOff x="3824" y="2280"/>
            <a:chExt cx="1696" cy="1587"/>
          </a:xfrm>
        </p:grpSpPr>
        <p:grpSp>
          <p:nvGrpSpPr>
            <p:cNvPr id="4" name="Group 4"/>
            <p:cNvGrpSpPr/>
            <p:nvPr/>
          </p:nvGrpSpPr>
          <p:grpSpPr bwMode="auto">
            <a:xfrm>
              <a:off x="4036" y="2280"/>
              <a:ext cx="1436" cy="1333"/>
              <a:chOff x="4036" y="2280"/>
              <a:chExt cx="1436" cy="1333"/>
            </a:xfrm>
          </p:grpSpPr>
          <p:sp>
            <p:nvSpPr>
              <p:cNvPr id="9" name="Freeform 5"/>
              <p:cNvSpPr/>
              <p:nvPr/>
            </p:nvSpPr>
            <p:spPr bwMode="auto">
              <a:xfrm>
                <a:off x="4036" y="2400"/>
                <a:ext cx="1212" cy="1208"/>
              </a:xfrm>
              <a:custGeom>
                <a:avLst/>
                <a:gdLst>
                  <a:gd name="T0" fmla="*/ 0 w 1530"/>
                  <a:gd name="T1" fmla="*/ 1392 h 1392"/>
                  <a:gd name="T2" fmla="*/ 156 w 1530"/>
                  <a:gd name="T3" fmla="*/ 1380 h 1392"/>
                  <a:gd name="T4" fmla="*/ 306 w 1530"/>
                  <a:gd name="T5" fmla="*/ 1338 h 1392"/>
                  <a:gd name="T6" fmla="*/ 462 w 1530"/>
                  <a:gd name="T7" fmla="*/ 1266 h 1392"/>
                  <a:gd name="T8" fmla="*/ 612 w 1530"/>
                  <a:gd name="T9" fmla="*/ 1170 h 1392"/>
                  <a:gd name="T10" fmla="*/ 768 w 1530"/>
                  <a:gd name="T11" fmla="*/ 1044 h 1392"/>
                  <a:gd name="T12" fmla="*/ 918 w 1530"/>
                  <a:gd name="T13" fmla="*/ 888 h 1392"/>
                  <a:gd name="T14" fmla="*/ 1074 w 1530"/>
                  <a:gd name="T15" fmla="*/ 708 h 1392"/>
                  <a:gd name="T16" fmla="*/ 1224 w 1530"/>
                  <a:gd name="T17" fmla="*/ 504 h 1392"/>
                  <a:gd name="T18" fmla="*/ 1374 w 1530"/>
                  <a:gd name="T19" fmla="*/ 264 h 1392"/>
                  <a:gd name="T20" fmla="*/ 1530 w 1530"/>
                  <a:gd name="T21" fmla="*/ 0 h 1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0" h="1392">
                    <a:moveTo>
                      <a:pt x="0" y="1392"/>
                    </a:moveTo>
                    <a:lnTo>
                      <a:pt x="156" y="1380"/>
                    </a:lnTo>
                    <a:lnTo>
                      <a:pt x="306" y="1338"/>
                    </a:lnTo>
                    <a:lnTo>
                      <a:pt x="462" y="1266"/>
                    </a:lnTo>
                    <a:lnTo>
                      <a:pt x="612" y="1170"/>
                    </a:lnTo>
                    <a:lnTo>
                      <a:pt x="768" y="1044"/>
                    </a:lnTo>
                    <a:lnTo>
                      <a:pt x="918" y="888"/>
                    </a:lnTo>
                    <a:lnTo>
                      <a:pt x="1074" y="708"/>
                    </a:lnTo>
                    <a:lnTo>
                      <a:pt x="1224" y="504"/>
                    </a:lnTo>
                    <a:lnTo>
                      <a:pt x="1374" y="264"/>
                    </a:lnTo>
                    <a:lnTo>
                      <a:pt x="153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  <a:prstDash val="solid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10" name="Line 6"/>
              <p:cNvSpPr>
                <a:spLocks noChangeShapeType="1"/>
              </p:cNvSpPr>
              <p:nvPr/>
            </p:nvSpPr>
            <p:spPr bwMode="auto">
              <a:xfrm>
                <a:off x="4044" y="3613"/>
                <a:ext cx="14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 flipV="1">
                <a:off x="4040" y="2280"/>
                <a:ext cx="0" cy="1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  <p:sp>
            <p:nvSpPr>
              <p:cNvPr id="12" name="Line 8"/>
              <p:cNvSpPr>
                <a:spLocks noChangeShapeType="1"/>
              </p:cNvSpPr>
              <p:nvPr/>
            </p:nvSpPr>
            <p:spPr bwMode="auto">
              <a:xfrm>
                <a:off x="5254" y="2400"/>
                <a:ext cx="0" cy="1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b="1"/>
              </a:p>
            </p:txBody>
          </p:sp>
        </p:grpSp>
        <p:graphicFrame>
          <p:nvGraphicFramePr>
            <p:cNvPr id="5" name="Object 9"/>
            <p:cNvGraphicFramePr>
              <a:graphicFrameLocks noChangeAspect="1"/>
            </p:cNvGraphicFramePr>
            <p:nvPr/>
          </p:nvGraphicFramePr>
          <p:xfrm>
            <a:off x="3912" y="3625"/>
            <a:ext cx="184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89" name="Equation" r:id="rId1" imgW="7010400" imgH="7620000" progId="Equation.DSMT4">
                    <p:embed/>
                  </p:oleObj>
                </mc:Choice>
                <mc:Fallback>
                  <p:oleObj name="Equation" r:id="rId1" imgW="7010400" imgH="7620000" progId="Equation.DSMT4">
                    <p:embed/>
                    <p:pic>
                      <p:nvPicPr>
                        <p:cNvPr id="0" name="图片 1228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912" y="3625"/>
                          <a:ext cx="184" cy="19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10"/>
            <p:cNvGraphicFramePr>
              <a:graphicFrameLocks noChangeAspect="1"/>
            </p:cNvGraphicFramePr>
            <p:nvPr/>
          </p:nvGraphicFramePr>
          <p:xfrm>
            <a:off x="5216" y="3620"/>
            <a:ext cx="9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0" name="Equation" r:id="rId3" imgW="3657600" imgH="9448800" progId="Equation.DSMT4">
                    <p:embed/>
                  </p:oleObj>
                </mc:Choice>
                <mc:Fallback>
                  <p:oleObj name="Equation" r:id="rId3" imgW="3657600" imgH="9448800" progId="Equation.DSMT4">
                    <p:embed/>
                    <p:pic>
                      <p:nvPicPr>
                        <p:cNvPr id="0" name="图片 1228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216" y="3620"/>
                          <a:ext cx="96" cy="247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1"/>
            <p:cNvGraphicFramePr>
              <a:graphicFrameLocks noChangeAspect="1"/>
            </p:cNvGraphicFramePr>
            <p:nvPr/>
          </p:nvGraphicFramePr>
          <p:xfrm>
            <a:off x="5376" y="3676"/>
            <a:ext cx="144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1" name="Equation" r:id="rId5" imgW="5486400" imgH="7315200" progId="Equation.DSMT4">
                    <p:embed/>
                  </p:oleObj>
                </mc:Choice>
                <mc:Fallback>
                  <p:oleObj name="Equation" r:id="rId5" imgW="5486400" imgH="7315200" progId="Equation.DSMT4">
                    <p:embed/>
                    <p:pic>
                      <p:nvPicPr>
                        <p:cNvPr id="0" name="图片 1229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76" y="3676"/>
                          <a:ext cx="144" cy="19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3824" y="2308"/>
            <a:ext cx="160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2" name="Equation" r:id="rId7" imgW="6096000" imgH="7315200" progId="Equation.DSMT4">
                    <p:embed/>
                  </p:oleObj>
                </mc:Choice>
                <mc:Fallback>
                  <p:oleObj name="Equation" r:id="rId7" imgW="6096000" imgH="7315200" progId="Equation.DSMT4">
                    <p:embed/>
                    <p:pic>
                      <p:nvPicPr>
                        <p:cNvPr id="0" name="图片 1229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824" y="2308"/>
                          <a:ext cx="160" cy="19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13"/>
          <p:cNvGrpSpPr/>
          <p:nvPr/>
        </p:nvGrpSpPr>
        <p:grpSpPr bwMode="auto">
          <a:xfrm>
            <a:off x="8337550" y="1549401"/>
            <a:ext cx="1371600" cy="1484312"/>
            <a:chOff x="4272" y="2160"/>
            <a:chExt cx="864" cy="935"/>
          </a:xfrm>
        </p:grpSpPr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5136" y="2160"/>
              <a:ext cx="0" cy="9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4992" y="2400"/>
              <a:ext cx="0" cy="6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>
              <a:spLocks noChangeShapeType="1"/>
            </p:cNvSpPr>
            <p:nvPr/>
          </p:nvSpPr>
          <p:spPr bwMode="auto">
            <a:xfrm>
              <a:off x="4848" y="2592"/>
              <a:ext cx="0" cy="5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>
              <a:off x="4704" y="2772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4560" y="2928"/>
              <a:ext cx="0" cy="1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4416" y="3024"/>
              <a:ext cx="0" cy="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4272" y="3049"/>
              <a:ext cx="0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9169400" y="3028950"/>
          <a:ext cx="2921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9" imgW="7010400" imgH="16459200" progId="Equation.DSMT4">
                  <p:embed/>
                </p:oleObj>
              </mc:Choice>
              <mc:Fallback>
                <p:oleObj name="Equation" r:id="rId9" imgW="7010400" imgH="16459200" progId="Equation.DSMT4">
                  <p:embed/>
                  <p:pic>
                    <p:nvPicPr>
                      <p:cNvPr id="0" name="图片 1229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69400" y="3028950"/>
                        <a:ext cx="292100" cy="6810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30"/>
          <p:cNvSpPr txBox="1">
            <a:spLocks noChangeArrowheads="1"/>
          </p:cNvSpPr>
          <p:nvPr/>
        </p:nvSpPr>
        <p:spPr bwMode="auto">
          <a:xfrm>
            <a:off x="1968500" y="406083"/>
            <a:ext cx="4343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1.</a:t>
            </a:r>
            <a:r>
              <a:rPr kumimoji="1" lang="en-US" altLang="zh-CN" sz="2800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利用定义计算定积分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3" name="Object 31"/>
          <p:cNvGraphicFramePr>
            <a:graphicFrameLocks noChangeAspect="1"/>
          </p:cNvGraphicFramePr>
          <p:nvPr/>
        </p:nvGraphicFramePr>
        <p:xfrm>
          <a:off x="6230620" y="298768"/>
          <a:ext cx="1203325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Equation" r:id="rId11" imgW="28651200" imgH="17678400" progId="Equation.DSMT4">
                  <p:embed/>
                </p:oleObj>
              </mc:Choice>
              <mc:Fallback>
                <p:oleObj name="Equation" r:id="rId11" imgW="28651200" imgH="17678400" progId="Equation.DSMT4">
                  <p:embed/>
                  <p:pic>
                    <p:nvPicPr>
                      <p:cNvPr id="0" name="图片 1229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230620" y="298768"/>
                        <a:ext cx="1203325" cy="7413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32"/>
          <p:cNvSpPr txBox="1">
            <a:spLocks noChangeArrowheads="1"/>
          </p:cNvSpPr>
          <p:nvPr/>
        </p:nvSpPr>
        <p:spPr bwMode="auto">
          <a:xfrm>
            <a:off x="1974850" y="1121728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5" name="Text Box 33"/>
          <p:cNvSpPr txBox="1">
            <a:spLocks noChangeArrowheads="1"/>
          </p:cNvSpPr>
          <p:nvPr/>
        </p:nvSpPr>
        <p:spPr bwMode="auto">
          <a:xfrm>
            <a:off x="2694305" y="1121728"/>
            <a:ext cx="3886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将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[0,1]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等分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分点为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6" name="Object 34"/>
          <p:cNvGraphicFramePr>
            <a:graphicFrameLocks noChangeAspect="1"/>
          </p:cNvGraphicFramePr>
          <p:nvPr/>
        </p:nvGraphicFramePr>
        <p:xfrm>
          <a:off x="6311900" y="1039813"/>
          <a:ext cx="9144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Equation" r:id="rId13" imgW="21945600" imgH="16459200" progId="Equation.DSMT4">
                  <p:embed/>
                </p:oleObj>
              </mc:Choice>
              <mc:Fallback>
                <p:oleObj name="Equation" r:id="rId13" imgW="21945600" imgH="16459200" progId="Equation.DSMT4">
                  <p:embed/>
                  <p:pic>
                    <p:nvPicPr>
                      <p:cNvPr id="0" name="图片 12294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311900" y="1039813"/>
                        <a:ext cx="9144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5"/>
          <p:cNvGraphicFramePr>
            <a:graphicFrameLocks noChangeAspect="1"/>
          </p:cNvGraphicFramePr>
          <p:nvPr/>
        </p:nvGraphicFramePr>
        <p:xfrm>
          <a:off x="2082165" y="1799590"/>
          <a:ext cx="1955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Equation" r:id="rId15" imgW="46939200" imgH="9448800" progId="Equation.DSMT4">
                  <p:embed/>
                </p:oleObj>
              </mc:Choice>
              <mc:Fallback>
                <p:oleObj name="Equation" r:id="rId15" imgW="46939200" imgH="9448800" progId="Equation.DSMT4">
                  <p:embed/>
                  <p:pic>
                    <p:nvPicPr>
                      <p:cNvPr id="0" name="图片 12295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082165" y="1799590"/>
                        <a:ext cx="19558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36"/>
          <p:cNvGraphicFramePr>
            <a:graphicFrameLocks noChangeAspect="1"/>
          </p:cNvGraphicFramePr>
          <p:nvPr/>
        </p:nvGraphicFramePr>
        <p:xfrm>
          <a:off x="3816985" y="2291715"/>
          <a:ext cx="1104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Equation" r:id="rId17" imgW="26517600" imgH="16459200" progId="Equation.DSMT4">
                  <p:embed/>
                </p:oleObj>
              </mc:Choice>
              <mc:Fallback>
                <p:oleObj name="Equation" r:id="rId17" imgW="26517600" imgH="16459200" progId="Equation.DSMT4">
                  <p:embed/>
                  <p:pic>
                    <p:nvPicPr>
                      <p:cNvPr id="0" name="图片 12296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16985" y="2291715"/>
                        <a:ext cx="11049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Group 37"/>
          <p:cNvGrpSpPr/>
          <p:nvPr/>
        </p:nvGrpSpPr>
        <p:grpSpPr bwMode="auto">
          <a:xfrm>
            <a:off x="2125345" y="2283775"/>
            <a:ext cx="1506538" cy="685799"/>
            <a:chOff x="768" y="3112"/>
            <a:chExt cx="949" cy="432"/>
          </a:xfrm>
        </p:grpSpPr>
        <p:graphicFrame>
          <p:nvGraphicFramePr>
            <p:cNvPr id="30" name="Object 38"/>
            <p:cNvGraphicFramePr>
              <a:graphicFrameLocks noChangeAspect="1"/>
            </p:cNvGraphicFramePr>
            <p:nvPr/>
          </p:nvGraphicFramePr>
          <p:xfrm>
            <a:off x="1077" y="3112"/>
            <a:ext cx="640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298" name="Equation" r:id="rId19" imgW="24384000" imgH="16459200" progId="Equation.DSMT4">
                    <p:embed/>
                  </p:oleObj>
                </mc:Choice>
                <mc:Fallback>
                  <p:oleObj name="Equation" r:id="rId19" imgW="24384000" imgH="16459200" progId="Equation.DSMT4">
                    <p:embed/>
                    <p:pic>
                      <p:nvPicPr>
                        <p:cNvPr id="0" name="图片 1229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>
                          <a:biLevel thresh="50000"/>
                          <a:grayscl/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77" y="3112"/>
                          <a:ext cx="640" cy="4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" name="Text Box 39"/>
            <p:cNvSpPr txBox="1">
              <a:spLocks noChangeArrowheads="1"/>
            </p:cNvSpPr>
            <p:nvPr/>
          </p:nvSpPr>
          <p:spPr bwMode="auto">
            <a:xfrm>
              <a:off x="768" y="3135"/>
              <a:ext cx="48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latin typeface="Times New Roman" panose="02020603050405020304" pitchFamily="18" charset="0"/>
                  <a:ea typeface="楷体_GB2312" pitchFamily="49" charset="-122"/>
                </a:rPr>
                <a:t>取</a:t>
              </a:r>
              <a:endParaRPr kumimoji="1" lang="zh-CN" altLang="en-US" sz="2800" b="1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</p:grpSp>
      <p:graphicFrame>
        <p:nvGraphicFramePr>
          <p:cNvPr id="32" name="Object 40"/>
          <p:cNvGraphicFramePr>
            <a:graphicFrameLocks noChangeAspect="1"/>
          </p:cNvGraphicFramePr>
          <p:nvPr/>
        </p:nvGraphicFramePr>
        <p:xfrm>
          <a:off x="5073650" y="2429510"/>
          <a:ext cx="196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9" name="Equation" r:id="rId21" imgW="47244000" imgH="9448800" progId="Equation.DSMT4">
                  <p:embed/>
                </p:oleObj>
              </mc:Choice>
              <mc:Fallback>
                <p:oleObj name="Equation" r:id="rId21" imgW="47244000" imgH="9448800" progId="Equation.DSMT4">
                  <p:embed/>
                  <p:pic>
                    <p:nvPicPr>
                      <p:cNvPr id="0" name="图片 12298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073650" y="2429510"/>
                        <a:ext cx="1968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51"/>
          <p:cNvGraphicFramePr>
            <a:graphicFrameLocks noChangeAspect="1"/>
          </p:cNvGraphicFramePr>
          <p:nvPr/>
        </p:nvGraphicFramePr>
        <p:xfrm>
          <a:off x="8295481" y="1549401"/>
          <a:ext cx="939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0" name="Equation" r:id="rId23" imgW="22555200" imgH="10972800" progId="Equation.DSMT4">
                  <p:embed/>
                </p:oleObj>
              </mc:Choice>
              <mc:Fallback>
                <p:oleObj name="Equation" r:id="rId23" imgW="22555200" imgH="10972800" progId="Equation.DSMT4">
                  <p:embed/>
                  <p:pic>
                    <p:nvPicPr>
                      <p:cNvPr id="0" name="图片 1229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295481" y="1549401"/>
                        <a:ext cx="9396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52"/>
          <p:cNvGraphicFramePr>
            <a:graphicFrameLocks noChangeAspect="1"/>
          </p:cNvGraphicFramePr>
          <p:nvPr/>
        </p:nvGraphicFramePr>
        <p:xfrm>
          <a:off x="2231390" y="3073083"/>
          <a:ext cx="3276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1" name="Equation" r:id="rId25" imgW="78638400" imgH="11277600" progId="Equation.DSMT4">
                  <p:embed/>
                </p:oleObj>
              </mc:Choice>
              <mc:Fallback>
                <p:oleObj name="Equation" r:id="rId25" imgW="78638400" imgH="11277600" progId="Equation.DSMT4">
                  <p:embed/>
                  <p:pic>
                    <p:nvPicPr>
                      <p:cNvPr id="0" name="图片 1230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231390" y="3073083"/>
                        <a:ext cx="3276600" cy="469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53"/>
          <p:cNvGraphicFramePr>
            <a:graphicFrameLocks noChangeAspect="1"/>
          </p:cNvGraphicFramePr>
          <p:nvPr/>
        </p:nvGraphicFramePr>
        <p:xfrm>
          <a:off x="5654675" y="2860993"/>
          <a:ext cx="698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Equation" r:id="rId27" imgW="16764000" imgH="21336000" progId="Equation.DSMT4">
                  <p:embed/>
                </p:oleObj>
              </mc:Choice>
              <mc:Fallback>
                <p:oleObj name="Equation" r:id="rId27" imgW="16764000" imgH="21336000" progId="Equation.DSMT4">
                  <p:embed/>
                  <p:pic>
                    <p:nvPicPr>
                      <p:cNvPr id="0" name="图片 12301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654675" y="2860993"/>
                        <a:ext cx="6985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54"/>
          <p:cNvSpPr>
            <a:spLocks noChangeArrowheads="1"/>
          </p:cNvSpPr>
          <p:nvPr/>
        </p:nvSpPr>
        <p:spPr bwMode="auto">
          <a:xfrm>
            <a:off x="9466263" y="1584276"/>
            <a:ext cx="227012" cy="1482725"/>
          </a:xfrm>
          <a:prstGeom prst="rect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Rectangle 55"/>
          <p:cNvSpPr>
            <a:spLocks noChangeArrowheads="1"/>
          </p:cNvSpPr>
          <p:nvPr/>
        </p:nvSpPr>
        <p:spPr bwMode="auto">
          <a:xfrm>
            <a:off x="9236075" y="1962101"/>
            <a:ext cx="227013" cy="1104900"/>
          </a:xfrm>
          <a:prstGeom prst="rect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Rectangle 56"/>
          <p:cNvSpPr>
            <a:spLocks noChangeArrowheads="1"/>
          </p:cNvSpPr>
          <p:nvPr/>
        </p:nvSpPr>
        <p:spPr bwMode="auto">
          <a:xfrm>
            <a:off x="8778875" y="2555826"/>
            <a:ext cx="227013" cy="511175"/>
          </a:xfrm>
          <a:prstGeom prst="rect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Rectangle 57"/>
          <p:cNvSpPr>
            <a:spLocks noChangeArrowheads="1"/>
          </p:cNvSpPr>
          <p:nvPr/>
        </p:nvSpPr>
        <p:spPr bwMode="auto">
          <a:xfrm>
            <a:off x="8551863" y="2779664"/>
            <a:ext cx="227012" cy="287337"/>
          </a:xfrm>
          <a:prstGeom prst="rect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Rectangle 58"/>
          <p:cNvSpPr>
            <a:spLocks noChangeArrowheads="1"/>
          </p:cNvSpPr>
          <p:nvPr/>
        </p:nvSpPr>
        <p:spPr bwMode="auto">
          <a:xfrm>
            <a:off x="8321675" y="2930476"/>
            <a:ext cx="227013" cy="136525"/>
          </a:xfrm>
          <a:prstGeom prst="rect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Rectangle 59"/>
          <p:cNvSpPr>
            <a:spLocks noChangeArrowheads="1"/>
          </p:cNvSpPr>
          <p:nvPr/>
        </p:nvSpPr>
        <p:spPr bwMode="auto">
          <a:xfrm>
            <a:off x="8027988" y="3009851"/>
            <a:ext cx="277812" cy="57150"/>
          </a:xfrm>
          <a:prstGeom prst="rect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Rectangle 60"/>
          <p:cNvSpPr>
            <a:spLocks noChangeArrowheads="1"/>
          </p:cNvSpPr>
          <p:nvPr/>
        </p:nvSpPr>
        <p:spPr bwMode="auto">
          <a:xfrm>
            <a:off x="9709150" y="1125488"/>
            <a:ext cx="238125" cy="1941513"/>
          </a:xfrm>
          <a:prstGeom prst="rect">
            <a:avLst/>
          </a:prstGeom>
          <a:solidFill>
            <a:srgbClr val="CC99FF">
              <a:alpha val="50000"/>
            </a:srgbClr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2265680" y="3749987"/>
          <a:ext cx="171767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Equation" r:id="rId29" imgW="40843200" imgH="21945600" progId="Equation.DSMT4">
                  <p:embed/>
                </p:oleObj>
              </mc:Choice>
              <mc:Fallback>
                <p:oleObj name="Equation" r:id="rId29" imgW="40843200" imgH="21945600" progId="Equation.DSMT4">
                  <p:embed/>
                  <p:pic>
                    <p:nvPicPr>
                      <p:cNvPr id="0" name="图片 12302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265680" y="3749987"/>
                        <a:ext cx="1717675" cy="9318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4088765" y="3789357"/>
          <a:ext cx="1419225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4" name="Equation" r:id="rId31" imgW="33528000" imgH="21945600" progId="Equation.DSMT4">
                  <p:embed/>
                </p:oleObj>
              </mc:Choice>
              <mc:Fallback>
                <p:oleObj name="Equation" r:id="rId31" imgW="33528000" imgH="21945600" progId="Equation.DSMT4">
                  <p:embed/>
                  <p:pic>
                    <p:nvPicPr>
                      <p:cNvPr id="0" name="图片 12303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088765" y="3789357"/>
                        <a:ext cx="1419225" cy="9318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hlinkClick r:id="rId33" action="ppaction://hlinksldjump"/>
          </p:cNvPr>
          <p:cNvGraphicFramePr>
            <a:graphicFrameLocks noChangeAspect="1"/>
          </p:cNvGraphicFramePr>
          <p:nvPr/>
        </p:nvGraphicFramePr>
        <p:xfrm>
          <a:off x="5654675" y="3828410"/>
          <a:ext cx="3273425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5" name="Equation" r:id="rId34" imgW="78028800" imgH="20116800" progId="Equation.DSMT4">
                  <p:embed/>
                </p:oleObj>
              </mc:Choice>
              <mc:Fallback>
                <p:oleObj name="Equation" r:id="rId34" imgW="78028800" imgH="20116800" progId="Equation.DSMT4">
                  <p:embed/>
                  <p:pic>
                    <p:nvPicPr>
                      <p:cNvPr id="0" name="图片 12304"/>
                      <p:cNvPicPr>
                        <a:picLocks noChangeAspect="1"/>
                      </p:cNvPicPr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654675" y="3828410"/>
                        <a:ext cx="3273425" cy="8540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4088532" y="4801091"/>
          <a:ext cx="251142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Equation" r:id="rId36" imgW="59740800" imgH="20116800" progId="Equation.DSMT4">
                  <p:embed/>
                </p:oleObj>
              </mc:Choice>
              <mc:Fallback>
                <p:oleObj name="Equation" r:id="rId36" imgW="59740800" imgH="20116800" progId="Equation.DSMT4">
                  <p:embed/>
                  <p:pic>
                    <p:nvPicPr>
                      <p:cNvPr id="0" name="图片 12305"/>
                      <p:cNvPicPr>
                        <a:picLocks noChangeAspect="1"/>
                      </p:cNvPicPr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088532" y="4801091"/>
                        <a:ext cx="2511425" cy="860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/>
        </p:nvGraphicFramePr>
        <p:xfrm>
          <a:off x="2231256" y="5742657"/>
          <a:ext cx="5299075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Equation" r:id="rId38" imgW="6200140" imgH="981075" progId="Equation.DSMT4">
                  <p:embed/>
                </p:oleObj>
              </mc:Choice>
              <mc:Fallback>
                <p:oleObj name="Equation" r:id="rId38" imgW="6200140" imgH="981075" progId="Equation.DSMT4">
                  <p:embed/>
                  <p:pic>
                    <p:nvPicPr>
                      <p:cNvPr id="0" name="图片 12306"/>
                      <p:cNvPicPr>
                        <a:picLocks noChangeAspect="1"/>
                      </p:cNvPicPr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231256" y="5742657"/>
                        <a:ext cx="5299075" cy="8429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000"/>
                            </p:stCondLst>
                            <p:childTnLst>
                              <p:par>
                                <p:cTn id="10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2" grpId="0" autoUpdateAnimBg="0" build="p"/>
      <p:bldP spid="24" grpId="0" autoUpdateAnimBg="0"/>
      <p:bldP spid="25" grpId="0" autoUpdateAnimBg="0"/>
      <p:bldP spid="36" grpId="0" bldLvl="0" animBg="1"/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  <p:bldP spid="42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3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93675"/>
            <a:ext cx="2057400" cy="609600"/>
          </a:xfrm>
        </p:spPr>
        <p:txBody>
          <a:bodyPr/>
          <a:lstStyle/>
          <a:p>
            <a:pPr eaLnBrk="1" hangingPunct="1"/>
            <a:r>
              <a:rPr lang="en-US" altLang="zh-CN" sz="2800" b="1" smtClean="0">
                <a:solidFill>
                  <a:schemeClr val="accent5">
                    <a:lumMod val="60000"/>
                    <a:lumOff val="40000"/>
                  </a:schemeClr>
                </a:solidFill>
                <a:ea typeface="楷体_GB2312" pitchFamily="49" charset="-122"/>
              </a:rPr>
              <a:t>[</a:t>
            </a:r>
            <a:r>
              <a:rPr lang="zh-CN" altLang="en-US" sz="2800" b="1" smtClean="0">
                <a:solidFill>
                  <a:schemeClr val="accent5">
                    <a:lumMod val="60000"/>
                    <a:lumOff val="40000"/>
                  </a:schemeClr>
                </a:solidFill>
                <a:ea typeface="楷体_GB2312" pitchFamily="49" charset="-122"/>
              </a:rPr>
              <a:t>注</a:t>
            </a:r>
            <a:r>
              <a:rPr lang="en-US" altLang="zh-CN" sz="2800" b="1" smtClean="0">
                <a:solidFill>
                  <a:schemeClr val="accent5">
                    <a:lumMod val="60000"/>
                    <a:lumOff val="40000"/>
                  </a:schemeClr>
                </a:solidFill>
                <a:ea typeface="楷体_GB2312" pitchFamily="49" charset="-122"/>
              </a:rPr>
              <a:t>]</a:t>
            </a:r>
            <a:r>
              <a:rPr lang="en-US" altLang="zh-CN" sz="2800" b="1" smtClean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800" b="1" smtClean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endParaRPr lang="zh-CN" altLang="en-US" sz="2800" b="1" smtClean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48515" name="Object 3"/>
          <p:cNvGraphicFramePr>
            <a:graphicFrameLocks noChangeAspect="1"/>
          </p:cNvGraphicFramePr>
          <p:nvPr/>
        </p:nvGraphicFramePr>
        <p:xfrm>
          <a:off x="3756025" y="193675"/>
          <a:ext cx="390842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93878400" imgH="12192000" progId="Equation.3">
                  <p:embed/>
                </p:oleObj>
              </mc:Choice>
              <mc:Fallback>
                <p:oleObj name="Equation" r:id="rId1" imgW="93878400" imgH="121920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56025" y="193675"/>
                        <a:ext cx="3908425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8516" name="Text Box 4"/>
          <p:cNvSpPr txBox="1">
            <a:spLocks noChangeArrowheads="1"/>
          </p:cNvSpPr>
          <p:nvPr/>
        </p:nvSpPr>
        <p:spPr bwMode="auto">
          <a:xfrm>
            <a:off x="7664450" y="237490"/>
            <a:ext cx="8382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得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48517" name="Object 5"/>
          <p:cNvGraphicFramePr>
            <a:graphicFrameLocks noChangeAspect="1"/>
          </p:cNvGraphicFramePr>
          <p:nvPr/>
        </p:nvGraphicFramePr>
        <p:xfrm>
          <a:off x="3238500" y="990600"/>
          <a:ext cx="5143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123444000" imgH="12192000" progId="Equation.3">
                  <p:embed/>
                </p:oleObj>
              </mc:Choice>
              <mc:Fallback>
                <p:oleObj name="Equation" r:id="rId3" imgW="123444000" imgH="121920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38500" y="990600"/>
                        <a:ext cx="51435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18" name="Object 6"/>
          <p:cNvGraphicFramePr>
            <a:graphicFrameLocks noChangeAspect="1"/>
          </p:cNvGraphicFramePr>
          <p:nvPr/>
        </p:nvGraphicFramePr>
        <p:xfrm>
          <a:off x="3244850" y="1600200"/>
          <a:ext cx="5130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5" name="Equation" r:id="rId5" imgW="123139200" imgH="12192000" progId="Equation.3">
                  <p:embed/>
                </p:oleObj>
              </mc:Choice>
              <mc:Fallback>
                <p:oleObj name="Equation" r:id="rId5" imgW="123139200" imgH="121920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44850" y="1600200"/>
                        <a:ext cx="51308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19" name="Object 7"/>
          <p:cNvGraphicFramePr>
            <a:graphicFrameLocks noChangeAspect="1"/>
          </p:cNvGraphicFramePr>
          <p:nvPr/>
        </p:nvGraphicFramePr>
        <p:xfrm>
          <a:off x="3332163" y="2286000"/>
          <a:ext cx="2095500" cy="11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Equation" r:id="rId7" imgW="50292000" imgH="2743200" progId="Equation.3">
                  <p:embed/>
                </p:oleObj>
              </mc:Choice>
              <mc:Fallback>
                <p:oleObj name="Equation" r:id="rId7" imgW="50292000" imgH="2743200" progId="Equation.3">
                  <p:embed/>
                  <p:pic>
                    <p:nvPicPr>
                      <p:cNvPr id="0" name="Object 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32163" y="2286000"/>
                        <a:ext cx="2095500" cy="114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20" name="Object 8"/>
          <p:cNvGraphicFramePr>
            <a:graphicFrameLocks noChangeAspect="1"/>
          </p:cNvGraphicFramePr>
          <p:nvPr/>
        </p:nvGraphicFramePr>
        <p:xfrm>
          <a:off x="4025900" y="2590800"/>
          <a:ext cx="4330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7" name="Equation" r:id="rId9" imgW="103936800" imgH="12192000" progId="Equation.3">
                  <p:embed/>
                </p:oleObj>
              </mc:Choice>
              <mc:Fallback>
                <p:oleObj name="Equation" r:id="rId9" imgW="103936800" imgH="12192000" progId="Equation.3">
                  <p:embed/>
                  <p:pic>
                    <p:nvPicPr>
                      <p:cNvPr id="0" name="Object 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025900" y="2590800"/>
                        <a:ext cx="43307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8521" name="AutoShape 9"/>
          <p:cNvSpPr/>
          <p:nvPr/>
        </p:nvSpPr>
        <p:spPr bwMode="auto">
          <a:xfrm>
            <a:off x="2944813" y="966788"/>
            <a:ext cx="193675" cy="2159000"/>
          </a:xfrm>
          <a:prstGeom prst="leftBrace">
            <a:avLst>
              <a:gd name="adj1" fmla="val 92896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8522" name="Text Box 10"/>
          <p:cNvSpPr txBox="1">
            <a:spLocks noChangeArrowheads="1"/>
          </p:cNvSpPr>
          <p:nvPr/>
        </p:nvSpPr>
        <p:spPr bwMode="auto">
          <a:xfrm>
            <a:off x="2209800" y="3276600"/>
            <a:ext cx="34290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两端分别相加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48523" name="Object 11"/>
          <p:cNvGraphicFramePr>
            <a:graphicFrameLocks noChangeAspect="1"/>
          </p:cNvGraphicFramePr>
          <p:nvPr/>
        </p:nvGraphicFramePr>
        <p:xfrm>
          <a:off x="2743200" y="3835400"/>
          <a:ext cx="1524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8" name="Equation" r:id="rId11" imgW="36576000" imgH="12192000" progId="Equation.3">
                  <p:embed/>
                </p:oleObj>
              </mc:Choice>
              <mc:Fallback>
                <p:oleObj name="Equation" r:id="rId11" imgW="36576000" imgH="12192000" progId="Equation.3">
                  <p:embed/>
                  <p:pic>
                    <p:nvPicPr>
                      <p:cNvPr id="0" name="Object 1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43200" y="3835400"/>
                        <a:ext cx="15240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24" name="Object 12"/>
          <p:cNvGraphicFramePr>
            <a:graphicFrameLocks noChangeAspect="1"/>
          </p:cNvGraphicFramePr>
          <p:nvPr/>
        </p:nvGraphicFramePr>
        <p:xfrm>
          <a:off x="7429500" y="3911600"/>
          <a:ext cx="2501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9" name="Equation" r:id="rId13" imgW="60045600" imgH="9753600" progId="Equation.3">
                  <p:embed/>
                </p:oleObj>
              </mc:Choice>
              <mc:Fallback>
                <p:oleObj name="Equation" r:id="rId13" imgW="60045600" imgH="9753600" progId="Equation.3">
                  <p:embed/>
                  <p:pic>
                    <p:nvPicPr>
                      <p:cNvPr id="0" name="Object 1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429500" y="3911600"/>
                        <a:ext cx="2501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25" name="Object 13"/>
          <p:cNvGraphicFramePr>
            <a:graphicFrameLocks noChangeAspect="1"/>
          </p:cNvGraphicFramePr>
          <p:nvPr/>
        </p:nvGraphicFramePr>
        <p:xfrm>
          <a:off x="9944100" y="3987800"/>
          <a:ext cx="495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Equation" r:id="rId15" imgW="11887200" imgH="6096000" progId="Equation.3">
                  <p:embed/>
                </p:oleObj>
              </mc:Choice>
              <mc:Fallback>
                <p:oleObj name="Equation" r:id="rId15" imgW="11887200" imgH="6096000" progId="Equation.3">
                  <p:embed/>
                  <p:pic>
                    <p:nvPicPr>
                      <p:cNvPr id="0" name="Object 1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944100" y="3987800"/>
                        <a:ext cx="495300" cy="25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8526" name="Text Box 14"/>
          <p:cNvSpPr txBox="1">
            <a:spLocks noChangeArrowheads="1"/>
          </p:cNvSpPr>
          <p:nvPr/>
        </p:nvSpPr>
        <p:spPr bwMode="auto">
          <a:xfrm>
            <a:off x="2239963" y="4586288"/>
            <a:ext cx="914400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48527" name="Object 15"/>
          <p:cNvGraphicFramePr>
            <a:graphicFrameLocks noChangeAspect="1"/>
          </p:cNvGraphicFramePr>
          <p:nvPr/>
        </p:nvGraphicFramePr>
        <p:xfrm>
          <a:off x="3440113" y="4603750"/>
          <a:ext cx="2184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17" imgW="52425600" imgH="12192000" progId="Equation.3">
                  <p:embed/>
                </p:oleObj>
              </mc:Choice>
              <mc:Fallback>
                <p:oleObj name="Equation" r:id="rId17" imgW="52425600" imgH="12192000" progId="Equation.3">
                  <p:embed/>
                  <p:pic>
                    <p:nvPicPr>
                      <p:cNvPr id="0" name="Object 15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440113" y="4603750"/>
                        <a:ext cx="21844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28" name="Object 16"/>
          <p:cNvGraphicFramePr>
            <a:graphicFrameLocks noChangeAspect="1"/>
          </p:cNvGraphicFramePr>
          <p:nvPr/>
        </p:nvGraphicFramePr>
        <p:xfrm>
          <a:off x="5676900" y="4394200"/>
          <a:ext cx="10541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Equation" r:id="rId19" imgW="25298400" imgH="24384000" progId="Equation.3">
                  <p:embed/>
                </p:oleObj>
              </mc:Choice>
              <mc:Fallback>
                <p:oleObj name="Equation" r:id="rId19" imgW="25298400" imgH="24384000" progId="Equation.3">
                  <p:embed/>
                  <p:pic>
                    <p:nvPicPr>
                      <p:cNvPr id="0" name="Object 1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676900" y="4394200"/>
                        <a:ext cx="10541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29" name="Object 17"/>
          <p:cNvGraphicFramePr>
            <a:graphicFrameLocks noChangeAspect="1"/>
          </p:cNvGraphicFramePr>
          <p:nvPr/>
        </p:nvGraphicFramePr>
        <p:xfrm>
          <a:off x="6743700" y="4724400"/>
          <a:ext cx="4699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3" name="Equation" r:id="rId21" imgW="11277600" imgH="7620000" progId="Equation.3">
                  <p:embed/>
                </p:oleObj>
              </mc:Choice>
              <mc:Fallback>
                <p:oleObj name="Equation" r:id="rId21" imgW="11277600" imgH="7620000" progId="Equation.3">
                  <p:embed/>
                  <p:pic>
                    <p:nvPicPr>
                      <p:cNvPr id="0" name="Object 17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743700" y="4724400"/>
                        <a:ext cx="4699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30" name="Object 18"/>
          <p:cNvGraphicFramePr>
            <a:graphicFrameLocks noChangeAspect="1"/>
          </p:cNvGraphicFramePr>
          <p:nvPr/>
        </p:nvGraphicFramePr>
        <p:xfrm>
          <a:off x="7315200" y="4495800"/>
          <a:ext cx="9683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4" name="Equation" r:id="rId23" imgW="18592800" imgH="13716000" progId="Equation.3">
                  <p:embed/>
                </p:oleObj>
              </mc:Choice>
              <mc:Fallback>
                <p:oleObj name="Equation" r:id="rId23" imgW="18592800" imgH="13716000" progId="Equation.3">
                  <p:embed/>
                  <p:pic>
                    <p:nvPicPr>
                      <p:cNvPr id="0" name="Object 18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315200" y="4495800"/>
                        <a:ext cx="968375" cy="714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31" name="Object 19"/>
          <p:cNvGraphicFramePr>
            <a:graphicFrameLocks noChangeAspect="1"/>
          </p:cNvGraphicFramePr>
          <p:nvPr/>
        </p:nvGraphicFramePr>
        <p:xfrm>
          <a:off x="8343900" y="4775200"/>
          <a:ext cx="495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Equation" r:id="rId25" imgW="11887200" imgH="6096000" progId="Equation.3">
                  <p:embed/>
                </p:oleObj>
              </mc:Choice>
              <mc:Fallback>
                <p:oleObj name="Equation" r:id="rId25" imgW="11887200" imgH="6096000" progId="Equation.3">
                  <p:embed/>
                  <p:pic>
                    <p:nvPicPr>
                      <p:cNvPr id="0" name="Object 1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343900" y="4775200"/>
                        <a:ext cx="495300" cy="25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32" name="Object 20"/>
          <p:cNvGraphicFramePr>
            <a:graphicFrameLocks noChangeAspect="1"/>
          </p:cNvGraphicFramePr>
          <p:nvPr/>
        </p:nvGraphicFramePr>
        <p:xfrm>
          <a:off x="2944813" y="5308600"/>
          <a:ext cx="16002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Equation" r:id="rId26" imgW="38404800" imgH="24384000" progId="Equation.3">
                  <p:embed/>
                </p:oleObj>
              </mc:Choice>
              <mc:Fallback>
                <p:oleObj name="Equation" r:id="rId26" imgW="38404800" imgH="24384000" progId="Equation.3">
                  <p:embed/>
                  <p:pic>
                    <p:nvPicPr>
                      <p:cNvPr id="0" name="Object 20"/>
                      <p:cNvPicPr>
                        <a:picLocks noChangeAspect="1"/>
                      </p:cNvPicPr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2944813" y="5308600"/>
                        <a:ext cx="1600200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33" name="Object 21"/>
          <p:cNvGraphicFramePr>
            <a:graphicFrameLocks noChangeAspect="1"/>
          </p:cNvGraphicFramePr>
          <p:nvPr/>
        </p:nvGraphicFramePr>
        <p:xfrm>
          <a:off x="4638675" y="5462588"/>
          <a:ext cx="238125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Equation" r:id="rId28" imgW="4572000" imgH="12192000" progId="Equation.3">
                  <p:embed/>
                </p:oleObj>
              </mc:Choice>
              <mc:Fallback>
                <p:oleObj name="Equation" r:id="rId28" imgW="4572000" imgH="12192000" progId="Equation.3">
                  <p:embed/>
                  <p:pic>
                    <p:nvPicPr>
                      <p:cNvPr id="0" name="Object 21"/>
                      <p:cNvPicPr>
                        <a:picLocks noChangeAspect="1"/>
                      </p:cNvPicPr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4638675" y="5462588"/>
                        <a:ext cx="238125" cy="6334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34" name="Object 22"/>
          <p:cNvGraphicFramePr>
            <a:graphicFrameLocks noChangeAspect="1"/>
          </p:cNvGraphicFramePr>
          <p:nvPr/>
        </p:nvGraphicFramePr>
        <p:xfrm>
          <a:off x="4953000" y="5562600"/>
          <a:ext cx="2235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Equation" r:id="rId30" imgW="53644800" imgH="9753600" progId="Equation.3">
                  <p:embed/>
                </p:oleObj>
              </mc:Choice>
              <mc:Fallback>
                <p:oleObj name="Equation" r:id="rId30" imgW="53644800" imgH="9753600" progId="Equation.3">
                  <p:embed/>
                  <p:pic>
                    <p:nvPicPr>
                      <p:cNvPr id="0" name="Object 22"/>
                      <p:cNvPicPr>
                        <a:picLocks noChangeAspect="1"/>
                      </p:cNvPicPr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953000" y="5562600"/>
                        <a:ext cx="22352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8535" name="Object 23"/>
          <p:cNvGraphicFramePr>
            <a:graphicFrameLocks noChangeAspect="1"/>
          </p:cNvGraphicFramePr>
          <p:nvPr/>
        </p:nvGraphicFramePr>
        <p:xfrm>
          <a:off x="4343400" y="3835400"/>
          <a:ext cx="3048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Equation" r:id="rId32" imgW="73152000" imgH="12192000" progId="Equation.3">
                  <p:embed/>
                </p:oleObj>
              </mc:Choice>
              <mc:Fallback>
                <p:oleObj name="Equation" r:id="rId32" imgW="73152000" imgH="12192000" progId="Equation.3">
                  <p:embed/>
                  <p:pic>
                    <p:nvPicPr>
                      <p:cNvPr id="0" name="Object 23"/>
                      <p:cNvPicPr>
                        <a:picLocks noChangeAspect="1"/>
                      </p:cNvPicPr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4343400" y="3835400"/>
                        <a:ext cx="3048000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8536" name="Rectangle 24"/>
          <p:cNvSpPr>
            <a:spLocks noChangeArrowheads="1"/>
          </p:cNvSpPr>
          <p:nvPr/>
        </p:nvSpPr>
        <p:spPr bwMode="auto">
          <a:xfrm>
            <a:off x="3124200" y="838200"/>
            <a:ext cx="1905000" cy="2286000"/>
          </a:xfrm>
          <a:prstGeom prst="rect">
            <a:avLst/>
          </a:prstGeom>
          <a:noFill/>
          <a:ln w="19050">
            <a:solidFill>
              <a:srgbClr val="7030A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8537" name="Rectangle 25"/>
          <p:cNvSpPr>
            <a:spLocks noChangeArrowheads="1"/>
          </p:cNvSpPr>
          <p:nvPr/>
        </p:nvSpPr>
        <p:spPr bwMode="auto">
          <a:xfrm>
            <a:off x="5257800" y="838200"/>
            <a:ext cx="1295400" cy="22860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8538" name="Rectangle 26"/>
          <p:cNvSpPr>
            <a:spLocks noChangeArrowheads="1"/>
          </p:cNvSpPr>
          <p:nvPr/>
        </p:nvSpPr>
        <p:spPr bwMode="auto">
          <a:xfrm>
            <a:off x="6858000" y="838200"/>
            <a:ext cx="1116013" cy="2286000"/>
          </a:xfrm>
          <a:prstGeom prst="rect">
            <a:avLst/>
          </a:prstGeom>
          <a:noFill/>
          <a:ln w="19050">
            <a:solidFill>
              <a:srgbClr val="00B050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8539" name="Rectangle 27"/>
          <p:cNvSpPr>
            <a:spLocks noChangeArrowheads="1"/>
          </p:cNvSpPr>
          <p:nvPr/>
        </p:nvSpPr>
        <p:spPr bwMode="auto">
          <a:xfrm>
            <a:off x="8153400" y="838200"/>
            <a:ext cx="381000" cy="2286000"/>
          </a:xfrm>
          <a:prstGeom prst="rect">
            <a:avLst/>
          </a:prstGeom>
          <a:noFill/>
          <a:ln w="19050">
            <a:solidFill>
              <a:schemeClr val="accent5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8540" name="Oval 28"/>
          <p:cNvSpPr>
            <a:spLocks noChangeArrowheads="1"/>
          </p:cNvSpPr>
          <p:nvPr/>
        </p:nvSpPr>
        <p:spPr bwMode="auto">
          <a:xfrm>
            <a:off x="5829300" y="4343400"/>
            <a:ext cx="990600" cy="11430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</a:ln>
        </p:spPr>
        <p:txBody>
          <a:bodyPr wrap="none" anchor="ctr"/>
          <a:lstStyle/>
          <a:p>
            <a:pPr algn="ctr"/>
            <a:endParaRPr kumimoji="1" lang="zh-CN" altLang="zh-CN" sz="3200">
              <a:solidFill>
                <a:srgbClr val="FF9966"/>
              </a:solidFill>
              <a:latin typeface="Times New Roman" panose="02020603050405020304" pitchFamily="18" charset="0"/>
              <a:ea typeface="仿宋_GB2312" pitchFamily="49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4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4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4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485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8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485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4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485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48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4485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48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4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48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48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48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4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4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4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4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4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4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16" grpId="0" autoUpdateAnimBg="0"/>
      <p:bldP spid="448521" grpId="0" bldLvl="0" animBg="1"/>
      <p:bldP spid="448522" grpId="0" autoUpdateAnimBg="0"/>
      <p:bldP spid="448526" grpId="0" autoUpdateAnimBg="0"/>
      <p:bldP spid="448536" grpId="0" bldLvl="0" animBg="1"/>
      <p:bldP spid="448537" grpId="0" bldLvl="0" animBg="1"/>
      <p:bldP spid="448538" grpId="0" bldLvl="0" animBg="1"/>
      <p:bldP spid="448539" grpId="0" bldLvl="0" animBg="1"/>
      <p:bldP spid="448540" grpId="0" bldLvl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1981200" y="116632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练习5.1.1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1885950" y="1259989"/>
            <a:ext cx="43611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将和式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极限表示成定积分</a:t>
            </a:r>
            <a:endParaRPr lang="en-US" altLang="zh-C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958975" y="2030844"/>
          <a:ext cx="764698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1" imgW="183489600" imgH="22555200" progId="Equation.DSMT4">
                  <p:embed/>
                </p:oleObj>
              </mc:Choice>
              <mc:Fallback>
                <p:oleObj name="Equation" r:id="rId1" imgW="183489600" imgH="22555200" progId="Equation.DSMT4">
                  <p:embed/>
                  <p:pic>
                    <p:nvPicPr>
                      <p:cNvPr id="0" name="图片 14337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58975" y="2030844"/>
                        <a:ext cx="7646988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1885950" y="3741643"/>
            <a:ext cx="43611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根据定积分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的几何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意义，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160410" y="3655640"/>
          <a:ext cx="3446462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Equation" r:id="rId3" imgW="82296000" imgH="16459200" progId="Equation.DSMT4">
                  <p:embed/>
                </p:oleObj>
              </mc:Choice>
              <mc:Fallback>
                <p:oleObj name="Equation" r:id="rId3" imgW="82296000" imgH="16459200" progId="Equation.DSMT4">
                  <p:embed/>
                  <p:pic>
                    <p:nvPicPr>
                      <p:cNvPr id="0" name="图片 14338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60410" y="3655640"/>
                        <a:ext cx="3446462" cy="6937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7968208" y="1863983"/>
          <a:ext cx="1638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1" name="Equation" r:id="rId5" imgW="39319200" imgH="20116800" progId="Equation.DSMT4">
                  <p:embed/>
                </p:oleObj>
              </mc:Choice>
              <mc:Fallback>
                <p:oleObj name="Equation" r:id="rId5" imgW="39319200" imgH="20116800" progId="Equation.DSMT4">
                  <p:embed/>
                  <p:pic>
                    <p:nvPicPr>
                      <p:cNvPr id="0" name="图片 1434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68208" y="1863983"/>
                        <a:ext cx="16383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 bwMode="auto">
          <a:xfrm>
            <a:off x="8222615" y="3741420"/>
            <a:ext cx="6597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2135560" y="404664"/>
            <a:ext cx="622935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5.1.2  定积分的性质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2135505" y="1278890"/>
            <a:ext cx="299720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（线性性质）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641600" y="1865526"/>
          <a:ext cx="69088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2" imgW="165811200" imgH="16459200" progId="Equation.DSMT4">
                  <p:embed/>
                </p:oleObj>
              </mc:Choice>
              <mc:Fallback>
                <p:oleObj name="Equation" r:id="rId2" imgW="165811200" imgH="16459200" progId="Equation.DSMT4">
                  <p:embed/>
                  <p:pic>
                    <p:nvPicPr>
                      <p:cNvPr id="0" name="图片 15360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41600" y="1865526"/>
                        <a:ext cx="69088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189220" y="1353503"/>
          <a:ext cx="1718237" cy="39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4" imgW="39014400" imgH="9144000" progId="Equation.DSMT4">
                  <p:embed/>
                </p:oleObj>
              </mc:Choice>
              <mc:Fallback>
                <p:oleObj name="Equation" r:id="rId4" imgW="39014400" imgH="9144000" progId="Equation.DSMT4">
                  <p:embed/>
                  <p:pic>
                    <p:nvPicPr>
                      <p:cNvPr id="0" name="图片 15361"/>
                      <p:cNvPicPr>
                        <a:picLocks noChangeAspect="1"/>
                      </p:cNvPicPr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89220" y="1353503"/>
                        <a:ext cx="1718237" cy="39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2135684" y="2904247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3363913" y="2822411"/>
          <a:ext cx="30480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3" name="Equation" r:id="rId6" imgW="73152000" imgH="16459200" progId="Equation.DSMT4">
                  <p:embed/>
                </p:oleObj>
              </mc:Choice>
              <mc:Fallback>
                <p:oleObj name="Equation" r:id="rId6" imgW="73152000" imgH="16459200" progId="Equation.DSMT4">
                  <p:embed/>
                  <p:pic>
                    <p:nvPicPr>
                      <p:cNvPr id="0" name="图片 15362"/>
                      <p:cNvPicPr>
                        <a:picLocks noChangeAspect="1"/>
                      </p:cNvPicPr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363913" y="2822411"/>
                        <a:ext cx="30480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/>
          <p:cNvGraphicFramePr>
            <a:graphicFrameLocks noChangeAspect="1"/>
          </p:cNvGraphicFramePr>
          <p:nvPr/>
        </p:nvGraphicFramePr>
        <p:xfrm>
          <a:off x="3033078" y="3595206"/>
          <a:ext cx="4165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Equation" r:id="rId8" imgW="99974400" imgH="21945600" progId="Equation.DSMT4">
                  <p:embed/>
                </p:oleObj>
              </mc:Choice>
              <mc:Fallback>
                <p:oleObj name="Equation" r:id="rId8" imgW="99974400" imgH="21945600" progId="Equation.DSMT4">
                  <p:embed/>
                  <p:pic>
                    <p:nvPicPr>
                      <p:cNvPr id="0" name="图片 15363"/>
                      <p:cNvPicPr>
                        <a:picLocks noChangeAspect="1"/>
                      </p:cNvPicPr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33078" y="3595206"/>
                        <a:ext cx="41656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7"/>
          <p:cNvGraphicFramePr>
            <a:graphicFrameLocks noChangeAspect="1"/>
          </p:cNvGraphicFramePr>
          <p:nvPr/>
        </p:nvGraphicFramePr>
        <p:xfrm>
          <a:off x="3033078" y="4529926"/>
          <a:ext cx="2679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5" name="Equation" r:id="rId10" imgW="64312800" imgH="21945600" progId="Equation.DSMT4">
                  <p:embed/>
                </p:oleObj>
              </mc:Choice>
              <mc:Fallback>
                <p:oleObj name="Equation" r:id="rId10" imgW="64312800" imgH="21945600" progId="Equation.DSMT4">
                  <p:embed/>
                  <p:pic>
                    <p:nvPicPr>
                      <p:cNvPr id="0" name="图片 15364"/>
                      <p:cNvPicPr>
                        <a:picLocks noChangeAspect="1"/>
                      </p:cNvPicPr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33078" y="4529926"/>
                        <a:ext cx="26797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8"/>
          <p:cNvGraphicFramePr>
            <a:graphicFrameLocks noChangeAspect="1"/>
          </p:cNvGraphicFramePr>
          <p:nvPr/>
        </p:nvGraphicFramePr>
        <p:xfrm>
          <a:off x="5837873" y="4529926"/>
          <a:ext cx="2628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6" name="Equation" r:id="rId12" imgW="63093600" imgH="21945600" progId="Equation.DSMT4">
                  <p:embed/>
                </p:oleObj>
              </mc:Choice>
              <mc:Fallback>
                <p:oleObj name="Equation" r:id="rId12" imgW="63093600" imgH="21945600" progId="Equation.DSMT4">
                  <p:embed/>
                  <p:pic>
                    <p:nvPicPr>
                      <p:cNvPr id="0" name="图片 15365"/>
                      <p:cNvPicPr>
                        <a:picLocks noChangeAspect="1"/>
                      </p:cNvPicPr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837873" y="4529926"/>
                        <a:ext cx="26289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9"/>
          <p:cNvGraphicFramePr>
            <a:graphicFrameLocks noChangeAspect="1"/>
          </p:cNvGraphicFramePr>
          <p:nvPr/>
        </p:nvGraphicFramePr>
        <p:xfrm>
          <a:off x="3033395" y="5546561"/>
          <a:ext cx="19177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" name="Equation" r:id="rId14" imgW="46024800" imgH="16459200" progId="Equation.DSMT4">
                  <p:embed/>
                </p:oleObj>
              </mc:Choice>
              <mc:Fallback>
                <p:oleObj name="Equation" r:id="rId14" imgW="46024800" imgH="16459200" progId="Equation.DSMT4">
                  <p:embed/>
                  <p:pic>
                    <p:nvPicPr>
                      <p:cNvPr id="0" name="图片 15366"/>
                      <p:cNvPicPr>
                        <a:picLocks noChangeAspect="1"/>
                      </p:cNvPicPr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033395" y="5546561"/>
                        <a:ext cx="19177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0"/>
          <p:cNvGraphicFramePr>
            <a:graphicFrameLocks noChangeAspect="1"/>
          </p:cNvGraphicFramePr>
          <p:nvPr/>
        </p:nvGraphicFramePr>
        <p:xfrm>
          <a:off x="5050790" y="5546561"/>
          <a:ext cx="1638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" name="Equation" r:id="rId16" imgW="39319200" imgH="16459200" progId="Equation.DSMT4">
                  <p:embed/>
                </p:oleObj>
              </mc:Choice>
              <mc:Fallback>
                <p:oleObj name="Equation" r:id="rId16" imgW="39319200" imgH="16459200" progId="Equation.DSMT4">
                  <p:embed/>
                  <p:pic>
                    <p:nvPicPr>
                      <p:cNvPr id="0" name="图片 15367"/>
                      <p:cNvPicPr>
                        <a:picLocks noChangeAspect="1"/>
                      </p:cNvPicPr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050790" y="5546561"/>
                        <a:ext cx="16383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721282" y="261918"/>
            <a:ext cx="462788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</a:t>
            </a:r>
            <a:r>
              <a:rPr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（关于区间的可加性）</a:t>
            </a:r>
            <a:endParaRPr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866688" y="861338"/>
          <a:ext cx="47752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5" name="Equation" r:id="rId1" imgW="114604800" imgH="16459200" progId="Equation.DSMT4">
                  <p:embed/>
                </p:oleObj>
              </mc:Choice>
              <mc:Fallback>
                <p:oleObj name="Equation" r:id="rId1" imgW="114604800" imgH="16459200" progId="Equation.DSMT4">
                  <p:embed/>
                  <p:pic>
                    <p:nvPicPr>
                      <p:cNvPr id="0" name="图片 1638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66688" y="861338"/>
                        <a:ext cx="477520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721798" y="1645761"/>
            <a:ext cx="156877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en-US" altLang="zh-CN" sz="2800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b="1" dirty="0" smtClean="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endParaRPr kumimoji="1" lang="zh-CN" altLang="en-US" sz="2800" b="1" dirty="0" smtClean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3014980" y="1748473"/>
          <a:ext cx="1393548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Equation" r:id="rId3" imgW="30480000" imgH="9448800" progId="Equation.DSMT4">
                  <p:embed/>
                </p:oleObj>
              </mc:Choice>
              <mc:Fallback>
                <p:oleObj name="Equation" r:id="rId3" imgW="30480000" imgH="9448800" progId="Equation.DSMT4">
                  <p:embed/>
                  <p:pic>
                    <p:nvPicPr>
                      <p:cNvPr id="0" name="图片 1638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14980" y="1748473"/>
                        <a:ext cx="1393548" cy="43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414520" y="1670526"/>
            <a:ext cx="838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4999355" y="1671796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因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5490528" y="1734820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7" name="Equation" r:id="rId5" imgW="17678400" imgH="9448800" progId="Equation.DSMT4">
                  <p:embed/>
                </p:oleObj>
              </mc:Choice>
              <mc:Fallback>
                <p:oleObj name="Equation" r:id="rId5" imgW="17678400" imgH="9448800" progId="Equation.DSMT4">
                  <p:embed/>
                  <p:pic>
                    <p:nvPicPr>
                      <p:cNvPr id="0" name="图片 16386"/>
                      <p:cNvPicPr>
                        <a:picLocks noChangeAspect="1"/>
                      </p:cNvPicPr>
                      <p:nvPr/>
                    </p:nvPicPr>
                    <p:blipFill>
                      <a:blip r:embed="rId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490528" y="1734820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6195695" y="1656080"/>
            <a:ext cx="61531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3" name="Object 9"/>
          <p:cNvGraphicFramePr>
            <a:graphicFrameLocks noChangeAspect="1"/>
          </p:cNvGraphicFramePr>
          <p:nvPr/>
        </p:nvGraphicFramePr>
        <p:xfrm>
          <a:off x="1833563" y="2308860"/>
          <a:ext cx="762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Equation" r:id="rId7" imgW="18288000" imgH="9448800" progId="Equation.DSMT4">
                  <p:embed/>
                </p:oleObj>
              </mc:Choice>
              <mc:Fallback>
                <p:oleObj name="Equation" r:id="rId7" imgW="18288000" imgH="9448800" progId="Equation.DSMT4">
                  <p:embed/>
                  <p:pic>
                    <p:nvPicPr>
                      <p:cNvPr id="0" name="图片 16387"/>
                      <p:cNvPicPr>
                        <a:picLocks noChangeAspect="1"/>
                      </p:cNvPicPr>
                      <p:nvPr/>
                    </p:nvPicPr>
                    <p:blipFill>
                      <a:blip r:embed="rId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833563" y="2308860"/>
                        <a:ext cx="7620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0"/>
          <p:cNvSpPr txBox="1">
            <a:spLocks noChangeArrowheads="1"/>
          </p:cNvSpPr>
          <p:nvPr/>
        </p:nvSpPr>
        <p:spPr bwMode="auto">
          <a:xfrm>
            <a:off x="2571115" y="2244725"/>
            <a:ext cx="45129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上可积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所以在分割区间时</a:t>
            </a: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  <a:sym typeface="+mn-ea"/>
              </a:rPr>
              <a:t>,</a:t>
            </a:r>
            <a:endParaRPr kumimoji="1" lang="en-US" altLang="zh-CN" sz="2800" b="1" dirty="0">
              <a:latin typeface="Times New Roman" panose="02020603050405020304" pitchFamily="18" charset="0"/>
              <a:ea typeface="楷体_GB2312" pitchFamily="49" charset="-122"/>
              <a:sym typeface="+mn-ea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1671955" y="2843530"/>
            <a:ext cx="36499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可以永远取</a:t>
            </a:r>
            <a:r>
              <a:rPr kumimoji="1" lang="zh-CN" altLang="en-US" sz="2800" b="1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为分点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5252720" y="2843371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于是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" name="Object 13"/>
          <p:cNvGraphicFramePr>
            <a:graphicFrameLocks noChangeAspect="1"/>
          </p:cNvGraphicFramePr>
          <p:nvPr/>
        </p:nvGraphicFramePr>
        <p:xfrm>
          <a:off x="2355850" y="3606800"/>
          <a:ext cx="18542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" name="Equation" r:id="rId9" imgW="44500800" imgH="18288000" progId="Equation.DSMT4">
                  <p:embed/>
                </p:oleObj>
              </mc:Choice>
              <mc:Fallback>
                <p:oleObj name="Equation" r:id="rId9" imgW="44500800" imgH="18288000" progId="Equation.DSMT4">
                  <p:embed/>
                  <p:pic>
                    <p:nvPicPr>
                      <p:cNvPr id="0" name="图片 1638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55850" y="3606800"/>
                        <a:ext cx="18542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4"/>
          <p:cNvGraphicFramePr>
            <a:graphicFrameLocks noChangeAspect="1"/>
          </p:cNvGraphicFramePr>
          <p:nvPr/>
        </p:nvGraphicFramePr>
        <p:xfrm>
          <a:off x="4283928" y="3559046"/>
          <a:ext cx="2329333" cy="796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Equation" r:id="rId11" imgW="25298400" imgH="8534400" progId="Equation.DSMT4">
                  <p:embed/>
                </p:oleObj>
              </mc:Choice>
              <mc:Fallback>
                <p:oleObj name="Equation" r:id="rId11" imgW="25298400" imgH="8534400" progId="Equation.DSMT4">
                  <p:embed/>
                  <p:pic>
                    <p:nvPicPr>
                      <p:cNvPr id="0" name="图片 1638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83928" y="3559046"/>
                        <a:ext cx="2329333" cy="7969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5"/>
          <p:cNvGraphicFramePr>
            <a:graphicFrameLocks noChangeAspect="1"/>
          </p:cNvGraphicFramePr>
          <p:nvPr/>
        </p:nvGraphicFramePr>
        <p:xfrm>
          <a:off x="6687185" y="3559175"/>
          <a:ext cx="1841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1" name="Equation" r:id="rId13" imgW="44196000" imgH="18288000" progId="Equation.DSMT4">
                  <p:embed/>
                </p:oleObj>
              </mc:Choice>
              <mc:Fallback>
                <p:oleObj name="Equation" r:id="rId13" imgW="44196000" imgH="18288000" progId="Equation.DSMT4">
                  <p:embed/>
                  <p:pic>
                    <p:nvPicPr>
                      <p:cNvPr id="0" name="图片 1639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87185" y="3559175"/>
                        <a:ext cx="1841500" cy="762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Group 16"/>
          <p:cNvGrpSpPr/>
          <p:nvPr/>
        </p:nvGrpSpPr>
        <p:grpSpPr bwMode="auto">
          <a:xfrm>
            <a:off x="7464743" y="1918493"/>
            <a:ext cx="3598862" cy="611188"/>
            <a:chOff x="3205" y="912"/>
            <a:chExt cx="2267" cy="385"/>
          </a:xfrm>
        </p:grpSpPr>
        <p:graphicFrame>
          <p:nvGraphicFramePr>
            <p:cNvPr id="21" name="Object 17"/>
            <p:cNvGraphicFramePr>
              <a:graphicFrameLocks noChangeAspect="1"/>
            </p:cNvGraphicFramePr>
            <p:nvPr/>
          </p:nvGraphicFramePr>
          <p:xfrm>
            <a:off x="3205" y="1087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2" name="Equation" r:id="rId15" imgW="5791200" imgH="7315200" progId="Equation.DSMT4">
                    <p:embed/>
                  </p:oleObj>
                </mc:Choice>
                <mc:Fallback>
                  <p:oleObj name="Equation" r:id="rId15" imgW="5791200" imgH="7315200" progId="Equation.DSMT4">
                    <p:embed/>
                    <p:pic>
                      <p:nvPicPr>
                        <p:cNvPr id="0" name="图片 1639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3205" y="1087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18"/>
            <p:cNvGraphicFramePr>
              <a:graphicFrameLocks noChangeAspect="1"/>
            </p:cNvGraphicFramePr>
            <p:nvPr/>
          </p:nvGraphicFramePr>
          <p:xfrm>
            <a:off x="5336" y="1049"/>
            <a:ext cx="13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3" name="Equation" r:id="rId17" imgW="5181600" imgH="9448800" progId="Equation.DSMT4">
                    <p:embed/>
                  </p:oleObj>
                </mc:Choice>
                <mc:Fallback>
                  <p:oleObj name="Equation" r:id="rId17" imgW="5181600" imgH="9448800" progId="Equation.DSMT4">
                    <p:embed/>
                    <p:pic>
                      <p:nvPicPr>
                        <p:cNvPr id="0" name="图片 1639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336" y="1049"/>
                          <a:ext cx="13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19"/>
            <p:cNvGraphicFramePr>
              <a:graphicFrameLocks noChangeAspect="1"/>
            </p:cNvGraphicFramePr>
            <p:nvPr/>
          </p:nvGraphicFramePr>
          <p:xfrm>
            <a:off x="4623" y="1033"/>
            <a:ext cx="128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94" name="Equation" r:id="rId19" imgW="4876800" imgH="7315200" progId="Equation.DSMT4">
                    <p:embed/>
                  </p:oleObj>
                </mc:Choice>
                <mc:Fallback>
                  <p:oleObj name="Equation" r:id="rId19" imgW="4876800" imgH="7315200" progId="Equation.DSMT4">
                    <p:embed/>
                    <p:pic>
                      <p:nvPicPr>
                        <p:cNvPr id="0" name="图片 1639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623" y="1033"/>
                          <a:ext cx="128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4" name="Group 20"/>
            <p:cNvGrpSpPr/>
            <p:nvPr/>
          </p:nvGrpSpPr>
          <p:grpSpPr bwMode="auto">
            <a:xfrm>
              <a:off x="3205" y="912"/>
              <a:ext cx="2267" cy="96"/>
              <a:chOff x="3024" y="912"/>
              <a:chExt cx="2496" cy="96"/>
            </a:xfrm>
          </p:grpSpPr>
          <p:sp>
            <p:nvSpPr>
              <p:cNvPr id="25" name="Line 21"/>
              <p:cNvSpPr>
                <a:spLocks noChangeShapeType="1"/>
              </p:cNvSpPr>
              <p:nvPr/>
            </p:nvSpPr>
            <p:spPr bwMode="auto">
              <a:xfrm>
                <a:off x="3024" y="1008"/>
                <a:ext cx="249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26" name="Line 22"/>
              <p:cNvSpPr>
                <a:spLocks noChangeShapeType="1"/>
              </p:cNvSpPr>
              <p:nvPr/>
            </p:nvSpPr>
            <p:spPr bwMode="auto">
              <a:xfrm flipV="1">
                <a:off x="3024" y="91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27" name="Line 23"/>
              <p:cNvSpPr>
                <a:spLocks noChangeShapeType="1"/>
              </p:cNvSpPr>
              <p:nvPr/>
            </p:nvSpPr>
            <p:spPr bwMode="auto">
              <a:xfrm flipV="1">
                <a:off x="5520" y="91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  <p:sp>
            <p:nvSpPr>
              <p:cNvPr id="28" name="Line 24"/>
              <p:cNvSpPr>
                <a:spLocks noChangeShapeType="1"/>
              </p:cNvSpPr>
              <p:nvPr/>
            </p:nvSpPr>
            <p:spPr bwMode="auto">
              <a:xfrm flipV="1">
                <a:off x="4656" y="91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b="1"/>
              </a:p>
            </p:txBody>
          </p:sp>
        </p:grpSp>
      </p:grpSp>
      <p:graphicFrame>
        <p:nvGraphicFramePr>
          <p:cNvPr id="29" name="Object 25"/>
          <p:cNvGraphicFramePr>
            <a:graphicFrameLocks noChangeAspect="1"/>
          </p:cNvGraphicFramePr>
          <p:nvPr/>
        </p:nvGraphicFramePr>
        <p:xfrm>
          <a:off x="4332923" y="4664710"/>
          <a:ext cx="1320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Equation" r:id="rId21" imgW="31699200" imgH="10668000" progId="Equation.DSMT4">
                  <p:embed/>
                </p:oleObj>
              </mc:Choice>
              <mc:Fallback>
                <p:oleObj name="Equation" r:id="rId21" imgW="31699200" imgH="10668000" progId="Equation.DSMT4">
                  <p:embed/>
                  <p:pic>
                    <p:nvPicPr>
                      <p:cNvPr id="0" name="图片 1639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32923" y="4664710"/>
                        <a:ext cx="13208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Line 26"/>
          <p:cNvSpPr>
            <a:spLocks noChangeShapeType="1"/>
          </p:cNvSpPr>
          <p:nvPr/>
        </p:nvSpPr>
        <p:spPr bwMode="auto">
          <a:xfrm>
            <a:off x="4095750" y="4353718"/>
            <a:ext cx="0" cy="1066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graphicFrame>
        <p:nvGraphicFramePr>
          <p:cNvPr id="31" name="Object 27"/>
          <p:cNvGraphicFramePr>
            <a:graphicFrameLocks noChangeAspect="1"/>
          </p:cNvGraphicFramePr>
          <p:nvPr/>
        </p:nvGraphicFramePr>
        <p:xfrm>
          <a:off x="2355850" y="5377180"/>
          <a:ext cx="1752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23" imgW="42062400" imgH="17678400" progId="Equation.DSMT4">
                  <p:embed/>
                </p:oleObj>
              </mc:Choice>
              <mc:Fallback>
                <p:oleObj name="Equation" r:id="rId23" imgW="42062400" imgH="17678400" progId="Equation.DSMT4">
                  <p:embed/>
                  <p:pic>
                    <p:nvPicPr>
                      <p:cNvPr id="0" name="图片 1639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355850" y="5377180"/>
                        <a:ext cx="17526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8"/>
          <p:cNvGraphicFramePr>
            <a:graphicFrameLocks noChangeAspect="1"/>
          </p:cNvGraphicFramePr>
          <p:nvPr/>
        </p:nvGraphicFramePr>
        <p:xfrm>
          <a:off x="4260708" y="5347206"/>
          <a:ext cx="1466615" cy="796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25" imgW="15849600" imgH="8534400" progId="Equation.DSMT4">
                  <p:embed/>
                </p:oleObj>
              </mc:Choice>
              <mc:Fallback>
                <p:oleObj name="Equation" r:id="rId25" imgW="15849600" imgH="8534400" progId="Equation.DSMT4">
                  <p:embed/>
                  <p:pic>
                    <p:nvPicPr>
                      <p:cNvPr id="0" name="图片 1639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260708" y="5347206"/>
                        <a:ext cx="1466615" cy="79698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29"/>
          <p:cNvGraphicFramePr>
            <a:graphicFrameLocks noChangeAspect="1"/>
          </p:cNvGraphicFramePr>
          <p:nvPr/>
        </p:nvGraphicFramePr>
        <p:xfrm>
          <a:off x="5879465" y="5379085"/>
          <a:ext cx="168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Equation" r:id="rId27" imgW="40538400" imgH="17678400" progId="Equation.DSMT4">
                  <p:embed/>
                </p:oleObj>
              </mc:Choice>
              <mc:Fallback>
                <p:oleObj name="Equation" r:id="rId27" imgW="40538400" imgH="17678400" progId="Equation.DSMT4">
                  <p:embed/>
                  <p:pic>
                    <p:nvPicPr>
                      <p:cNvPr id="0" name="图片 16397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879465" y="5379085"/>
                        <a:ext cx="16891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9" grpId="0" autoUpdateAnimBg="0"/>
      <p:bldP spid="10" grpId="0" autoUpdateAnimBg="0"/>
      <p:bldP spid="12" grpId="0" autoUpdateAnimBg="0"/>
      <p:bldP spid="14" grpId="0" autoUpdateAnimBg="0"/>
      <p:bldP spid="15" grpId="0" autoUpdateAnimBg="0"/>
      <p:bldP spid="16" grpId="0" autoUpdateAnimBg="0"/>
      <p:bldP spid="30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7379972" y="1405890"/>
            <a:ext cx="3635375" cy="547688"/>
            <a:chOff x="3182" y="986"/>
            <a:chExt cx="2290" cy="345"/>
          </a:xfrm>
        </p:grpSpPr>
        <p:graphicFrame>
          <p:nvGraphicFramePr>
            <p:cNvPr id="3" name="Object 3"/>
            <p:cNvGraphicFramePr>
              <a:graphicFrameLocks noChangeAspect="1"/>
            </p:cNvGraphicFramePr>
            <p:nvPr/>
          </p:nvGraphicFramePr>
          <p:xfrm>
            <a:off x="3182" y="1097"/>
            <a:ext cx="15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09" name="Equation" r:id="rId1" imgW="5791200" imgH="7315200" progId="Equation.DSMT4">
                    <p:embed/>
                  </p:oleObj>
                </mc:Choice>
                <mc:Fallback>
                  <p:oleObj name="Equation" r:id="rId1" imgW="5791200" imgH="7315200" progId="Equation.DSMT4">
                    <p:embed/>
                    <p:pic>
                      <p:nvPicPr>
                        <p:cNvPr id="0" name="图片 1740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182" y="1097"/>
                          <a:ext cx="152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Object 4"/>
            <p:cNvGraphicFramePr>
              <a:graphicFrameLocks noChangeAspect="1"/>
            </p:cNvGraphicFramePr>
            <p:nvPr/>
          </p:nvGraphicFramePr>
          <p:xfrm>
            <a:off x="3964" y="1083"/>
            <a:ext cx="13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0" name="Equation" r:id="rId3" imgW="5181600" imgH="9448800" progId="Equation.DSMT4">
                    <p:embed/>
                  </p:oleObj>
                </mc:Choice>
                <mc:Fallback>
                  <p:oleObj name="Equation" r:id="rId3" imgW="5181600" imgH="9448800" progId="Equation.DSMT4">
                    <p:embed/>
                    <p:pic>
                      <p:nvPicPr>
                        <p:cNvPr id="0" name="图片 1740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964" y="1083"/>
                          <a:ext cx="136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5307" y="1134"/>
            <a:ext cx="120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11" name="Equation" r:id="rId5" imgW="4572000" imgH="5486400" progId="Equation.DSMT4">
                    <p:embed/>
                  </p:oleObj>
                </mc:Choice>
                <mc:Fallback>
                  <p:oleObj name="Equation" r:id="rId5" imgW="4572000" imgH="5486400" progId="Equation.DSMT4">
                    <p:embed/>
                    <p:pic>
                      <p:nvPicPr>
                        <p:cNvPr id="0" name="图片 174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07" y="1134"/>
                          <a:ext cx="120" cy="144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3205" y="1082"/>
              <a:ext cx="226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 flipV="1">
              <a:off x="3205" y="98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Line 8"/>
            <p:cNvSpPr>
              <a:spLocks noChangeShapeType="1"/>
            </p:cNvSpPr>
            <p:nvPr/>
          </p:nvSpPr>
          <p:spPr bwMode="auto">
            <a:xfrm flipV="1">
              <a:off x="5472" y="98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 flipV="1">
              <a:off x="4032" y="98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Rectangle 10"/>
          <p:cNvSpPr txBox="1">
            <a:spLocks noChangeArrowheads="1"/>
          </p:cNvSpPr>
          <p:nvPr/>
        </p:nvSpPr>
        <p:spPr>
          <a:xfrm>
            <a:off x="2032635" y="563880"/>
            <a:ext cx="6985000" cy="685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当 </a:t>
            </a:r>
            <a:r>
              <a:rPr lang="en-US" altLang="zh-CN" sz="2800" b="1" i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 , b , c</a:t>
            </a:r>
            <a:r>
              <a:rPr lang="en-US" altLang="zh-CN" sz="2800" b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800" b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的相对位置任意时</a:t>
            </a:r>
            <a:r>
              <a:rPr lang="en-US" altLang="zh-CN" sz="2800" b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 </a:t>
            </a:r>
            <a:r>
              <a:rPr lang="zh-CN" altLang="en-US" sz="2800" b="1" smtClean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例如</a:t>
            </a:r>
            <a:endParaRPr lang="zh-CN" altLang="en-US" sz="2800" b="1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7621270" y="557530"/>
          <a:ext cx="14970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Equation" r:id="rId7" imgW="14935200" imgH="4876800" progId="Equation.DSMT4">
                  <p:embed/>
                </p:oleObj>
              </mc:Choice>
              <mc:Fallback>
                <p:oleObj name="Equation" r:id="rId7" imgW="14935200" imgH="4876800" progId="Equation.DSMT4">
                  <p:embed/>
                  <p:pic>
                    <p:nvPicPr>
                      <p:cNvPr id="0" name="图片 1741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21270" y="557530"/>
                        <a:ext cx="1497013" cy="5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1656715" y="2144395"/>
            <a:ext cx="11033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则有</a:t>
            </a:r>
            <a:endParaRPr kumimoji="1" lang="zh-CN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2851150" y="2099310"/>
          <a:ext cx="1739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3" name="Equation" r:id="rId9" imgW="41757600" imgH="17678400" progId="Equation.DSMT4">
                  <p:embed/>
                </p:oleObj>
              </mc:Choice>
              <mc:Fallback>
                <p:oleObj name="Equation" r:id="rId9" imgW="41757600" imgH="17678400" progId="Equation.DSMT4">
                  <p:embed/>
                  <p:pic>
                    <p:nvPicPr>
                      <p:cNvPr id="0" name="图片 1741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51150" y="2099310"/>
                        <a:ext cx="17399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4700574" y="2051070"/>
          <a:ext cx="1559297" cy="833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4" name="Equation" r:id="rId11" imgW="16154400" imgH="8534400" progId="Equation.DSMT4">
                  <p:embed/>
                </p:oleObj>
              </mc:Choice>
              <mc:Fallback>
                <p:oleObj name="Equation" r:id="rId11" imgW="16154400" imgH="8534400" progId="Equation.DSMT4">
                  <p:embed/>
                  <p:pic>
                    <p:nvPicPr>
                      <p:cNvPr id="0" name="图片 1741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700574" y="2051070"/>
                        <a:ext cx="1559297" cy="83334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369050" y="2097405"/>
          <a:ext cx="1676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5" name="Equation" r:id="rId13" imgW="40233600" imgH="17678400" progId="Equation.DSMT4">
                  <p:embed/>
                </p:oleObj>
              </mc:Choice>
              <mc:Fallback>
                <p:oleObj name="Equation" r:id="rId13" imgW="40233600" imgH="17678400" progId="Equation.DSMT4">
                  <p:embed/>
                  <p:pic>
                    <p:nvPicPr>
                      <p:cNvPr id="0" name="图片 1741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369050" y="2097405"/>
                        <a:ext cx="16764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4521200" y="3041650"/>
          <a:ext cx="1739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6" name="Equation" r:id="rId15" imgW="41757600" imgH="17678400" progId="Equation.DSMT4">
                  <p:embed/>
                </p:oleObj>
              </mc:Choice>
              <mc:Fallback>
                <p:oleObj name="Equation" r:id="rId15" imgW="41757600" imgH="17678400" progId="Equation.DSMT4">
                  <p:embed/>
                  <p:pic>
                    <p:nvPicPr>
                      <p:cNvPr id="0" name="图片 1741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21200" y="3041650"/>
                        <a:ext cx="17399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2423592" y="2979440"/>
          <a:ext cx="2079061" cy="833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7" name="Equation" r:id="rId17" imgW="21640800" imgH="8534400" progId="Equation.DSMT4">
                  <p:embed/>
                </p:oleObj>
              </mc:Choice>
              <mc:Fallback>
                <p:oleObj name="Equation" r:id="rId17" imgW="21640800" imgH="8534400" progId="Equation.DSMT4">
                  <p:embed/>
                  <p:pic>
                    <p:nvPicPr>
                      <p:cNvPr id="0" name="图片 1741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423592" y="2979440"/>
                        <a:ext cx="2079061" cy="83334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8"/>
          <p:cNvGraphicFramePr>
            <a:graphicFrameLocks noChangeAspect="1"/>
          </p:cNvGraphicFramePr>
          <p:nvPr/>
        </p:nvGraphicFramePr>
        <p:xfrm>
          <a:off x="6438900" y="3044825"/>
          <a:ext cx="1676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Equation" r:id="rId19" imgW="40233600" imgH="17678400" progId="Equation.DSMT4">
                  <p:embed/>
                </p:oleObj>
              </mc:Choice>
              <mc:Fallback>
                <p:oleObj name="Equation" r:id="rId19" imgW="40233600" imgH="17678400" progId="Equation.DSMT4">
                  <p:embed/>
                  <p:pic>
                    <p:nvPicPr>
                      <p:cNvPr id="0" name="图片 1741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438900" y="3044825"/>
                        <a:ext cx="16764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4521200" y="4032250"/>
          <a:ext cx="1739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9" name="Equation" r:id="rId21" imgW="41757600" imgH="17678400" progId="Equation.DSMT4">
                  <p:embed/>
                </p:oleObj>
              </mc:Choice>
              <mc:Fallback>
                <p:oleObj name="Equation" r:id="rId21" imgW="41757600" imgH="17678400" progId="Equation.DSMT4">
                  <p:embed/>
                  <p:pic>
                    <p:nvPicPr>
                      <p:cNvPr id="0" name="图片 1741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21200" y="4032250"/>
                        <a:ext cx="17399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0"/>
          <p:cNvGraphicFramePr>
            <a:graphicFrameLocks noChangeAspect="1"/>
          </p:cNvGraphicFramePr>
          <p:nvPr/>
        </p:nvGraphicFramePr>
        <p:xfrm>
          <a:off x="6432550" y="4032250"/>
          <a:ext cx="168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Equation" r:id="rId23" imgW="40538400" imgH="17678400" progId="Equation.DSMT4">
                  <p:embed/>
                </p:oleObj>
              </mc:Choice>
              <mc:Fallback>
                <p:oleObj name="Equation" r:id="rId23" imgW="40538400" imgH="17678400" progId="Equation.DSMT4">
                  <p:embed/>
                  <p:pic>
                    <p:nvPicPr>
                      <p:cNvPr id="0" name="图片 17419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432550" y="4032250"/>
                        <a:ext cx="16891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023110" y="311785"/>
            <a:ext cx="3389630" cy="5219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性质3（几何度量性）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073482" y="376168"/>
          <a:ext cx="2827338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3" name="Equation" r:id="rId1" imgW="67665600" imgH="9448800" progId="Equation.DSMT4">
                  <p:embed/>
                </p:oleObj>
              </mc:Choice>
              <mc:Fallback>
                <p:oleObj name="Equation" r:id="rId1" imgW="67665600" imgH="9448800" progId="Equation.DSMT4">
                  <p:embed/>
                  <p:pic>
                    <p:nvPicPr>
                      <p:cNvPr id="0" name="图片 1843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73482" y="376168"/>
                        <a:ext cx="2827338" cy="3889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 bwMode="auto">
          <a:xfrm>
            <a:off x="9041933" y="275501"/>
            <a:ext cx="538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534019" y="853470"/>
          <a:ext cx="241935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4" name="Equation" r:id="rId3" imgW="58216800" imgH="16459200" progId="Equation.DSMT4">
                  <p:embed/>
                </p:oleObj>
              </mc:Choice>
              <mc:Fallback>
                <p:oleObj name="Equation" r:id="rId3" imgW="58216800" imgH="16459200" progId="Equation.DSMT4">
                  <p:embed/>
                  <p:pic>
                    <p:nvPicPr>
                      <p:cNvPr id="0" name="图片 1843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34019" y="853470"/>
                        <a:ext cx="2419350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 bwMode="auto">
          <a:xfrm>
            <a:off x="2023373" y="1631970"/>
            <a:ext cx="37064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证：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对于任意分划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535183" y="1627922"/>
          <a:ext cx="2020661" cy="6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5" name="Equation" r:id="rId5" imgW="53035200" imgH="17068800" progId="Equation.DSMT4">
                  <p:embed/>
                </p:oleObj>
              </mc:Choice>
              <mc:Fallback>
                <p:oleObj name="Equation" r:id="rId5" imgW="53035200" imgH="17068800" progId="Equation.DSMT4">
                  <p:embed/>
                  <p:pic>
                    <p:nvPicPr>
                      <p:cNvPr id="0" name="图片 1843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35183" y="1627922"/>
                        <a:ext cx="2020661" cy="64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2639616" y="2276872"/>
            <a:ext cx="309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1960880" y="2359025"/>
            <a:ext cx="2656205" cy="533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性质4（保号性）</a:t>
            </a:r>
            <a:endParaRPr lang="zh-CN" altLang="en-US" sz="2800" b="1" dirty="0">
              <a:ea typeface="楷体_GB2312" pitchFamily="49" charset="-122"/>
            </a:endParaRPr>
          </a:p>
        </p:txBody>
      </p:sp>
      <p:graphicFrame>
        <p:nvGraphicFramePr>
          <p:cNvPr id="16" name="Object 3"/>
          <p:cNvGraphicFramePr>
            <a:graphicFrameLocks noChangeAspect="1"/>
          </p:cNvGraphicFramePr>
          <p:nvPr/>
        </p:nvGraphicFramePr>
        <p:xfrm>
          <a:off x="3059599" y="3106578"/>
          <a:ext cx="2819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Equation" r:id="rId7" imgW="67665600" imgH="21945600" progId="Equation.DSMT4">
                  <p:embed/>
                </p:oleObj>
              </mc:Choice>
              <mc:Fallback>
                <p:oleObj name="Equation" r:id="rId7" imgW="67665600" imgH="21945600" progId="Equation.DSMT4">
                  <p:embed/>
                  <p:pic>
                    <p:nvPicPr>
                      <p:cNvPr id="0" name="图片 1843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59599" y="3106578"/>
                        <a:ext cx="28194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8193866" y="2300521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8" name="Object 5"/>
          <p:cNvGraphicFramePr>
            <a:graphicFrameLocks noChangeAspect="1"/>
          </p:cNvGraphicFramePr>
          <p:nvPr/>
        </p:nvGraphicFramePr>
        <p:xfrm>
          <a:off x="8698307" y="2193449"/>
          <a:ext cx="2082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7" name="Equation" r:id="rId9" imgW="49987200" imgH="17678400" progId="Equation.DSMT4">
                  <p:embed/>
                </p:oleObj>
              </mc:Choice>
              <mc:Fallback>
                <p:oleObj name="Equation" r:id="rId9" imgW="49987200" imgH="17678400" progId="Equation.DSMT4">
                  <p:embed/>
                  <p:pic>
                    <p:nvPicPr>
                      <p:cNvPr id="0" name="图片 18436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698307" y="2193449"/>
                        <a:ext cx="20828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6"/>
          <p:cNvSpPr txBox="1">
            <a:spLocks noChangeArrowheads="1"/>
          </p:cNvSpPr>
          <p:nvPr/>
        </p:nvSpPr>
        <p:spPr bwMode="auto">
          <a:xfrm>
            <a:off x="2023373" y="3286601"/>
            <a:ext cx="8318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0" name="Object 7"/>
          <p:cNvGraphicFramePr>
            <a:graphicFrameLocks noChangeAspect="1"/>
          </p:cNvGraphicFramePr>
          <p:nvPr/>
        </p:nvGraphicFramePr>
        <p:xfrm>
          <a:off x="6744295" y="2429113"/>
          <a:ext cx="1371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8" name="Equation" r:id="rId11" imgW="32918400" imgH="9448800" progId="Equation.DSMT4">
                  <p:embed/>
                </p:oleObj>
              </mc:Choice>
              <mc:Fallback>
                <p:oleObj name="Equation" r:id="rId11" imgW="32918400" imgH="9448800" progId="Equation.DSMT4">
                  <p:embed/>
                  <p:pic>
                    <p:nvPicPr>
                      <p:cNvPr id="0" name="图片 18437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6744295" y="2429113"/>
                        <a:ext cx="1371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8"/>
          <p:cNvGraphicFramePr>
            <a:graphicFrameLocks noChangeAspect="1"/>
          </p:cNvGraphicFramePr>
          <p:nvPr/>
        </p:nvGraphicFramePr>
        <p:xfrm>
          <a:off x="3059430" y="4108133"/>
          <a:ext cx="2044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13" imgW="49072800" imgH="17678400" progId="Equation.DSMT4">
                  <p:embed/>
                </p:oleObj>
              </mc:Choice>
              <mc:Fallback>
                <p:oleObj name="Equation" r:id="rId13" imgW="49072800" imgH="17678400" progId="Equation.DSMT4">
                  <p:embed/>
                  <p:pic>
                    <p:nvPicPr>
                      <p:cNvPr id="0" name="图片 1843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059430" y="4108133"/>
                        <a:ext cx="20447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9"/>
          <p:cNvGraphicFramePr>
            <a:graphicFrameLocks noChangeAspect="1"/>
          </p:cNvGraphicFramePr>
          <p:nvPr/>
        </p:nvGraphicFramePr>
        <p:xfrm>
          <a:off x="5136515" y="4019550"/>
          <a:ext cx="30575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0" name="Equation" r:id="rId15" imgW="73456800" imgH="21945600" progId="Equation.DSMT4">
                  <p:embed/>
                </p:oleObj>
              </mc:Choice>
              <mc:Fallback>
                <p:oleObj name="Equation" r:id="rId15" imgW="73456800" imgH="21945600" progId="Equation.DSMT4">
                  <p:embed/>
                  <p:pic>
                    <p:nvPicPr>
                      <p:cNvPr id="0" name="图片 1843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136515" y="4019550"/>
                        <a:ext cx="3057525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0"/>
          <p:cNvSpPr txBox="1">
            <a:spLocks noChangeArrowheads="1"/>
          </p:cNvSpPr>
          <p:nvPr/>
        </p:nvSpPr>
        <p:spPr bwMode="auto">
          <a:xfrm>
            <a:off x="1960796" y="4973162"/>
            <a:ext cx="516083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推论1（保序性）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若在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[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1"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] </a:t>
            </a:r>
            <a:r>
              <a:rPr kumimoji="1" lang="zh-CN" altLang="zh-CN" sz="2800" b="1" dirty="0">
                <a:latin typeface="Times New Roman" panose="02020603050405020304" pitchFamily="18" charset="0"/>
                <a:ea typeface="楷体_GB2312" pitchFamily="49" charset="-122"/>
              </a:rPr>
              <a:t>上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4" name="Object 11"/>
          <p:cNvGraphicFramePr>
            <a:graphicFrameLocks noChangeAspect="1"/>
          </p:cNvGraphicFramePr>
          <p:nvPr/>
        </p:nvGraphicFramePr>
        <p:xfrm>
          <a:off x="7121356" y="5037287"/>
          <a:ext cx="1854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1" name="Equation" r:id="rId17" imgW="44500800" imgH="9448800" progId="Equation.DSMT4">
                  <p:embed/>
                </p:oleObj>
              </mc:Choice>
              <mc:Fallback>
                <p:oleObj name="Equation" r:id="rId17" imgW="44500800" imgH="9448800" progId="Equation.DSMT4">
                  <p:embed/>
                  <p:pic>
                    <p:nvPicPr>
                      <p:cNvPr id="0" name="图片 18440"/>
                      <p:cNvPicPr>
                        <a:picLocks noChangeAspect="1"/>
                      </p:cNvPicPr>
                      <p:nvPr/>
                    </p:nvPicPr>
                    <p:blipFill>
                      <a:blip r:embed="rId18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121356" y="5037287"/>
                        <a:ext cx="18542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2"/>
          <p:cNvSpPr txBox="1">
            <a:spLocks noChangeArrowheads="1"/>
          </p:cNvSpPr>
          <p:nvPr/>
        </p:nvSpPr>
        <p:spPr bwMode="auto">
          <a:xfrm>
            <a:off x="9108608" y="4973107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6" name="Object 13"/>
          <p:cNvGraphicFramePr>
            <a:graphicFrameLocks noChangeAspect="1"/>
          </p:cNvGraphicFramePr>
          <p:nvPr/>
        </p:nvGraphicFramePr>
        <p:xfrm>
          <a:off x="3662998" y="5697538"/>
          <a:ext cx="1473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tion" r:id="rId19" imgW="35356800" imgH="17678400" progId="Equation.DSMT4">
                  <p:embed/>
                </p:oleObj>
              </mc:Choice>
              <mc:Fallback>
                <p:oleObj name="Equation" r:id="rId19" imgW="35356800" imgH="17678400" progId="Equation.DSMT4">
                  <p:embed/>
                  <p:pic>
                    <p:nvPicPr>
                      <p:cNvPr id="0" name="图片 18441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62998" y="5697538"/>
                        <a:ext cx="14732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4"/>
          <p:cNvGraphicFramePr>
            <a:graphicFrameLocks noChangeAspect="1"/>
          </p:cNvGraphicFramePr>
          <p:nvPr/>
        </p:nvGraphicFramePr>
        <p:xfrm>
          <a:off x="5320030" y="5697538"/>
          <a:ext cx="1714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3" name="Equation" r:id="rId21" imgW="41148000" imgH="17678400" progId="Equation.DSMT4">
                  <p:embed/>
                </p:oleObj>
              </mc:Choice>
              <mc:Fallback>
                <p:oleObj name="Equation" r:id="rId21" imgW="41148000" imgH="17678400" progId="Equation.DSMT4">
                  <p:embed/>
                  <p:pic>
                    <p:nvPicPr>
                      <p:cNvPr id="0" name="图片 18442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320030" y="5697538"/>
                        <a:ext cx="17145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4"/>
          <p:cNvSpPr txBox="1"/>
          <p:nvPr/>
        </p:nvSpPr>
        <p:spPr bwMode="auto">
          <a:xfrm>
            <a:off x="5535463" y="275501"/>
            <a:ext cx="538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endParaRPr lang="zh-CN" alt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4533900" y="2358390"/>
            <a:ext cx="236474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ea typeface="楷体_GB2312" pitchFamily="49" charset="-122"/>
              </a:rPr>
              <a:t>若</a:t>
            </a:r>
            <a:r>
              <a:rPr lang="zh-CN" altLang="en-US" sz="2800" b="1" dirty="0" smtClean="0">
                <a:ea typeface="楷体_GB2312" pitchFamily="49" charset="-122"/>
              </a:rPr>
              <a:t>在 </a:t>
            </a:r>
            <a:r>
              <a:rPr lang="en-US" altLang="zh-CN" sz="2800" b="1" dirty="0" smtClean="0">
                <a:ea typeface="楷体_GB2312" pitchFamily="49" charset="-122"/>
              </a:rPr>
              <a:t>[</a:t>
            </a:r>
            <a:r>
              <a:rPr lang="en-US" altLang="zh-CN" sz="2800" b="1" i="1" dirty="0" smtClean="0">
                <a:ea typeface="楷体_GB2312" pitchFamily="49" charset="-122"/>
              </a:rPr>
              <a:t>a</a:t>
            </a:r>
            <a:r>
              <a:rPr lang="en-US" altLang="zh-CN" sz="2800" b="1" dirty="0" smtClean="0">
                <a:ea typeface="楷体_GB2312" pitchFamily="49" charset="-122"/>
              </a:rPr>
              <a:t> , </a:t>
            </a:r>
            <a:r>
              <a:rPr lang="en-US" altLang="zh-CN" sz="2800" b="1" i="1" dirty="0" smtClean="0">
                <a:ea typeface="楷体_GB2312" pitchFamily="49" charset="-122"/>
              </a:rPr>
              <a:t>b</a:t>
            </a:r>
            <a:r>
              <a:rPr lang="en-US" altLang="zh-CN" sz="2800" b="1" dirty="0" smtClean="0">
                <a:ea typeface="楷体_GB2312" pitchFamily="49" charset="-122"/>
              </a:rPr>
              <a:t>] </a:t>
            </a:r>
            <a:r>
              <a:rPr lang="zh-CN" altLang="zh-CN" sz="2800" b="1" dirty="0" smtClean="0">
                <a:ea typeface="楷体_GB2312" pitchFamily="49" charset="-122"/>
              </a:rPr>
              <a:t>上</a:t>
            </a:r>
            <a:endParaRPr lang="zh-CN" altLang="en-US" sz="2800" b="1" dirty="0"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5" grpId="0"/>
      <p:bldP spid="8" grpId="0"/>
      <p:bldP spid="15" grpId="0" bldLvl="0" animBg="1"/>
      <p:bldP spid="17" grpId="0"/>
      <p:bldP spid="19" grpId="0" autoUpdateAnimBg="0"/>
      <p:bldP spid="23" grpId="0" autoUpdateAnimBg="0"/>
      <p:bldP spid="25" grpId="0" autoUpdateAnimBg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116632"/>
            <a:ext cx="4824338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推论2（积分绝对值不等式）</a:t>
            </a:r>
            <a:endParaRPr lang="en-US" altLang="zh-CN" sz="2800" dirty="0">
              <a:solidFill>
                <a:srgbClr val="7030A0"/>
              </a:solidFill>
              <a:ea typeface="楷体_GB2312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381375" y="633338"/>
          <a:ext cx="1701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7" name="Equation" r:id="rId1" imgW="40843200" imgH="18897600" progId="Equation.DSMT4">
                  <p:embed/>
                </p:oleObj>
              </mc:Choice>
              <mc:Fallback>
                <p:oleObj name="Equation" r:id="rId1" imgW="40843200" imgH="18897600" progId="Equation.DSMT4">
                  <p:embed/>
                  <p:pic>
                    <p:nvPicPr>
                      <p:cNvPr id="0" name="图片 19456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81375" y="633338"/>
                        <a:ext cx="1701800" cy="78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5191125" y="684138"/>
          <a:ext cx="1968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8" name="Equation" r:id="rId3" imgW="47244000" imgH="17678400" progId="Equation.DSMT4">
                  <p:embed/>
                </p:oleObj>
              </mc:Choice>
              <mc:Fallback>
                <p:oleObj name="Equation" r:id="rId3" imgW="47244000" imgH="17678400" progId="Equation.DSMT4">
                  <p:embed/>
                  <p:pic>
                    <p:nvPicPr>
                      <p:cNvPr id="0" name="图片 19457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191125" y="684138"/>
                        <a:ext cx="19685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130723" y="1556792"/>
            <a:ext cx="755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2911475" y="1672828"/>
          <a:ext cx="2908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59" name="Equation" r:id="rId5" imgW="69799200" imgH="9448800" progId="Equation.DSMT4">
                  <p:embed/>
                </p:oleObj>
              </mc:Choice>
              <mc:Fallback>
                <p:oleObj name="Equation" r:id="rId5" imgW="69799200" imgH="9448800" progId="Equation.DSMT4">
                  <p:embed/>
                  <p:pic>
                    <p:nvPicPr>
                      <p:cNvPr id="0" name="图片 1945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11475" y="1672828"/>
                        <a:ext cx="2908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552825" y="1609328"/>
          <a:ext cx="1460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Equation" r:id="rId7" imgW="35052000" imgH="11582400" progId="Equation.DSMT4">
                  <p:embed/>
                </p:oleObj>
              </mc:Choice>
              <mc:Fallback>
                <p:oleObj name="Equation" r:id="rId7" imgW="35052000" imgH="11582400" progId="Equation.DSMT4">
                  <p:embed/>
                  <p:pic>
                    <p:nvPicPr>
                      <p:cNvPr id="0" name="图片 1945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52825" y="1609328"/>
                        <a:ext cx="14605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5927725" y="1609328"/>
          <a:ext cx="1231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1" name="Equation" r:id="rId9" imgW="29565600" imgH="11582400" progId="Equation.DSMT4">
                  <p:embed/>
                </p:oleObj>
              </mc:Choice>
              <mc:Fallback>
                <p:oleObj name="Equation" r:id="rId9" imgW="29565600" imgH="11582400" progId="Equation.DSMT4">
                  <p:embed/>
                  <p:pic>
                    <p:nvPicPr>
                      <p:cNvPr id="0" name="图片 1946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27725" y="1609328"/>
                        <a:ext cx="12319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7267575" y="855588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2" name="Equation" r:id="rId11" imgW="24079200" imgH="9448800" progId="Equation.DSMT4">
                  <p:embed/>
                </p:oleObj>
              </mc:Choice>
              <mc:Fallback>
                <p:oleObj name="Equation" r:id="rId11" imgW="24079200" imgH="9448800" progId="Equation.DSMT4">
                  <p:embed/>
                  <p:pic>
                    <p:nvPicPr>
                      <p:cNvPr id="0" name="图片 1946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67575" y="855588"/>
                        <a:ext cx="1003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965450" y="2204864"/>
          <a:ext cx="62071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13" imgW="149047200" imgH="17678400" progId="Equation.DSMT4">
                  <p:embed/>
                </p:oleObj>
              </mc:Choice>
              <mc:Fallback>
                <p:oleObj name="Equation" r:id="rId13" imgW="149047200" imgH="17678400" progId="Equation.DSMT4">
                  <p:embed/>
                  <p:pic>
                    <p:nvPicPr>
                      <p:cNvPr id="0" name="图片 1946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965450" y="2204864"/>
                        <a:ext cx="6207125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2827636" y="3171999"/>
            <a:ext cx="66833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3806825" y="3068960"/>
          <a:ext cx="3657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4" name="Equation" r:id="rId15" imgW="87782400" imgH="18897600" progId="Equation.DSMT4">
                  <p:embed/>
                </p:oleObj>
              </mc:Choice>
              <mc:Fallback>
                <p:oleObj name="Equation" r:id="rId15" imgW="87782400" imgH="18897600" progId="Equation.DSMT4">
                  <p:embed/>
                  <p:pic>
                    <p:nvPicPr>
                      <p:cNvPr id="0" name="图片 1946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06825" y="3068960"/>
                        <a:ext cx="3657600" cy="78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919536" y="3933056"/>
            <a:ext cx="334017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性质5（估值定理）</a:t>
            </a:r>
            <a:endParaRPr kumimoji="1" lang="zh-CN" altLang="en-US" sz="2800" dirty="0">
              <a:solidFill>
                <a:srgbClr val="7030A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2976811" y="4643338"/>
          <a:ext cx="4452937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5" name="Equation" r:id="rId17" imgW="106984800" imgH="14325600" progId="Equation.DSMT4">
                  <p:embed/>
                </p:oleObj>
              </mc:Choice>
              <mc:Fallback>
                <p:oleObj name="Equation" r:id="rId17" imgW="106984800" imgH="14325600" progId="Equation.DSMT4">
                  <p:embed/>
                  <p:pic>
                    <p:nvPicPr>
                      <p:cNvPr id="0" name="图片 1946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976811" y="4643338"/>
                        <a:ext cx="4452937" cy="596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7464406" y="4643125"/>
            <a:ext cx="137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3199061" y="5424388"/>
          <a:ext cx="465613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19" imgW="111861600" imgH="17678400" progId="Equation.DSMT4">
                  <p:embed/>
                </p:oleObj>
              </mc:Choice>
              <mc:Fallback>
                <p:oleObj name="Equation" r:id="rId19" imgW="111861600" imgH="17678400" progId="Equation.DSMT4">
                  <p:embed/>
                  <p:pic>
                    <p:nvPicPr>
                      <p:cNvPr id="0" name="图片 19465"/>
                      <p:cNvPicPr>
                        <a:picLocks noChangeAspect="1"/>
                      </p:cNvPicPr>
                      <p:nvPr/>
                    </p:nvPicPr>
                    <p:blipFill>
                      <a:blip r:embed="rId2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199061" y="5424388"/>
                        <a:ext cx="4656137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8169206" y="5595838"/>
          <a:ext cx="1003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7" name="Equation" r:id="rId21" imgW="24079200" imgH="9448800" progId="Equation.DSMT4">
                  <p:embed/>
                </p:oleObj>
              </mc:Choice>
              <mc:Fallback>
                <p:oleObj name="Equation" r:id="rId21" imgW="24079200" imgH="9448800" progId="Equation.DSMT4">
                  <p:embed/>
                  <p:pic>
                    <p:nvPicPr>
                      <p:cNvPr id="0" name="图片 1946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8169206" y="5595838"/>
                        <a:ext cx="1003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11" grpId="0" autoUpdateAnimBg="0"/>
      <p:bldP spid="13" grpId="0" autoUpdateAnimBg="0"/>
      <p:bldP spid="15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071038" y="261918"/>
            <a:ext cx="75882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5.1.2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均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上仅在有限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070666" y="853718"/>
            <a:ext cx="4094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个点处的函数值不同，则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995337" y="1407185"/>
          <a:ext cx="3081338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1" name="Equation" r:id="rId1" imgW="73761600" imgH="16459200" progId="Equation.DSMT4">
                  <p:embed/>
                </p:oleObj>
              </mc:Choice>
              <mc:Fallback>
                <p:oleObj name="Equation" r:id="rId1" imgW="73761600" imgH="16459200" progId="Equation.DSMT4">
                  <p:embed/>
                  <p:pic>
                    <p:nvPicPr>
                      <p:cNvPr id="0" name="图片 2048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95337" y="1407185"/>
                        <a:ext cx="3081338" cy="69373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70532" y="2276366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2884469" y="2276366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因为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3874135" y="2084388"/>
          <a:ext cx="3981450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2" name="Equation" r:id="rId3" imgW="95707200" imgH="21945600" progId="Equation.DSMT4">
                  <p:embed/>
                </p:oleObj>
              </mc:Choice>
              <mc:Fallback>
                <p:oleObj name="Equation" r:id="rId3" imgW="95707200" imgH="21945600" progId="Equation.DSMT4">
                  <p:embed/>
                  <p:pic>
                    <p:nvPicPr>
                      <p:cNvPr id="0" name="图片 2048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74135" y="2084388"/>
                        <a:ext cx="3981450" cy="90646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 bwMode="auto">
          <a:xfrm>
            <a:off x="2070666" y="2977014"/>
            <a:ext cx="2327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由积分定义，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4186720" y="2853179"/>
          <a:ext cx="1404938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3" name="Equation" r:id="rId5" imgW="33528000" imgH="16459200" progId="Equation.DSMT4">
                  <p:embed/>
                </p:oleObj>
              </mc:Choice>
              <mc:Fallback>
                <p:oleObj name="Equation" r:id="rId5" imgW="33528000" imgH="16459200" progId="Equation.DSMT4">
                  <p:embed/>
                  <p:pic>
                    <p:nvPicPr>
                      <p:cNvPr id="0" name="图片 2048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86720" y="2853179"/>
                        <a:ext cx="1404938" cy="692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5591944" y="2924944"/>
            <a:ext cx="49504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的值与 </a:t>
            </a:r>
            <a:r>
              <a:rPr lang="zh-CN" altLang="en-US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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i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的取法无关，所以，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2050981" y="3549521"/>
            <a:ext cx="29254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取与 </a:t>
            </a:r>
            <a:r>
              <a:rPr lang="zh-CN" alt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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i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时避开使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750197" y="3589824"/>
          <a:ext cx="1841500" cy="48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4" name="Equation" r:id="rId7" imgW="44196000" imgH="11582400" progId="Equation.DSMT4">
                  <p:embed/>
                </p:oleObj>
              </mc:Choice>
              <mc:Fallback>
                <p:oleObj name="Equation" r:id="rId7" imgW="44196000" imgH="11582400" progId="Equation.DSMT4">
                  <p:embed/>
                  <p:pic>
                    <p:nvPicPr>
                      <p:cNvPr id="0" name="图片 2048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50197" y="3589824"/>
                        <a:ext cx="1841500" cy="4889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 bwMode="auto">
          <a:xfrm>
            <a:off x="6592178" y="3556506"/>
            <a:ext cx="197040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的点，就有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2968670" y="4123273"/>
          <a:ext cx="5630862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85" name="Equation" r:id="rId9" imgW="135331200" imgH="21945600" progId="Equation.DSMT4">
                  <p:embed/>
                </p:oleObj>
              </mc:Choice>
              <mc:Fallback>
                <p:oleObj name="Equation" r:id="rId9" imgW="135331200" imgH="21945600" progId="Equation.DSMT4">
                  <p:embed/>
                  <p:pic>
                    <p:nvPicPr>
                      <p:cNvPr id="0" name="图片 2048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68670" y="4123273"/>
                        <a:ext cx="5630862" cy="908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 bwMode="auto">
          <a:xfrm>
            <a:off x="2050980" y="5030837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证毕．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524000" y="2132965"/>
            <a:ext cx="9905365" cy="889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10" grpId="0"/>
      <p:bldP spid="13" grpId="0"/>
      <p:bldP spid="14" grpId="0"/>
      <p:bldP spid="17" grpId="0"/>
      <p:bldP spid="2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923718" y="263188"/>
            <a:ext cx="806323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命题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5.1.3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（积分的正则性）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函数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区间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1859091" y="785138"/>
            <a:ext cx="5161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上连续非负且不衡为零，则必有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3593189" y="1366778"/>
          <a:ext cx="2034783" cy="72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5" name="Equation" r:id="rId1" imgW="47244000" imgH="16459200" progId="Equation.DSMT4">
                  <p:embed/>
                </p:oleObj>
              </mc:Choice>
              <mc:Fallback>
                <p:oleObj name="Equation" r:id="rId1" imgW="47244000" imgH="16459200" progId="Equation.DSMT4">
                  <p:embed/>
                  <p:pic>
                    <p:nvPicPr>
                      <p:cNvPr id="0" name="图片 2150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93189" y="1366778"/>
                        <a:ext cx="2034783" cy="720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1923211" y="2283986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2696374" y="2283986"/>
            <a:ext cx="7442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不妨设在某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(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)&gt;0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由保号性，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09629" y="2853700"/>
            <a:ext cx="82289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存在某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邻域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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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0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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，使当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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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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,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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时，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2044373" y="3375650"/>
          <a:ext cx="2052637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6" name="Equation" r:id="rId3" imgW="49072800" imgH="19812000" progId="Equation.DSMT4">
                  <p:embed/>
                </p:oleObj>
              </mc:Choice>
              <mc:Fallback>
                <p:oleObj name="Equation" r:id="rId3" imgW="49072800" imgH="19812000" progId="Equation.DSMT4">
                  <p:embed/>
                  <p:pic>
                    <p:nvPicPr>
                      <p:cNvPr id="0" name="图片 2150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44373" y="3375650"/>
                        <a:ext cx="2052637" cy="819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 bwMode="auto">
          <a:xfrm>
            <a:off x="4325525" y="3524250"/>
            <a:ext cx="8978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于是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859037" y="4293096"/>
          <a:ext cx="1636712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7" name="Equation" r:id="rId5" imgW="39319200" imgH="16459200" progId="Equation.DSMT4">
                  <p:embed/>
                </p:oleObj>
              </mc:Choice>
              <mc:Fallback>
                <p:oleObj name="Equation" r:id="rId5" imgW="39319200" imgH="16459200" progId="Equation.DSMT4">
                  <p:embed/>
                  <p:pic>
                    <p:nvPicPr>
                      <p:cNvPr id="0" name="图片 2150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9037" y="4293096"/>
                        <a:ext cx="1636712" cy="679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299310" y="5167987"/>
          <a:ext cx="200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8" name="Equation" r:id="rId7" imgW="48158400" imgH="17678400" progId="Equation.DSMT4">
                  <p:embed/>
                </p:oleObj>
              </mc:Choice>
              <mc:Fallback>
                <p:oleObj name="Equation" r:id="rId7" imgW="48158400" imgH="17678400" progId="Equation.DSMT4">
                  <p:embed/>
                  <p:pic>
                    <p:nvPicPr>
                      <p:cNvPr id="0" name="图片 2150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99310" y="5167987"/>
                        <a:ext cx="2006600" cy="7366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 bwMode="auto">
          <a:xfrm>
            <a:off x="1923397" y="5949280"/>
            <a:ext cx="12553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证毕．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6096000" y="844469"/>
            <a:ext cx="4392488" cy="1439874"/>
            <a:chOff x="4572000" y="844469"/>
            <a:chExt cx="4392488" cy="1439874"/>
          </a:xfrm>
        </p:grpSpPr>
        <p:grpSp>
          <p:nvGrpSpPr>
            <p:cNvPr id="35" name="组合 34"/>
            <p:cNvGrpSpPr/>
            <p:nvPr/>
          </p:nvGrpSpPr>
          <p:grpSpPr>
            <a:xfrm>
              <a:off x="4572000" y="1298158"/>
              <a:ext cx="4392488" cy="986185"/>
              <a:chOff x="4572000" y="1307088"/>
              <a:chExt cx="4392488" cy="986185"/>
            </a:xfrm>
          </p:grpSpPr>
          <p:cxnSp>
            <p:nvCxnSpPr>
              <p:cNvPr id="17" name="直接箭头连接符 16"/>
              <p:cNvCxnSpPr/>
              <p:nvPr/>
            </p:nvCxnSpPr>
            <p:spPr>
              <a:xfrm>
                <a:off x="4572000" y="1844824"/>
                <a:ext cx="4392488" cy="0"/>
              </a:xfrm>
              <a:prstGeom prst="straightConnector1">
                <a:avLst/>
              </a:prstGeom>
              <a:ln w="15875">
                <a:solidFill>
                  <a:srgbClr val="7030A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/>
              <p:cNvCxnSpPr/>
              <p:nvPr/>
            </p:nvCxnSpPr>
            <p:spPr>
              <a:xfrm flipV="1">
                <a:off x="4572000" y="1307088"/>
                <a:ext cx="0" cy="537736"/>
              </a:xfrm>
              <a:prstGeom prst="straightConnector1">
                <a:avLst/>
              </a:prstGeom>
              <a:ln w="15875">
                <a:solidFill>
                  <a:srgbClr val="7030A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任意多边形 20"/>
              <p:cNvSpPr/>
              <p:nvPr/>
            </p:nvSpPr>
            <p:spPr>
              <a:xfrm>
                <a:off x="4810125" y="1409163"/>
                <a:ext cx="3543300" cy="438687"/>
              </a:xfrm>
              <a:custGeom>
                <a:avLst/>
                <a:gdLst>
                  <a:gd name="connsiteX0" fmla="*/ 0 w 3543300"/>
                  <a:gd name="connsiteY0" fmla="*/ 429162 h 438687"/>
                  <a:gd name="connsiteX1" fmla="*/ 990600 w 3543300"/>
                  <a:gd name="connsiteY1" fmla="*/ 352962 h 438687"/>
                  <a:gd name="connsiteX2" fmla="*/ 1914525 w 3543300"/>
                  <a:gd name="connsiteY2" fmla="*/ 537 h 438687"/>
                  <a:gd name="connsiteX3" fmla="*/ 2562225 w 3543300"/>
                  <a:gd name="connsiteY3" fmla="*/ 276762 h 438687"/>
                  <a:gd name="connsiteX4" fmla="*/ 3543300 w 3543300"/>
                  <a:gd name="connsiteY4" fmla="*/ 438687 h 438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3300" h="438687">
                    <a:moveTo>
                      <a:pt x="0" y="429162"/>
                    </a:moveTo>
                    <a:cubicBezTo>
                      <a:pt x="335756" y="426780"/>
                      <a:pt x="671513" y="424399"/>
                      <a:pt x="990600" y="352962"/>
                    </a:cubicBezTo>
                    <a:cubicBezTo>
                      <a:pt x="1309688" y="281524"/>
                      <a:pt x="1652588" y="13237"/>
                      <a:pt x="1914525" y="537"/>
                    </a:cubicBezTo>
                    <a:cubicBezTo>
                      <a:pt x="2176462" y="-12163"/>
                      <a:pt x="2290763" y="203737"/>
                      <a:pt x="2562225" y="276762"/>
                    </a:cubicBezTo>
                    <a:cubicBezTo>
                      <a:pt x="2833688" y="349787"/>
                      <a:pt x="3188494" y="394237"/>
                      <a:pt x="3543300" y="438687"/>
                    </a:cubicBezTo>
                  </a:path>
                </a:pathLst>
              </a:custGeom>
              <a:ln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3" name="直接连接符 22"/>
              <p:cNvCxnSpPr/>
              <p:nvPr/>
            </p:nvCxnSpPr>
            <p:spPr>
              <a:xfrm flipV="1">
                <a:off x="6951848" y="1484784"/>
                <a:ext cx="0" cy="36306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/>
              <p:cNvSpPr txBox="1"/>
              <p:nvPr/>
            </p:nvSpPr>
            <p:spPr bwMode="auto">
              <a:xfrm>
                <a:off x="4662458" y="1771303"/>
                <a:ext cx="4019304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8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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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 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:r>
                  <a:rPr lang="en-US" altLang="zh-CN" sz="2800" b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0 </a:t>
                </a:r>
                <a:r>
                  <a:rPr lang="en-US" altLang="zh-CN" sz="2800" b="1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x</a:t>
                </a:r>
                <a:r>
                  <a:rPr lang="en-US" altLang="zh-CN" sz="2800" b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0</a:t>
                </a:r>
                <a:r>
                  <a:rPr lang="en-US" altLang="zh-CN" sz="2800" b="1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+</a:t>
                </a:r>
                <a:r>
                  <a:rPr lang="en-US" altLang="zh-CN" sz="2800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/>
                  </a:rPr>
                  <a:t>     b</a:t>
                </a:r>
                <a:r>
                  <a:rPr lang="en-US" altLang="zh-CN" sz="28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endParaRPr lang="zh-CN" alt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6" name="直接连接符 25"/>
              <p:cNvCxnSpPr/>
              <p:nvPr/>
            </p:nvCxnSpPr>
            <p:spPr>
              <a:xfrm>
                <a:off x="4810125" y="1717774"/>
                <a:ext cx="0" cy="14704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8353425" y="1717774"/>
                <a:ext cx="0" cy="14704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7236296" y="1683283"/>
                <a:ext cx="0" cy="14704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>
              <a:xfrm>
                <a:off x="6653633" y="1697782"/>
                <a:ext cx="0" cy="14704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6944964" y="1689235"/>
                <a:ext cx="0" cy="147042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8" name="直接连接符 17"/>
            <p:cNvCxnSpPr/>
            <p:nvPr/>
          </p:nvCxnSpPr>
          <p:spPr>
            <a:xfrm flipV="1">
              <a:off x="6648175" y="1422835"/>
              <a:ext cx="0" cy="3395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6648175" y="1657387"/>
              <a:ext cx="588121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7236296" y="1592604"/>
              <a:ext cx="0" cy="817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 bwMode="auto">
            <a:xfrm>
              <a:off x="6804248" y="844469"/>
              <a:ext cx="929531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rtlCol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8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="1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b="1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0" name="直接箭头连接符 39"/>
            <p:cNvCxnSpPr/>
            <p:nvPr/>
          </p:nvCxnSpPr>
          <p:spPr>
            <a:xfrm flipH="1">
              <a:off x="6951848" y="1298158"/>
              <a:ext cx="106220" cy="17769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矩形 40"/>
            <p:cNvSpPr/>
            <p:nvPr/>
          </p:nvSpPr>
          <p:spPr>
            <a:xfrm>
              <a:off x="6648175" y="1657387"/>
              <a:ext cx="588121" cy="164008"/>
            </a:xfrm>
            <a:prstGeom prst="rect">
              <a:avLst/>
            </a:prstGeom>
            <a:solidFill>
              <a:srgbClr val="FF0000">
                <a:alpha val="22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3506928" y="4293096"/>
          <a:ext cx="19939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name="Equation" r:id="rId9" imgW="47853600" imgH="16459200" progId="Equation.DSMT4">
                  <p:embed/>
                </p:oleObj>
              </mc:Choice>
              <mc:Fallback>
                <p:oleObj name="Equation" r:id="rId9" imgW="47853600" imgH="16459200" progId="Equation.DSMT4">
                  <p:embed/>
                  <p:pic>
                    <p:nvPicPr>
                      <p:cNvPr id="0" name="图片 2150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06928" y="4293096"/>
                        <a:ext cx="199390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5501048" y="4293096"/>
          <a:ext cx="200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0" name="Equation" r:id="rId11" imgW="48158400" imgH="17678400" progId="Equation.DSMT4">
                  <p:embed/>
                </p:oleObj>
              </mc:Choice>
              <mc:Fallback>
                <p:oleObj name="Equation" r:id="rId11" imgW="48158400" imgH="17678400" progId="Equation.DSMT4">
                  <p:embed/>
                  <p:pic>
                    <p:nvPicPr>
                      <p:cNvPr id="0" name="图片 2150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01048" y="4293096"/>
                        <a:ext cx="2006600" cy="7366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7507384" y="4267696"/>
          <a:ext cx="168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1" name="Equation" r:id="rId13" imgW="40538400" imgH="17678400" progId="Equation.DSMT4">
                  <p:embed/>
                </p:oleObj>
              </mc:Choice>
              <mc:Fallback>
                <p:oleObj name="Equation" r:id="rId13" imgW="40538400" imgH="17678400" progId="Equation.DSMT4">
                  <p:embed/>
                  <p:pic>
                    <p:nvPicPr>
                      <p:cNvPr id="0" name="图片 2151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07384" y="4267696"/>
                        <a:ext cx="1689100" cy="736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/>
          <p:cNvGraphicFramePr>
            <a:graphicFrameLocks noChangeAspect="1"/>
          </p:cNvGraphicFramePr>
          <p:nvPr/>
        </p:nvGraphicFramePr>
        <p:xfrm>
          <a:off x="5396865" y="5123780"/>
          <a:ext cx="17399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2" name="Equation" r:id="rId15" imgW="41757600" imgH="19812000" progId="Equation.DSMT4">
                  <p:embed/>
                </p:oleObj>
              </mc:Choice>
              <mc:Fallback>
                <p:oleObj name="Equation" r:id="rId15" imgW="41757600" imgH="19812000" progId="Equation.DSMT4">
                  <p:embed/>
                  <p:pic>
                    <p:nvPicPr>
                      <p:cNvPr id="0" name="图片 2151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96865" y="5123780"/>
                        <a:ext cx="1739900" cy="82550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7320136" y="5378043"/>
          <a:ext cx="558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3" name="Equation" r:id="rId17" imgW="13411200" imgH="7620000" progId="Equation.DSMT4">
                  <p:embed/>
                </p:oleObj>
              </mc:Choice>
              <mc:Fallback>
                <p:oleObj name="Equation" r:id="rId17" imgW="13411200" imgH="7620000" progId="Equation.DSMT4">
                  <p:embed/>
                  <p:pic>
                    <p:nvPicPr>
                      <p:cNvPr id="0" name="图片 2151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320136" y="5378043"/>
                        <a:ext cx="5588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0" name="直接连接符 49"/>
          <p:cNvCxnSpPr/>
          <p:nvPr/>
        </p:nvCxnSpPr>
        <p:spPr>
          <a:xfrm>
            <a:off x="6334125" y="1855886"/>
            <a:ext cx="18380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V="1">
            <a:off x="4727848" y="1855886"/>
            <a:ext cx="2592288" cy="2581226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8172175" y="1855886"/>
            <a:ext cx="588121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760628" y="1835566"/>
            <a:ext cx="10844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 flipV="1">
            <a:off x="6384032" y="1855886"/>
            <a:ext cx="2082203" cy="2437210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V="1">
            <a:off x="8190805" y="1855886"/>
            <a:ext cx="1144414" cy="2581226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V="1">
            <a:off x="6619358" y="1739391"/>
            <a:ext cx="1708890" cy="356181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8" grpId="0"/>
      <p:bldP spid="11" grpId="0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05965" y="281940"/>
            <a:ext cx="439229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定理5.1.1（积分中值定理）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701290" y="888365"/>
          <a:ext cx="2780471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29" name="Equation" r:id="rId1" imgW="61569600" imgH="10363200" progId="Equation.DSMT4">
                  <p:embed/>
                </p:oleObj>
              </mc:Choice>
              <mc:Fallback>
                <p:oleObj name="Equation" r:id="rId1" imgW="61569600" imgH="10363200" progId="Equation.DSMT4">
                  <p:embed/>
                  <p:pic>
                    <p:nvPicPr>
                      <p:cNvPr id="0" name="图片 22528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701290" y="888365"/>
                        <a:ext cx="2780471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421630" y="875665"/>
            <a:ext cx="2895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楷体_GB2312" pitchFamily="49" charset="-122"/>
                <a:ea typeface="楷体_GB2312" pitchFamily="49" charset="-122"/>
              </a:rPr>
              <a:t>则至少存在一点</a:t>
            </a:r>
            <a:endParaRPr kumimoji="1"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8067675" y="898525"/>
          <a:ext cx="14605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0" name="Equation" r:id="rId3" imgW="35052000" imgH="11582400" progId="Equation.DSMT4">
                  <p:embed/>
                </p:oleObj>
              </mc:Choice>
              <mc:Fallback>
                <p:oleObj name="Equation" r:id="rId3" imgW="35052000" imgH="11582400" progId="Equation.DSMT4">
                  <p:embed/>
                  <p:pic>
                    <p:nvPicPr>
                      <p:cNvPr id="0" name="图片 22529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8067675" y="898525"/>
                        <a:ext cx="1460500" cy="479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9528175" y="875665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楷体_GB2312" pitchFamily="49" charset="-122"/>
                <a:ea typeface="楷体_GB2312" pitchFamily="49" charset="-122"/>
              </a:rPr>
              <a:t>使</a:t>
            </a:r>
            <a:endParaRPr kumimoji="1"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820557" y="1412777"/>
          <a:ext cx="4246711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1" name="Equation" r:id="rId5" imgW="36271200" imgH="8534400" progId="Equation.DSMT4">
                  <p:embed/>
                </p:oleObj>
              </mc:Choice>
              <mc:Fallback>
                <p:oleObj name="Equation" r:id="rId5" imgW="36271200" imgH="8534400" progId="Equation.DSMT4">
                  <p:embed/>
                  <p:pic>
                    <p:nvPicPr>
                      <p:cNvPr id="0" name="图片 2253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20557" y="1412777"/>
                        <a:ext cx="4246711" cy="86409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833880" y="2297748"/>
            <a:ext cx="10604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kumimoji="1" lang="en-US" altLang="zh-CN" sz="2800" b="1" dirty="0">
              <a:solidFill>
                <a:srgbClr val="7030A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788920" y="2332990"/>
          <a:ext cx="7849029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2" name="Equation" r:id="rId7" imgW="178917600" imgH="10668000" progId="Equation.DSMT4">
                  <p:embed/>
                </p:oleObj>
              </mc:Choice>
              <mc:Fallback>
                <p:oleObj name="Equation" r:id="rId7" imgW="178917600" imgH="10668000" progId="Equation.DSMT4">
                  <p:embed/>
                  <p:pic>
                    <p:nvPicPr>
                      <p:cNvPr id="0" name="图片 2253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88920" y="2332990"/>
                        <a:ext cx="7849029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810385" y="2827338"/>
            <a:ext cx="52697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 smtClean="0">
                <a:latin typeface="楷体_GB2312" pitchFamily="49" charset="-122"/>
                <a:ea typeface="楷体_GB2312" pitchFamily="49" charset="-122"/>
              </a:rPr>
              <a:t>若</a:t>
            </a:r>
            <a:endParaRPr kumimoji="1"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4970145" y="4843760"/>
            <a:ext cx="556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楷体_GB2312" pitchFamily="49" charset="-122"/>
                <a:ea typeface="楷体_GB2312" pitchFamily="49" charset="-122"/>
              </a:rPr>
              <a:t>根据闭区间上连续函数介值定理</a:t>
            </a:r>
            <a:r>
              <a:rPr kumimoji="1" lang="en-US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  <a:endParaRPr kumimoji="1" lang="en-US" altLang="zh-CN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1752600" y="5506526"/>
          <a:ext cx="2603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3" name="Equation" r:id="rId9" imgW="62484000" imgH="11582400" progId="Equation.DSMT4">
                  <p:embed/>
                </p:oleObj>
              </mc:Choice>
              <mc:Fallback>
                <p:oleObj name="Equation" r:id="rId9" imgW="62484000" imgH="11582400" progId="Equation.DSMT4">
                  <p:embed/>
                  <p:pic>
                    <p:nvPicPr>
                      <p:cNvPr id="0" name="图片 22532"/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1752600" y="5506526"/>
                        <a:ext cx="26035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5287010" y="5289103"/>
          <a:ext cx="3302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4" name="Equation" r:id="rId11" imgW="79248000" imgH="20116800" progId="Equation.DSMT4">
                  <p:embed/>
                </p:oleObj>
              </mc:Choice>
              <mc:Fallback>
                <p:oleObj name="Equation" r:id="rId11" imgW="79248000" imgH="20116800" progId="Equation.DSMT4">
                  <p:embed/>
                  <p:pic>
                    <p:nvPicPr>
                      <p:cNvPr id="0" name="图片 2253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5287010" y="5289103"/>
                        <a:ext cx="33020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1719580" y="5993095"/>
            <a:ext cx="1289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latin typeface="楷体_GB2312" pitchFamily="49" charset="-122"/>
                <a:ea typeface="楷体_GB2312" pitchFamily="49" charset="-122"/>
              </a:rPr>
              <a:t>证毕</a:t>
            </a:r>
            <a:r>
              <a:rPr kumimoji="1" lang="en-US" altLang="zh-CN" sz="2800" dirty="0" smtClean="0">
                <a:latin typeface="楷体_GB2312" pitchFamily="49" charset="-122"/>
                <a:ea typeface="楷体_GB2312" pitchFamily="49" charset="-122"/>
              </a:rPr>
              <a:t>.</a:t>
            </a:r>
            <a:endParaRPr kumimoji="1" lang="en-US" altLang="zh-CN" sz="280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337435" y="2938463"/>
          <a:ext cx="1101600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5" name="Equation" r:id="rId13" imgW="25908000" imgH="7620000" progId="Equation.DSMT4">
                  <p:embed/>
                </p:oleObj>
              </mc:Choice>
              <mc:Fallback>
                <p:oleObj name="Equation" r:id="rId13" imgW="25908000" imgH="7620000" progId="Equation.DSMT4">
                  <p:embed/>
                  <p:pic>
                    <p:nvPicPr>
                      <p:cNvPr id="0" name="图片 2253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37435" y="2938463"/>
                        <a:ext cx="1101600" cy="32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3602990" y="2855913"/>
            <a:ext cx="49860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是常值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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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a</a:t>
            </a:r>
            <a:r>
              <a:rPr lang="en-US" altLang="zh-C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b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可任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取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279576" y="3538210"/>
          <a:ext cx="1079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6" name="Equation" r:id="rId15" imgW="25908000" imgH="7620000" progId="Equation.DSMT4">
                  <p:embed/>
                </p:oleObj>
              </mc:Choice>
              <mc:Fallback>
                <p:oleObj name="Equation" r:id="rId15" imgW="25908000" imgH="7620000" progId="Equation.DSMT4">
                  <p:embed/>
                  <p:pic>
                    <p:nvPicPr>
                      <p:cNvPr id="0" name="图片 2253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279576" y="3538210"/>
                        <a:ext cx="10795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0"/>
          <p:cNvSpPr txBox="1">
            <a:spLocks noChangeArrowheads="1"/>
          </p:cNvSpPr>
          <p:nvPr/>
        </p:nvSpPr>
        <p:spPr bwMode="auto">
          <a:xfrm>
            <a:off x="1752600" y="3405168"/>
            <a:ext cx="526976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 smtClean="0">
                <a:latin typeface="楷体_GB2312" pitchFamily="49" charset="-122"/>
                <a:ea typeface="楷体_GB2312" pitchFamily="49" charset="-122"/>
              </a:rPr>
              <a:t>若</a:t>
            </a:r>
            <a:endParaRPr kumimoji="1"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 bwMode="auto">
          <a:xfrm>
            <a:off x="3503712" y="3429000"/>
            <a:ext cx="620204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存在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使得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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f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1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)&gt;0</a:t>
            </a: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，由正则性，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828800" y="4044950"/>
          <a:ext cx="298450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7" name="Equation" r:id="rId17" imgW="71628000" imgH="16459200" progId="Equation.DSMT4">
                  <p:embed/>
                </p:oleObj>
              </mc:Choice>
              <mc:Fallback>
                <p:oleObj name="Equation" r:id="rId17" imgW="71628000" imgH="16459200" progId="Equation.DSMT4">
                  <p:embed/>
                  <p:pic>
                    <p:nvPicPr>
                      <p:cNvPr id="0" name="图片 2253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828800" y="4044950"/>
                        <a:ext cx="2984500" cy="679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 bwMode="auto">
          <a:xfrm>
            <a:off x="4970279" y="4148827"/>
            <a:ext cx="894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从而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6020753" y="4070033"/>
          <a:ext cx="3090862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8" name="Equation" r:id="rId19" imgW="74371200" imgH="16459200" progId="Equation.DSMT4">
                  <p:embed/>
                </p:oleObj>
              </mc:Choice>
              <mc:Fallback>
                <p:oleObj name="Equation" r:id="rId19" imgW="74371200" imgH="16459200" progId="Equation.DSMT4">
                  <p:embed/>
                  <p:pic>
                    <p:nvPicPr>
                      <p:cNvPr id="0" name="图片 2253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020753" y="4070033"/>
                        <a:ext cx="3090862" cy="6794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 bwMode="auto">
          <a:xfrm>
            <a:off x="9192689" y="4148827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同理，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752600" y="4768228"/>
          <a:ext cx="3001963" cy="679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39" name="Equation" r:id="rId21" imgW="72237600" imgH="16459200" progId="Equation.DSMT4">
                  <p:embed/>
                </p:oleObj>
              </mc:Choice>
              <mc:Fallback>
                <p:oleObj name="Equation" r:id="rId21" imgW="72237600" imgH="16459200" progId="Equation.DSMT4">
                  <p:embed/>
                  <p:pic>
                    <p:nvPicPr>
                      <p:cNvPr id="0" name="图片 22538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752600" y="4768228"/>
                        <a:ext cx="3001963" cy="6794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6"/>
          <p:cNvSpPr txBox="1">
            <a:spLocks noChangeArrowheads="1"/>
          </p:cNvSpPr>
          <p:nvPr/>
        </p:nvSpPr>
        <p:spPr bwMode="auto">
          <a:xfrm>
            <a:off x="4630688" y="5460330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楷体_GB2312" pitchFamily="49" charset="-122"/>
                <a:ea typeface="楷体_GB2312" pitchFamily="49" charset="-122"/>
              </a:rPr>
              <a:t>使</a:t>
            </a:r>
            <a:endParaRPr kumimoji="1"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524000" y="2186305"/>
            <a:ext cx="9905365" cy="8890"/>
          </a:xfrm>
          <a:prstGeom prst="line">
            <a:avLst/>
          </a:prstGeom>
          <a:ln w="127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6" grpId="0" autoUpdateAnimBg="0"/>
      <p:bldP spid="8" grpId="0" autoUpdateAnimBg="0"/>
      <p:bldP spid="10" grpId="0" autoUpdateAnimBg="0"/>
      <p:bldP spid="12" grpId="0" autoUpdateAnimBg="0"/>
      <p:bldP spid="17" grpId="0" autoUpdateAnimBg="0"/>
      <p:bldP spid="19" grpId="0"/>
      <p:bldP spid="21" grpId="0" autoUpdateAnimBg="0"/>
      <p:bldP spid="22" grpId="0"/>
      <p:bldP spid="25" grpId="0"/>
      <p:bldP spid="28" grpId="0"/>
      <p:bldP spid="31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9"/>
          <p:cNvGraphicFramePr>
            <a:graphicFrameLocks noChangeAspect="1"/>
          </p:cNvGraphicFramePr>
          <p:nvPr/>
        </p:nvGraphicFramePr>
        <p:xfrm>
          <a:off x="5514975" y="1171575"/>
          <a:ext cx="4132800" cy="10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3" name="Document" r:id="rId1" imgW="3872865" imgH="955675" progId="Word.Document.8">
                  <p:embed/>
                </p:oleObj>
              </mc:Choice>
              <mc:Fallback>
                <p:oleObj name="Document" r:id="rId1" imgW="3872865" imgH="955675" progId="Word.Document.8">
                  <p:embed/>
                  <p:pic>
                    <p:nvPicPr>
                      <p:cNvPr id="0" name="图片 2355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14975" y="1171575"/>
                        <a:ext cx="4132800" cy="100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2"/>
          <p:cNvSpPr>
            <a:spLocks noChangeArrowheads="1"/>
          </p:cNvSpPr>
          <p:nvPr/>
        </p:nvSpPr>
        <p:spPr bwMode="auto">
          <a:xfrm>
            <a:off x="2014736" y="535782"/>
            <a:ext cx="556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70C0"/>
                </a:solidFill>
                <a:ea typeface="黑体" panose="02010609060101010101" pitchFamily="49" charset="-122"/>
              </a:rPr>
              <a:t>积分中值公式的几何解释：</a:t>
            </a:r>
            <a:endParaRPr lang="zh-CN" altLang="en-US" sz="2800" b="1">
              <a:solidFill>
                <a:srgbClr val="0070C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Group 43"/>
          <p:cNvGrpSpPr/>
          <p:nvPr/>
        </p:nvGrpSpPr>
        <p:grpSpPr bwMode="auto">
          <a:xfrm>
            <a:off x="2397324" y="1435894"/>
            <a:ext cx="2944812" cy="2265363"/>
            <a:chOff x="817" y="2304"/>
            <a:chExt cx="1855" cy="1427"/>
          </a:xfrm>
        </p:grpSpPr>
        <p:graphicFrame>
          <p:nvGraphicFramePr>
            <p:cNvPr id="5" name="Object 23"/>
            <p:cNvGraphicFramePr>
              <a:graphicFrameLocks noChangeAspect="1"/>
            </p:cNvGraphicFramePr>
            <p:nvPr/>
          </p:nvGraphicFramePr>
          <p:xfrm>
            <a:off x="1449" y="2564"/>
            <a:ext cx="834" cy="9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4" name="BMP 图象" r:id="rId3" imgW="1323975" imgH="1504950" progId="PBrush">
                    <p:embed/>
                  </p:oleObj>
                </mc:Choice>
                <mc:Fallback>
                  <p:oleObj name="BMP 图象" r:id="rId3" imgW="1323975" imgH="1504950" progId="PBrush">
                    <p:embed/>
                    <p:pic>
                      <p:nvPicPr>
                        <p:cNvPr id="0" name="图片 2355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49" y="2564"/>
                          <a:ext cx="834" cy="9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Line 13"/>
            <p:cNvSpPr>
              <a:spLocks noChangeShapeType="1"/>
            </p:cNvSpPr>
            <p:nvPr/>
          </p:nvSpPr>
          <p:spPr bwMode="auto">
            <a:xfrm>
              <a:off x="1017" y="3504"/>
              <a:ext cx="1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Line 14"/>
            <p:cNvSpPr>
              <a:spLocks noChangeShapeType="1"/>
            </p:cNvSpPr>
            <p:nvPr/>
          </p:nvSpPr>
          <p:spPr bwMode="auto">
            <a:xfrm flipV="1">
              <a:off x="1017" y="2304"/>
              <a:ext cx="0" cy="1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8" name="Object 25"/>
            <p:cNvGraphicFramePr>
              <a:graphicFrameLocks noChangeAspect="1"/>
            </p:cNvGraphicFramePr>
            <p:nvPr/>
          </p:nvGraphicFramePr>
          <p:xfrm>
            <a:off x="2505" y="3552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5" name="公式" r:id="rId5" imgW="6400800" imgH="6096000" progId="Equation.3">
                    <p:embed/>
                  </p:oleObj>
                </mc:Choice>
                <mc:Fallback>
                  <p:oleObj name="公式" r:id="rId5" imgW="6400800" imgH="6096000" progId="Equation.3">
                    <p:embed/>
                    <p:pic>
                      <p:nvPicPr>
                        <p:cNvPr id="0" name="图片 2355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505" y="3552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26"/>
            <p:cNvGraphicFramePr>
              <a:graphicFrameLocks noChangeAspect="1"/>
            </p:cNvGraphicFramePr>
            <p:nvPr/>
          </p:nvGraphicFramePr>
          <p:xfrm>
            <a:off x="817" y="2304"/>
            <a:ext cx="167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6" name="公式" r:id="rId7" imgW="6400800" imgH="7924800" progId="Equation.3">
                    <p:embed/>
                  </p:oleObj>
                </mc:Choice>
                <mc:Fallback>
                  <p:oleObj name="公式" r:id="rId7" imgW="6400800" imgH="7924800" progId="Equation.3">
                    <p:embed/>
                    <p:pic>
                      <p:nvPicPr>
                        <p:cNvPr id="0" name="图片 23555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17" y="2304"/>
                          <a:ext cx="167" cy="20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27"/>
            <p:cNvGraphicFramePr>
              <a:graphicFrameLocks noChangeAspect="1"/>
            </p:cNvGraphicFramePr>
            <p:nvPr/>
          </p:nvGraphicFramePr>
          <p:xfrm>
            <a:off x="912" y="3537"/>
            <a:ext cx="144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7" name="公式" r:id="rId9" imgW="5486400" imgH="6096000" progId="Equation.3">
                    <p:embed/>
                  </p:oleObj>
                </mc:Choice>
                <mc:Fallback>
                  <p:oleObj name="公式" r:id="rId9" imgW="5486400" imgH="6096000" progId="Equation.3">
                    <p:embed/>
                    <p:pic>
                      <p:nvPicPr>
                        <p:cNvPr id="0" name="图片 235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12" y="3537"/>
                          <a:ext cx="144" cy="1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28"/>
            <p:cNvGraphicFramePr>
              <a:graphicFrameLocks noChangeAspect="1"/>
            </p:cNvGraphicFramePr>
            <p:nvPr/>
          </p:nvGraphicFramePr>
          <p:xfrm>
            <a:off x="1394" y="3552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8" name="公式" r:id="rId11" imgW="5791200" imgH="6096000" progId="Equation.3">
                    <p:embed/>
                  </p:oleObj>
                </mc:Choice>
                <mc:Fallback>
                  <p:oleObj name="公式" r:id="rId11" imgW="5791200" imgH="6096000" progId="Equation.3">
                    <p:embed/>
                    <p:pic>
                      <p:nvPicPr>
                        <p:cNvPr id="0" name="图片 235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94" y="3552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9"/>
            <p:cNvGraphicFramePr>
              <a:graphicFrameLocks noChangeAspect="1"/>
            </p:cNvGraphicFramePr>
            <p:nvPr/>
          </p:nvGraphicFramePr>
          <p:xfrm>
            <a:off x="2217" y="3523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9" name="公式" r:id="rId13" imgW="5486400" imgH="7924800" progId="Equation.3">
                    <p:embed/>
                  </p:oleObj>
                </mc:Choice>
                <mc:Fallback>
                  <p:oleObj name="公式" r:id="rId13" imgW="5486400" imgH="7924800" progId="Equation.3">
                    <p:embed/>
                    <p:pic>
                      <p:nvPicPr>
                        <p:cNvPr id="0" name="图片 235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217" y="3523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Rectangle 31"/>
          <p:cNvSpPr>
            <a:spLocks noChangeArrowheads="1"/>
          </p:cNvSpPr>
          <p:nvPr/>
        </p:nvSpPr>
        <p:spPr bwMode="auto">
          <a:xfrm>
            <a:off x="3405386" y="2077244"/>
            <a:ext cx="1295400" cy="1250950"/>
          </a:xfrm>
          <a:prstGeom prst="rect">
            <a:avLst/>
          </a:prstGeom>
          <a:solidFill>
            <a:srgbClr val="00B050">
              <a:alpha val="50000"/>
            </a:srgbClr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32"/>
          <p:cNvSpPr>
            <a:spLocks noChangeShapeType="1"/>
          </p:cNvSpPr>
          <p:nvPr/>
        </p:nvSpPr>
        <p:spPr bwMode="auto">
          <a:xfrm>
            <a:off x="3970536" y="2121694"/>
            <a:ext cx="0" cy="1219200"/>
          </a:xfrm>
          <a:prstGeom prst="line">
            <a:avLst/>
          </a:prstGeom>
          <a:noFill/>
          <a:ln w="38100">
            <a:solidFill>
              <a:srgbClr val="FF00FF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5" name="Object 33"/>
          <p:cNvGraphicFramePr>
            <a:graphicFrameLocks noChangeAspect="1"/>
          </p:cNvGraphicFramePr>
          <p:nvPr/>
        </p:nvGraphicFramePr>
        <p:xfrm>
          <a:off x="3856236" y="3402807"/>
          <a:ext cx="215900" cy="376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0" name="公式" r:id="rId15" imgW="278765" imgH="490855" progId="Equation.3">
                  <p:embed/>
                </p:oleObj>
              </mc:Choice>
              <mc:Fallback>
                <p:oleObj name="公式" r:id="rId15" imgW="278765" imgH="490855" progId="Equation.3">
                  <p:embed/>
                  <p:pic>
                    <p:nvPicPr>
                      <p:cNvPr id="0" name="图片 2355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56236" y="3402807"/>
                        <a:ext cx="215900" cy="37623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34"/>
          <p:cNvSpPr>
            <a:spLocks noChangeShapeType="1"/>
          </p:cNvSpPr>
          <p:nvPr/>
        </p:nvSpPr>
        <p:spPr bwMode="auto">
          <a:xfrm flipH="1">
            <a:off x="2706886" y="2077244"/>
            <a:ext cx="1295400" cy="0"/>
          </a:xfrm>
          <a:prstGeom prst="line">
            <a:avLst/>
          </a:prstGeom>
          <a:noFill/>
          <a:ln w="38100">
            <a:solidFill>
              <a:srgbClr val="FF00FF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" name="Object 35"/>
          <p:cNvGraphicFramePr>
            <a:graphicFrameLocks noChangeAspect="1"/>
          </p:cNvGraphicFramePr>
          <p:nvPr/>
        </p:nvGraphicFramePr>
        <p:xfrm>
          <a:off x="2016324" y="1921669"/>
          <a:ext cx="684212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1" name="公式" r:id="rId17" imgW="948055" imgH="490855" progId="Equation.3">
                  <p:embed/>
                </p:oleObj>
              </mc:Choice>
              <mc:Fallback>
                <p:oleObj name="公式" r:id="rId17" imgW="948055" imgH="490855" progId="Equation.3">
                  <p:embed/>
                  <p:pic>
                    <p:nvPicPr>
                      <p:cNvPr id="0" name="图片 2356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016324" y="1921669"/>
                        <a:ext cx="684212" cy="3524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8"/>
          <p:cNvGraphicFramePr>
            <a:graphicFrameLocks noChangeAspect="1"/>
          </p:cNvGraphicFramePr>
          <p:nvPr/>
        </p:nvGraphicFramePr>
        <p:xfrm>
          <a:off x="6450211" y="2267109"/>
          <a:ext cx="27241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2" name="文档" r:id="rId19" imgW="5105400" imgH="838200" progId="Word.Document.8">
                  <p:embed/>
                </p:oleObj>
              </mc:Choice>
              <mc:Fallback>
                <p:oleObj name="文档" r:id="rId19" imgW="5105400" imgH="838200" progId="Word.Document.8">
                  <p:embed/>
                  <p:pic>
                    <p:nvPicPr>
                      <p:cNvPr id="0" name="图片 2356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450211" y="2267109"/>
                        <a:ext cx="2724150" cy="438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9"/>
          <p:cNvGraphicFramePr>
            <a:graphicFrameLocks noChangeAspect="1"/>
          </p:cNvGraphicFramePr>
          <p:nvPr/>
        </p:nvGraphicFramePr>
        <p:xfrm>
          <a:off x="5547494" y="2179340"/>
          <a:ext cx="11620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3" name="文档" r:id="rId21" imgW="2238375" imgH="1162050" progId="Word.Document.8">
                  <p:embed/>
                </p:oleObj>
              </mc:Choice>
              <mc:Fallback>
                <p:oleObj name="文档" r:id="rId21" imgW="2238375" imgH="1162050" progId="Word.Document.8">
                  <p:embed/>
                  <p:pic>
                    <p:nvPicPr>
                      <p:cNvPr id="0" name="图片 23562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547494" y="2179340"/>
                        <a:ext cx="1162050" cy="609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0"/>
          <p:cNvGraphicFramePr>
            <a:graphicFrameLocks noChangeAspect="1"/>
          </p:cNvGraphicFramePr>
          <p:nvPr/>
        </p:nvGraphicFramePr>
        <p:xfrm>
          <a:off x="5570736" y="2747169"/>
          <a:ext cx="38862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Document" r:id="rId23" imgW="14601825" imgH="2228850" progId="Word.Document.8">
                  <p:embed/>
                </p:oleObj>
              </mc:Choice>
              <mc:Fallback>
                <p:oleObj name="Document" r:id="rId23" imgW="14601825" imgH="2228850" progId="Word.Document.8">
                  <p:embed/>
                  <p:pic>
                    <p:nvPicPr>
                      <p:cNvPr id="0" name="图片 2356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570736" y="2747169"/>
                        <a:ext cx="3886200" cy="590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1"/>
          <p:cNvGraphicFramePr>
            <a:graphicFrameLocks noChangeAspect="1"/>
          </p:cNvGraphicFramePr>
          <p:nvPr/>
        </p:nvGraphicFramePr>
        <p:xfrm>
          <a:off x="5570736" y="3295809"/>
          <a:ext cx="3886200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文档" r:id="rId25" imgW="7296150" imgH="1114425" progId="Word.Document.8">
                  <p:embed/>
                </p:oleObj>
              </mc:Choice>
              <mc:Fallback>
                <p:oleObj name="文档" r:id="rId25" imgW="7296150" imgH="1114425" progId="Word.Document.8">
                  <p:embed/>
                  <p:pic>
                    <p:nvPicPr>
                      <p:cNvPr id="0" name="图片 2356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570736" y="3295809"/>
                        <a:ext cx="3886200" cy="590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2"/>
          <p:cNvGraphicFramePr>
            <a:graphicFrameLocks noChangeAspect="1"/>
          </p:cNvGraphicFramePr>
          <p:nvPr/>
        </p:nvGraphicFramePr>
        <p:xfrm>
          <a:off x="5570736" y="3960019"/>
          <a:ext cx="3124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6" name="文档" r:id="rId27" imgW="5867400" imgH="800100" progId="Word.Document.8">
                  <p:embed/>
                </p:oleObj>
              </mc:Choice>
              <mc:Fallback>
                <p:oleObj name="文档" r:id="rId27" imgW="5867400" imgH="800100" progId="Word.Document.8">
                  <p:embed/>
                  <p:pic>
                    <p:nvPicPr>
                      <p:cNvPr id="0" name="图片 23565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570736" y="3960019"/>
                        <a:ext cx="312420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6709276" y="1656874"/>
          <a:ext cx="3357392" cy="46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7" name="文档" r:id="rId29" imgW="5905500" imgH="838200" progId="Word.Document.8">
                  <p:embed/>
                </p:oleObj>
              </mc:Choice>
              <mc:Fallback>
                <p:oleObj name="文档" r:id="rId29" imgW="5905500" imgH="838200" progId="Word.Document.8">
                  <p:embed/>
                  <p:pic>
                    <p:nvPicPr>
                      <p:cNvPr id="0" name="图片 23566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709276" y="1656874"/>
                        <a:ext cx="3357392" cy="46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13" grpId="0" bldLvl="0" animBg="1"/>
      <p:bldP spid="14" grpId="0" bldLvl="0" animBg="1"/>
      <p:bldP spid="16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2058244" y="238135"/>
            <a:ext cx="93610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2477555" y="1556792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3427884" y="2765301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令</a:t>
            </a:r>
            <a:endParaRPr lang="zh-CN" altLang="en-US" sz="2800" b="1" dirty="0"/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4035227" y="2818681"/>
          <a:ext cx="1968500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7" name="Equation" r:id="rId1" imgW="47244000" imgH="10972800" progId="Equation.DSMT4">
                  <p:embed/>
                </p:oleObj>
              </mc:Choice>
              <mc:Fallback>
                <p:oleObj name="Equation" r:id="rId1" imgW="47244000" imgH="10972800" progId="Equation.DSMT4">
                  <p:embed/>
                  <p:pic>
                    <p:nvPicPr>
                      <p:cNvPr id="0" name="图片 2457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35227" y="2818681"/>
                        <a:ext cx="1968500" cy="455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6240016" y="2784351"/>
          <a:ext cx="154940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8" name="Equation" r:id="rId3" imgW="37185600" imgH="11582400" progId="Equation.DSMT4">
                  <p:embed/>
                </p:oleObj>
              </mc:Choice>
              <mc:Fallback>
                <p:oleObj name="Equation" r:id="rId3" imgW="37185600" imgH="11582400" progId="Equation.DSMT4">
                  <p:embed/>
                  <p:pic>
                    <p:nvPicPr>
                      <p:cNvPr id="0" name="图片 245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40016" y="2784351"/>
                        <a:ext cx="1549400" cy="4810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3592513" y="3643313"/>
          <a:ext cx="17272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79" name="Equation" r:id="rId5" imgW="41452800" imgH="10363200" progId="Equation.DSMT4">
                  <p:embed/>
                </p:oleObj>
              </mc:Choice>
              <mc:Fallback>
                <p:oleObj name="Equation" r:id="rId5" imgW="41452800" imgH="10363200" progId="Equation.DSMT4">
                  <p:embed/>
                  <p:pic>
                    <p:nvPicPr>
                      <p:cNvPr id="0" name="图片 245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92513" y="3643313"/>
                        <a:ext cx="1727200" cy="430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5761038" y="3429000"/>
          <a:ext cx="3162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0" name="Equation" r:id="rId7" imgW="75895200" imgH="17373600" progId="Equation.DSMT4">
                  <p:embed/>
                </p:oleObj>
              </mc:Choice>
              <mc:Fallback>
                <p:oleObj name="Equation" r:id="rId7" imgW="75895200" imgH="17373600" progId="Equation.DSMT4">
                  <p:embed/>
                  <p:pic>
                    <p:nvPicPr>
                      <p:cNvPr id="0" name="图片 245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761038" y="3429000"/>
                        <a:ext cx="3162300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2994314" y="4437112"/>
          <a:ext cx="2044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1" name="Equation" r:id="rId9" imgW="49072800" imgH="17373600" progId="Equation.DSMT4">
                  <p:embed/>
                </p:oleObj>
              </mc:Choice>
              <mc:Fallback>
                <p:oleObj name="Equation" r:id="rId9" imgW="49072800" imgH="17373600" progId="Equation.DSMT4">
                  <p:embed/>
                  <p:pic>
                    <p:nvPicPr>
                      <p:cNvPr id="0" name="图片 2458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94314" y="4437112"/>
                        <a:ext cx="2044700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5230614" y="4409356"/>
          <a:ext cx="1371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2" name="Equation" r:id="rId11" imgW="32918400" imgH="17373600" progId="Equation.DSMT4">
                  <p:embed/>
                </p:oleObj>
              </mc:Choice>
              <mc:Fallback>
                <p:oleObj name="Equation" r:id="rId11" imgW="32918400" imgH="17373600" progId="Equation.DSMT4">
                  <p:embed/>
                  <p:pic>
                    <p:nvPicPr>
                      <p:cNvPr id="0" name="图片 2458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230614" y="4409356"/>
                        <a:ext cx="1371600" cy="723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3351684" y="5584701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于是</a:t>
            </a:r>
            <a:endParaRPr lang="zh-CN" alt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3" name="Group 17"/>
          <p:cNvGrpSpPr/>
          <p:nvPr/>
        </p:nvGrpSpPr>
        <p:grpSpPr bwMode="auto">
          <a:xfrm>
            <a:off x="4388763" y="5502151"/>
            <a:ext cx="3995372" cy="723900"/>
            <a:chOff x="1844" y="2924"/>
            <a:chExt cx="1752" cy="456"/>
          </a:xfrm>
        </p:grpSpPr>
        <p:graphicFrame>
          <p:nvGraphicFramePr>
            <p:cNvPr id="14" name="Object 14"/>
            <p:cNvGraphicFramePr>
              <a:graphicFrameLocks noChangeAspect="1"/>
            </p:cNvGraphicFramePr>
            <p:nvPr/>
          </p:nvGraphicFramePr>
          <p:xfrm>
            <a:off x="1844" y="2924"/>
            <a:ext cx="743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3" name="Equation" r:id="rId13" imgW="28346400" imgH="17373600" progId="Equation.DSMT4">
                    <p:embed/>
                  </p:oleObj>
                </mc:Choice>
                <mc:Fallback>
                  <p:oleObj name="Equation" r:id="rId13" imgW="28346400" imgH="17373600" progId="Equation.DSMT4">
                    <p:embed/>
                    <p:pic>
                      <p:nvPicPr>
                        <p:cNvPr id="0" name="图片 2458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844" y="2924"/>
                          <a:ext cx="743" cy="4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5"/>
            <p:cNvGraphicFramePr>
              <a:graphicFrameLocks noChangeAspect="1"/>
            </p:cNvGraphicFramePr>
            <p:nvPr/>
          </p:nvGraphicFramePr>
          <p:xfrm>
            <a:off x="2715" y="2924"/>
            <a:ext cx="881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84" name="Equation" r:id="rId15" imgW="33528000" imgH="17373600" progId="Equation.DSMT4">
                    <p:embed/>
                  </p:oleObj>
                </mc:Choice>
                <mc:Fallback>
                  <p:oleObj name="Equation" r:id="rId15" imgW="33528000" imgH="17373600" progId="Equation.DSMT4">
                    <p:embed/>
                    <p:pic>
                      <p:nvPicPr>
                        <p:cNvPr id="0" name="图片 2458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2715" y="2924"/>
                          <a:ext cx="881" cy="4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TextBox 15"/>
          <p:cNvSpPr txBox="1"/>
          <p:nvPr/>
        </p:nvSpPr>
        <p:spPr bwMode="auto">
          <a:xfrm>
            <a:off x="2885341" y="237500"/>
            <a:ext cx="3383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比较积分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值的大小：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7264161" y="778017"/>
          <a:ext cx="11811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5" name="Equation" r:id="rId17" imgW="28346400" imgH="17373600" progId="Equation.DSMT4">
                  <p:embed/>
                </p:oleObj>
              </mc:Choice>
              <mc:Fallback>
                <p:oleObj name="Equation" r:id="rId17" imgW="28346400" imgH="17373600" progId="Equation.DSMT4">
                  <p:embed/>
                  <p:pic>
                    <p:nvPicPr>
                      <p:cNvPr id="0" name="图片 2458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264161" y="778017"/>
                        <a:ext cx="1181100" cy="720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1524000" y="1098868"/>
            <a:ext cx="203835" cy="183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9029086" y="778017"/>
          <a:ext cx="10445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6" name="Equation" r:id="rId19" imgW="24993600" imgH="17373600" progId="Equation.DSMT4">
                  <p:embed/>
                </p:oleObj>
              </mc:Choice>
              <mc:Fallback>
                <p:oleObj name="Equation" r:id="rId19" imgW="24993600" imgH="17373600" progId="Equation.DSMT4">
                  <p:embed/>
                  <p:pic>
                    <p:nvPicPr>
                      <p:cNvPr id="0" name="图片 2458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029086" y="778017"/>
                        <a:ext cx="1044575" cy="720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 bwMode="auto">
          <a:xfrm>
            <a:off x="8464503" y="876769"/>
            <a:ext cx="538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102023" y="876770"/>
            <a:ext cx="596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725918" y="778018"/>
          <a:ext cx="8890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7" name="Equation" r:id="rId21" imgW="21336000" imgH="17373600" progId="Equation.DSMT4">
                  <p:embed/>
                </p:oleObj>
              </mc:Choice>
              <mc:Fallback>
                <p:oleObj name="Equation" r:id="rId21" imgW="21336000" imgH="17373600" progId="Equation.DSMT4">
                  <p:embed/>
                  <p:pic>
                    <p:nvPicPr>
                      <p:cNvPr id="0" name="图片 2458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725918" y="778018"/>
                        <a:ext cx="889000" cy="720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3634160" y="876770"/>
            <a:ext cx="538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4198744" y="778018"/>
          <a:ext cx="20701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8" name="Equation" r:id="rId23" imgW="49682400" imgH="17373600" progId="Equation.DSMT4">
                  <p:embed/>
                </p:oleObj>
              </mc:Choice>
              <mc:Fallback>
                <p:oleObj name="Equation" r:id="rId23" imgW="49682400" imgH="17373600" progId="Equation.DSMT4">
                  <p:embed/>
                  <p:pic>
                    <p:nvPicPr>
                      <p:cNvPr id="0" name="图片 2458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198744" y="778018"/>
                        <a:ext cx="2070100" cy="720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Box 25"/>
          <p:cNvSpPr txBox="1"/>
          <p:nvPr/>
        </p:nvSpPr>
        <p:spPr bwMode="auto">
          <a:xfrm>
            <a:off x="6640266" y="876769"/>
            <a:ext cx="596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3115669" y="1516597"/>
            <a:ext cx="596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 bwMode="auto">
          <a:xfrm>
            <a:off x="3709681" y="1516597"/>
            <a:ext cx="650938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连续函数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(1+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(0, 1)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上总有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2782355" y="2132856"/>
            <a:ext cx="22783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ln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(1+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)&lt;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5086191" y="2078584"/>
          <a:ext cx="8890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9" name="Equation" r:id="rId25" imgW="21336000" imgH="17373600" progId="Equation.DSMT4">
                  <p:embed/>
                </p:oleObj>
              </mc:Choice>
              <mc:Fallback>
                <p:oleObj name="Equation" r:id="rId25" imgW="21336000" imgH="17373600" progId="Equation.DSMT4">
                  <p:embed/>
                  <p:pic>
                    <p:nvPicPr>
                      <p:cNvPr id="0" name="图片 2458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086191" y="2078584"/>
                        <a:ext cx="889000" cy="720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6096000" y="2274609"/>
          <a:ext cx="241300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0" name="Equation" r:id="rId27" imgW="5791200" imgH="5791200" progId="Equation.DSMT4">
                  <p:embed/>
                </p:oleObj>
              </mc:Choice>
              <mc:Fallback>
                <p:oleObj name="Equation" r:id="rId27" imgW="5791200" imgH="5791200" progId="Equation.DSMT4">
                  <p:embed/>
                  <p:pic>
                    <p:nvPicPr>
                      <p:cNvPr id="0" name="图片 24589"/>
                      <p:cNvPicPr>
                        <a:picLocks noChangeAspect="1"/>
                      </p:cNvPicPr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6096000" y="2274609"/>
                        <a:ext cx="241300" cy="2397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6384032" y="2034103"/>
          <a:ext cx="19685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1" name="Equation" r:id="rId29" imgW="47244000" imgH="17373600" progId="Equation.DSMT4">
                  <p:embed/>
                </p:oleObj>
              </mc:Choice>
              <mc:Fallback>
                <p:oleObj name="Equation" r:id="rId29" imgW="47244000" imgH="17373600" progId="Equation.DSMT4">
                  <p:embed/>
                  <p:pic>
                    <p:nvPicPr>
                      <p:cNvPr id="0" name="图片 24590"/>
                      <p:cNvPicPr>
                        <a:picLocks noChangeAspect="1"/>
                      </p:cNvPicPr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384032" y="2034103"/>
                        <a:ext cx="1968500" cy="7207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 bwMode="auto">
          <a:xfrm>
            <a:off x="2616613" y="2765301"/>
            <a:ext cx="5969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2" grpId="0"/>
      <p:bldP spid="27" grpId="0"/>
      <p:bldP spid="28" grpId="0"/>
      <p:bldP spid="29" grpId="0"/>
      <p:bldP spid="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337344"/>
            <a:ext cx="19812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例3</a:t>
            </a:r>
            <a:r>
              <a:rPr lang="en-US" altLang="zh-CN" sz="2800" b="1" dirty="0" smtClean="0">
                <a:solidFill>
                  <a:srgbClr val="7030A0"/>
                </a:solidFill>
                <a:ea typeface="楷体_GB2312" pitchFamily="49" charset="-122"/>
              </a:rPr>
              <a:t>. </a:t>
            </a:r>
            <a:r>
              <a:rPr lang="zh-CN" altLang="en-US" sz="2800" b="1" dirty="0" smtClean="0">
                <a:latin typeface="+mn-ea"/>
                <a:ea typeface="+mn-ea"/>
                <a:cs typeface="+mn-ea"/>
              </a:rPr>
              <a:t>试证</a:t>
            </a:r>
            <a:r>
              <a:rPr lang="en-US" altLang="zh-CN" sz="2800" b="1" dirty="0" smtClean="0">
                <a:latin typeface="+mn-ea"/>
                <a:ea typeface="+mn-ea"/>
                <a:cs typeface="+mn-ea"/>
              </a:rPr>
              <a:t>:</a:t>
            </a:r>
            <a:endParaRPr lang="en-US" altLang="zh-CN" sz="2800" b="1" dirty="0">
              <a:latin typeface="+mn-ea"/>
              <a:ea typeface="+mn-ea"/>
              <a:cs typeface="+mn-ea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3835400" y="179388"/>
          <a:ext cx="2641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1" name="Equation" r:id="rId1" imgW="63398400" imgH="20116800" progId="Equation.DSMT4">
                  <p:embed/>
                </p:oleObj>
              </mc:Choice>
              <mc:Fallback>
                <p:oleObj name="Equation" r:id="rId1" imgW="63398400" imgH="20116800" progId="Equation.DSMT4">
                  <p:embed/>
                  <p:pic>
                    <p:nvPicPr>
                      <p:cNvPr id="0" name="图片 25600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835400" y="179388"/>
                        <a:ext cx="2641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063750" y="1202532"/>
            <a:ext cx="1289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en-US" altLang="zh-CN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2800" b="1" dirty="0">
                <a:solidFill>
                  <a:srgbClr val="7030A0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设</a:t>
            </a:r>
            <a:endParaRPr lang="zh-CN" altLang="en-US" sz="2800" b="1" dirty="0">
              <a:ea typeface="楷体_GB2312" pitchFamily="49" charset="-122"/>
            </a:endParaRPr>
          </a:p>
        </p:txBody>
      </p:sp>
      <p:grpSp>
        <p:nvGrpSpPr>
          <p:cNvPr id="5" name="Group 5"/>
          <p:cNvGrpSpPr/>
          <p:nvPr/>
        </p:nvGrpSpPr>
        <p:grpSpPr bwMode="auto">
          <a:xfrm>
            <a:off x="3238500" y="1050132"/>
            <a:ext cx="1943100" cy="823912"/>
            <a:chOff x="1080" y="825"/>
            <a:chExt cx="1224" cy="519"/>
          </a:xfrm>
        </p:grpSpPr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1080" y="977"/>
            <a:ext cx="648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2" name="Equation" r:id="rId3" imgW="1204595" imgH="479425" progId="Equation.3">
                    <p:embed/>
                  </p:oleObj>
                </mc:Choice>
                <mc:Fallback>
                  <p:oleObj name="Equation" r:id="rId3" imgW="1204595" imgH="479425" progId="Equation.3">
                    <p:embed/>
                    <p:pic>
                      <p:nvPicPr>
                        <p:cNvPr id="0" name="图片 2560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80" y="977"/>
                          <a:ext cx="648" cy="2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1785" y="825"/>
            <a:ext cx="519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3" name="Equation" r:id="rId5" imgW="992505" imgH="992505" progId="Equation.3">
                    <p:embed/>
                  </p:oleObj>
                </mc:Choice>
                <mc:Fallback>
                  <p:oleObj name="Equation" r:id="rId5" imgW="992505" imgH="992505" progId="Equation.3">
                    <p:embed/>
                    <p:pic>
                      <p:nvPicPr>
                        <p:cNvPr id="0" name="图片 25602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785" y="825"/>
                          <a:ext cx="519" cy="51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8"/>
          <p:cNvGrpSpPr/>
          <p:nvPr/>
        </p:nvGrpSpPr>
        <p:grpSpPr bwMode="auto">
          <a:xfrm>
            <a:off x="5219700" y="1092042"/>
            <a:ext cx="3276600" cy="762000"/>
            <a:chOff x="2304" y="821"/>
            <a:chExt cx="2064" cy="480"/>
          </a:xfrm>
        </p:grpSpPr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2304" y="899"/>
              <a:ext cx="624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ea typeface="楷体_GB2312" pitchFamily="49" charset="-122"/>
                </a:rPr>
                <a:t>则在</a:t>
              </a:r>
              <a:endParaRPr lang="zh-CN" altLang="en-US" sz="2800" b="1">
                <a:ea typeface="楷体_GB2312" pitchFamily="49" charset="-122"/>
              </a:endParaRPr>
            </a:p>
          </p:txBody>
        </p:sp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2828" y="821"/>
            <a:ext cx="576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04" name="Equation" r:id="rId7" imgW="21945600" imgH="18288000" progId="Equation.DSMT4">
                    <p:embed/>
                  </p:oleObj>
                </mc:Choice>
                <mc:Fallback>
                  <p:oleObj name="Equation" r:id="rId7" imgW="21945600" imgH="18288000" progId="Equation.DSMT4">
                    <p:embed/>
                    <p:pic>
                      <p:nvPicPr>
                        <p:cNvPr id="0" name="图片 2560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828" y="821"/>
                          <a:ext cx="576" cy="48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3408" y="899"/>
              <a:ext cx="960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ea typeface="楷体_GB2312" pitchFamily="49" charset="-122"/>
                </a:rPr>
                <a:t>上 </a:t>
              </a:r>
              <a:r>
                <a:rPr lang="en-US" altLang="zh-CN" sz="2800" b="1">
                  <a:ea typeface="楷体_GB2312" pitchFamily="49" charset="-122"/>
                </a:rPr>
                <a:t>, </a:t>
              </a:r>
              <a:r>
                <a:rPr lang="zh-CN" altLang="en-US" sz="2800" b="1">
                  <a:ea typeface="楷体_GB2312" pitchFamily="49" charset="-122"/>
                </a:rPr>
                <a:t>有</a:t>
              </a:r>
              <a:endParaRPr lang="zh-CN" altLang="en-US" sz="2800" b="1">
                <a:ea typeface="楷体_GB2312" pitchFamily="49" charset="-122"/>
              </a:endParaRPr>
            </a:p>
          </p:txBody>
        </p:sp>
      </p:grpSp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781300" y="2089944"/>
          <a:ext cx="1104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5" name="Equation" r:id="rId9" imgW="1293495" imgH="490855" progId="Equation.3">
                  <p:embed/>
                </p:oleObj>
              </mc:Choice>
              <mc:Fallback>
                <p:oleObj name="Equation" r:id="rId9" imgW="1293495" imgH="490855" progId="Equation.3">
                  <p:embed/>
                  <p:pic>
                    <p:nvPicPr>
                      <p:cNvPr id="0" name="图片 2560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81300" y="2089944"/>
                        <a:ext cx="110490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3930650" y="1861344"/>
          <a:ext cx="193675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6" name="Equation" r:id="rId11" imgW="2330450" imgH="1026160" progId="Equation.3">
                  <p:embed/>
                </p:oleObj>
              </mc:Choice>
              <mc:Fallback>
                <p:oleObj name="Equation" r:id="rId11" imgW="2330450" imgH="1026160" progId="Equation.3">
                  <p:embed/>
                  <p:pic>
                    <p:nvPicPr>
                      <p:cNvPr id="0" name="图片 2560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930650" y="1861344"/>
                        <a:ext cx="1936750" cy="850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5943600" y="2089944"/>
          <a:ext cx="2628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Equation" r:id="rId13" imgW="3077845" imgH="479425" progId="Equation.3">
                  <p:embed/>
                </p:oleObj>
              </mc:Choice>
              <mc:Fallback>
                <p:oleObj name="Equation" r:id="rId13" imgW="3077845" imgH="479425" progId="Equation.3">
                  <p:embed/>
                  <p:pic>
                    <p:nvPicPr>
                      <p:cNvPr id="0" name="图片 2560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43600" y="2089944"/>
                        <a:ext cx="2628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6248400" y="1823244"/>
          <a:ext cx="774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8" name="Equation" r:id="rId15" imgW="902970" imgH="1026160" progId="Equation.3">
                  <p:embed/>
                </p:oleObj>
              </mc:Choice>
              <mc:Fallback>
                <p:oleObj name="Equation" r:id="rId15" imgW="902970" imgH="1026160" progId="Equation.3">
                  <p:embed/>
                  <p:pic>
                    <p:nvPicPr>
                      <p:cNvPr id="0" name="图片 2560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248400" y="1823244"/>
                        <a:ext cx="774700" cy="876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/>
        </p:nvGraphicFramePr>
        <p:xfrm>
          <a:off x="8610600" y="2115344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9" name="Equation" r:id="rId17" imgW="579755" imgH="368300" progId="Equation.3">
                  <p:embed/>
                </p:oleObj>
              </mc:Choice>
              <mc:Fallback>
                <p:oleObj name="Equation" r:id="rId17" imgW="579755" imgH="368300" progId="Equation.3">
                  <p:embed/>
                  <p:pic>
                    <p:nvPicPr>
                      <p:cNvPr id="0" name="图片 2560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610600" y="2115344"/>
                        <a:ext cx="495300" cy="317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7"/>
          <p:cNvGrpSpPr/>
          <p:nvPr/>
        </p:nvGrpSpPr>
        <p:grpSpPr bwMode="auto">
          <a:xfrm>
            <a:off x="3051175" y="2763044"/>
            <a:ext cx="4010025" cy="623888"/>
            <a:chOff x="962" y="1967"/>
            <a:chExt cx="2526" cy="393"/>
          </a:xfrm>
        </p:grpSpPr>
        <p:graphicFrame>
          <p:nvGraphicFramePr>
            <p:cNvPr id="18" name="Object 18"/>
            <p:cNvGraphicFramePr>
              <a:graphicFrameLocks noChangeAspect="1"/>
            </p:cNvGraphicFramePr>
            <p:nvPr/>
          </p:nvGraphicFramePr>
          <p:xfrm>
            <a:off x="962" y="1967"/>
            <a:ext cx="2526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10" name="Equation" r:id="rId19" imgW="4694555" imgH="613410" progId="Equation.DSMT4">
                    <p:embed/>
                  </p:oleObj>
                </mc:Choice>
                <mc:Fallback>
                  <p:oleObj name="Equation" r:id="rId19" imgW="4694555" imgH="613410" progId="Equation.DSMT4">
                    <p:embed/>
                    <p:pic>
                      <p:nvPicPr>
                        <p:cNvPr id="0" name="图片 2560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962" y="1967"/>
                          <a:ext cx="2526" cy="32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Object 19"/>
            <p:cNvGraphicFramePr>
              <a:graphicFrameLocks noChangeAspect="1"/>
            </p:cNvGraphicFramePr>
            <p:nvPr/>
          </p:nvGraphicFramePr>
          <p:xfrm>
            <a:off x="1625" y="1974"/>
            <a:ext cx="193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11" name="Equation" r:id="rId21" imgW="5181600" imgH="10363200" progId="Equation.DSMT4">
                    <p:embed/>
                  </p:oleObj>
                </mc:Choice>
                <mc:Fallback>
                  <p:oleObj name="Equation" r:id="rId21" imgW="5181600" imgH="10363200" progId="Equation.DSMT4">
                    <p:embed/>
                    <p:pic>
                      <p:nvPicPr>
                        <p:cNvPr id="0" name="图片 2561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625" y="1974"/>
                          <a:ext cx="193" cy="38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2063750" y="3586957"/>
            <a:ext cx="62547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即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21" name="Object 21"/>
          <p:cNvGraphicFramePr>
            <a:graphicFrameLocks noChangeAspect="1"/>
          </p:cNvGraphicFramePr>
          <p:nvPr/>
        </p:nvGraphicFramePr>
        <p:xfrm>
          <a:off x="3606800" y="3430588"/>
          <a:ext cx="279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2" name="Equation" r:id="rId23" imgW="6705600" imgH="20116800" progId="Equation.DSMT4">
                  <p:embed/>
                </p:oleObj>
              </mc:Choice>
              <mc:Fallback>
                <p:oleObj name="Equation" r:id="rId23" imgW="6705600" imgH="20116800" progId="Equation.DSMT4">
                  <p:embed/>
                  <p:pic>
                    <p:nvPicPr>
                      <p:cNvPr id="0" name="图片 25611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606800" y="3430588"/>
                        <a:ext cx="279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4044950" y="3678079"/>
          <a:ext cx="1612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3" name="Equation" r:id="rId25" imgW="1884680" imgH="479425" progId="Equation.3">
                  <p:embed/>
                </p:oleObj>
              </mc:Choice>
              <mc:Fallback>
                <p:oleObj name="Equation" r:id="rId25" imgW="1884680" imgH="479425" progId="Equation.3">
                  <p:embed/>
                  <p:pic>
                    <p:nvPicPr>
                      <p:cNvPr id="0" name="图片 2561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044950" y="3678079"/>
                        <a:ext cx="1612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23"/>
          <p:cNvGrpSpPr/>
          <p:nvPr/>
        </p:nvGrpSpPr>
        <p:grpSpPr bwMode="auto">
          <a:xfrm>
            <a:off x="5924550" y="3382169"/>
            <a:ext cx="1422400" cy="703262"/>
            <a:chOff x="2976" y="2246"/>
            <a:chExt cx="896" cy="443"/>
          </a:xfrm>
        </p:grpSpPr>
        <p:graphicFrame>
          <p:nvGraphicFramePr>
            <p:cNvPr id="24" name="Object 24"/>
            <p:cNvGraphicFramePr>
              <a:graphicFrameLocks noChangeAspect="1"/>
            </p:cNvGraphicFramePr>
            <p:nvPr/>
          </p:nvGraphicFramePr>
          <p:xfrm>
            <a:off x="2976" y="2433"/>
            <a:ext cx="89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14" name="Equation" r:id="rId27" imgW="1661795" imgH="479425" progId="Equation.3">
                    <p:embed/>
                  </p:oleObj>
                </mc:Choice>
                <mc:Fallback>
                  <p:oleObj name="Equation" r:id="rId27" imgW="1661795" imgH="479425" progId="Equation.3">
                    <p:embed/>
                    <p:pic>
                      <p:nvPicPr>
                        <p:cNvPr id="0" name="图片 25613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2976" y="2433"/>
                          <a:ext cx="896" cy="256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5"/>
            <p:cNvGraphicFramePr>
              <a:graphicFrameLocks noChangeAspect="1"/>
            </p:cNvGraphicFramePr>
            <p:nvPr/>
          </p:nvGraphicFramePr>
          <p:xfrm>
            <a:off x="3578" y="2246"/>
            <a:ext cx="17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15" name="Equation" r:id="rId29" imgW="6705600" imgH="16459200" progId="Equation.DSMT4">
                    <p:embed/>
                  </p:oleObj>
                </mc:Choice>
                <mc:Fallback>
                  <p:oleObj name="Equation" r:id="rId29" imgW="6705600" imgH="16459200" progId="Equation.DSMT4">
                    <p:embed/>
                    <p:pic>
                      <p:nvPicPr>
                        <p:cNvPr id="0" name="图片 25614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3578" y="2246"/>
                          <a:ext cx="176" cy="43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2063750" y="4534377"/>
            <a:ext cx="6794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故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3542665" y="4375468"/>
          <a:ext cx="4114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6" name="Equation" r:id="rId31" imgW="98755200" imgH="18897600" progId="Equation.DSMT4">
                  <p:embed/>
                </p:oleObj>
              </mc:Choice>
              <mc:Fallback>
                <p:oleObj name="Equation" r:id="rId31" imgW="98755200" imgH="18897600" progId="Equation.DSMT4">
                  <p:embed/>
                  <p:pic>
                    <p:nvPicPr>
                      <p:cNvPr id="0" name="图片 25615"/>
                      <p:cNvPicPr>
                        <a:picLocks noChangeAspect="1"/>
                      </p:cNvPicPr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3542665" y="4375468"/>
                        <a:ext cx="4114800" cy="787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2099945" y="5367179"/>
            <a:ext cx="5889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即</a:t>
            </a:r>
            <a:endParaRPr lang="zh-CN" altLang="en-US" sz="2800" b="1">
              <a:ea typeface="楷体_GB2312" pitchFamily="49" charset="-122"/>
            </a:endParaRPr>
          </a:p>
        </p:txBody>
      </p:sp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3663950" y="5292408"/>
          <a:ext cx="2552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7" name="Equation" r:id="rId33" imgW="61264800" imgH="20116800" progId="Equation.DSMT4">
                  <p:embed/>
                </p:oleObj>
              </mc:Choice>
              <mc:Fallback>
                <p:oleObj name="Equation" r:id="rId33" imgW="61264800" imgH="20116800" progId="Equation.DSMT4">
                  <p:embed/>
                  <p:pic>
                    <p:nvPicPr>
                      <p:cNvPr id="0" name="图片 25616"/>
                      <p:cNvPicPr>
                        <a:picLocks noChangeAspect="1"/>
                      </p:cNvPicPr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3663950" y="5292408"/>
                        <a:ext cx="25527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 bwMode="auto">
          <a:xfrm>
            <a:off x="2064058" y="5971382"/>
            <a:ext cx="10775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证毕</a:t>
            </a:r>
            <a:r>
              <a:rPr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.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20" grpId="0" autoUpdateAnimBg="0"/>
      <p:bldP spid="26" grpId="0" autoUpdateAnimBg="0"/>
      <p:bldP spid="28" grpId="0" autoUpdateAnimBg="0"/>
      <p:bldP spid="3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639918" y="1386458"/>
            <a:ext cx="1143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521075" y="1296988"/>
          <a:ext cx="2514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5" name="Equation" r:id="rId1" imgW="60350400" imgH="20116800" progId="Equation.DSMT4">
                  <p:embed/>
                </p:oleObj>
              </mc:Choice>
              <mc:Fallback>
                <p:oleObj name="Equation" r:id="rId1" imgW="60350400" imgH="20116800" progId="Equation.DSMT4">
                  <p:embed/>
                  <p:pic>
                    <p:nvPicPr>
                      <p:cNvPr id="0" name="图片 266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21075" y="1296988"/>
                        <a:ext cx="25146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456045" y="1542733"/>
          <a:ext cx="17272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" name="Equation" r:id="rId3" imgW="41452800" imgH="9448800" progId="Equation.DSMT4">
                  <p:embed/>
                </p:oleObj>
              </mc:Choice>
              <mc:Fallback>
                <p:oleObj name="Equation" r:id="rId3" imgW="41452800" imgH="9448800" progId="Equation.DSMT4">
                  <p:embed/>
                  <p:pic>
                    <p:nvPicPr>
                      <p:cNvPr id="0" name="图片 2662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56045" y="1542733"/>
                        <a:ext cx="1727200" cy="3921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3502025" y="2592388"/>
          <a:ext cx="1892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7" name="Equation" r:id="rId5" imgW="45415200" imgH="10972800" progId="Equation.DSMT4">
                  <p:embed/>
                </p:oleObj>
              </mc:Choice>
              <mc:Fallback>
                <p:oleObj name="Equation" r:id="rId5" imgW="45415200" imgH="10972800" progId="Equation.DSMT4">
                  <p:embed/>
                  <p:pic>
                    <p:nvPicPr>
                      <p:cNvPr id="0" name="图片 2662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02025" y="2592388"/>
                        <a:ext cx="18923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6276975" y="2363788"/>
          <a:ext cx="2616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8" name="Equation" r:id="rId7" imgW="62788800" imgH="20116800" progId="Equation.DSMT4">
                  <p:embed/>
                </p:oleObj>
              </mc:Choice>
              <mc:Fallback>
                <p:oleObj name="Equation" r:id="rId7" imgW="62788800" imgH="20116800" progId="Equation.DSMT4">
                  <p:embed/>
                  <p:pic>
                    <p:nvPicPr>
                      <p:cNvPr id="0" name="图片 2662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276975" y="2363788"/>
                        <a:ext cx="26162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3509963" y="3429000"/>
          <a:ext cx="50546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9" name="Equation" r:id="rId9" imgW="121310400" imgH="21336000" progId="Equation.DSMT4">
                  <p:embed/>
                </p:oleObj>
              </mc:Choice>
              <mc:Fallback>
                <p:oleObj name="Equation" r:id="rId9" imgW="121310400" imgH="21336000" progId="Equation.DSMT4">
                  <p:embed/>
                  <p:pic>
                    <p:nvPicPr>
                      <p:cNvPr id="0" name="图片 2662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09963" y="3429000"/>
                        <a:ext cx="50546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465513" y="4649788"/>
          <a:ext cx="4775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" name="Equation" r:id="rId11" imgW="92964000" imgH="21336000" progId="Equation.DSMT4">
                  <p:embed/>
                </p:oleObj>
              </mc:Choice>
              <mc:Fallback>
                <p:oleObj name="Equation" r:id="rId11" imgW="92964000" imgH="21336000" progId="Equation.DSMT4">
                  <p:embed/>
                  <p:pic>
                    <p:nvPicPr>
                      <p:cNvPr id="0" name="图片 2662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465513" y="4649788"/>
                        <a:ext cx="47752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5837238" y="220663"/>
          <a:ext cx="220662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1" name="Equation" r:id="rId13" imgW="53035200" imgH="21336000" progId="Equation.DSMT4">
                  <p:embed/>
                </p:oleObj>
              </mc:Choice>
              <mc:Fallback>
                <p:oleObj name="Equation" r:id="rId13" imgW="53035200" imgH="21336000" progId="Equation.DSMT4">
                  <p:embed/>
                  <p:pic>
                    <p:nvPicPr>
                      <p:cNvPr id="0" name="图片 2663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837238" y="220663"/>
                        <a:ext cx="2206625" cy="892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639616" y="404664"/>
            <a:ext cx="31165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估计积分的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值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077540" y="1891110"/>
            <a:ext cx="1447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877095" y="1881188"/>
            <a:ext cx="449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/>
              <a:t>由积分中值定理知有</a:t>
            </a:r>
            <a:endParaRPr lang="zh-CN" altLang="en-US" sz="2800" b="1" dirty="0"/>
          </a:p>
        </p:txBody>
      </p:sp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240016" y="1954610"/>
          <a:ext cx="19177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49" name="Equation" r:id="rId1" imgW="46024800" imgH="9448800" progId="Equation.DSMT4">
                  <p:embed/>
                </p:oleObj>
              </mc:Choice>
              <mc:Fallback>
                <p:oleObj name="Equation" r:id="rId1" imgW="46024800" imgH="9448800" progId="Equation.DSMT4">
                  <p:embed/>
                  <p:pic>
                    <p:nvPicPr>
                      <p:cNvPr id="0" name="图片 276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40016" y="1954610"/>
                        <a:ext cx="1917700" cy="3921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877095" y="2795588"/>
            <a:ext cx="609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使</a:t>
            </a:r>
            <a:endParaRPr lang="zh-CN" altLang="en-US" sz="2800" b="1"/>
          </a:p>
        </p:txBody>
      </p:sp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3435350" y="2592388"/>
          <a:ext cx="2527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" name="Equation" r:id="rId3" imgW="60655200" imgH="21336000" progId="Equation.DSMT4">
                  <p:embed/>
                </p:oleObj>
              </mc:Choice>
              <mc:Fallback>
                <p:oleObj name="Equation" r:id="rId3" imgW="60655200" imgH="21336000" progId="Equation.DSMT4">
                  <p:embed/>
                  <p:pic>
                    <p:nvPicPr>
                      <p:cNvPr id="0" name="图片 276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35350" y="2592388"/>
                        <a:ext cx="2527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6007249" y="2604294"/>
          <a:ext cx="3517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1" name="Equation" r:id="rId5" imgW="84429600" imgH="21640800" progId="Equation.DSMT4">
                  <p:embed/>
                </p:oleObj>
              </mc:Choice>
              <mc:Fallback>
                <p:oleObj name="Equation" r:id="rId5" imgW="84429600" imgH="21640800" progId="Equation.DSMT4">
                  <p:embed/>
                  <p:pic>
                    <p:nvPicPr>
                      <p:cNvPr id="0" name="图片 276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07249" y="2604294"/>
                        <a:ext cx="35179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035300" y="3557588"/>
          <a:ext cx="3213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2" name="Equation" r:id="rId7" imgW="77114400" imgH="21336000" progId="Equation.DSMT4">
                  <p:embed/>
                </p:oleObj>
              </mc:Choice>
              <mc:Fallback>
                <p:oleObj name="Equation" r:id="rId7" imgW="77114400" imgH="21336000" progId="Equation.DSMT4">
                  <p:embed/>
                  <p:pic>
                    <p:nvPicPr>
                      <p:cNvPr id="0" name="图片 2765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35300" y="3557588"/>
                        <a:ext cx="32131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>
            <a:graphicFrameLocks noChangeAspect="1"/>
          </p:cNvGraphicFramePr>
          <p:nvPr/>
        </p:nvGraphicFramePr>
        <p:xfrm>
          <a:off x="6538913" y="3589338"/>
          <a:ext cx="28575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3" name="Equation" r:id="rId9" imgW="68580000" imgH="21640800" progId="Equation.DSMT4">
                  <p:embed/>
                </p:oleObj>
              </mc:Choice>
              <mc:Fallback>
                <p:oleObj name="Equation" r:id="rId9" imgW="68580000" imgH="21640800" progId="Equation.DSMT4">
                  <p:embed/>
                  <p:pic>
                    <p:nvPicPr>
                      <p:cNvPr id="0" name="图片 2765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538913" y="3589338"/>
                        <a:ext cx="28575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3126159" y="4725144"/>
          <a:ext cx="20320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4" name="Equation" r:id="rId11" imgW="48768000" imgH="14020800" progId="Equation.DSMT4">
                  <p:embed/>
                </p:oleObj>
              </mc:Choice>
              <mc:Fallback>
                <p:oleObj name="Equation" r:id="rId11" imgW="48768000" imgH="14020800" progId="Equation.DSMT4">
                  <p:embed/>
                  <p:pic>
                    <p:nvPicPr>
                      <p:cNvPr id="0" name="图片 27653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26159" y="4725144"/>
                        <a:ext cx="2032000" cy="582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5405438" y="4795838"/>
          <a:ext cx="571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Equation" r:id="rId13" imgW="13716000" imgH="9448800" progId="Equation.DSMT4">
                  <p:embed/>
                </p:oleObj>
              </mc:Choice>
              <mc:Fallback>
                <p:oleObj name="Equation" r:id="rId13" imgW="13716000" imgH="9448800" progId="Equation.DSMT4">
                  <p:embed/>
                  <p:pic>
                    <p:nvPicPr>
                      <p:cNvPr id="0" name="图片 27654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05438" y="4795838"/>
                        <a:ext cx="571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086475" y="260350"/>
          <a:ext cx="18288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6" name="Equation" r:id="rId15" imgW="43891200" imgH="13106400" progId="Equation.DSMT4">
                  <p:embed/>
                </p:oleObj>
              </mc:Choice>
              <mc:Fallback>
                <p:oleObj name="Equation" r:id="rId15" imgW="43891200" imgH="13106400" progId="Equation.DSMT4">
                  <p:embed/>
                  <p:pic>
                    <p:nvPicPr>
                      <p:cNvPr id="0" name="图片 2765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086475" y="260350"/>
                        <a:ext cx="1828800" cy="5429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1524000" y="444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 dirty="0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489450" y="908720"/>
          <a:ext cx="321310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Equation" r:id="rId17" imgW="77114400" imgH="21336000" progId="Equation.DSMT4">
                  <p:embed/>
                </p:oleObj>
              </mc:Choice>
              <mc:Fallback>
                <p:oleObj name="Equation" r:id="rId17" imgW="77114400" imgH="21336000" progId="Equation.DSMT4">
                  <p:embed/>
                  <p:pic>
                    <p:nvPicPr>
                      <p:cNvPr id="0" name="图片 2765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489450" y="908720"/>
                        <a:ext cx="3213100" cy="892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 bwMode="auto">
          <a:xfrm>
            <a:off x="2639616" y="241636"/>
            <a:ext cx="8051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 bwMode="auto">
          <a:xfrm>
            <a:off x="3454263" y="241636"/>
            <a:ext cx="25819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设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可导，且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 bwMode="auto">
          <a:xfrm>
            <a:off x="7968208" y="241636"/>
            <a:ext cx="894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，求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6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919536" y="241636"/>
            <a:ext cx="8051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2639616" y="243199"/>
            <a:ext cx="76771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函数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0,1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区间上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连续，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(0,1)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内可导，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82401" y="818297"/>
          <a:ext cx="26241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" name="Equation" r:id="rId1" imgW="62788800" imgH="19507200" progId="Equation.DSMT4">
                  <p:embed/>
                </p:oleObj>
              </mc:Choice>
              <mc:Fallback>
                <p:oleObj name="Equation" r:id="rId1" imgW="62788800" imgH="19507200" progId="Equation.DSMT4">
                  <p:embed/>
                  <p:pic>
                    <p:nvPicPr>
                      <p:cNvPr id="0" name="图片 286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2401" y="818297"/>
                        <a:ext cx="2624138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655840" y="998012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则存在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906135" y="1065312"/>
          <a:ext cx="131603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4" name="Equation" r:id="rId3" imgW="31394400" imgH="9448800" progId="Equation.DSMT4">
                  <p:embed/>
                </p:oleObj>
              </mc:Choice>
              <mc:Fallback>
                <p:oleObj name="Equation" r:id="rId3" imgW="31394400" imgH="9448800" progId="Equation.DSMT4">
                  <p:embed/>
                  <p:pic>
                    <p:nvPicPr>
                      <p:cNvPr id="0" name="图片 2867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06135" y="1065312"/>
                        <a:ext cx="1316038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 bwMode="auto">
          <a:xfrm>
            <a:off x="7320136" y="981502"/>
            <a:ext cx="894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8230751" y="1042695"/>
          <a:ext cx="14097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5" name="Equation" r:id="rId5" imgW="33832800" imgH="9753600" progId="Equation.DSMT4">
                  <p:embed/>
                </p:oleObj>
              </mc:Choice>
              <mc:Fallback>
                <p:oleObj name="Equation" r:id="rId5" imgW="33832800" imgH="9753600" progId="Equation.DSMT4">
                  <p:embed/>
                  <p:pic>
                    <p:nvPicPr>
                      <p:cNvPr id="0" name="图片 2867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30751" y="1042695"/>
                        <a:ext cx="1409700" cy="4000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 bwMode="auto">
          <a:xfrm>
            <a:off x="2831328" y="2108979"/>
            <a:ext cx="3738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由积分中值定理，存在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3"/>
          <p:cNvSpPr txBox="1">
            <a:spLocks noChangeArrowheads="1"/>
          </p:cNvSpPr>
          <p:nvPr/>
        </p:nvSpPr>
        <p:spPr bwMode="auto">
          <a:xfrm>
            <a:off x="2112566" y="2108642"/>
            <a:ext cx="936104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7030A0"/>
                </a:solidFill>
                <a:ea typeface="黑体" panose="02010609060101010101" pitchFamily="49" charset="-122"/>
              </a:rPr>
              <a:t>证</a:t>
            </a: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6676270" y="1903536"/>
          <a:ext cx="1554163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6" name="Equation" r:id="rId7" imgW="37490400" imgH="22555200" progId="Equation.DSMT4">
                  <p:embed/>
                </p:oleObj>
              </mc:Choice>
              <mc:Fallback>
                <p:oleObj name="Equation" r:id="rId7" imgW="37490400" imgH="22555200" progId="Equation.DSMT4">
                  <p:embed/>
                  <p:pic>
                    <p:nvPicPr>
                      <p:cNvPr id="0" name="图片 2867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76270" y="1903536"/>
                        <a:ext cx="1554163" cy="9318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 bwMode="auto">
          <a:xfrm>
            <a:off x="8419554" y="2108642"/>
            <a:ext cx="894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113178" y="2782362"/>
          <a:ext cx="368300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7" name="Equation" r:id="rId9" imgW="88392000" imgH="23164800" progId="Equation.DSMT4">
                  <p:embed/>
                </p:oleObj>
              </mc:Choice>
              <mc:Fallback>
                <p:oleObj name="Equation" r:id="rId9" imgW="88392000" imgH="23164800" progId="Equation.DSMT4">
                  <p:embed/>
                  <p:pic>
                    <p:nvPicPr>
                      <p:cNvPr id="0" name="图片 2867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13178" y="2782362"/>
                        <a:ext cx="3683000" cy="9715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 bwMode="auto">
          <a:xfrm>
            <a:off x="2112953" y="3660264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从而，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812187" y="3905999"/>
          <a:ext cx="256063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8" name="Equation" r:id="rId11" imgW="61264800" imgH="19507200" progId="Equation.DSMT4">
                  <p:embed/>
                </p:oleObj>
              </mc:Choice>
              <mc:Fallback>
                <p:oleObj name="Equation" r:id="rId11" imgW="61264800" imgH="19507200" progId="Equation.DSMT4">
                  <p:embed/>
                  <p:pic>
                    <p:nvPicPr>
                      <p:cNvPr id="0" name="图片 28677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12187" y="3905999"/>
                        <a:ext cx="2560638" cy="812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6449774" y="4201249"/>
          <a:ext cx="1071562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9" name="Equation" r:id="rId13" imgW="25908000" imgH="9448800" progId="Equation.DSMT4">
                  <p:embed/>
                </p:oleObj>
              </mc:Choice>
              <mc:Fallback>
                <p:oleObj name="Equation" r:id="rId13" imgW="25908000" imgH="9448800" progId="Equation.DSMT4">
                  <p:embed/>
                  <p:pic>
                    <p:nvPicPr>
                      <p:cNvPr id="0" name="图片 2867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449774" y="4201249"/>
                        <a:ext cx="1071562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2351584" y="4808805"/>
            <a:ext cx="78339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区间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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/>
              </a:rPr>
              <a:t>,1]</a:t>
            </a: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上满足罗尔中值定理，故存在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991544" y="5517232"/>
          <a:ext cx="23876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0" name="Equation" r:id="rId15" imgW="57302400" imgH="9448800" progId="Equation.DSMT4">
                  <p:embed/>
                </p:oleObj>
              </mc:Choice>
              <mc:Fallback>
                <p:oleObj name="Equation" r:id="rId15" imgW="57302400" imgH="9448800" progId="Equation.DSMT4">
                  <p:embed/>
                  <p:pic>
                    <p:nvPicPr>
                      <p:cNvPr id="0" name="图片 2867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91544" y="5517232"/>
                        <a:ext cx="2387600" cy="3873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4495353" y="5434414"/>
            <a:ext cx="8940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使得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1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5321631" y="5495998"/>
          <a:ext cx="1409700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Equation" r:id="rId17" imgW="33832800" imgH="9753600" progId="Equation.DSMT4">
                  <p:embed/>
                </p:oleObj>
              </mc:Choice>
              <mc:Fallback>
                <p:oleObj name="Equation" r:id="rId17" imgW="33832800" imgH="9753600" progId="Equation.DSMT4">
                  <p:embed/>
                  <p:pic>
                    <p:nvPicPr>
                      <p:cNvPr id="0" name="图片 2868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321631" y="5495998"/>
                        <a:ext cx="1409700" cy="4000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 bwMode="auto">
          <a:xfrm>
            <a:off x="2112948" y="6091619"/>
            <a:ext cx="9829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utoUpdateAnimBg="0"/>
      <p:bldP spid="16" grpId="0"/>
      <p:bldP spid="19" grpId="0"/>
      <p:bldP spid="24" grpId="0"/>
      <p:bldP spid="27" grpId="0"/>
      <p:bldP spid="3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760814" y="1394634"/>
            <a:ext cx="838200" cy="533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b="1" dirty="0" smtClean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</a:t>
            </a:r>
            <a:endParaRPr lang="en-US" altLang="zh-CN" sz="2800" b="1" dirty="0"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435819" y="1375584"/>
            <a:ext cx="16052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比较大小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2134829" y="2031202"/>
          <a:ext cx="316224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7" name="Equation" r:id="rId1" imgW="75895200" imgH="16459200" progId="Equation.DSMT4">
                  <p:embed/>
                </p:oleObj>
              </mc:Choice>
              <mc:Fallback>
                <p:oleObj name="Equation" r:id="rId1" imgW="75895200" imgH="16459200" progId="Equation.DSMT4">
                  <p:embed/>
                  <p:pic>
                    <p:nvPicPr>
                      <p:cNvPr id="0" name="图片 296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4829" y="2031202"/>
                        <a:ext cx="316224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6613868" y="2056274"/>
          <a:ext cx="330192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" name="Equation" r:id="rId3" imgW="79248000" imgH="16459200" progId="Equation.DSMT4">
                  <p:embed/>
                </p:oleObj>
              </mc:Choice>
              <mc:Fallback>
                <p:oleObj name="Equation" r:id="rId3" imgW="79248000" imgH="16459200" progId="Equation.DSMT4">
                  <p:embed/>
                  <p:pic>
                    <p:nvPicPr>
                      <p:cNvPr id="0" name="图片 2969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13868" y="2056274"/>
                        <a:ext cx="3301920" cy="685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786078" y="2090286"/>
            <a:ext cx="385445" cy="52197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380160" y="2137921"/>
            <a:ext cx="38544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2134922" y="2821251"/>
          <a:ext cx="4203360" cy="965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9" name="Equation" r:id="rId5" imgW="100888800" imgH="23164800" progId="Equation.DSMT4">
                  <p:embed/>
                </p:oleObj>
              </mc:Choice>
              <mc:Fallback>
                <p:oleObj name="Equation" r:id="rId5" imgW="100888800" imgH="23164800" progId="Equation.DSMT4">
                  <p:embed/>
                  <p:pic>
                    <p:nvPicPr>
                      <p:cNvPr id="0" name="图片 2969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4922" y="2821251"/>
                        <a:ext cx="4203360" cy="96516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443339" y="3039090"/>
            <a:ext cx="38544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&lt;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1847528" y="341784"/>
            <a:ext cx="82296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zh-CN" b="1" dirty="0" smtClean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隶书" panose="02010509060101010101" pitchFamily="49" charset="-122"/>
                <a:ea typeface="隶书" panose="02010509060101010101" pitchFamily="49" charset="-122"/>
              </a:rPr>
              <a:t>练习5.1.2</a:t>
            </a:r>
            <a:endParaRPr lang="zh-CN" altLang="zh-CN" b="1" dirty="0" smtClean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1905184" y="4100800"/>
            <a:ext cx="11607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证明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071140" y="3919815"/>
          <a:ext cx="3543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Equation" r:id="rId7" imgW="85039200" imgH="21336000" progId="Equation.DSMT4">
                  <p:embed/>
                </p:oleObj>
              </mc:Choice>
              <mc:Fallback>
                <p:oleObj name="Equation" r:id="rId7" imgW="85039200" imgH="21336000" progId="Equation.DSMT4">
                  <p:embed/>
                  <p:pic>
                    <p:nvPicPr>
                      <p:cNvPr id="0" name="图片 2969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1140" y="3919815"/>
                        <a:ext cx="3543300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 bwMode="auto">
          <a:xfrm>
            <a:off x="2134672" y="5298018"/>
            <a:ext cx="1249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提示：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384731" y="5167337"/>
          <a:ext cx="4394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1" name="Equation" r:id="rId9" imgW="105460800" imgH="22555200" progId="Equation.DSMT4">
                  <p:embed/>
                </p:oleObj>
              </mc:Choice>
              <mc:Fallback>
                <p:oleObj name="Equation" r:id="rId9" imgW="105460800" imgH="22555200" progId="Equation.DSMT4">
                  <p:embed/>
                  <p:pic>
                    <p:nvPicPr>
                      <p:cNvPr id="0" name="图片 2970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84731" y="5167337"/>
                        <a:ext cx="4394200" cy="939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" name="组合 39"/>
          <p:cNvGrpSpPr/>
          <p:nvPr/>
        </p:nvGrpSpPr>
        <p:grpSpPr>
          <a:xfrm>
            <a:off x="7032105" y="223896"/>
            <a:ext cx="1945914" cy="1476912"/>
            <a:chOff x="5508105" y="223896"/>
            <a:chExt cx="1945914" cy="1476912"/>
          </a:xfrm>
        </p:grpSpPr>
        <p:grpSp>
          <p:nvGrpSpPr>
            <p:cNvPr id="24" name="组合 23"/>
            <p:cNvGrpSpPr/>
            <p:nvPr/>
          </p:nvGrpSpPr>
          <p:grpSpPr>
            <a:xfrm>
              <a:off x="5509803" y="617349"/>
              <a:ext cx="1944216" cy="1083459"/>
              <a:chOff x="5580112" y="188640"/>
              <a:chExt cx="1944216" cy="1083459"/>
            </a:xfrm>
          </p:grpSpPr>
          <p:cxnSp>
            <p:nvCxnSpPr>
              <p:cNvPr id="17" name="直接箭头连接符 16"/>
              <p:cNvCxnSpPr/>
              <p:nvPr/>
            </p:nvCxnSpPr>
            <p:spPr>
              <a:xfrm>
                <a:off x="5580112" y="1272099"/>
                <a:ext cx="1944216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/>
              <p:cNvCxnSpPr/>
              <p:nvPr/>
            </p:nvCxnSpPr>
            <p:spPr>
              <a:xfrm flipV="1">
                <a:off x="5580112" y="188640"/>
                <a:ext cx="0" cy="107812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/>
              <p:cNvCxnSpPr/>
              <p:nvPr/>
            </p:nvCxnSpPr>
            <p:spPr>
              <a:xfrm flipV="1">
                <a:off x="5580112" y="188640"/>
                <a:ext cx="1080120" cy="1078126"/>
              </a:xfrm>
              <a:prstGeom prst="line">
                <a:avLst/>
              </a:prstGeom>
              <a:ln w="1905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任意多边形 24"/>
            <p:cNvSpPr/>
            <p:nvPr/>
          </p:nvSpPr>
          <p:spPr>
            <a:xfrm>
              <a:off x="5508105" y="223896"/>
              <a:ext cx="936104" cy="1476375"/>
            </a:xfrm>
            <a:custGeom>
              <a:avLst/>
              <a:gdLst>
                <a:gd name="connsiteX0" fmla="*/ 0 w 1038225"/>
                <a:gd name="connsiteY0" fmla="*/ 1476375 h 1476375"/>
                <a:gd name="connsiteX1" fmla="*/ 438150 w 1038225"/>
                <a:gd name="connsiteY1" fmla="*/ 1228725 h 1476375"/>
                <a:gd name="connsiteX2" fmla="*/ 1038225 w 1038225"/>
                <a:gd name="connsiteY2" fmla="*/ 0 h 14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38225" h="1476375">
                  <a:moveTo>
                    <a:pt x="0" y="1476375"/>
                  </a:moveTo>
                  <a:cubicBezTo>
                    <a:pt x="132556" y="1475581"/>
                    <a:pt x="265113" y="1474787"/>
                    <a:pt x="438150" y="1228725"/>
                  </a:cubicBezTo>
                  <a:cubicBezTo>
                    <a:pt x="611187" y="982663"/>
                    <a:pt x="824706" y="491331"/>
                    <a:pt x="1038225" y="0"/>
                  </a:cubicBezTo>
                </a:path>
              </a:pathLst>
            </a:cu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7" name="直接连接符 26"/>
          <p:cNvCxnSpPr/>
          <p:nvPr/>
        </p:nvCxnSpPr>
        <p:spPr>
          <a:xfrm>
            <a:off x="7571097" y="1124744"/>
            <a:ext cx="0" cy="575527"/>
          </a:xfrm>
          <a:prstGeom prst="line">
            <a:avLst/>
          </a:prstGeom>
          <a:ln w="158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/>
          <p:cNvGrpSpPr/>
          <p:nvPr/>
        </p:nvGrpSpPr>
        <p:grpSpPr>
          <a:xfrm>
            <a:off x="6964254" y="3098398"/>
            <a:ext cx="2304256" cy="1315308"/>
            <a:chOff x="5508104" y="2708920"/>
            <a:chExt cx="2304256" cy="1315308"/>
          </a:xfrm>
        </p:grpSpPr>
        <p:cxnSp>
          <p:nvCxnSpPr>
            <p:cNvPr id="31" name="直接箭头连接符 30"/>
            <p:cNvCxnSpPr/>
            <p:nvPr/>
          </p:nvCxnSpPr>
          <p:spPr>
            <a:xfrm>
              <a:off x="5508104" y="3501008"/>
              <a:ext cx="2304256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/>
            <p:nvPr/>
          </p:nvCxnSpPr>
          <p:spPr>
            <a:xfrm flipV="1">
              <a:off x="6554316" y="2708920"/>
              <a:ext cx="0" cy="131530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任意多边形 36"/>
            <p:cNvSpPr/>
            <p:nvPr/>
          </p:nvSpPr>
          <p:spPr>
            <a:xfrm>
              <a:off x="5686425" y="3524250"/>
              <a:ext cx="857250" cy="352678"/>
            </a:xfrm>
            <a:custGeom>
              <a:avLst/>
              <a:gdLst>
                <a:gd name="connsiteX0" fmla="*/ 0 w 857250"/>
                <a:gd name="connsiteY0" fmla="*/ 352425 h 352678"/>
                <a:gd name="connsiteX1" fmla="*/ 276225 w 857250"/>
                <a:gd name="connsiteY1" fmla="*/ 323850 h 352678"/>
                <a:gd name="connsiteX2" fmla="*/ 647700 w 857250"/>
                <a:gd name="connsiteY2" fmla="*/ 171450 h 352678"/>
                <a:gd name="connsiteX3" fmla="*/ 857250 w 857250"/>
                <a:gd name="connsiteY3" fmla="*/ 0 h 352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0" h="352678">
                  <a:moveTo>
                    <a:pt x="0" y="352425"/>
                  </a:moveTo>
                  <a:cubicBezTo>
                    <a:pt x="84137" y="353218"/>
                    <a:pt x="168275" y="354012"/>
                    <a:pt x="276225" y="323850"/>
                  </a:cubicBezTo>
                  <a:cubicBezTo>
                    <a:pt x="384175" y="293688"/>
                    <a:pt x="550863" y="225425"/>
                    <a:pt x="647700" y="171450"/>
                  </a:cubicBezTo>
                  <a:cubicBezTo>
                    <a:pt x="744537" y="117475"/>
                    <a:pt x="800893" y="58737"/>
                    <a:pt x="857250" y="0"/>
                  </a:cubicBezTo>
                </a:path>
              </a:pathLst>
            </a:cu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/>
          </p:nvSpPr>
          <p:spPr>
            <a:xfrm flipH="1" flipV="1">
              <a:off x="6543675" y="3171572"/>
              <a:ext cx="857250" cy="352678"/>
            </a:xfrm>
            <a:custGeom>
              <a:avLst/>
              <a:gdLst>
                <a:gd name="connsiteX0" fmla="*/ 0 w 857250"/>
                <a:gd name="connsiteY0" fmla="*/ 352425 h 352678"/>
                <a:gd name="connsiteX1" fmla="*/ 276225 w 857250"/>
                <a:gd name="connsiteY1" fmla="*/ 323850 h 352678"/>
                <a:gd name="connsiteX2" fmla="*/ 647700 w 857250"/>
                <a:gd name="connsiteY2" fmla="*/ 171450 h 352678"/>
                <a:gd name="connsiteX3" fmla="*/ 857250 w 857250"/>
                <a:gd name="connsiteY3" fmla="*/ 0 h 352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7250" h="352678">
                  <a:moveTo>
                    <a:pt x="0" y="352425"/>
                  </a:moveTo>
                  <a:cubicBezTo>
                    <a:pt x="84137" y="353218"/>
                    <a:pt x="168275" y="354012"/>
                    <a:pt x="276225" y="323850"/>
                  </a:cubicBezTo>
                  <a:cubicBezTo>
                    <a:pt x="384175" y="293688"/>
                    <a:pt x="550863" y="225425"/>
                    <a:pt x="647700" y="171450"/>
                  </a:cubicBezTo>
                  <a:cubicBezTo>
                    <a:pt x="744537" y="117475"/>
                    <a:pt x="800893" y="58737"/>
                    <a:pt x="857250" y="0"/>
                  </a:cubicBezTo>
                </a:path>
              </a:pathLst>
            </a:custGeom>
            <a:ln w="190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2" name="直接连接符 41"/>
          <p:cNvCxnSpPr/>
          <p:nvPr/>
        </p:nvCxnSpPr>
        <p:spPr>
          <a:xfrm>
            <a:off x="8003145" y="195347"/>
            <a:ext cx="0" cy="1499782"/>
          </a:xfrm>
          <a:prstGeom prst="line">
            <a:avLst/>
          </a:prstGeom>
          <a:ln w="158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stCxn id="37" idx="0"/>
          </p:cNvCxnSpPr>
          <p:nvPr/>
        </p:nvCxnSpPr>
        <p:spPr>
          <a:xfrm flipV="1">
            <a:off x="7142575" y="3890486"/>
            <a:ext cx="0" cy="375667"/>
          </a:xfrm>
          <a:prstGeom prst="line">
            <a:avLst/>
          </a:prstGeom>
          <a:ln w="158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8857075" y="3475635"/>
            <a:ext cx="0" cy="375667"/>
          </a:xfrm>
          <a:prstGeom prst="line">
            <a:avLst/>
          </a:prstGeom>
          <a:ln w="15875">
            <a:solidFill>
              <a:srgbClr val="00B0F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1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 build="p"/>
      <p:bldP spid="7" grpId="0" autoUpdateAnimBg="0" build="p"/>
      <p:bldP spid="9" grpId="0" autoUpdateAnimBg="0" build="p"/>
      <p:bldP spid="14" grpId="0"/>
    </p:bldLst>
  </p:timing>
</p:sld>
</file>

<file path=ppt/tags/tag1.xml><?xml version="1.0" encoding="utf-8"?>
<p:tagLst xmlns:p="http://schemas.openxmlformats.org/presentationml/2006/main">
  <p:tag name="COMMONDATA" val="eyJoZGlkIjoiYTE3YTg1MGUwYzcxMDRmMDA0MjllMmFkNzVlNjE4YTEifQ=="/>
  <p:tag name="KSO_WPP_MARK_KEY" val="acb4a7cc-f8ba-49e6-8bf2-6b39cc9bd3ea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1747</Words>
  <Application>WPS 演示</Application>
  <PresentationFormat>宽屏</PresentationFormat>
  <Paragraphs>484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285</vt:i4>
      </vt:variant>
      <vt:variant>
        <vt:lpstr>幻灯片标题</vt:lpstr>
      </vt:variant>
      <vt:variant>
        <vt:i4>30</vt:i4>
      </vt:variant>
    </vt:vector>
  </HeadingPairs>
  <TitlesOfParts>
    <vt:vector size="339" baseType="lpstr">
      <vt:lpstr>Arial</vt:lpstr>
      <vt:lpstr>宋体</vt:lpstr>
      <vt:lpstr>Wingdings</vt:lpstr>
      <vt:lpstr>华文新魏</vt:lpstr>
      <vt:lpstr>黑体</vt:lpstr>
      <vt:lpstr>华文琥珀</vt:lpstr>
      <vt:lpstr>楷体</vt:lpstr>
      <vt:lpstr>Times New Roman</vt:lpstr>
      <vt:lpstr>楷体_GB2312</vt:lpstr>
      <vt:lpstr>新宋体</vt:lpstr>
      <vt:lpstr>Symbol</vt:lpstr>
      <vt:lpstr>微软雅黑</vt:lpstr>
      <vt:lpstr>Calibri</vt:lpstr>
      <vt:lpstr>Arial Unicode MS</vt:lpstr>
      <vt:lpstr>仿宋_GB2312</vt:lpstr>
      <vt:lpstr>Cambria Math</vt:lpstr>
      <vt:lpstr>隶书</vt:lpstr>
      <vt:lpstr>仿宋</vt:lpstr>
      <vt:lpstr>华文彩云</vt:lpstr>
      <vt:lpstr>华文楷体</vt:lpstr>
      <vt:lpstr>华文行楷</vt:lpstr>
      <vt:lpstr>华文隶书</vt:lpstr>
      <vt:lpstr>Office 主题</vt:lpstr>
      <vt:lpstr>1_Office 主题</vt:lpstr>
      <vt:lpstr>Word.Document.8</vt:lpstr>
      <vt:lpstr>Word.Document.8</vt:lpstr>
      <vt:lpstr>PBrush</vt:lpstr>
      <vt:lpstr>PBrush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PBrush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PBrush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Word.Document.8</vt:lpstr>
      <vt:lpstr>Word.Document.8</vt:lpstr>
      <vt:lpstr>Equation.3</vt:lpstr>
      <vt:lpstr>Word.Document.8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PBrush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PBrush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[注] 利用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Xu</dc:creator>
  <cp:lastModifiedBy>山人有鱼</cp:lastModifiedBy>
  <cp:revision>4</cp:revision>
  <dcterms:created xsi:type="dcterms:W3CDTF">2022-12-05T05:34:00Z</dcterms:created>
  <dcterms:modified xsi:type="dcterms:W3CDTF">2022-12-07T15:58:43Z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B4D19FCA4ECF498A953D02BDBAA56CFF</vt:lpwstr>
  </property>
  <property fmtid="{D5CDD505-2E9C-101B-9397-08002B2CF9AE}" pid="3" name="KSOProductBuildVer">
    <vt:lpwstr>2052-11.1.0.12763</vt:lpwstr>
  </property>
</Properties>
</file>