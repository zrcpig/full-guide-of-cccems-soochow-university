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eyan" initials="k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tags" Target="tags/tag125.xml"/><Relationship Id="rId24" Type="http://schemas.openxmlformats.org/officeDocument/2006/relationships/commentAuthors" Target="commentAuthors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5" Type="http://schemas.openxmlformats.org/officeDocument/2006/relationships/image" Target="../media/image7.wmf"/><Relationship Id="rId4" Type="http://schemas.openxmlformats.org/officeDocument/2006/relationships/image" Target="../media/image6.wmf"/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7" Type="http://schemas.openxmlformats.org/officeDocument/2006/relationships/image" Target="../media/image14.wmf"/><Relationship Id="rId6" Type="http://schemas.openxmlformats.org/officeDocument/2006/relationships/image" Target="../media/image13.wmf"/><Relationship Id="rId5" Type="http://schemas.openxmlformats.org/officeDocument/2006/relationships/image" Target="../media/image12.wmf"/><Relationship Id="rId4" Type="http://schemas.openxmlformats.org/officeDocument/2006/relationships/image" Target="../media/image11.wmf"/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5" Type="http://schemas.openxmlformats.org/officeDocument/2006/relationships/image" Target="../media/image20.wmf"/><Relationship Id="rId4" Type="http://schemas.openxmlformats.org/officeDocument/2006/relationships/image" Target="../media/image19.wmf"/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4.vml.rels><?xml version="1.0" encoding="UTF-8" standalone="yes"?>
<Relationships xmlns="http://schemas.openxmlformats.org/package/2006/relationships"><Relationship Id="rId6" Type="http://schemas.openxmlformats.org/officeDocument/2006/relationships/image" Target="../media/image26.wmf"/><Relationship Id="rId5" Type="http://schemas.openxmlformats.org/officeDocument/2006/relationships/image" Target="../media/image25.wmf"/><Relationship Id="rId4" Type="http://schemas.openxmlformats.org/officeDocument/2006/relationships/image" Target="../media/image24.wmf"/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5.vml.rels><?xml version="1.0" encoding="UTF-8" standalone="yes"?>
<Relationships xmlns="http://schemas.openxmlformats.org/package/2006/relationships"><Relationship Id="rId5" Type="http://schemas.openxmlformats.org/officeDocument/2006/relationships/image" Target="../media/image31.wmf"/><Relationship Id="rId4" Type="http://schemas.openxmlformats.org/officeDocument/2006/relationships/image" Target="../media/image30.wmf"/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6.vml.rels><?xml version="1.0" encoding="UTF-8" standalone="yes"?>
<Relationships xmlns="http://schemas.openxmlformats.org/package/2006/relationships"><Relationship Id="rId6" Type="http://schemas.openxmlformats.org/officeDocument/2006/relationships/image" Target="../media/image37.wmf"/><Relationship Id="rId5" Type="http://schemas.openxmlformats.org/officeDocument/2006/relationships/image" Target="../media/image36.wmf"/><Relationship Id="rId4" Type="http://schemas.openxmlformats.org/officeDocument/2006/relationships/image" Target="../media/image35.wmf"/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drawings/_rels/vmlDrawing7.vml.rels><?xml version="1.0" encoding="UTF-8" standalone="yes"?>
<Relationships xmlns="http://schemas.openxmlformats.org/package/2006/relationships"><Relationship Id="rId9" Type="http://schemas.openxmlformats.org/officeDocument/2006/relationships/image" Target="../media/image46.wmf"/><Relationship Id="rId8" Type="http://schemas.openxmlformats.org/officeDocument/2006/relationships/image" Target="../media/image45.wmf"/><Relationship Id="rId7" Type="http://schemas.openxmlformats.org/officeDocument/2006/relationships/image" Target="../media/image44.wmf"/><Relationship Id="rId6" Type="http://schemas.openxmlformats.org/officeDocument/2006/relationships/image" Target="../media/image43.wmf"/><Relationship Id="rId5" Type="http://schemas.openxmlformats.org/officeDocument/2006/relationships/image" Target="../media/image42.wmf"/><Relationship Id="rId4" Type="http://schemas.openxmlformats.org/officeDocument/2006/relationships/image" Target="../media/image41.wmf"/><Relationship Id="rId3" Type="http://schemas.openxmlformats.org/officeDocument/2006/relationships/image" Target="../media/image40.wmf"/><Relationship Id="rId2" Type="http://schemas.openxmlformats.org/officeDocument/2006/relationships/image" Target="../media/image39.wmf"/><Relationship Id="rId11" Type="http://schemas.openxmlformats.org/officeDocument/2006/relationships/image" Target="../media/image48.wmf"/><Relationship Id="rId10" Type="http://schemas.openxmlformats.org/officeDocument/2006/relationships/image" Target="../media/image47.wmf"/><Relationship Id="rId1" Type="http://schemas.openxmlformats.org/officeDocument/2006/relationships/image" Target="../media/image38.wmf"/></Relationships>
</file>

<file path=ppt/drawings/_rels/vmlDrawing8.vml.rels><?xml version="1.0" encoding="UTF-8" standalone="yes"?>
<Relationships xmlns="http://schemas.openxmlformats.org/package/2006/relationships"><Relationship Id="rId6" Type="http://schemas.openxmlformats.org/officeDocument/2006/relationships/image" Target="../media/image55.wmf"/><Relationship Id="rId5" Type="http://schemas.openxmlformats.org/officeDocument/2006/relationships/image" Target="../media/image54.wmf"/><Relationship Id="rId4" Type="http://schemas.openxmlformats.org/officeDocument/2006/relationships/image" Target="../media/image53.wmf"/><Relationship Id="rId3" Type="http://schemas.openxmlformats.org/officeDocument/2006/relationships/image" Target="../media/image52.wmf"/><Relationship Id="rId2" Type="http://schemas.openxmlformats.org/officeDocument/2006/relationships/image" Target="../media/image51.wmf"/><Relationship Id="rId1" Type="http://schemas.openxmlformats.org/officeDocument/2006/relationships/image" Target="../media/image50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63.wmf"/><Relationship Id="rId7" Type="http://schemas.openxmlformats.org/officeDocument/2006/relationships/image" Target="../media/image62.wmf"/><Relationship Id="rId6" Type="http://schemas.openxmlformats.org/officeDocument/2006/relationships/image" Target="../media/image61.wmf"/><Relationship Id="rId5" Type="http://schemas.openxmlformats.org/officeDocument/2006/relationships/image" Target="../media/image60.wmf"/><Relationship Id="rId4" Type="http://schemas.openxmlformats.org/officeDocument/2006/relationships/image" Target="../media/image59.wmf"/><Relationship Id="rId3" Type="http://schemas.openxmlformats.org/officeDocument/2006/relationships/image" Target="../media/image58.wmf"/><Relationship Id="rId2" Type="http://schemas.openxmlformats.org/officeDocument/2006/relationships/image" Target="../media/image57.wmf"/><Relationship Id="rId1" Type="http://schemas.openxmlformats.org/officeDocument/2006/relationships/image" Target="../media/image56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71.wmf"/><Relationship Id="rId7" Type="http://schemas.openxmlformats.org/officeDocument/2006/relationships/image" Target="../media/image70.wmf"/><Relationship Id="rId6" Type="http://schemas.openxmlformats.org/officeDocument/2006/relationships/image" Target="../media/image69.wmf"/><Relationship Id="rId5" Type="http://schemas.openxmlformats.org/officeDocument/2006/relationships/image" Target="../media/image68.wmf"/><Relationship Id="rId4" Type="http://schemas.openxmlformats.org/officeDocument/2006/relationships/image" Target="../media/image67.wmf"/><Relationship Id="rId3" Type="http://schemas.openxmlformats.org/officeDocument/2006/relationships/image" Target="../media/image66.wmf"/><Relationship Id="rId2" Type="http://schemas.openxmlformats.org/officeDocument/2006/relationships/image" Target="../media/image65.wmf"/><Relationship Id="rId1" Type="http://schemas.openxmlformats.org/officeDocument/2006/relationships/image" Target="../media/image64.wmf"/></Relationships>
</file>

<file path=ppt/drawings/_rels/vmlDrawing11.vml.rels><?xml version="1.0" encoding="UTF-8" standalone="yes"?>
<Relationships xmlns="http://schemas.openxmlformats.org/package/2006/relationships"><Relationship Id="rId5" Type="http://schemas.openxmlformats.org/officeDocument/2006/relationships/image" Target="../media/image76.wmf"/><Relationship Id="rId4" Type="http://schemas.openxmlformats.org/officeDocument/2006/relationships/image" Target="../media/image75.wmf"/><Relationship Id="rId3" Type="http://schemas.openxmlformats.org/officeDocument/2006/relationships/image" Target="../media/image74.wmf"/><Relationship Id="rId2" Type="http://schemas.openxmlformats.org/officeDocument/2006/relationships/image" Target="../media/image73.wmf"/><Relationship Id="rId1" Type="http://schemas.openxmlformats.org/officeDocument/2006/relationships/image" Target="../media/image72.wmf"/></Relationships>
</file>

<file path=ppt/drawings/_rels/vmlDrawing12.vml.rels><?xml version="1.0" encoding="UTF-8" standalone="yes"?>
<Relationships xmlns="http://schemas.openxmlformats.org/package/2006/relationships"><Relationship Id="rId9" Type="http://schemas.openxmlformats.org/officeDocument/2006/relationships/image" Target="../media/image85.wmf"/><Relationship Id="rId8" Type="http://schemas.openxmlformats.org/officeDocument/2006/relationships/image" Target="../media/image84.wmf"/><Relationship Id="rId7" Type="http://schemas.openxmlformats.org/officeDocument/2006/relationships/image" Target="../media/image83.wmf"/><Relationship Id="rId6" Type="http://schemas.openxmlformats.org/officeDocument/2006/relationships/image" Target="../media/image82.wmf"/><Relationship Id="rId5" Type="http://schemas.openxmlformats.org/officeDocument/2006/relationships/image" Target="../media/image81.wmf"/><Relationship Id="rId4" Type="http://schemas.openxmlformats.org/officeDocument/2006/relationships/image" Target="../media/image80.wmf"/><Relationship Id="rId3" Type="http://schemas.openxmlformats.org/officeDocument/2006/relationships/image" Target="../media/image79.wmf"/><Relationship Id="rId2" Type="http://schemas.openxmlformats.org/officeDocument/2006/relationships/image" Target="../media/image78.wmf"/><Relationship Id="rId1" Type="http://schemas.openxmlformats.org/officeDocument/2006/relationships/image" Target="../media/image77.wmf"/></Relationships>
</file>

<file path=ppt/drawings/_rels/vmlDrawing13.vml.rels><?xml version="1.0" encoding="UTF-8" standalone="yes"?>
<Relationships xmlns="http://schemas.openxmlformats.org/package/2006/relationships"><Relationship Id="rId6" Type="http://schemas.openxmlformats.org/officeDocument/2006/relationships/image" Target="../media/image91.wmf"/><Relationship Id="rId5" Type="http://schemas.openxmlformats.org/officeDocument/2006/relationships/image" Target="../media/image90.wmf"/><Relationship Id="rId4" Type="http://schemas.openxmlformats.org/officeDocument/2006/relationships/image" Target="../media/image89.wmf"/><Relationship Id="rId3" Type="http://schemas.openxmlformats.org/officeDocument/2006/relationships/image" Target="../media/image88.wmf"/><Relationship Id="rId2" Type="http://schemas.openxmlformats.org/officeDocument/2006/relationships/image" Target="../media/image87.wmf"/><Relationship Id="rId1" Type="http://schemas.openxmlformats.org/officeDocument/2006/relationships/image" Target="../media/image86.wmf"/></Relationships>
</file>

<file path=ppt/drawings/_rels/vmlDrawing14.vml.rels><?xml version="1.0" encoding="UTF-8" standalone="yes"?>
<Relationships xmlns="http://schemas.openxmlformats.org/package/2006/relationships"><Relationship Id="rId7" Type="http://schemas.openxmlformats.org/officeDocument/2006/relationships/image" Target="../media/image98.wmf"/><Relationship Id="rId6" Type="http://schemas.openxmlformats.org/officeDocument/2006/relationships/image" Target="../media/image97.wmf"/><Relationship Id="rId5" Type="http://schemas.openxmlformats.org/officeDocument/2006/relationships/image" Target="../media/image96.wmf"/><Relationship Id="rId4" Type="http://schemas.openxmlformats.org/officeDocument/2006/relationships/image" Target="../media/image95.wmf"/><Relationship Id="rId3" Type="http://schemas.openxmlformats.org/officeDocument/2006/relationships/image" Target="../media/image94.wmf"/><Relationship Id="rId2" Type="http://schemas.openxmlformats.org/officeDocument/2006/relationships/image" Target="../media/image93.wmf"/><Relationship Id="rId1" Type="http://schemas.openxmlformats.org/officeDocument/2006/relationships/image" Target="../media/image92.wmf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124.xml"/><Relationship Id="rId16" Type="http://schemas.openxmlformats.org/officeDocument/2006/relationships/tags" Target="../tags/tag123.xml"/><Relationship Id="rId15" Type="http://schemas.openxmlformats.org/officeDocument/2006/relationships/tags" Target="../tags/tag122.xml"/><Relationship Id="rId14" Type="http://schemas.openxmlformats.org/officeDocument/2006/relationships/tags" Target="../tags/tag121.xml"/><Relationship Id="rId13" Type="http://schemas.openxmlformats.org/officeDocument/2006/relationships/tags" Target="../tags/tag120.xml"/><Relationship Id="rId12" Type="http://schemas.openxmlformats.org/officeDocument/2006/relationships/tags" Target="../tags/tag11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/>
            </a:gs>
            <a:gs pos="100000">
              <a:schemeClr val="bg2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slide" Target="slide15.xml"/><Relationship Id="rId2" Type="http://schemas.openxmlformats.org/officeDocument/2006/relationships/slide" Target="slide7.xml"/><Relationship Id="rId1" Type="http://schemas.openxmlformats.org/officeDocument/2006/relationships/slide" Target="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6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5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4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3.wmf"/><Relationship Id="rId12" Type="http://schemas.openxmlformats.org/officeDocument/2006/relationships/vmlDrawing" Target="../drawings/vmlDrawing1.vml"/><Relationship Id="rId11" Type="http://schemas.openxmlformats.org/officeDocument/2006/relationships/slideLayout" Target="../slideLayouts/slideLayout18.xml"/><Relationship Id="rId10" Type="http://schemas.openxmlformats.org/officeDocument/2006/relationships/image" Target="../media/image7.wmf"/><Relationship Id="rId1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.bin"/><Relationship Id="rId8" Type="http://schemas.openxmlformats.org/officeDocument/2006/relationships/image" Target="../media/image11.wmf"/><Relationship Id="rId7" Type="http://schemas.openxmlformats.org/officeDocument/2006/relationships/oleObject" Target="../embeddings/oleObject9.bin"/><Relationship Id="rId6" Type="http://schemas.openxmlformats.org/officeDocument/2006/relationships/image" Target="../media/image10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9.wmf"/><Relationship Id="rId3" Type="http://schemas.openxmlformats.org/officeDocument/2006/relationships/oleObject" Target="../embeddings/oleObject7.bin"/><Relationship Id="rId2" Type="http://schemas.openxmlformats.org/officeDocument/2006/relationships/image" Target="../media/image8.wmf"/><Relationship Id="rId18" Type="http://schemas.openxmlformats.org/officeDocument/2006/relationships/vmlDrawing" Target="../drawings/vmlDrawing2.vml"/><Relationship Id="rId17" Type="http://schemas.openxmlformats.org/officeDocument/2006/relationships/slideLayout" Target="../slideLayouts/slideLayout18.xml"/><Relationship Id="rId16" Type="http://schemas.openxmlformats.org/officeDocument/2006/relationships/image" Target="../media/image15.wmf"/><Relationship Id="rId15" Type="http://schemas.openxmlformats.org/officeDocument/2006/relationships/oleObject" Target="../embeddings/oleObject13.bin"/><Relationship Id="rId14" Type="http://schemas.openxmlformats.org/officeDocument/2006/relationships/image" Target="../media/image14.wmf"/><Relationship Id="rId13" Type="http://schemas.openxmlformats.org/officeDocument/2006/relationships/oleObject" Target="../embeddings/oleObject12.bin"/><Relationship Id="rId12" Type="http://schemas.openxmlformats.org/officeDocument/2006/relationships/image" Target="../media/image13.wmf"/><Relationship Id="rId11" Type="http://schemas.openxmlformats.org/officeDocument/2006/relationships/oleObject" Target="../embeddings/oleObject11.bin"/><Relationship Id="rId10" Type="http://schemas.openxmlformats.org/officeDocument/2006/relationships/image" Target="../media/image12.wmf"/><Relationship Id="rId1" Type="http://schemas.openxmlformats.org/officeDocument/2006/relationships/oleObject" Target="../embeddings/oleObject6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8.bin"/><Relationship Id="rId8" Type="http://schemas.openxmlformats.org/officeDocument/2006/relationships/image" Target="../media/image19.wmf"/><Relationship Id="rId7" Type="http://schemas.openxmlformats.org/officeDocument/2006/relationships/oleObject" Target="../embeddings/oleObject17.bin"/><Relationship Id="rId6" Type="http://schemas.openxmlformats.org/officeDocument/2006/relationships/image" Target="../media/image18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17.wmf"/><Relationship Id="rId3" Type="http://schemas.openxmlformats.org/officeDocument/2006/relationships/oleObject" Target="../embeddings/oleObject15.bin"/><Relationship Id="rId2" Type="http://schemas.openxmlformats.org/officeDocument/2006/relationships/image" Target="../media/image16.wmf"/><Relationship Id="rId12" Type="http://schemas.openxmlformats.org/officeDocument/2006/relationships/vmlDrawing" Target="../drawings/vmlDrawing3.vml"/><Relationship Id="rId11" Type="http://schemas.openxmlformats.org/officeDocument/2006/relationships/slideLayout" Target="../slideLayouts/slideLayout18.xml"/><Relationship Id="rId10" Type="http://schemas.openxmlformats.org/officeDocument/2006/relationships/image" Target="../media/image20.wmf"/><Relationship Id="rId1" Type="http://schemas.openxmlformats.org/officeDocument/2006/relationships/oleObject" Target="../embeddings/oleObject14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3.bin"/><Relationship Id="rId8" Type="http://schemas.openxmlformats.org/officeDocument/2006/relationships/image" Target="../media/image24.wmf"/><Relationship Id="rId7" Type="http://schemas.openxmlformats.org/officeDocument/2006/relationships/oleObject" Target="../embeddings/oleObject22.bin"/><Relationship Id="rId6" Type="http://schemas.openxmlformats.org/officeDocument/2006/relationships/image" Target="../media/image23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22.wmf"/><Relationship Id="rId3" Type="http://schemas.openxmlformats.org/officeDocument/2006/relationships/oleObject" Target="../embeddings/oleObject20.bin"/><Relationship Id="rId2" Type="http://schemas.openxmlformats.org/officeDocument/2006/relationships/image" Target="../media/image21.wmf"/><Relationship Id="rId14" Type="http://schemas.openxmlformats.org/officeDocument/2006/relationships/vmlDrawing" Target="../drawings/vmlDrawing4.vml"/><Relationship Id="rId13" Type="http://schemas.openxmlformats.org/officeDocument/2006/relationships/slideLayout" Target="../slideLayouts/slideLayout18.xml"/><Relationship Id="rId12" Type="http://schemas.openxmlformats.org/officeDocument/2006/relationships/image" Target="../media/image26.wmf"/><Relationship Id="rId11" Type="http://schemas.openxmlformats.org/officeDocument/2006/relationships/oleObject" Target="../embeddings/oleObject24.bin"/><Relationship Id="rId10" Type="http://schemas.openxmlformats.org/officeDocument/2006/relationships/image" Target="../media/image25.wmf"/><Relationship Id="rId1" Type="http://schemas.openxmlformats.org/officeDocument/2006/relationships/oleObject" Target="../embeddings/oleObject19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9.bin"/><Relationship Id="rId8" Type="http://schemas.openxmlformats.org/officeDocument/2006/relationships/image" Target="../media/image30.wmf"/><Relationship Id="rId7" Type="http://schemas.openxmlformats.org/officeDocument/2006/relationships/oleObject" Target="../embeddings/oleObject28.bin"/><Relationship Id="rId6" Type="http://schemas.openxmlformats.org/officeDocument/2006/relationships/image" Target="../media/image29.wmf"/><Relationship Id="rId5" Type="http://schemas.openxmlformats.org/officeDocument/2006/relationships/oleObject" Target="../embeddings/oleObject27.bin"/><Relationship Id="rId4" Type="http://schemas.openxmlformats.org/officeDocument/2006/relationships/image" Target="../media/image28.wmf"/><Relationship Id="rId3" Type="http://schemas.openxmlformats.org/officeDocument/2006/relationships/oleObject" Target="../embeddings/oleObject26.bin"/><Relationship Id="rId2" Type="http://schemas.openxmlformats.org/officeDocument/2006/relationships/image" Target="../media/image27.wmf"/><Relationship Id="rId12" Type="http://schemas.openxmlformats.org/officeDocument/2006/relationships/vmlDrawing" Target="../drawings/vmlDrawing5.vml"/><Relationship Id="rId11" Type="http://schemas.openxmlformats.org/officeDocument/2006/relationships/slideLayout" Target="../slideLayouts/slideLayout18.xml"/><Relationship Id="rId10" Type="http://schemas.openxmlformats.org/officeDocument/2006/relationships/image" Target="../media/image31.wmf"/><Relationship Id="rId1" Type="http://schemas.openxmlformats.org/officeDocument/2006/relationships/oleObject" Target="../embeddings/oleObject25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4.bin"/><Relationship Id="rId8" Type="http://schemas.openxmlformats.org/officeDocument/2006/relationships/image" Target="../media/image35.wmf"/><Relationship Id="rId7" Type="http://schemas.openxmlformats.org/officeDocument/2006/relationships/oleObject" Target="../embeddings/oleObject33.bin"/><Relationship Id="rId6" Type="http://schemas.openxmlformats.org/officeDocument/2006/relationships/image" Target="../media/image34.wmf"/><Relationship Id="rId5" Type="http://schemas.openxmlformats.org/officeDocument/2006/relationships/oleObject" Target="../embeddings/oleObject32.bin"/><Relationship Id="rId4" Type="http://schemas.openxmlformats.org/officeDocument/2006/relationships/image" Target="../media/image33.wmf"/><Relationship Id="rId3" Type="http://schemas.openxmlformats.org/officeDocument/2006/relationships/oleObject" Target="../embeddings/oleObject31.bin"/><Relationship Id="rId2" Type="http://schemas.openxmlformats.org/officeDocument/2006/relationships/image" Target="../media/image32.wmf"/><Relationship Id="rId14" Type="http://schemas.openxmlformats.org/officeDocument/2006/relationships/vmlDrawing" Target="../drawings/vmlDrawing6.vml"/><Relationship Id="rId13" Type="http://schemas.openxmlformats.org/officeDocument/2006/relationships/slideLayout" Target="../slideLayouts/slideLayout18.xml"/><Relationship Id="rId12" Type="http://schemas.openxmlformats.org/officeDocument/2006/relationships/image" Target="../media/image37.wmf"/><Relationship Id="rId11" Type="http://schemas.openxmlformats.org/officeDocument/2006/relationships/oleObject" Target="../embeddings/oleObject35.bin"/><Relationship Id="rId10" Type="http://schemas.openxmlformats.org/officeDocument/2006/relationships/image" Target="../media/image36.wmf"/><Relationship Id="rId1" Type="http://schemas.openxmlformats.org/officeDocument/2006/relationships/oleObject" Target="../embeddings/oleObject30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0.bin"/><Relationship Id="rId8" Type="http://schemas.openxmlformats.org/officeDocument/2006/relationships/image" Target="../media/image41.wmf"/><Relationship Id="rId7" Type="http://schemas.openxmlformats.org/officeDocument/2006/relationships/oleObject" Target="../embeddings/oleObject39.bin"/><Relationship Id="rId6" Type="http://schemas.openxmlformats.org/officeDocument/2006/relationships/image" Target="../media/image40.w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39.wmf"/><Relationship Id="rId3" Type="http://schemas.openxmlformats.org/officeDocument/2006/relationships/oleObject" Target="../embeddings/oleObject37.bin"/><Relationship Id="rId25" Type="http://schemas.openxmlformats.org/officeDocument/2006/relationships/vmlDrawing" Target="../drawings/vmlDrawing7.vml"/><Relationship Id="rId24" Type="http://schemas.openxmlformats.org/officeDocument/2006/relationships/slideLayout" Target="../slideLayouts/slideLayout18.xml"/><Relationship Id="rId23" Type="http://schemas.openxmlformats.org/officeDocument/2006/relationships/image" Target="../media/image49.png"/><Relationship Id="rId22" Type="http://schemas.openxmlformats.org/officeDocument/2006/relationships/image" Target="../media/image48.wmf"/><Relationship Id="rId21" Type="http://schemas.openxmlformats.org/officeDocument/2006/relationships/oleObject" Target="../embeddings/oleObject46.bin"/><Relationship Id="rId20" Type="http://schemas.openxmlformats.org/officeDocument/2006/relationships/image" Target="../media/image47.wmf"/><Relationship Id="rId2" Type="http://schemas.openxmlformats.org/officeDocument/2006/relationships/image" Target="../media/image38.wmf"/><Relationship Id="rId19" Type="http://schemas.openxmlformats.org/officeDocument/2006/relationships/oleObject" Target="../embeddings/oleObject45.bin"/><Relationship Id="rId18" Type="http://schemas.openxmlformats.org/officeDocument/2006/relationships/image" Target="../media/image46.wmf"/><Relationship Id="rId17" Type="http://schemas.openxmlformats.org/officeDocument/2006/relationships/oleObject" Target="../embeddings/oleObject44.bin"/><Relationship Id="rId16" Type="http://schemas.openxmlformats.org/officeDocument/2006/relationships/image" Target="../media/image45.wmf"/><Relationship Id="rId15" Type="http://schemas.openxmlformats.org/officeDocument/2006/relationships/oleObject" Target="../embeddings/oleObject43.bin"/><Relationship Id="rId14" Type="http://schemas.openxmlformats.org/officeDocument/2006/relationships/image" Target="../media/image44.wmf"/><Relationship Id="rId13" Type="http://schemas.openxmlformats.org/officeDocument/2006/relationships/oleObject" Target="../embeddings/oleObject42.bin"/><Relationship Id="rId12" Type="http://schemas.openxmlformats.org/officeDocument/2006/relationships/image" Target="../media/image43.wmf"/><Relationship Id="rId11" Type="http://schemas.openxmlformats.org/officeDocument/2006/relationships/oleObject" Target="../embeddings/oleObject41.bin"/><Relationship Id="rId10" Type="http://schemas.openxmlformats.org/officeDocument/2006/relationships/image" Target="../media/image42.wmf"/><Relationship Id="rId1" Type="http://schemas.openxmlformats.org/officeDocument/2006/relationships/oleObject" Target="../embeddings/oleObject36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1.bin"/><Relationship Id="rId8" Type="http://schemas.openxmlformats.org/officeDocument/2006/relationships/image" Target="../media/image53.wmf"/><Relationship Id="rId7" Type="http://schemas.openxmlformats.org/officeDocument/2006/relationships/oleObject" Target="../embeddings/oleObject50.bin"/><Relationship Id="rId6" Type="http://schemas.openxmlformats.org/officeDocument/2006/relationships/image" Target="../media/image52.wmf"/><Relationship Id="rId5" Type="http://schemas.openxmlformats.org/officeDocument/2006/relationships/oleObject" Target="../embeddings/oleObject49.bin"/><Relationship Id="rId4" Type="http://schemas.openxmlformats.org/officeDocument/2006/relationships/image" Target="../media/image51.wmf"/><Relationship Id="rId3" Type="http://schemas.openxmlformats.org/officeDocument/2006/relationships/oleObject" Target="../embeddings/oleObject48.bin"/><Relationship Id="rId2" Type="http://schemas.openxmlformats.org/officeDocument/2006/relationships/image" Target="../media/image50.wmf"/><Relationship Id="rId14" Type="http://schemas.openxmlformats.org/officeDocument/2006/relationships/vmlDrawing" Target="../drawings/vmlDrawing8.vml"/><Relationship Id="rId13" Type="http://schemas.openxmlformats.org/officeDocument/2006/relationships/slideLayout" Target="../slideLayouts/slideLayout18.xml"/><Relationship Id="rId12" Type="http://schemas.openxmlformats.org/officeDocument/2006/relationships/image" Target="../media/image55.wmf"/><Relationship Id="rId11" Type="http://schemas.openxmlformats.org/officeDocument/2006/relationships/oleObject" Target="../embeddings/oleObject52.bin"/><Relationship Id="rId10" Type="http://schemas.openxmlformats.org/officeDocument/2006/relationships/image" Target="../media/image54.wmf"/><Relationship Id="rId1" Type="http://schemas.openxmlformats.org/officeDocument/2006/relationships/oleObject" Target="../embeddings/oleObject47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7.bin"/><Relationship Id="rId8" Type="http://schemas.openxmlformats.org/officeDocument/2006/relationships/image" Target="../media/image59.wmf"/><Relationship Id="rId7" Type="http://schemas.openxmlformats.org/officeDocument/2006/relationships/oleObject" Target="../embeddings/oleObject56.bin"/><Relationship Id="rId6" Type="http://schemas.openxmlformats.org/officeDocument/2006/relationships/image" Target="../media/image58.wmf"/><Relationship Id="rId5" Type="http://schemas.openxmlformats.org/officeDocument/2006/relationships/oleObject" Target="../embeddings/oleObject55.bin"/><Relationship Id="rId4" Type="http://schemas.openxmlformats.org/officeDocument/2006/relationships/image" Target="../media/image57.wmf"/><Relationship Id="rId3" Type="http://schemas.openxmlformats.org/officeDocument/2006/relationships/oleObject" Target="../embeddings/oleObject54.bin"/><Relationship Id="rId2" Type="http://schemas.openxmlformats.org/officeDocument/2006/relationships/image" Target="../media/image56.wmf"/><Relationship Id="rId18" Type="http://schemas.openxmlformats.org/officeDocument/2006/relationships/vmlDrawing" Target="../drawings/vmlDrawing9.vml"/><Relationship Id="rId17" Type="http://schemas.openxmlformats.org/officeDocument/2006/relationships/slideLayout" Target="../slideLayouts/slideLayout18.xml"/><Relationship Id="rId16" Type="http://schemas.openxmlformats.org/officeDocument/2006/relationships/image" Target="../media/image63.wmf"/><Relationship Id="rId15" Type="http://schemas.openxmlformats.org/officeDocument/2006/relationships/oleObject" Target="../embeddings/oleObject60.bin"/><Relationship Id="rId14" Type="http://schemas.openxmlformats.org/officeDocument/2006/relationships/image" Target="../media/image62.wmf"/><Relationship Id="rId13" Type="http://schemas.openxmlformats.org/officeDocument/2006/relationships/oleObject" Target="../embeddings/oleObject59.bin"/><Relationship Id="rId12" Type="http://schemas.openxmlformats.org/officeDocument/2006/relationships/image" Target="../media/image61.wmf"/><Relationship Id="rId11" Type="http://schemas.openxmlformats.org/officeDocument/2006/relationships/oleObject" Target="../embeddings/oleObject58.bin"/><Relationship Id="rId10" Type="http://schemas.openxmlformats.org/officeDocument/2006/relationships/image" Target="../media/image60.wmf"/><Relationship Id="rId1" Type="http://schemas.openxmlformats.org/officeDocument/2006/relationships/oleObject" Target="../embeddings/oleObject53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5.bin"/><Relationship Id="rId8" Type="http://schemas.openxmlformats.org/officeDocument/2006/relationships/image" Target="../media/image67.wmf"/><Relationship Id="rId7" Type="http://schemas.openxmlformats.org/officeDocument/2006/relationships/oleObject" Target="../embeddings/oleObject64.bin"/><Relationship Id="rId6" Type="http://schemas.openxmlformats.org/officeDocument/2006/relationships/image" Target="../media/image66.wmf"/><Relationship Id="rId5" Type="http://schemas.openxmlformats.org/officeDocument/2006/relationships/oleObject" Target="../embeddings/oleObject63.bin"/><Relationship Id="rId4" Type="http://schemas.openxmlformats.org/officeDocument/2006/relationships/image" Target="../media/image65.wmf"/><Relationship Id="rId3" Type="http://schemas.openxmlformats.org/officeDocument/2006/relationships/oleObject" Target="../embeddings/oleObject62.bin"/><Relationship Id="rId2" Type="http://schemas.openxmlformats.org/officeDocument/2006/relationships/image" Target="../media/image64.wmf"/><Relationship Id="rId18" Type="http://schemas.openxmlformats.org/officeDocument/2006/relationships/vmlDrawing" Target="../drawings/vmlDrawing10.vml"/><Relationship Id="rId17" Type="http://schemas.openxmlformats.org/officeDocument/2006/relationships/slideLayout" Target="../slideLayouts/slideLayout18.xml"/><Relationship Id="rId16" Type="http://schemas.openxmlformats.org/officeDocument/2006/relationships/image" Target="../media/image71.wmf"/><Relationship Id="rId15" Type="http://schemas.openxmlformats.org/officeDocument/2006/relationships/oleObject" Target="../embeddings/oleObject68.bin"/><Relationship Id="rId14" Type="http://schemas.openxmlformats.org/officeDocument/2006/relationships/image" Target="../media/image70.wmf"/><Relationship Id="rId13" Type="http://schemas.openxmlformats.org/officeDocument/2006/relationships/oleObject" Target="../embeddings/oleObject67.bin"/><Relationship Id="rId12" Type="http://schemas.openxmlformats.org/officeDocument/2006/relationships/image" Target="../media/image69.wmf"/><Relationship Id="rId11" Type="http://schemas.openxmlformats.org/officeDocument/2006/relationships/oleObject" Target="../embeddings/oleObject66.bin"/><Relationship Id="rId10" Type="http://schemas.openxmlformats.org/officeDocument/2006/relationships/image" Target="../media/image68.wmf"/><Relationship Id="rId1" Type="http://schemas.openxmlformats.org/officeDocument/2006/relationships/oleObject" Target="../embeddings/oleObject61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3.bin"/><Relationship Id="rId8" Type="http://schemas.openxmlformats.org/officeDocument/2006/relationships/image" Target="../media/image75.wmf"/><Relationship Id="rId7" Type="http://schemas.openxmlformats.org/officeDocument/2006/relationships/oleObject" Target="../embeddings/oleObject72.bin"/><Relationship Id="rId6" Type="http://schemas.openxmlformats.org/officeDocument/2006/relationships/image" Target="../media/image74.wmf"/><Relationship Id="rId5" Type="http://schemas.openxmlformats.org/officeDocument/2006/relationships/oleObject" Target="../embeddings/oleObject71.bin"/><Relationship Id="rId4" Type="http://schemas.openxmlformats.org/officeDocument/2006/relationships/image" Target="../media/image73.wmf"/><Relationship Id="rId3" Type="http://schemas.openxmlformats.org/officeDocument/2006/relationships/oleObject" Target="../embeddings/oleObject70.bin"/><Relationship Id="rId2" Type="http://schemas.openxmlformats.org/officeDocument/2006/relationships/image" Target="../media/image72.wmf"/><Relationship Id="rId12" Type="http://schemas.openxmlformats.org/officeDocument/2006/relationships/vmlDrawing" Target="../drawings/vmlDrawing11.vml"/><Relationship Id="rId11" Type="http://schemas.openxmlformats.org/officeDocument/2006/relationships/slideLayout" Target="../slideLayouts/slideLayout18.xml"/><Relationship Id="rId10" Type="http://schemas.openxmlformats.org/officeDocument/2006/relationships/image" Target="../media/image76.wmf"/><Relationship Id="rId1" Type="http://schemas.openxmlformats.org/officeDocument/2006/relationships/oleObject" Target="../embeddings/oleObject69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8.bin"/><Relationship Id="rId8" Type="http://schemas.openxmlformats.org/officeDocument/2006/relationships/image" Target="../media/image80.wmf"/><Relationship Id="rId7" Type="http://schemas.openxmlformats.org/officeDocument/2006/relationships/oleObject" Target="../embeddings/oleObject77.bin"/><Relationship Id="rId6" Type="http://schemas.openxmlformats.org/officeDocument/2006/relationships/image" Target="../media/image79.wmf"/><Relationship Id="rId5" Type="http://schemas.openxmlformats.org/officeDocument/2006/relationships/oleObject" Target="../embeddings/oleObject76.bin"/><Relationship Id="rId4" Type="http://schemas.openxmlformats.org/officeDocument/2006/relationships/image" Target="../media/image78.wmf"/><Relationship Id="rId3" Type="http://schemas.openxmlformats.org/officeDocument/2006/relationships/oleObject" Target="../embeddings/oleObject75.bin"/><Relationship Id="rId20" Type="http://schemas.openxmlformats.org/officeDocument/2006/relationships/vmlDrawing" Target="../drawings/vmlDrawing12.vml"/><Relationship Id="rId2" Type="http://schemas.openxmlformats.org/officeDocument/2006/relationships/image" Target="../media/image77.wmf"/><Relationship Id="rId19" Type="http://schemas.openxmlformats.org/officeDocument/2006/relationships/slideLayout" Target="../slideLayouts/slideLayout18.xml"/><Relationship Id="rId18" Type="http://schemas.openxmlformats.org/officeDocument/2006/relationships/image" Target="../media/image85.wmf"/><Relationship Id="rId17" Type="http://schemas.openxmlformats.org/officeDocument/2006/relationships/oleObject" Target="../embeddings/oleObject82.bin"/><Relationship Id="rId16" Type="http://schemas.openxmlformats.org/officeDocument/2006/relationships/image" Target="../media/image84.wmf"/><Relationship Id="rId15" Type="http://schemas.openxmlformats.org/officeDocument/2006/relationships/oleObject" Target="../embeddings/oleObject81.bin"/><Relationship Id="rId14" Type="http://schemas.openxmlformats.org/officeDocument/2006/relationships/image" Target="../media/image83.wmf"/><Relationship Id="rId13" Type="http://schemas.openxmlformats.org/officeDocument/2006/relationships/oleObject" Target="../embeddings/oleObject80.bin"/><Relationship Id="rId12" Type="http://schemas.openxmlformats.org/officeDocument/2006/relationships/image" Target="../media/image82.wmf"/><Relationship Id="rId11" Type="http://schemas.openxmlformats.org/officeDocument/2006/relationships/oleObject" Target="../embeddings/oleObject79.bin"/><Relationship Id="rId10" Type="http://schemas.openxmlformats.org/officeDocument/2006/relationships/image" Target="../media/image81.wmf"/><Relationship Id="rId1" Type="http://schemas.openxmlformats.org/officeDocument/2006/relationships/oleObject" Target="../embeddings/oleObject74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7.bin"/><Relationship Id="rId8" Type="http://schemas.openxmlformats.org/officeDocument/2006/relationships/image" Target="../media/image89.wmf"/><Relationship Id="rId7" Type="http://schemas.openxmlformats.org/officeDocument/2006/relationships/oleObject" Target="../embeddings/oleObject86.bin"/><Relationship Id="rId6" Type="http://schemas.openxmlformats.org/officeDocument/2006/relationships/image" Target="../media/image88.wmf"/><Relationship Id="rId5" Type="http://schemas.openxmlformats.org/officeDocument/2006/relationships/oleObject" Target="../embeddings/oleObject85.bin"/><Relationship Id="rId4" Type="http://schemas.openxmlformats.org/officeDocument/2006/relationships/image" Target="../media/image87.wmf"/><Relationship Id="rId3" Type="http://schemas.openxmlformats.org/officeDocument/2006/relationships/oleObject" Target="../embeddings/oleObject84.bin"/><Relationship Id="rId2" Type="http://schemas.openxmlformats.org/officeDocument/2006/relationships/image" Target="../media/image86.wmf"/><Relationship Id="rId14" Type="http://schemas.openxmlformats.org/officeDocument/2006/relationships/vmlDrawing" Target="../drawings/vmlDrawing13.vml"/><Relationship Id="rId13" Type="http://schemas.openxmlformats.org/officeDocument/2006/relationships/slideLayout" Target="../slideLayouts/slideLayout18.xml"/><Relationship Id="rId12" Type="http://schemas.openxmlformats.org/officeDocument/2006/relationships/image" Target="../media/image91.wmf"/><Relationship Id="rId11" Type="http://schemas.openxmlformats.org/officeDocument/2006/relationships/oleObject" Target="../embeddings/oleObject88.bin"/><Relationship Id="rId10" Type="http://schemas.openxmlformats.org/officeDocument/2006/relationships/image" Target="../media/image90.wmf"/><Relationship Id="rId1" Type="http://schemas.openxmlformats.org/officeDocument/2006/relationships/oleObject" Target="../embeddings/oleObject83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3.bin"/><Relationship Id="rId8" Type="http://schemas.openxmlformats.org/officeDocument/2006/relationships/image" Target="../media/image95.wmf"/><Relationship Id="rId7" Type="http://schemas.openxmlformats.org/officeDocument/2006/relationships/oleObject" Target="../embeddings/oleObject92.bin"/><Relationship Id="rId6" Type="http://schemas.openxmlformats.org/officeDocument/2006/relationships/image" Target="../media/image94.wmf"/><Relationship Id="rId5" Type="http://schemas.openxmlformats.org/officeDocument/2006/relationships/oleObject" Target="../embeddings/oleObject91.bin"/><Relationship Id="rId4" Type="http://schemas.openxmlformats.org/officeDocument/2006/relationships/image" Target="../media/image93.wmf"/><Relationship Id="rId3" Type="http://schemas.openxmlformats.org/officeDocument/2006/relationships/oleObject" Target="../embeddings/oleObject90.bin"/><Relationship Id="rId2" Type="http://schemas.openxmlformats.org/officeDocument/2006/relationships/image" Target="../media/image92.wmf"/><Relationship Id="rId16" Type="http://schemas.openxmlformats.org/officeDocument/2006/relationships/vmlDrawing" Target="../drawings/vmlDrawing14.vml"/><Relationship Id="rId15" Type="http://schemas.openxmlformats.org/officeDocument/2006/relationships/slideLayout" Target="../slideLayouts/slideLayout18.xml"/><Relationship Id="rId14" Type="http://schemas.openxmlformats.org/officeDocument/2006/relationships/image" Target="../media/image98.wmf"/><Relationship Id="rId13" Type="http://schemas.openxmlformats.org/officeDocument/2006/relationships/oleObject" Target="../embeddings/oleObject95.bin"/><Relationship Id="rId12" Type="http://schemas.openxmlformats.org/officeDocument/2006/relationships/image" Target="../media/image97.wmf"/><Relationship Id="rId11" Type="http://schemas.openxmlformats.org/officeDocument/2006/relationships/oleObject" Target="../embeddings/oleObject94.bin"/><Relationship Id="rId10" Type="http://schemas.openxmlformats.org/officeDocument/2006/relationships/image" Target="../media/image96.wmf"/><Relationship Id="rId1" Type="http://schemas.openxmlformats.org/officeDocument/2006/relationships/oleObject" Target="../embeddings/oleObject89.bin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2167811" y="959654"/>
            <a:ext cx="7128792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32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微软雅黑" panose="020B0503020204020204" charset="-122"/>
                <a:ea typeface="微软雅黑" panose="020B0503020204020204" charset="-122"/>
              </a:rPr>
              <a:t>2.4    本章回顾</a:t>
            </a:r>
            <a:endParaRPr lang="en-US" altLang="zh-CN" sz="3200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effectLst>
                <a:outerShdw blurRad="38100" dist="38100" dir="2700000">
                  <a:srgbClr val="000000"/>
                </a:outerShdw>
              </a:effectLst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 Box 5">
            <a:hlinkClick r:id="rId1" action="ppaction://hlinksldjump"/>
          </p:cNvPr>
          <p:cNvSpPr txBox="1">
            <a:spLocks noChangeArrowheads="1"/>
          </p:cNvSpPr>
          <p:nvPr/>
        </p:nvSpPr>
        <p:spPr bwMode="auto">
          <a:xfrm>
            <a:off x="3244637" y="2731364"/>
            <a:ext cx="533400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二.  第2章知识要点   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Text Box 5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3244637" y="3487175"/>
            <a:ext cx="533400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SzTx/>
              <a:buFontTx/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三.  综合例题   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Text Box 5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3244637" y="4243874"/>
            <a:ext cx="5536232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SzTx/>
              <a:buFontTx/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四.  自测题和思考题解答   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Text Box 5">
            <a:hlinkClick r:id="rId1" action="ppaction://hlinksldjump"/>
          </p:cNvPr>
          <p:cNvSpPr txBox="1">
            <a:spLocks noChangeArrowheads="1"/>
          </p:cNvSpPr>
          <p:nvPr/>
        </p:nvSpPr>
        <p:spPr bwMode="auto">
          <a:xfrm>
            <a:off x="3244637" y="1974836"/>
            <a:ext cx="533400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一.  第2章逻辑框架   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圆角矩形 20"/>
          <p:cNvSpPr/>
          <p:nvPr/>
        </p:nvSpPr>
        <p:spPr>
          <a:xfrm>
            <a:off x="2552817" y="3932362"/>
            <a:ext cx="3528392" cy="2160934"/>
          </a:xfrm>
          <a:prstGeom prst="roundRect">
            <a:avLst/>
          </a:prstGeom>
          <a:blipFill>
            <a:blip r:embed="rId1" cstate="print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圆角矩形 19"/>
          <p:cNvSpPr/>
          <p:nvPr/>
        </p:nvSpPr>
        <p:spPr>
          <a:xfrm>
            <a:off x="7624624" y="1163299"/>
            <a:ext cx="2887284" cy="1851560"/>
          </a:xfrm>
          <a:prstGeom prst="roundRect">
            <a:avLst/>
          </a:prstGeom>
          <a:blipFill>
            <a:blip r:embed="rId2" cstate="print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圆角矩形 1"/>
          <p:cNvSpPr/>
          <p:nvPr/>
        </p:nvSpPr>
        <p:spPr>
          <a:xfrm>
            <a:off x="2591686" y="1163299"/>
            <a:ext cx="3450654" cy="1784786"/>
          </a:xfrm>
          <a:prstGeom prst="round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2268538" y="1795442"/>
            <a:ext cx="1752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kumimoji="1"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导数</a:t>
            </a:r>
            <a:endParaRPr kumimoji="1" lang="zh-CN" altLang="en-US" sz="2800" b="1" dirty="0" smtClean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4374771" y="3193811"/>
            <a:ext cx="1793237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方法</a:t>
            </a:r>
            <a:r>
              <a:rPr kumimoji="1" lang="zh-CN" altLang="en-US" sz="2800" b="1" dirty="0">
                <a:solidFill>
                  <a:srgbClr val="00206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延续</a:t>
            </a:r>
            <a:endParaRPr kumimoji="1" lang="zh-CN" altLang="en-US" sz="2800" b="1" dirty="0">
              <a:solidFill>
                <a:srgbClr val="00206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2935253" y="4032706"/>
            <a:ext cx="2764006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高阶导数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2928071" y="4778481"/>
            <a:ext cx="3114306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隐函数的导数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3904298" y="1273154"/>
            <a:ext cx="285432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计算公式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Text Box 10"/>
          <p:cNvSpPr txBox="1">
            <a:spLocks noChangeArrowheads="1"/>
          </p:cNvSpPr>
          <p:nvPr/>
        </p:nvSpPr>
        <p:spPr bwMode="auto">
          <a:xfrm>
            <a:off x="3917633" y="2355174"/>
            <a:ext cx="167354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计算法则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Text Box 12"/>
          <p:cNvSpPr txBox="1">
            <a:spLocks noChangeArrowheads="1"/>
          </p:cNvSpPr>
          <p:nvPr/>
        </p:nvSpPr>
        <p:spPr bwMode="auto">
          <a:xfrm>
            <a:off x="8227747" y="2242430"/>
            <a:ext cx="2369318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导数定义（续）</a:t>
            </a:r>
            <a:endParaRPr kumimoji="1" lang="en-US" altLang="zh-CN" sz="2400" b="1" dirty="0">
              <a:solidFill>
                <a:schemeClr val="accent2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Text Box 15"/>
          <p:cNvSpPr txBox="1">
            <a:spLocks noChangeArrowheads="1"/>
          </p:cNvSpPr>
          <p:nvPr/>
        </p:nvSpPr>
        <p:spPr bwMode="auto">
          <a:xfrm>
            <a:off x="6042340" y="1455537"/>
            <a:ext cx="1600632" cy="4603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思想拓展</a:t>
            </a:r>
            <a:endParaRPr kumimoji="1" lang="zh-CN" altLang="en-US" sz="24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AutoShape 14"/>
          <p:cNvSpPr>
            <a:spLocks noChangeArrowheads="1"/>
          </p:cNvSpPr>
          <p:nvPr/>
        </p:nvSpPr>
        <p:spPr bwMode="auto">
          <a:xfrm>
            <a:off x="6167810" y="1979489"/>
            <a:ext cx="1220995" cy="152400"/>
          </a:xfrm>
          <a:prstGeom prst="rightArrow">
            <a:avLst>
              <a:gd name="adj1" fmla="val 50000"/>
              <a:gd name="adj2" fmla="val 123958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AutoShape 16"/>
          <p:cNvSpPr/>
          <p:nvPr/>
        </p:nvSpPr>
        <p:spPr bwMode="auto">
          <a:xfrm>
            <a:off x="2637438" y="4083866"/>
            <a:ext cx="190500" cy="1858962"/>
          </a:xfrm>
          <a:prstGeom prst="leftBrace">
            <a:avLst>
              <a:gd name="adj1" fmla="val 81319"/>
              <a:gd name="adj2" fmla="val 50000"/>
            </a:avLst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AutoShape 17"/>
          <p:cNvSpPr/>
          <p:nvPr/>
        </p:nvSpPr>
        <p:spPr bwMode="auto">
          <a:xfrm>
            <a:off x="3752215" y="1472565"/>
            <a:ext cx="152400" cy="1165860"/>
          </a:xfrm>
          <a:prstGeom prst="leftBrace">
            <a:avLst>
              <a:gd name="adj1" fmla="val 50000"/>
              <a:gd name="adj2" fmla="val 50000"/>
            </a:avLst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" name="左大括号 15"/>
          <p:cNvSpPr/>
          <p:nvPr/>
        </p:nvSpPr>
        <p:spPr>
          <a:xfrm>
            <a:off x="7840026" y="1386025"/>
            <a:ext cx="310804" cy="1351050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7948615" y="1364758"/>
            <a:ext cx="126567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微分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268574" y="266044"/>
            <a:ext cx="3119755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400" b="1" dirty="0" smtClean="0">
                <a:solidFill>
                  <a:schemeClr val="accent6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第2章逻辑框架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" name="下箭头 18"/>
          <p:cNvSpPr/>
          <p:nvPr/>
        </p:nvSpPr>
        <p:spPr>
          <a:xfrm>
            <a:off x="4267030" y="3027500"/>
            <a:ext cx="98697" cy="855332"/>
          </a:xfrm>
          <a:prstGeom prst="downArrow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2896640" y="5420696"/>
            <a:ext cx="23279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参数方程求导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ldLvl="0" animBg="1"/>
      <p:bldP spid="3" grpId="0"/>
      <p:bldP spid="4" grpId="0" bldLvl="0" animBg="1"/>
      <p:bldP spid="5" grpId="0"/>
      <p:bldP spid="6" grpId="0"/>
      <p:bldP spid="7" grpId="0"/>
      <p:bldP spid="8" grpId="0"/>
      <p:bldP spid="10" grpId="0"/>
      <p:bldP spid="13" grpId="0" bldLvl="0" animBg="1"/>
      <p:bldP spid="12" grpId="0" bldLvl="0" animBg="1"/>
      <p:bldP spid="14" grpId="0" bldLvl="0" animBg="1"/>
      <p:bldP spid="15" grpId="0" bldLvl="0" animBg="1"/>
      <p:bldP spid="16" grpId="0" bldLvl="0" animBg="1"/>
      <p:bldP spid="17" grpId="0"/>
      <p:bldP spid="19" grpId="0" bldLvl="0" animBg="1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 5"/>
          <p:cNvSpPr txBox="1">
            <a:spLocks noChangeArrowheads="1"/>
          </p:cNvSpPr>
          <p:nvPr/>
        </p:nvSpPr>
        <p:spPr bwMode="auto">
          <a:xfrm>
            <a:off x="2172858" y="173147"/>
            <a:ext cx="533400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 dirty="0" smtClean="0">
                <a:solidFill>
                  <a:schemeClr val="accent6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第2章知识要点   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Text Box 8"/>
          <p:cNvSpPr txBox="1">
            <a:spLocks noChangeArrowheads="1"/>
          </p:cNvSpPr>
          <p:nvPr/>
        </p:nvSpPr>
        <p:spPr bwMode="auto">
          <a:xfrm>
            <a:off x="2435225" y="702310"/>
            <a:ext cx="473329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</a:t>
            </a:r>
            <a:r>
              <a:rPr lang="en-US" altLang="zh-CN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.</a:t>
            </a:r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导数与微分的定义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157054" y="1286182"/>
            <a:ext cx="536575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）导数的定义及各种等价</a:t>
            </a:r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形式</a:t>
            </a:r>
            <a:endParaRPr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" name="Rectangle 1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3647728" y="1809402"/>
          <a:ext cx="3698875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Equation" r:id="rId1" imgW="88696800" imgH="22250400" progId="Equation.DSMT4">
                  <p:embed/>
                </p:oleObj>
              </mc:Choice>
              <mc:Fallback>
                <p:oleObj name="Equation" r:id="rId1" imgW="88696800" imgH="22250400" progId="Equation.DSMT4">
                  <p:embed/>
                  <p:pic>
                    <p:nvPicPr>
                      <p:cNvPr id="0" name="图片 102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647728" y="1809402"/>
                        <a:ext cx="3698875" cy="9207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4583832" y="2662694"/>
          <a:ext cx="3581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4" name="Equation" r:id="rId3" imgW="85953600" imgH="20116800" progId="Equation.DSMT4">
                  <p:embed/>
                </p:oleObj>
              </mc:Choice>
              <mc:Fallback>
                <p:oleObj name="Equation" r:id="rId3" imgW="85953600" imgH="20116800" progId="Equation.DSMT4">
                  <p:embed/>
                  <p:pic>
                    <p:nvPicPr>
                      <p:cNvPr id="0" name="图片 110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83832" y="2662694"/>
                        <a:ext cx="35814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4584355" y="3542283"/>
          <a:ext cx="3238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5" name="Equation" r:id="rId5" imgW="77724000" imgH="20116800" progId="Equation.DSMT4">
                  <p:embed/>
                </p:oleObj>
              </mc:Choice>
              <mc:Fallback>
                <p:oleObj name="Equation" r:id="rId5" imgW="77724000" imgH="20116800" progId="Equation.DSMT4">
                  <p:embed/>
                  <p:pic>
                    <p:nvPicPr>
                      <p:cNvPr id="0" name="图片 110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84355" y="3542283"/>
                        <a:ext cx="32385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2233889" y="4469760"/>
            <a:ext cx="330962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 左、右导数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6" name="Rectangle 1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5402898" y="4519930"/>
          <a:ext cx="19431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6" name="Equation" r:id="rId7" imgW="46634400" imgH="11277600" progId="Equation.DSMT4">
                  <p:embed/>
                </p:oleObj>
              </mc:Choice>
              <mc:Fallback>
                <p:oleObj name="Equation" r:id="rId7" imgW="46634400" imgH="11277600" progId="Equation.DSMT4">
                  <p:embed/>
                  <p:pic>
                    <p:nvPicPr>
                      <p:cNvPr id="0" name="图片 110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402898" y="4519930"/>
                        <a:ext cx="1943100" cy="46355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2838113" y="5123232"/>
            <a:ext cx="3757930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注意与导数的左右极限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9" name="Rectangle 1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6473825" y="5128260"/>
          <a:ext cx="2862580" cy="508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7" name="Equation" r:id="rId9" imgW="68884800" imgH="10363200" progId="Equation.DSMT4">
                  <p:embed/>
                </p:oleObj>
              </mc:Choice>
              <mc:Fallback>
                <p:oleObj name="Equation" r:id="rId9" imgW="68884800" imgH="10363200" progId="Equation.DSMT4">
                  <p:embed/>
                  <p:pic>
                    <p:nvPicPr>
                      <p:cNvPr id="0" name="图片 110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473825" y="5128260"/>
                        <a:ext cx="2862580" cy="508635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9336360" y="5115017"/>
            <a:ext cx="986790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不同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5" grpId="0"/>
      <p:bldP spid="28" grpId="0" bldLvl="0" animBg="1"/>
      <p:bldP spid="31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35560" y="239440"/>
            <a:ext cx="473646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(3)</a:t>
            </a:r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可导的几何意义</a:t>
            </a:r>
            <a:r>
              <a:rPr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存在切线</a:t>
            </a:r>
            <a:endParaRPr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956080" y="908413"/>
          <a:ext cx="3721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Equation" r:id="rId1" imgW="89306400" imgH="10363200" progId="Equation.DSMT4">
                  <p:embed/>
                </p:oleObj>
              </mc:Choice>
              <mc:Fallback>
                <p:oleObj name="Equation" r:id="rId1" imgW="89306400" imgH="10363200" progId="Equation.DSMT4">
                  <p:embed/>
                  <p:pic>
                    <p:nvPicPr>
                      <p:cNvPr id="0" name="图片 204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56080" y="908413"/>
                        <a:ext cx="37211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149530" y="1443003"/>
            <a:ext cx="286004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(4)</a:t>
            </a:r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微分的定义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若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3949074" y="2043557"/>
          <a:ext cx="2608263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Equation" r:id="rId3" imgW="62788800" imgH="9448800" progId="Equation.DSMT4">
                  <p:embed/>
                </p:oleObj>
              </mc:Choice>
              <mc:Fallback>
                <p:oleObj name="Equation" r:id="rId3" imgW="62788800" imgH="9448800" progId="Equation.DSMT4">
                  <p:embed/>
                  <p:pic>
                    <p:nvPicPr>
                      <p:cNvPr id="0" name="图片 204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49074" y="2043557"/>
                        <a:ext cx="2608263" cy="387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762038" y="2441689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则称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2679599" y="2526769"/>
          <a:ext cx="1276351" cy="387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Equation" r:id="rId5" imgW="30784800" imgH="9448800" progId="Equation.DSMT4">
                  <p:embed/>
                </p:oleObj>
              </mc:Choice>
              <mc:Fallback>
                <p:oleObj name="Equation" r:id="rId5" imgW="30784800" imgH="9448800" progId="Equation.DSMT4">
                  <p:embed/>
                  <p:pic>
                    <p:nvPicPr>
                      <p:cNvPr id="0" name="图片 205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79599" y="2526769"/>
                        <a:ext cx="1276351" cy="3873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4507235" y="2487399"/>
          <a:ext cx="311151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Equation" r:id="rId7" imgW="7620000" imgH="10363200" progId="Equation.DSMT4">
                  <p:embed/>
                </p:oleObj>
              </mc:Choice>
              <mc:Fallback>
                <p:oleObj name="Equation" r:id="rId7" imgW="7620000" imgH="10363200" progId="Equation.DSMT4">
                  <p:embed/>
                  <p:pic>
                    <p:nvPicPr>
                      <p:cNvPr id="0" name="图片 205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07235" y="2487399"/>
                        <a:ext cx="311151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956064" y="2441689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824215" y="2441689"/>
            <a:ext cx="23279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点可微，且记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7178764" y="2509624"/>
          <a:ext cx="1346200" cy="387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Equation" r:id="rId9" imgW="32308800" imgH="9448800" progId="Equation.DSMT4">
                  <p:embed/>
                </p:oleObj>
              </mc:Choice>
              <mc:Fallback>
                <p:oleObj name="Equation" r:id="rId9" imgW="32308800" imgH="9448800" progId="Equation.DSMT4">
                  <p:embed/>
                  <p:pic>
                    <p:nvPicPr>
                      <p:cNvPr id="0" name="图片 205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178764" y="2509624"/>
                        <a:ext cx="1346200" cy="3873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8532207" y="2442225"/>
            <a:ext cx="16129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为微分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775519" y="3289001"/>
            <a:ext cx="1255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这时，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" name="Rectangle 1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2789237" y="3346409"/>
          <a:ext cx="15811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name="Equation" r:id="rId11" imgW="37795200" imgH="10363200" progId="Equation.DSMT4">
                  <p:embed/>
                </p:oleObj>
              </mc:Choice>
              <mc:Fallback>
                <p:oleObj name="Equation" r:id="rId11" imgW="37795200" imgH="10363200" progId="Equation.DSMT4">
                  <p:embed/>
                  <p:pic>
                    <p:nvPicPr>
                      <p:cNvPr id="0" name="图片 205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789237" y="3346409"/>
                        <a:ext cx="158115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1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2783631" y="3989917"/>
          <a:ext cx="5580063" cy="488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" name="Equation" r:id="rId13" imgW="134112000" imgH="11582400" progId="Equation.DSMT4">
                  <p:embed/>
                </p:oleObj>
              </mc:Choice>
              <mc:Fallback>
                <p:oleObj name="Equation" r:id="rId13" imgW="134112000" imgH="11582400" progId="Equation.DSMT4">
                  <p:embed/>
                  <p:pic>
                    <p:nvPicPr>
                      <p:cNvPr id="0" name="图片 205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783631" y="3989917"/>
                        <a:ext cx="5580063" cy="4889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4481101" y="3289001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从而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5" name="Rectangle 1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2861790" y="4709997"/>
          <a:ext cx="2087563" cy="488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" name="Equation" r:id="rId15" imgW="50292000" imgH="11582400" progId="Equation.DSMT4">
                  <p:embed/>
                </p:oleObj>
              </mc:Choice>
              <mc:Fallback>
                <p:oleObj name="Equation" r:id="rId15" imgW="50292000" imgH="11582400" progId="Equation.DSMT4">
                  <p:embed/>
                  <p:pic>
                    <p:nvPicPr>
                      <p:cNvPr id="0" name="图片 2055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861790" y="4709997"/>
                        <a:ext cx="2087563" cy="4889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2135560" y="4005064"/>
            <a:ext cx="7181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135560" y="4679733"/>
            <a:ext cx="7181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8" grpId="0"/>
      <p:bldP spid="14" grpId="0"/>
      <p:bldP spid="15" grpId="0"/>
      <p:bldP spid="18" grpId="0"/>
      <p:bldP spid="19" grpId="0"/>
      <p:bldP spid="24" grpId="0"/>
      <p:bldP spid="27" grpId="0"/>
      <p:bldP spid="2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8"/>
          <p:cNvSpPr txBox="1">
            <a:spLocks noChangeArrowheads="1"/>
          </p:cNvSpPr>
          <p:nvPr/>
        </p:nvSpPr>
        <p:spPr bwMode="auto">
          <a:xfrm>
            <a:off x="2157054" y="260648"/>
            <a:ext cx="6891274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2. 导数与微分的运算法则和方法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157054" y="845423"/>
            <a:ext cx="286321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）四则运算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279576" y="1428527"/>
          <a:ext cx="2311400" cy="6286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Equation" r:id="rId1" imgW="55473600" imgH="15240000" progId="Equation.DSMT4">
                  <p:embed/>
                </p:oleObj>
              </mc:Choice>
              <mc:Fallback>
                <p:oleObj name="Equation" r:id="rId1" imgW="55473600" imgH="15240000" progId="Equation.DSMT4">
                  <p:embed/>
                  <p:pic>
                    <p:nvPicPr>
                      <p:cNvPr id="0" name="图片 307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79576" y="1428527"/>
                        <a:ext cx="2311400" cy="6286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5009034" y="1428527"/>
          <a:ext cx="229870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Equation" r:id="rId3" imgW="55168800" imgH="15240000" progId="Equation.DSMT4">
                  <p:embed/>
                </p:oleObj>
              </mc:Choice>
              <mc:Fallback>
                <p:oleObj name="Equation" r:id="rId3" imgW="55168800" imgH="15240000" progId="Equation.DSMT4">
                  <p:embed/>
                  <p:pic>
                    <p:nvPicPr>
                      <p:cNvPr id="0" name="图片 307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009034" y="1428527"/>
                        <a:ext cx="2298700" cy="6286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7536160" y="1196752"/>
          <a:ext cx="2370138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Equation" r:id="rId5" imgW="56692800" imgH="26212800" progId="Equation.DSMT4">
                  <p:embed/>
                </p:oleObj>
              </mc:Choice>
              <mc:Fallback>
                <p:oleObj name="Equation" r:id="rId5" imgW="56692800" imgH="26212800" progId="Equation.DSMT4">
                  <p:embed/>
                  <p:pic>
                    <p:nvPicPr>
                      <p:cNvPr id="0" name="图片 307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536160" y="1196752"/>
                        <a:ext cx="2370138" cy="1092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157054" y="2389520"/>
            <a:ext cx="322072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）反函数的</a:t>
            </a:r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导数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5113809" y="2896378"/>
          <a:ext cx="2089151" cy="958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Equation" r:id="rId7" imgW="49987200" imgH="22860000" progId="Equation.DSMT4">
                  <p:embed/>
                </p:oleObj>
              </mc:Choice>
              <mc:Fallback>
                <p:oleObj name="Equation" r:id="rId7" imgW="49987200" imgH="22860000" progId="Equation.DSMT4">
                  <p:embed/>
                  <p:pic>
                    <p:nvPicPr>
                      <p:cNvPr id="0" name="图片 307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113809" y="2896378"/>
                        <a:ext cx="2089151" cy="958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157054" y="3933056"/>
            <a:ext cx="322072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）复合函数</a:t>
            </a:r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求导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Rectangle 1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4151784" y="4427191"/>
          <a:ext cx="4013200" cy="6286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9" imgW="96316800" imgH="15240000" progId="Equation.DSMT4">
                  <p:embed/>
                </p:oleObj>
              </mc:Choice>
              <mc:Fallback>
                <p:oleObj name="Equation" r:id="rId9" imgW="96316800" imgH="15240000" progId="Equation.DSMT4">
                  <p:embed/>
                  <p:pic>
                    <p:nvPicPr>
                      <p:cNvPr id="0" name="图片 307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151784" y="4427191"/>
                        <a:ext cx="4013200" cy="6286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0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91663" y="135300"/>
            <a:ext cx="661797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复合函数的微分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（微分形式的不变性）：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287430" y="765190"/>
          <a:ext cx="26797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" name="Equation" r:id="rId1" imgW="64312800" imgH="11582400" progId="Equation.DSMT4">
                  <p:embed/>
                </p:oleObj>
              </mc:Choice>
              <mc:Fallback>
                <p:oleObj name="Equation" r:id="rId1" imgW="64312800" imgH="115824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87430" y="765190"/>
                        <a:ext cx="2679700" cy="488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312024" y="711860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中令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7209786" y="815703"/>
          <a:ext cx="1225551" cy="387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Equation" r:id="rId3" imgW="29260800" imgH="9448800" progId="Equation.DSMT4">
                  <p:embed/>
                </p:oleObj>
              </mc:Choice>
              <mc:Fallback>
                <p:oleObj name="Equation" r:id="rId3" imgW="29260800" imgH="9448800" progId="Equation.DSMT4">
                  <p:embed/>
                  <p:pic>
                    <p:nvPicPr>
                      <p:cNvPr id="0" name="图片 409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209786" y="815703"/>
                        <a:ext cx="1225551" cy="3873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544272" y="711860"/>
            <a:ext cx="19704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成立等式：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3287688" y="1412776"/>
          <a:ext cx="4233863" cy="488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Equation" r:id="rId5" imgW="101803200" imgH="11582400" progId="Equation.DSMT4">
                  <p:embed/>
                </p:oleObj>
              </mc:Choice>
              <mc:Fallback>
                <p:oleObj name="Equation" r:id="rId5" imgW="101803200" imgH="11582400" progId="Equation.DSMT4">
                  <p:embed/>
                  <p:pic>
                    <p:nvPicPr>
                      <p:cNvPr id="0" name="图片 409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87688" y="1412776"/>
                        <a:ext cx="4233863" cy="4889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991544" y="2060848"/>
            <a:ext cx="446449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(4)</a:t>
            </a:r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参数</a:t>
            </a:r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方程求导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3722143" y="2603753"/>
          <a:ext cx="2459038" cy="387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Equation" r:id="rId7" imgW="58826400" imgH="9448800" progId="Equation.DSMT4">
                  <p:embed/>
                </p:oleObj>
              </mc:Choice>
              <mc:Fallback>
                <p:oleObj name="Equation" r:id="rId7" imgW="58826400" imgH="9448800" progId="Equation.DSMT4">
                  <p:embed/>
                  <p:pic>
                    <p:nvPicPr>
                      <p:cNvPr id="0" name="图片 409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722143" y="2603753"/>
                        <a:ext cx="2459038" cy="3873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183369" y="2515128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Rectangle 1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4717549" y="3106840"/>
          <a:ext cx="158115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" name="Equation" r:id="rId9" imgW="37795200" imgH="21640800" progId="Equation.DSMT4">
                  <p:embed/>
                </p:oleObj>
              </mc:Choice>
              <mc:Fallback>
                <p:oleObj name="Equation" r:id="rId9" imgW="37795200" imgH="21640800" progId="Equation.DSMT4">
                  <p:embed/>
                  <p:pic>
                    <p:nvPicPr>
                      <p:cNvPr id="0" name="图片 410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717549" y="3106840"/>
                        <a:ext cx="1581150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1991544" y="3985900"/>
            <a:ext cx="283083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(5)</a:t>
            </a:r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隐函数 的</a:t>
            </a:r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求导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807968" y="4509120"/>
            <a:ext cx="402463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两边同时求导法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微分法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3" name="Rectangle 1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4277329" y="4604796"/>
          <a:ext cx="1593851" cy="387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name="Equation" r:id="rId11" imgW="38100000" imgH="9448800" progId="Equation.DSMT4">
                  <p:embed/>
                </p:oleObj>
              </mc:Choice>
              <mc:Fallback>
                <p:oleObj name="Equation" r:id="rId11" imgW="38100000" imgH="9448800" progId="Equation.DSMT4">
                  <p:embed/>
                  <p:pic>
                    <p:nvPicPr>
                      <p:cNvPr id="0" name="图片 410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277329" y="4604796"/>
                        <a:ext cx="1593851" cy="3873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1991544" y="5032340"/>
            <a:ext cx="274193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(6)</a:t>
            </a:r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对数法求导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157117" y="5555560"/>
            <a:ext cx="554355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适用于幂指函数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多项乘 除的情形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148110" y="2515128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若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11" grpId="0"/>
      <p:bldP spid="14" grpId="0"/>
      <p:bldP spid="18" grpId="0"/>
      <p:bldP spid="21" grpId="0"/>
      <p:bldP spid="22" grpId="0"/>
      <p:bldP spid="25" grpId="0"/>
      <p:bldP spid="26" grpId="0"/>
      <p:bldP spid="2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16128" y="110917"/>
            <a:ext cx="25057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</a:t>
            </a:r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）高阶导数</a:t>
            </a:r>
            <a:endParaRPr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07568" y="639852"/>
            <a:ext cx="584136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1)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乘积的高阶导数的莱布尼茨公式：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719736" y="1169172"/>
          <a:ext cx="3335338" cy="9080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" name="Equation" r:id="rId1" imgW="79857600" imgH="21945600" progId="Equation.DSMT4">
                  <p:embed/>
                </p:oleObj>
              </mc:Choice>
              <mc:Fallback>
                <p:oleObj name="Equation" r:id="rId1" imgW="79857600" imgH="21945600" progId="Equation.DSMT4">
                  <p:embed/>
                  <p:pic>
                    <p:nvPicPr>
                      <p:cNvPr id="0" name="图片 512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719736" y="1169172"/>
                        <a:ext cx="3335338" cy="9080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192387" y="2060848"/>
            <a:ext cx="548386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2)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间接计算常用的高阶导数的公式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783632" y="2708920"/>
          <a:ext cx="2506663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Equation" r:id="rId3" imgW="59436000" imgH="24079200" progId="Equation.DSMT4">
                  <p:embed/>
                </p:oleObj>
              </mc:Choice>
              <mc:Fallback>
                <p:oleObj name="Equation" r:id="rId3" imgW="59436000" imgH="24079200" progId="Equation.DSMT4">
                  <p:embed/>
                  <p:pic>
                    <p:nvPicPr>
                      <p:cNvPr id="0" name="图片 512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83632" y="2708920"/>
                        <a:ext cx="2506663" cy="9747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6528048" y="2752576"/>
          <a:ext cx="3502025" cy="887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Equation" r:id="rId5" imgW="83210400" imgH="21945600" progId="Equation.DSMT4">
                  <p:embed/>
                </p:oleObj>
              </mc:Choice>
              <mc:Fallback>
                <p:oleObj name="Equation" r:id="rId5" imgW="83210400" imgH="21945600" progId="Equation.DSMT4">
                  <p:embed/>
                  <p:pic>
                    <p:nvPicPr>
                      <p:cNvPr id="0" name="图片 512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528048" y="2752576"/>
                        <a:ext cx="3502025" cy="8874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2783632" y="3825044"/>
          <a:ext cx="2655888" cy="62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name="Equation" r:id="rId7" imgW="63398400" imgH="15544800" progId="Equation.DSMT4">
                  <p:embed/>
                </p:oleObj>
              </mc:Choice>
              <mc:Fallback>
                <p:oleObj name="Equation" r:id="rId7" imgW="63398400" imgH="15544800" progId="Equation.DSMT4">
                  <p:embed/>
                  <p:pic>
                    <p:nvPicPr>
                      <p:cNvPr id="0" name="图片 512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783632" y="3825044"/>
                        <a:ext cx="2655888" cy="6270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6528048" y="3739319"/>
          <a:ext cx="3960813" cy="79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name="Equation" r:id="rId9" imgW="94183200" imgH="19812000" progId="Equation.DSMT4">
                  <p:embed/>
                </p:oleObj>
              </mc:Choice>
              <mc:Fallback>
                <p:oleObj name="Equation" r:id="rId9" imgW="94183200" imgH="19812000" progId="Equation.DSMT4">
                  <p:embed/>
                  <p:pic>
                    <p:nvPicPr>
                      <p:cNvPr id="0" name="图片 512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528048" y="3739319"/>
                        <a:ext cx="3960813" cy="7985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椭圆 21"/>
          <p:cNvSpPr/>
          <p:nvPr/>
        </p:nvSpPr>
        <p:spPr>
          <a:xfrm>
            <a:off x="5004912" y="3277726"/>
            <a:ext cx="3581240" cy="1008112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>
            <a:off x="2865094" y="2167154"/>
            <a:ext cx="5779980" cy="90407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 Box 8"/>
          <p:cNvSpPr txBox="1">
            <a:spLocks noChangeArrowheads="1"/>
          </p:cNvSpPr>
          <p:nvPr/>
        </p:nvSpPr>
        <p:spPr bwMode="auto">
          <a:xfrm>
            <a:off x="2157054" y="260648"/>
            <a:ext cx="6891274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3．二个重要结论</a:t>
            </a:r>
            <a:endParaRPr lang="zh-CN" altLang="en-US" sz="3200" b="1" dirty="0">
              <a:solidFill>
                <a:schemeClr val="accent3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040043" y="1486237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若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674231" y="1553379"/>
          <a:ext cx="723900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5" name="Equation" r:id="rId1" imgW="17373600" imgH="9448800" progId="Equation.DSMT4">
                  <p:embed/>
                </p:oleObj>
              </mc:Choice>
              <mc:Fallback>
                <p:oleObj name="Equation" r:id="rId1" imgW="17373600" imgH="94488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674231" y="1553379"/>
                        <a:ext cx="723900" cy="3889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428848" y="1486237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在点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5231042" y="1585922"/>
          <a:ext cx="742951" cy="323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Equation" r:id="rId3" imgW="17983200" imgH="7620000" progId="Equation.DSMT4">
                  <p:embed/>
                </p:oleObj>
              </mc:Choice>
              <mc:Fallback>
                <p:oleObj name="Equation" r:id="rId3" imgW="17983200" imgH="7620000" progId="Equation.DSMT4">
                  <p:embed/>
                  <p:pic>
                    <p:nvPicPr>
                      <p:cNvPr id="0" name="图片 614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231042" y="1585922"/>
                        <a:ext cx="742951" cy="323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374996" y="2375862"/>
            <a:ext cx="111638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连续，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3039531" y="2453799"/>
          <a:ext cx="723900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" name="Equation" r:id="rId5" imgW="17373600" imgH="9448800" progId="Equation.DSMT4">
                  <p:embed/>
                </p:oleObj>
              </mc:Choice>
              <mc:Fallback>
                <p:oleObj name="Equation" r:id="rId5" imgW="17373600" imgH="9448800" progId="Equation.DSMT4">
                  <p:embed/>
                  <p:pic>
                    <p:nvPicPr>
                      <p:cNvPr id="0" name="图片 614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39531" y="2453799"/>
                        <a:ext cx="723900" cy="3889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74340" y="2375862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在点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4632236" y="2481897"/>
          <a:ext cx="742951" cy="323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" name="Equation" r:id="rId7" imgW="17983200" imgH="7620000" progId="Equation.DSMT4">
                  <p:embed/>
                </p:oleObj>
              </mc:Choice>
              <mc:Fallback>
                <p:oleObj name="Equation" r:id="rId7" imgW="17983200" imgH="7620000" progId="Equation.DSMT4">
                  <p:embed/>
                  <p:pic>
                    <p:nvPicPr>
                      <p:cNvPr id="0" name="图片 614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632236" y="2481897"/>
                        <a:ext cx="742951" cy="323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941016" y="1486237"/>
            <a:ext cx="23279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邻域定义，则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6594697" y="2227897"/>
          <a:ext cx="1876425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9" name="Equation" r:id="rId9" imgW="45110400" imgH="20116800" progId="Equation.DSMT4">
                  <p:embed/>
                </p:oleObj>
              </mc:Choice>
              <mc:Fallback>
                <p:oleObj name="Equation" r:id="rId9" imgW="45110400" imgH="20116800" progId="Equation.DSMT4">
                  <p:embed/>
                  <p:pic>
                    <p:nvPicPr>
                      <p:cNvPr id="0" name="图片 614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594697" y="2227897"/>
                        <a:ext cx="1876425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5375083" y="3578076"/>
          <a:ext cx="2692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0" name="Equation" r:id="rId11" imgW="64617600" imgH="9753600" progId="Equation.DSMT4">
                  <p:embed/>
                </p:oleObj>
              </mc:Choice>
              <mc:Fallback>
                <p:oleObj name="Equation" r:id="rId11" imgW="64617600" imgH="9753600" progId="Equation.DSMT4">
                  <p:embed/>
                  <p:pic>
                    <p:nvPicPr>
                      <p:cNvPr id="0" name="图片 614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375083" y="3578076"/>
                        <a:ext cx="26924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左右箭头 20"/>
          <p:cNvSpPr/>
          <p:nvPr/>
        </p:nvSpPr>
        <p:spPr>
          <a:xfrm>
            <a:off x="3592316" y="3601762"/>
            <a:ext cx="1196572" cy="360040"/>
          </a:xfrm>
          <a:prstGeom prst="leftRightArrow">
            <a:avLst/>
          </a:prstGeom>
          <a:gradFill>
            <a:gsLst>
              <a:gs pos="0">
                <a:srgbClr val="9EE256"/>
              </a:gs>
              <a:gs pos="100000">
                <a:srgbClr val="52762D"/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2146086" y="4141822"/>
            <a:ext cx="322072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）导函数的性质</a:t>
            </a:r>
            <a:endParaRPr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039477" y="5188262"/>
            <a:ext cx="599186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可导的周期函数的导函数为周期函数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046974" y="4665042"/>
            <a:ext cx="61067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可导的偶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奇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函数导函数为奇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偶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157054" y="845423"/>
            <a:ext cx="393573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）零点处的</a:t>
            </a:r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导数刻画</a:t>
            </a:r>
            <a:endParaRPr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bldLvl="0" animBg="1"/>
      <p:bldP spid="20" grpId="0" bldLvl="0" animBg="1"/>
      <p:bldP spid="2" grpId="0"/>
      <p:bldP spid="3" grpId="0"/>
      <p:bldP spid="6" grpId="0"/>
      <p:bldP spid="9" grpId="0"/>
      <p:bldP spid="12" grpId="0"/>
      <p:bldP spid="14" grpId="0"/>
      <p:bldP spid="21" grpId="0" bldLvl="0" animBg="1"/>
      <p:bldP spid="23" grpId="0"/>
      <p:bldP spid="24" grpId="0"/>
      <p:bldP spid="26" grpId="0"/>
      <p:bldP spid="2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/>
          <p:cNvSpPr txBox="1">
            <a:spLocks noChangeArrowheads="1"/>
          </p:cNvSpPr>
          <p:nvPr/>
        </p:nvSpPr>
        <p:spPr bwMode="auto">
          <a:xfrm>
            <a:off x="2020109" y="178000"/>
            <a:ext cx="533400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综合例题   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1990783" y="809536"/>
            <a:ext cx="1343617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 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3359696" y="931807"/>
          <a:ext cx="4622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9" name="Equation" r:id="rId1" imgW="110947200" imgH="9448800" progId="Equation.DSMT4">
                  <p:embed/>
                </p:oleObj>
              </mc:Choice>
              <mc:Fallback>
                <p:oleObj name="Equation" r:id="rId1" imgW="110947200" imgH="9448800" progId="Equation.DSMT4">
                  <p:embed/>
                  <p:pic>
                    <p:nvPicPr>
                      <p:cNvPr id="0" name="图片 716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359696" y="931807"/>
                        <a:ext cx="46228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8414590" y="922248"/>
          <a:ext cx="863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Equation" r:id="rId3" imgW="20726400" imgH="9753600" progId="Equation.DSMT4">
                  <p:embed/>
                </p:oleObj>
              </mc:Choice>
              <mc:Fallback>
                <p:oleObj name="Equation" r:id="rId3" imgW="20726400" imgH="9753600" progId="Equation.DSMT4">
                  <p:embed/>
                  <p:pic>
                    <p:nvPicPr>
                      <p:cNvPr id="0" name="图片 716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414590" y="922248"/>
                        <a:ext cx="8636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7957287" y="809536"/>
            <a:ext cx="685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2020140" y="1495336"/>
            <a:ext cx="441325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方法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  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利用导数定义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3138488" y="2160588"/>
          <a:ext cx="338772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1" name="Equation" r:id="rId5" imgW="81381600" imgH="20116800" progId="Equation.DSMT4">
                  <p:embed/>
                </p:oleObj>
              </mc:Choice>
              <mc:Fallback>
                <p:oleObj name="Equation" r:id="rId5" imgW="81381600" imgH="20116800" progId="Equation.DSMT4">
                  <p:embed/>
                  <p:pic>
                    <p:nvPicPr>
                      <p:cNvPr id="0" name="图片 717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38488" y="2160588"/>
                        <a:ext cx="3387725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4027488" y="3189288"/>
          <a:ext cx="40640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2" name="Equation" r:id="rId7" imgW="97536000" imgH="13106400" progId="Equation.DSMT4">
                  <p:embed/>
                </p:oleObj>
              </mc:Choice>
              <mc:Fallback>
                <p:oleObj name="Equation" r:id="rId7" imgW="97536000" imgH="13106400" progId="Equation.DSMT4">
                  <p:embed/>
                  <p:pic>
                    <p:nvPicPr>
                      <p:cNvPr id="0" name="图片 717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027488" y="3189288"/>
                        <a:ext cx="4064000" cy="546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8196263" y="3284538"/>
          <a:ext cx="965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3" name="Equation" r:id="rId9" imgW="23164800" imgH="9448800" progId="Equation.DSMT4">
                  <p:embed/>
                </p:oleObj>
              </mc:Choice>
              <mc:Fallback>
                <p:oleObj name="Equation" r:id="rId9" imgW="23164800" imgH="9448800" progId="Equation.DSMT4">
                  <p:embed/>
                  <p:pic>
                    <p:nvPicPr>
                      <p:cNvPr id="0" name="图片 717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196263" y="3284538"/>
                        <a:ext cx="9652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2020140" y="3919448"/>
            <a:ext cx="379095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方法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   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利用求导公式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3151188" y="4611688"/>
          <a:ext cx="1079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4" name="Equation" r:id="rId11" imgW="25908000" imgH="9753600" progId="Equation.DSMT4">
                  <p:embed/>
                </p:oleObj>
              </mc:Choice>
              <mc:Fallback>
                <p:oleObj name="Equation" r:id="rId11" imgW="25908000" imgH="9753600" progId="Equation.DSMT4">
                  <p:embed/>
                  <p:pic>
                    <p:nvPicPr>
                      <p:cNvPr id="0" name="图片 717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151188" y="4611688"/>
                        <a:ext cx="10795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/>
        </p:nvGraphicFramePr>
        <p:xfrm>
          <a:off x="4286250" y="4611688"/>
          <a:ext cx="546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5" name="Equation" r:id="rId13" imgW="13106400" imgH="9753600" progId="Equation.DSMT4">
                  <p:embed/>
                </p:oleObj>
              </mc:Choice>
              <mc:Fallback>
                <p:oleObj name="Equation" r:id="rId13" imgW="13106400" imgH="9753600" progId="Equation.DSMT4">
                  <p:embed/>
                  <p:pic>
                    <p:nvPicPr>
                      <p:cNvPr id="0" name="图片 717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286250" y="4611688"/>
                        <a:ext cx="5461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/>
          <p:cNvGraphicFramePr>
            <a:graphicFrameLocks noChangeAspect="1"/>
          </p:cNvGraphicFramePr>
          <p:nvPr/>
        </p:nvGraphicFramePr>
        <p:xfrm>
          <a:off x="4914900" y="5167313"/>
          <a:ext cx="4445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6" name="Equation" r:id="rId15" imgW="10668000" imgH="7924800" progId="Equation.DSMT4">
                  <p:embed/>
                </p:oleObj>
              </mc:Choice>
              <mc:Fallback>
                <p:oleObj name="Equation" r:id="rId15" imgW="10668000" imgH="7924800" progId="Equation.DSMT4">
                  <p:embed/>
                  <p:pic>
                    <p:nvPicPr>
                      <p:cNvPr id="0" name="图片 7175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914900" y="5167313"/>
                        <a:ext cx="444500" cy="330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/>
          <p:cNvGraphicFramePr>
            <a:graphicFrameLocks noChangeAspect="1"/>
          </p:cNvGraphicFramePr>
          <p:nvPr/>
        </p:nvGraphicFramePr>
        <p:xfrm>
          <a:off x="5532438" y="5100638"/>
          <a:ext cx="3619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7" name="Equation" r:id="rId17" imgW="86868000" imgH="9753600" progId="Equation.DSMT4">
                  <p:embed/>
                </p:oleObj>
              </mc:Choice>
              <mc:Fallback>
                <p:oleObj name="Equation" r:id="rId17" imgW="86868000" imgH="9753600" progId="Equation.DSMT4">
                  <p:embed/>
                  <p:pic>
                    <p:nvPicPr>
                      <p:cNvPr id="0" name="图片 7176"/>
                      <p:cNvPicPr>
                        <a:picLocks noChangeAspect="1"/>
                      </p:cNvPicPr>
                      <p:nvPr/>
                    </p:nvPicPr>
                    <p:blipFill>
                      <a:blip r:embed="rId1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532438" y="5100638"/>
                        <a:ext cx="36195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/>
          <p:cNvGraphicFramePr>
            <a:graphicFrameLocks noChangeAspect="1"/>
          </p:cNvGraphicFramePr>
          <p:nvPr/>
        </p:nvGraphicFramePr>
        <p:xfrm>
          <a:off x="4914900" y="4635500"/>
          <a:ext cx="3543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8" name="Equation" r:id="rId19" imgW="85039200" imgH="9448800" progId="Equation.DSMT4">
                  <p:embed/>
                </p:oleObj>
              </mc:Choice>
              <mc:Fallback>
                <p:oleObj name="Equation" r:id="rId19" imgW="85039200" imgH="9448800" progId="Equation.DSMT4">
                  <p:embed/>
                  <p:pic>
                    <p:nvPicPr>
                      <p:cNvPr id="0" name="图片 7177"/>
                      <p:cNvPicPr>
                        <a:picLocks noChangeAspect="1"/>
                      </p:cNvPicPr>
                      <p:nvPr/>
                    </p:nvPicPr>
                    <p:blipFill>
                      <a:blip r:embed="rId2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914900" y="4635500"/>
                        <a:ext cx="35433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/>
          <p:cNvGraphicFramePr>
            <a:graphicFrameLocks noChangeAspect="1"/>
          </p:cNvGraphicFramePr>
          <p:nvPr/>
        </p:nvGraphicFramePr>
        <p:xfrm>
          <a:off x="2859088" y="5792788"/>
          <a:ext cx="1790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9" name="Equation" r:id="rId21" imgW="42976800" imgH="9753600" progId="Equation.DSMT4">
                  <p:embed/>
                </p:oleObj>
              </mc:Choice>
              <mc:Fallback>
                <p:oleObj name="Equation" r:id="rId21" imgW="42976800" imgH="9753600" progId="Equation.DSMT4">
                  <p:embed/>
                  <p:pic>
                    <p:nvPicPr>
                      <p:cNvPr id="0" name="图片 7178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859088" y="5792788"/>
                        <a:ext cx="17907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063552" y="5661248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故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3"/>
          <a:srcRect l="18519" r="20741" b="4500"/>
          <a:stretch>
            <a:fillRect/>
          </a:stretch>
        </p:blipFill>
        <p:spPr>
          <a:xfrm>
            <a:off x="6433185" y="930275"/>
            <a:ext cx="260350" cy="36385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23"/>
          <a:srcRect l="18519" r="20741" b="4500"/>
          <a:stretch>
            <a:fillRect/>
          </a:stretch>
        </p:blipFill>
        <p:spPr>
          <a:xfrm>
            <a:off x="6617335" y="3189605"/>
            <a:ext cx="260350" cy="363855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23"/>
          <a:srcRect l="18519" r="20741" b="4500"/>
          <a:stretch>
            <a:fillRect/>
          </a:stretch>
        </p:blipFill>
        <p:spPr>
          <a:xfrm>
            <a:off x="6877685" y="4612005"/>
            <a:ext cx="260350" cy="36385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23"/>
          <a:srcRect l="18519" r="20741" b="4500"/>
          <a:stretch>
            <a:fillRect/>
          </a:stretch>
        </p:blipFill>
        <p:spPr>
          <a:xfrm>
            <a:off x="7500620" y="5029200"/>
            <a:ext cx="260350" cy="3638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 autoUpdateAnimBg="0"/>
      <p:bldP spid="11" grpId="0" bldLvl="0" animBg="1" autoUpdateAnimBg="0"/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2"/>
          <p:cNvSpPr txBox="1">
            <a:spLocks noChangeArrowheads="1"/>
          </p:cNvSpPr>
          <p:nvPr/>
        </p:nvSpPr>
        <p:spPr>
          <a:xfrm>
            <a:off x="2063750" y="438944"/>
            <a:ext cx="1600200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8" name="Object 3"/>
          <p:cNvGraphicFramePr>
            <a:graphicFrameLocks noChangeAspect="1"/>
          </p:cNvGraphicFramePr>
          <p:nvPr/>
        </p:nvGraphicFramePr>
        <p:xfrm>
          <a:off x="3282861" y="419503"/>
          <a:ext cx="991319" cy="527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3" name="Equation" r:id="rId1" imgW="10363200" imgH="5486400" progId="Equation.DSMT4">
                  <p:embed/>
                </p:oleObj>
              </mc:Choice>
              <mc:Fallback>
                <p:oleObj name="Equation" r:id="rId1" imgW="10363200" imgH="5486400" progId="Equation.DSMT4">
                  <p:embed/>
                  <p:pic>
                    <p:nvPicPr>
                      <p:cNvPr id="0" name="图片 819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82861" y="419503"/>
                        <a:ext cx="991319" cy="5275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4"/>
          <p:cNvSpPr txBox="1">
            <a:spLocks noChangeArrowheads="1"/>
          </p:cNvSpPr>
          <p:nvPr/>
        </p:nvSpPr>
        <p:spPr bwMode="auto">
          <a:xfrm>
            <a:off x="4267200" y="425450"/>
            <a:ext cx="17462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存在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0" name="Object 5"/>
          <p:cNvGraphicFramePr>
            <a:graphicFrameLocks noChangeAspect="1"/>
          </p:cNvGraphicFramePr>
          <p:nvPr/>
        </p:nvGraphicFramePr>
        <p:xfrm>
          <a:off x="3340100" y="1136650"/>
          <a:ext cx="4594225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4" name="Equation" r:id="rId3" imgW="110337600" imgH="23164800" progId="Equation.DSMT4">
                  <p:embed/>
                </p:oleObj>
              </mc:Choice>
              <mc:Fallback>
                <p:oleObj name="Equation" r:id="rId3" imgW="110337600" imgH="23164800" progId="Equation.DSMT4">
                  <p:embed/>
                  <p:pic>
                    <p:nvPicPr>
                      <p:cNvPr id="0" name="图片 819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40100" y="1136650"/>
                        <a:ext cx="4594225" cy="965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6"/>
          <p:cNvSpPr txBox="1">
            <a:spLocks noChangeArrowheads="1"/>
          </p:cNvSpPr>
          <p:nvPr/>
        </p:nvSpPr>
        <p:spPr bwMode="auto">
          <a:xfrm>
            <a:off x="2063750" y="2216150"/>
            <a:ext cx="1219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 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Text Box 7"/>
          <p:cNvSpPr txBox="1">
            <a:spLocks noChangeArrowheads="1"/>
          </p:cNvSpPr>
          <p:nvPr/>
        </p:nvSpPr>
        <p:spPr bwMode="auto">
          <a:xfrm>
            <a:off x="1981200" y="3040063"/>
            <a:ext cx="129540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原式</a:t>
            </a:r>
            <a:r>
              <a:rPr kumimoji="1" lang="en-US" altLang="zh-CN" sz="32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</a:t>
            </a:r>
            <a:endParaRPr kumimoji="1" lang="en-US" altLang="zh-CN" sz="32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3" name="Object 8"/>
          <p:cNvGraphicFramePr>
            <a:graphicFrameLocks noChangeAspect="1"/>
          </p:cNvGraphicFramePr>
          <p:nvPr/>
        </p:nvGraphicFramePr>
        <p:xfrm>
          <a:off x="3175000" y="2819400"/>
          <a:ext cx="6561138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5" name="Equation" r:id="rId5" imgW="157581600" imgH="24384000" progId="Equation.DSMT4">
                  <p:embed/>
                </p:oleObj>
              </mc:Choice>
              <mc:Fallback>
                <p:oleObj name="Equation" r:id="rId5" imgW="157581600" imgH="24384000" progId="Equation.DSMT4">
                  <p:embed/>
                  <p:pic>
                    <p:nvPicPr>
                      <p:cNvPr id="0" name="图片 819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75000" y="2819400"/>
                        <a:ext cx="6561138" cy="101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1"/>
          <p:cNvGraphicFramePr>
            <a:graphicFrameLocks noChangeAspect="1"/>
          </p:cNvGraphicFramePr>
          <p:nvPr/>
        </p:nvGraphicFramePr>
        <p:xfrm>
          <a:off x="2806700" y="4241800"/>
          <a:ext cx="1206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6" name="Equation" r:id="rId7" imgW="28956000" imgH="10363200" progId="Equation.DSMT4">
                  <p:embed/>
                </p:oleObj>
              </mc:Choice>
              <mc:Fallback>
                <p:oleObj name="Equation" r:id="rId7" imgW="28956000" imgH="10363200" progId="Equation.DSMT4">
                  <p:embed/>
                  <p:pic>
                    <p:nvPicPr>
                      <p:cNvPr id="0" name="图片 819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06700" y="4241800"/>
                        <a:ext cx="12065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4943872" y="3429000"/>
          <a:ext cx="152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7" name="Equation" r:id="rId9" imgW="36576000" imgH="10972800" progId="Equation.DSMT4">
                  <p:embed/>
                </p:oleObj>
              </mc:Choice>
              <mc:Fallback>
                <p:oleObj name="Equation" r:id="rId9" imgW="36576000" imgH="10972800" progId="Equation.DSMT4">
                  <p:embed/>
                  <p:pic>
                    <p:nvPicPr>
                      <p:cNvPr id="0" name="Object 8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943872" y="3429000"/>
                        <a:ext cx="15240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1"/>
          <p:cNvGraphicFramePr>
            <a:graphicFrameLocks noChangeAspect="1"/>
          </p:cNvGraphicFramePr>
          <p:nvPr/>
        </p:nvGraphicFramePr>
        <p:xfrm>
          <a:off x="8028384" y="2780928"/>
          <a:ext cx="152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8" name="Equation" r:id="rId11" imgW="36576000" imgH="10972800" progId="Equation.DSMT4">
                  <p:embed/>
                </p:oleObj>
              </mc:Choice>
              <mc:Fallback>
                <p:oleObj name="Equation" r:id="rId11" imgW="36576000" imgH="10972800" progId="Equation.DSMT4">
                  <p:embed/>
                  <p:pic>
                    <p:nvPicPr>
                      <p:cNvPr id="0" name="图片 819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028384" y="2780928"/>
                        <a:ext cx="15240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utoUpdateAnimBg="0" build="p"/>
      <p:bldP spid="22" grpId="0" autoUpdateAnimBg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063750" y="476672"/>
            <a:ext cx="1600200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已知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511550" y="476672"/>
            <a:ext cx="444827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点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=e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处有 连续导数， 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050629" y="476672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且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8631285" y="317800"/>
          <a:ext cx="1473200" cy="83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7" name="Equation" r:id="rId1" imgW="35356800" imgH="20116800" progId="Equation.DSMT4">
                  <p:embed/>
                </p:oleObj>
              </mc:Choice>
              <mc:Fallback>
                <p:oleObj name="Equation" r:id="rId1" imgW="35356800" imgH="201168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631285" y="317800"/>
                        <a:ext cx="1473200" cy="8302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132008" y="1147867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734310" y="998622"/>
          <a:ext cx="244475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8" name="Equation" r:id="rId3" imgW="58521600" imgH="20116800" progId="Equation.DSMT4">
                  <p:embed/>
                </p:oleObj>
              </mc:Choice>
              <mc:Fallback>
                <p:oleObj name="Equation" r:id="rId3" imgW="58521600" imgH="20116800" progId="Equation.DSMT4">
                  <p:embed/>
                  <p:pic>
                    <p:nvPicPr>
                      <p:cNvPr id="0" name="图片 921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34310" y="998622"/>
                        <a:ext cx="2444750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2063750" y="2132856"/>
            <a:ext cx="71988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 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783632" y="2132856"/>
            <a:ext cx="304292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注意应先求导数，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2734469" y="2686296"/>
          <a:ext cx="6723062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9" name="Equation" r:id="rId5" imgW="161239200" imgH="23469600" progId="Equation.DSMT4">
                  <p:embed/>
                </p:oleObj>
              </mc:Choice>
              <mc:Fallback>
                <p:oleObj name="Equation" r:id="rId5" imgW="161239200" imgH="23469600" progId="Equation.DSMT4">
                  <p:embed/>
                  <p:pic>
                    <p:nvPicPr>
                      <p:cNvPr id="0" name="图片 921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34469" y="2686296"/>
                        <a:ext cx="6723062" cy="977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2863850" y="3637577"/>
          <a:ext cx="3937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0" name="Equation" r:id="rId7" imgW="9448800" imgH="20116800" progId="Equation.DSMT4">
                  <p:embed/>
                </p:oleObj>
              </mc:Choice>
              <mc:Fallback>
                <p:oleObj name="Equation" r:id="rId7" imgW="9448800" imgH="20116800" progId="Equation.DSMT4">
                  <p:embed/>
                  <p:pic>
                    <p:nvPicPr>
                      <p:cNvPr id="0" name="图片 921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63850" y="3637577"/>
                        <a:ext cx="3937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3359150" y="3933056"/>
          <a:ext cx="3048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1" name="Equation" r:id="rId9" imgW="7315200" imgH="5791200" progId="Equation.DSMT4">
                  <p:embed/>
                </p:oleObj>
              </mc:Choice>
              <mc:Fallback>
                <p:oleObj name="Equation" r:id="rId9" imgW="7315200" imgH="5791200" progId="Equation.DSMT4">
                  <p:embed/>
                  <p:pic>
                    <p:nvPicPr>
                      <p:cNvPr id="0" name="图片 922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359150" y="3933056"/>
                        <a:ext cx="304800" cy="241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3719736" y="3645024"/>
          <a:ext cx="7493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2" name="Equation" r:id="rId11" imgW="17983200" imgH="19812000" progId="Equation.DSMT4">
                  <p:embed/>
                </p:oleObj>
              </mc:Choice>
              <mc:Fallback>
                <p:oleObj name="Equation" r:id="rId11" imgW="17983200" imgH="19812000" progId="Equation.DSMT4">
                  <p:embed/>
                  <p:pic>
                    <p:nvPicPr>
                      <p:cNvPr id="0" name="图片 922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719736" y="3645024"/>
                        <a:ext cx="7493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2589213" y="4718050"/>
          <a:ext cx="762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3" name="Equation" r:id="rId13" imgW="18288000" imgH="7620000" progId="Equation.DSMT4">
                  <p:embed/>
                </p:oleObj>
              </mc:Choice>
              <mc:Fallback>
                <p:oleObj name="Equation" r:id="rId13" imgW="18288000" imgH="7620000" progId="Equation.DSMT4">
                  <p:embed/>
                  <p:pic>
                    <p:nvPicPr>
                      <p:cNvPr id="0" name="图片 922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589213" y="4718050"/>
                        <a:ext cx="762000" cy="317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9" name="直接箭头连接符 18"/>
          <p:cNvCxnSpPr/>
          <p:nvPr/>
        </p:nvCxnSpPr>
        <p:spPr>
          <a:xfrm flipV="1">
            <a:off x="2120199" y="4158489"/>
            <a:ext cx="894818" cy="106562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755738" y="5235553"/>
            <a:ext cx="3816424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导函数的连续性条件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22" name="直接箭头连接符 21"/>
          <p:cNvCxnSpPr>
            <a:stCxn id="23" idx="1"/>
            <a:endCxn id="15" idx="2"/>
          </p:cNvCxnSpPr>
          <p:nvPr/>
        </p:nvCxnSpPr>
        <p:spPr>
          <a:xfrm flipH="1" flipV="1">
            <a:off x="3511297" y="4174547"/>
            <a:ext cx="1327785" cy="78867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839082" y="4702242"/>
            <a:ext cx="3816424" cy="521970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初等函数的连续性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28" name="直接箭头连接符 27"/>
          <p:cNvCxnSpPr/>
          <p:nvPr/>
        </p:nvCxnSpPr>
        <p:spPr>
          <a:xfrm flipH="1" flipV="1">
            <a:off x="4583832" y="4174356"/>
            <a:ext cx="1152128" cy="262756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888087" y="4158489"/>
            <a:ext cx="3304257" cy="52197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第一个重要极限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2567608" y="3983856"/>
          <a:ext cx="2286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4" name="Equation" r:id="rId15" imgW="5486400" imgH="4572000" progId="Equation.DSMT4">
                  <p:embed/>
                </p:oleObj>
              </mc:Choice>
              <mc:Fallback>
                <p:oleObj name="Equation" r:id="rId15" imgW="5486400" imgH="4572000" progId="Equation.DSMT4">
                  <p:embed/>
                  <p:pic>
                    <p:nvPicPr>
                      <p:cNvPr id="0" name="图片 9223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567608" y="3983856"/>
                        <a:ext cx="228600" cy="190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20" grpId="0" bldLvl="0" animBg="1"/>
      <p:bldP spid="23" grpId="0" bldLvl="0" animBg="1"/>
      <p:bldP spid="29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063750" y="476672"/>
            <a:ext cx="1600200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已知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575720" y="57153"/>
          <a:ext cx="3956050" cy="14160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1" name="Equation" r:id="rId1" imgW="94792800" imgH="34137600" progId="Equation.DSMT4">
                  <p:embed/>
                </p:oleObj>
              </mc:Choice>
              <mc:Fallback>
                <p:oleObj name="Equation" r:id="rId1" imgW="94792800" imgH="34137600" progId="Equation.DSMT4">
                  <p:embed/>
                  <p:pic>
                    <p:nvPicPr>
                      <p:cNvPr id="0" name="图片 1024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575720" y="57153"/>
                        <a:ext cx="3956050" cy="14160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680176" y="476672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且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8112224" y="538257"/>
          <a:ext cx="2370137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2" name="Equation" r:id="rId3" imgW="56692800" imgH="9753600" progId="Equation.DSMT4">
                  <p:embed/>
                </p:oleObj>
              </mc:Choice>
              <mc:Fallback>
                <p:oleObj name="Equation" r:id="rId3" imgW="56692800" imgH="9753600" progId="Equation.DSMT4">
                  <p:embed/>
                  <p:pic>
                    <p:nvPicPr>
                      <p:cNvPr id="0" name="图片 1024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112224" y="538257"/>
                        <a:ext cx="2370137" cy="4000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279576" y="1556792"/>
            <a:ext cx="304101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试确定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常数 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值，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159896" y="1556792"/>
            <a:ext cx="43204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使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点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=0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连续；并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 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Rectangle 11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9472308" y="1618376"/>
          <a:ext cx="858838" cy="4000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3" name="Equation" r:id="rId5" imgW="20421600" imgH="9753600" progId="Equation.DSMT4">
                  <p:embed/>
                </p:oleObj>
              </mc:Choice>
              <mc:Fallback>
                <p:oleObj name="Equation" r:id="rId5" imgW="20421600" imgH="9753600" progId="Equation.DSMT4">
                  <p:embed/>
                  <p:pic>
                    <p:nvPicPr>
                      <p:cNvPr id="0" name="图片 1024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472308" y="1618376"/>
                        <a:ext cx="858838" cy="4000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6"/>
          <p:cNvSpPr txBox="1">
            <a:spLocks noChangeArrowheads="1"/>
          </p:cNvSpPr>
          <p:nvPr/>
        </p:nvSpPr>
        <p:spPr bwMode="auto">
          <a:xfrm>
            <a:off x="2063750" y="2216150"/>
            <a:ext cx="1219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 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999656" y="2216150"/>
            <a:ext cx="304292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按照连续性要求，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Rectangle 13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4534691" y="2755301"/>
          <a:ext cx="2649538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4" name="Equation" r:id="rId7" imgW="63398400" imgH="20116800" progId="Equation.DSMT4">
                  <p:embed/>
                </p:oleObj>
              </mc:Choice>
              <mc:Fallback>
                <p:oleObj name="Equation" r:id="rId7" imgW="63398400" imgH="20116800" progId="Equation.DSMT4">
                  <p:embed/>
                  <p:pic>
                    <p:nvPicPr>
                      <p:cNvPr id="0" name="图片 1024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34691" y="2755301"/>
                        <a:ext cx="2649538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2207568" y="3645024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因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2623418" y="3706609"/>
          <a:ext cx="7524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5" name="Equation" r:id="rId9" imgW="17983200" imgH="9753600" progId="Equation.DSMT4">
                  <p:embed/>
                </p:oleObj>
              </mc:Choice>
              <mc:Fallback>
                <p:oleObj name="Equation" r:id="rId9" imgW="17983200" imgH="9753600" progId="Equation.DSMT4">
                  <p:embed/>
                  <p:pic>
                    <p:nvPicPr>
                      <p:cNvPr id="0" name="图片 1024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623418" y="3706609"/>
                        <a:ext cx="752475" cy="4000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3503712" y="3645024"/>
            <a:ext cx="16129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存在，故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015880" y="3645024"/>
            <a:ext cx="320963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点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=0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连续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5" name="Rectangle 1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2999656" y="4437112"/>
          <a:ext cx="2814638" cy="539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6" name="Equation" r:id="rId11" imgW="67360800" imgH="13106400" progId="Equation.DSMT4">
                  <p:embed/>
                </p:oleObj>
              </mc:Choice>
              <mc:Fallback>
                <p:oleObj name="Equation" r:id="rId11" imgW="67360800" imgH="13106400" progId="Equation.DSMT4">
                  <p:embed/>
                  <p:pic>
                    <p:nvPicPr>
                      <p:cNvPr id="0" name="图片 1024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999656" y="4437112"/>
                        <a:ext cx="2814638" cy="5397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Rectangle 1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6032849" y="4182692"/>
          <a:ext cx="1427163" cy="9334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7" name="Equation" r:id="rId13" imgW="34442400" imgH="22555200" progId="Equation.DSMT4">
                  <p:embed/>
                </p:oleObj>
              </mc:Choice>
              <mc:Fallback>
                <p:oleObj name="Equation" r:id="rId13" imgW="34442400" imgH="22555200" progId="Equation.DSMT4">
                  <p:embed/>
                  <p:pic>
                    <p:nvPicPr>
                      <p:cNvPr id="0" name="图片 1024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032849" y="4182692"/>
                        <a:ext cx="1427163" cy="9334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2279576" y="5229200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故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0" name="Rectangle 21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1" name="对象 30"/>
          <p:cNvGraphicFramePr>
            <a:graphicFrameLocks noChangeAspect="1"/>
          </p:cNvGraphicFramePr>
          <p:nvPr/>
        </p:nvGraphicFramePr>
        <p:xfrm>
          <a:off x="2707052" y="5328885"/>
          <a:ext cx="742950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8" name="Equation" r:id="rId15" imgW="17983200" imgH="7620000" progId="Equation.DSMT4">
                  <p:embed/>
                </p:oleObj>
              </mc:Choice>
              <mc:Fallback>
                <p:oleObj name="Equation" r:id="rId15" imgW="17983200" imgH="7620000" progId="Equation.DSMT4">
                  <p:embed/>
                  <p:pic>
                    <p:nvPicPr>
                      <p:cNvPr id="0" name="图片 10247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707052" y="5328885"/>
                        <a:ext cx="742950" cy="323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3503712" y="5229200"/>
            <a:ext cx="447294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（无穷小量乘有界变量）．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21" grpId="0"/>
      <p:bldP spid="23" grpId="0"/>
      <p:bldP spid="24" grpId="0"/>
      <p:bldP spid="29" grpId="0"/>
      <p:bldP spid="3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351290" y="1863988"/>
          <a:ext cx="3213100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5" name="Equation" r:id="rId1" imgW="87172800" imgH="29870400" progId="Equation.DSMT4">
                  <p:embed/>
                </p:oleObj>
              </mc:Choice>
              <mc:Fallback>
                <p:oleObj name="Equation" r:id="rId1" imgW="87172800" imgH="29870400" progId="Equation.DSMT4">
                  <p:embed/>
                  <p:pic>
                    <p:nvPicPr>
                      <p:cNvPr id="0" name="图片 1126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51290" y="1863988"/>
                        <a:ext cx="3213100" cy="10985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207568" y="332656"/>
            <a:ext cx="16129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此时，因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3095803" y="3241194"/>
          <a:ext cx="2501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6" name="Equation" r:id="rId3" imgW="60045600" imgH="20116800" progId="Equation.DSMT4">
                  <p:embed/>
                </p:oleObj>
              </mc:Choice>
              <mc:Fallback>
                <p:oleObj name="Equation" r:id="rId3" imgW="60045600" imgH="20116800" progId="Equation.DSMT4">
                  <p:embed/>
                  <p:pic>
                    <p:nvPicPr>
                      <p:cNvPr id="0" name="图片 1126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95803" y="3241194"/>
                        <a:ext cx="25019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5870778" y="3241938"/>
          <a:ext cx="8763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7" name="Equation" r:id="rId5" imgW="21031200" imgH="20116800" progId="Equation.DSMT4">
                  <p:embed/>
                </p:oleObj>
              </mc:Choice>
              <mc:Fallback>
                <p:oleObj name="Equation" r:id="rId5" imgW="21031200" imgH="20116800" progId="Equation.DSMT4">
                  <p:embed/>
                  <p:pic>
                    <p:nvPicPr>
                      <p:cNvPr id="0" name="图片 1126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870778" y="3241938"/>
                        <a:ext cx="8763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3311827" y="4496182"/>
          <a:ext cx="4826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8" name="Equation" r:id="rId7" imgW="11582400" imgH="7620000" progId="Equation.DSMT4">
                  <p:embed/>
                </p:oleObj>
              </mc:Choice>
              <mc:Fallback>
                <p:oleObj name="Equation" r:id="rId7" imgW="11582400" imgH="7620000" progId="Equation.DSMT4">
                  <p:embed/>
                  <p:pic>
                    <p:nvPicPr>
                      <p:cNvPr id="0" name="图片 1126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311827" y="4496182"/>
                        <a:ext cx="482600" cy="317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47728" y="4393322"/>
            <a:ext cx="447294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（无穷小量乘有界变量）．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3647728" y="980728"/>
          <a:ext cx="3822700" cy="831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9" name="Equation" r:id="rId9" imgW="91744800" imgH="20116800" progId="Equation.DSMT4">
                  <p:embed/>
                </p:oleObj>
              </mc:Choice>
              <mc:Fallback>
                <p:oleObj name="Equation" r:id="rId9" imgW="91744800" imgH="20116800" progId="Equation.DSMT4">
                  <p:embed/>
                  <p:pic>
                    <p:nvPicPr>
                      <p:cNvPr id="0" name="图片 1126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647728" y="980728"/>
                        <a:ext cx="3822700" cy="831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063750" y="476885"/>
            <a:ext cx="2216785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5.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已知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702085" y="543999"/>
          <a:ext cx="123825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89" name="Equation" r:id="rId1" imgW="29565600" imgH="9448800" progId="Equation.DSMT4">
                  <p:embed/>
                </p:oleObj>
              </mc:Choice>
              <mc:Fallback>
                <p:oleObj name="Equation" r:id="rId1" imgW="29565600" imgH="9448800" progId="Equation.DSMT4">
                  <p:embed/>
                  <p:pic>
                    <p:nvPicPr>
                      <p:cNvPr id="0" name="图片 1228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702085" y="543999"/>
                        <a:ext cx="1238250" cy="387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943872" y="476672"/>
            <a:ext cx="16129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是由方程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6561130" y="230282"/>
          <a:ext cx="2430462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0" name="Equation" r:id="rId3" imgW="58521600" imgH="24384000" progId="Equation.DSMT4">
                  <p:embed/>
                </p:oleObj>
              </mc:Choice>
              <mc:Fallback>
                <p:oleObj name="Equation" r:id="rId3" imgW="58521600" imgH="24384000" progId="Equation.DSMT4">
                  <p:embed/>
                  <p:pic>
                    <p:nvPicPr>
                      <p:cNvPr id="0" name="图片 1228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561130" y="230282"/>
                        <a:ext cx="2430462" cy="101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775520" y="1268760"/>
            <a:ext cx="340042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所确定的隐函数，求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5206267" y="1140097"/>
          <a:ext cx="1079500" cy="1047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1" name="Equation" r:id="rId5" imgW="25908000" imgH="24993600" progId="Equation.DSMT4">
                  <p:embed/>
                </p:oleObj>
              </mc:Choice>
              <mc:Fallback>
                <p:oleObj name="Equation" r:id="rId5" imgW="25908000" imgH="24993600" progId="Equation.DSMT4">
                  <p:embed/>
                  <p:pic>
                    <p:nvPicPr>
                      <p:cNvPr id="0" name="图片 1229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206267" y="1140097"/>
                        <a:ext cx="1079500" cy="10477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2063750" y="2216150"/>
            <a:ext cx="71988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 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783632" y="2216150"/>
            <a:ext cx="16129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先注意到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Rectangle 1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4387659" y="2225020"/>
          <a:ext cx="12446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2" name="Equation" r:id="rId7" imgW="29870400" imgH="12192000" progId="Equation.DSMT4">
                  <p:embed/>
                </p:oleObj>
              </mc:Choice>
              <mc:Fallback>
                <p:oleObj name="Equation" r:id="rId7" imgW="29870400" imgH="12192000" progId="Equation.DSMT4">
                  <p:embed/>
                  <p:pic>
                    <p:nvPicPr>
                      <p:cNvPr id="0" name="图片 1229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87659" y="2225020"/>
                        <a:ext cx="1244600" cy="514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757556" y="2216150"/>
            <a:ext cx="375793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从两个方程分别得到，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" name="Rectangle 1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4886325" y="3067050"/>
          <a:ext cx="2082800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3" name="Equation" r:id="rId9" imgW="49987200" imgH="22860000" progId="Equation.DSMT4">
                  <p:embed/>
                </p:oleObj>
              </mc:Choice>
              <mc:Fallback>
                <p:oleObj name="Equation" r:id="rId9" imgW="49987200" imgH="22860000" progId="Equation.DSMT4">
                  <p:embed/>
                  <p:pic>
                    <p:nvPicPr>
                      <p:cNvPr id="0" name="图片 1229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886325" y="3067050"/>
                        <a:ext cx="2082800" cy="958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3071664" y="3068960"/>
          <a:ext cx="1651000" cy="83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4" name="Equation" r:id="rId11" imgW="39624000" imgH="20116800" progId="Equation.DSMT4">
                  <p:embed/>
                </p:oleObj>
              </mc:Choice>
              <mc:Fallback>
                <p:oleObj name="Equation" r:id="rId11" imgW="39624000" imgH="20116800" progId="Equation.DSMT4">
                  <p:embed/>
                  <p:pic>
                    <p:nvPicPr>
                      <p:cNvPr id="0" name="图片 1229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071664" y="3068960"/>
                        <a:ext cx="1651000" cy="8302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2063750" y="3933056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从而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Rectangle 2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4727848" y="4194666"/>
          <a:ext cx="1524000" cy="958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5" name="Equation" r:id="rId13" imgW="36576000" imgH="22860000" progId="Equation.DSMT4">
                  <p:embed/>
                </p:oleObj>
              </mc:Choice>
              <mc:Fallback>
                <p:oleObj name="Equation" r:id="rId13" imgW="36576000" imgH="22860000" progId="Equation.DSMT4">
                  <p:embed/>
                  <p:pic>
                    <p:nvPicPr>
                      <p:cNvPr id="0" name="图片 1229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727848" y="4194666"/>
                        <a:ext cx="1524000" cy="958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2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3143672" y="4195415"/>
          <a:ext cx="1363663" cy="958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6" name="Equation" r:id="rId15" imgW="32918400" imgH="22860000" progId="Equation.DSMT4">
                  <p:embed/>
                </p:oleObj>
              </mc:Choice>
              <mc:Fallback>
                <p:oleObj name="Equation" r:id="rId15" imgW="32918400" imgH="22860000" progId="Equation.DSMT4">
                  <p:embed/>
                  <p:pic>
                    <p:nvPicPr>
                      <p:cNvPr id="0" name="图片 12295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143672" y="4195415"/>
                        <a:ext cx="1363663" cy="958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2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4411001" y="5157192"/>
          <a:ext cx="3073400" cy="958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7" name="Equation" r:id="rId17" imgW="73761600" imgH="22860000" progId="Equation.DSMT4">
                  <p:embed/>
                </p:oleObj>
              </mc:Choice>
              <mc:Fallback>
                <p:oleObj name="Equation" r:id="rId17" imgW="73761600" imgH="22860000" progId="Equation.DSMT4">
                  <p:embed/>
                  <p:pic>
                    <p:nvPicPr>
                      <p:cNvPr id="0" name="图片 12296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411001" y="5157192"/>
                        <a:ext cx="3073400" cy="958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2207568" y="5373216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并有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5" grpId="0"/>
      <p:bldP spid="21" grpId="0"/>
      <p:bldP spid="2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35560" y="188640"/>
            <a:ext cx="599186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为了减少计算量，以下用对数求导法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177095" y="836712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876550" y="712788"/>
          <a:ext cx="985838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3" name="Equation" r:id="rId1" imgW="23469600" imgH="20116800" progId="Equation.DSMT4">
                  <p:embed/>
                </p:oleObj>
              </mc:Choice>
              <mc:Fallback>
                <p:oleObj name="Equation" r:id="rId1" imgW="23469600" imgH="20116800" progId="Equation.DSMT4">
                  <p:embed/>
                  <p:pic>
                    <p:nvPicPr>
                      <p:cNvPr id="0" name="图片 1331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76550" y="712788"/>
                        <a:ext cx="985838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397385" y="836712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855640" y="1628800"/>
          <a:ext cx="5715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4" name="Equation" r:id="rId3" imgW="137160000" imgH="10972800" progId="Equation.DSMT4">
                  <p:embed/>
                </p:oleObj>
              </mc:Choice>
              <mc:Fallback>
                <p:oleObj name="Equation" r:id="rId3" imgW="137160000" imgH="10972800" progId="Equation.DSMT4">
                  <p:embed/>
                  <p:pic>
                    <p:nvPicPr>
                      <p:cNvPr id="0" name="图片 1331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55640" y="1628800"/>
                        <a:ext cx="57150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1556032" y="2636912"/>
          <a:ext cx="2111375" cy="1339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5" name="Equation" r:id="rId5" imgW="50596800" imgH="32004000" progId="Equation.DSMT4">
                  <p:embed/>
                </p:oleObj>
              </mc:Choice>
              <mc:Fallback>
                <p:oleObj name="Equation" r:id="rId5" imgW="50596800" imgH="32004000" progId="Equation.DSMT4">
                  <p:embed/>
                  <p:pic>
                    <p:nvPicPr>
                      <p:cNvPr id="0" name="图片 1331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56032" y="2636912"/>
                        <a:ext cx="2111375" cy="1339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919536" y="2204864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于是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5967413" y="2790825"/>
          <a:ext cx="4657725" cy="173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6" name="Equation" r:id="rId7" imgW="111556800" imgH="41452800" progId="Equation.DSMT4">
                  <p:embed/>
                </p:oleObj>
              </mc:Choice>
              <mc:Fallback>
                <p:oleObj name="Equation" r:id="rId7" imgW="111556800" imgH="41452800" progId="Equation.DSMT4">
                  <p:embed/>
                  <p:pic>
                    <p:nvPicPr>
                      <p:cNvPr id="0" name="图片 1331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967413" y="2790825"/>
                        <a:ext cx="4657725" cy="17335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3905843" y="901472"/>
          <a:ext cx="469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7" name="Equation" r:id="rId9" imgW="11277600" imgH="9448800" progId="Equation.DSMT4">
                  <p:embed/>
                </p:oleObj>
              </mc:Choice>
              <mc:Fallback>
                <p:oleObj name="Equation" r:id="rId9" imgW="11277600" imgH="9448800" progId="Equation.DSMT4">
                  <p:embed/>
                  <p:pic>
                    <p:nvPicPr>
                      <p:cNvPr id="0" name="图片 1331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905843" y="901472"/>
                        <a:ext cx="4699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3647728" y="3140968"/>
          <a:ext cx="23241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8" name="Equation" r:id="rId11" imgW="55778400" imgH="22860000" progId="Equation.DSMT4">
                  <p:embed/>
                </p:oleObj>
              </mc:Choice>
              <mc:Fallback>
                <p:oleObj name="Equation" r:id="rId11" imgW="55778400" imgH="22860000" progId="Equation.DSMT4">
                  <p:embed/>
                  <p:pic>
                    <p:nvPicPr>
                      <p:cNvPr id="0" name="图片 1331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647728" y="3140968"/>
                        <a:ext cx="2324100" cy="952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6" grpId="0"/>
      <p:bldP spid="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3192939" y="1052736"/>
          <a:ext cx="1724025" cy="193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7" name="Equation" r:id="rId1" imgW="41452800" imgH="46329600" progId="Equation.DSMT4">
                  <p:embed/>
                </p:oleObj>
              </mc:Choice>
              <mc:Fallback>
                <p:oleObj name="Equation" r:id="rId1" imgW="41452800" imgH="46329600" progId="Equation.DSMT4">
                  <p:embed/>
                  <p:pic>
                    <p:nvPicPr>
                      <p:cNvPr id="0" name="图片 1433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192939" y="1052736"/>
                        <a:ext cx="1724025" cy="1930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207568" y="404664"/>
            <a:ext cx="268541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代入数值，得到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07568" y="3068960"/>
            <a:ext cx="1255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从而，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3359696" y="4149080"/>
          <a:ext cx="963612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8" name="Equation" r:id="rId3" imgW="23164800" imgH="24993600" progId="Equation.DSMT4">
                  <p:embed/>
                </p:oleObj>
              </mc:Choice>
              <mc:Fallback>
                <p:oleObj name="Equation" r:id="rId3" imgW="23164800" imgH="24993600" progId="Equation.DSMT4">
                  <p:embed/>
                  <p:pic>
                    <p:nvPicPr>
                      <p:cNvPr id="0" name="图片 1433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59696" y="4149080"/>
                        <a:ext cx="963612" cy="1041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4511824" y="3354755"/>
          <a:ext cx="1752600" cy="273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9" name="Equation" r:id="rId5" imgW="42062400" imgH="65532000" progId="Equation.DSMT4">
                  <p:embed/>
                </p:oleObj>
              </mc:Choice>
              <mc:Fallback>
                <p:oleObj name="Equation" r:id="rId5" imgW="42062400" imgH="65532000" progId="Equation.DSMT4">
                  <p:embed/>
                  <p:pic>
                    <p:nvPicPr>
                      <p:cNvPr id="0" name="图片 1433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11824" y="3354755"/>
                        <a:ext cx="1752600" cy="2730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6168008" y="3933056"/>
          <a:ext cx="14986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0" name="Equation" r:id="rId7" imgW="35966400" imgH="29260800" progId="Equation.DSMT4">
                  <p:embed/>
                </p:oleObj>
              </mc:Choice>
              <mc:Fallback>
                <p:oleObj name="Equation" r:id="rId7" imgW="35966400" imgH="29260800" progId="Equation.DSMT4">
                  <p:embed/>
                  <p:pic>
                    <p:nvPicPr>
                      <p:cNvPr id="0" name="图片 1433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168008" y="3933056"/>
                        <a:ext cx="1498600" cy="1219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5015880" y="1556792"/>
          <a:ext cx="3937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1" name="Equation" r:id="rId9" imgW="9448800" imgH="19812000" progId="Equation.DSMT4">
                  <p:embed/>
                </p:oleObj>
              </mc:Choice>
              <mc:Fallback>
                <p:oleObj name="Equation" r:id="rId9" imgW="9448800" imgH="19812000" progId="Equation.DSMT4">
                  <p:embed/>
                  <p:pic>
                    <p:nvPicPr>
                      <p:cNvPr id="0" name="图片 1434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015880" y="1556792"/>
                        <a:ext cx="3937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5447928" y="1556792"/>
          <a:ext cx="16002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2" name="Equation" r:id="rId11" imgW="38404800" imgH="22555200" progId="Equation.DSMT4">
                  <p:embed/>
                </p:oleObj>
              </mc:Choice>
              <mc:Fallback>
                <p:oleObj name="Equation" r:id="rId11" imgW="38404800" imgH="22555200" progId="Equation.DSMT4">
                  <p:embed/>
                  <p:pic>
                    <p:nvPicPr>
                      <p:cNvPr id="0" name="图片 1434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447928" y="1556792"/>
                        <a:ext cx="1600200" cy="939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7032104" y="1628800"/>
          <a:ext cx="7747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3" name="Equation" r:id="rId13" imgW="18592800" imgH="19812000" progId="Equation.DSMT4">
                  <p:embed/>
                </p:oleObj>
              </mc:Choice>
              <mc:Fallback>
                <p:oleObj name="Equation" r:id="rId13" imgW="18592800" imgH="19812000" progId="Equation.DSMT4">
                  <p:embed/>
                  <p:pic>
                    <p:nvPicPr>
                      <p:cNvPr id="0" name="图片 1434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032104" y="1628800"/>
                        <a:ext cx="7747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/>
          <p:cNvSpPr txBox="1">
            <a:spLocks noChangeArrowheads="1"/>
          </p:cNvSpPr>
          <p:nvPr/>
        </p:nvSpPr>
        <p:spPr bwMode="auto">
          <a:xfrm>
            <a:off x="2184574" y="1184191"/>
            <a:ext cx="5536232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自测题和思考题解答   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 bwMode="auto">
          <a:xfrm>
            <a:off x="2184326" y="1932603"/>
            <a:ext cx="323024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扫</a:t>
            </a: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P129,P130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二维码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125.xml><?xml version="1.0" encoding="utf-8"?>
<p:tagLst xmlns:p="http://schemas.openxmlformats.org/presentationml/2006/main">
  <p:tag name="COMMONDATA" val="eyJoZGlkIjoiYTE3YTg1MGUwYzcxMDRmMDA0MjllMmFkNzVlNjE4YTEifQ=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787</Words>
  <Application>WPS 演示</Application>
  <PresentationFormat>宽屏</PresentationFormat>
  <Paragraphs>214</Paragraphs>
  <Slides>17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95</vt:i4>
      </vt:variant>
      <vt:variant>
        <vt:lpstr>幻灯片标题</vt:lpstr>
      </vt:variant>
      <vt:variant>
        <vt:i4>17</vt:i4>
      </vt:variant>
    </vt:vector>
  </HeadingPairs>
  <TitlesOfParts>
    <vt:vector size="126" baseType="lpstr">
      <vt:lpstr>Arial</vt:lpstr>
      <vt:lpstr>宋体</vt:lpstr>
      <vt:lpstr>Wingdings</vt:lpstr>
      <vt:lpstr>Wingdings</vt:lpstr>
      <vt:lpstr>微软雅黑</vt:lpstr>
      <vt:lpstr>Calibri</vt:lpstr>
      <vt:lpstr>Arial Unicode MS</vt:lpstr>
      <vt:lpstr>华文新魏</vt:lpstr>
      <vt:lpstr>黑体</vt:lpstr>
      <vt:lpstr>Times New Roman</vt:lpstr>
      <vt:lpstr>华文隶书</vt:lpstr>
      <vt:lpstr>楷体</vt:lpstr>
      <vt:lpstr>Office 主题​​</vt:lpstr>
      <vt:lpstr>1_Office 主题​​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山人有鱼</cp:lastModifiedBy>
  <cp:revision>177</cp:revision>
  <dcterms:created xsi:type="dcterms:W3CDTF">2019-06-19T02:08:00Z</dcterms:created>
  <dcterms:modified xsi:type="dcterms:W3CDTF">2022-11-06T07:59:31Z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2052-11.1.0.12763</vt:lpwstr>
  </property>
  <property fmtid="{D5CDD505-2E9C-101B-9397-08002B2CF9AE}" pid="3" name="ICV">
    <vt:lpwstr>63DA01EB829643149584B64A7322ED84</vt:lpwstr>
  </property>
</Properties>
</file>