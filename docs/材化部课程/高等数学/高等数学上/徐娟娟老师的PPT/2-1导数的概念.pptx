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8" r:id="rId52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839"/>
    <a:srgbClr val="A755A0"/>
    <a:srgbClr val="0B1BB5"/>
    <a:srgbClr val="F35855"/>
    <a:srgbClr val="7175B9"/>
    <a:srgbClr val="2A00FF"/>
    <a:srgbClr val="ECE9C6"/>
    <a:srgbClr val="D9D9D9"/>
    <a:srgbClr val="FFFFFF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062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125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image" Target="../media/image24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3" Type="http://schemas.openxmlformats.org/officeDocument/2006/relationships/image" Target="../media/image39.wmf"/><Relationship Id="rId22" Type="http://schemas.openxmlformats.org/officeDocument/2006/relationships/image" Target="../media/image38.wmf"/><Relationship Id="rId21" Type="http://schemas.openxmlformats.org/officeDocument/2006/relationships/image" Target="../media/image37.wmf"/><Relationship Id="rId20" Type="http://schemas.openxmlformats.org/officeDocument/2006/relationships/image" Target="../media/image36.wmf"/><Relationship Id="rId2" Type="http://schemas.openxmlformats.org/officeDocument/2006/relationships/image" Target="../media/image18.wmf"/><Relationship Id="rId19" Type="http://schemas.openxmlformats.org/officeDocument/2006/relationships/image" Target="../media/image35.wmf"/><Relationship Id="rId18" Type="http://schemas.openxmlformats.org/officeDocument/2006/relationships/image" Target="../media/image34.wmf"/><Relationship Id="rId17" Type="http://schemas.openxmlformats.org/officeDocument/2006/relationships/image" Target="../media/image33.wmf"/><Relationship Id="rId16" Type="http://schemas.openxmlformats.org/officeDocument/2006/relationships/image" Target="../media/image32.wmf"/><Relationship Id="rId15" Type="http://schemas.openxmlformats.org/officeDocument/2006/relationships/image" Target="../media/image31.wmf"/><Relationship Id="rId14" Type="http://schemas.openxmlformats.org/officeDocument/2006/relationships/image" Target="../media/image30.wmf"/><Relationship Id="rId13" Type="http://schemas.openxmlformats.org/officeDocument/2006/relationships/image" Target="../media/image29.wmf"/><Relationship Id="rId12" Type="http://schemas.openxmlformats.org/officeDocument/2006/relationships/image" Target="../media/image28.wmf"/><Relationship Id="rId11" Type="http://schemas.openxmlformats.org/officeDocument/2006/relationships/image" Target="../media/image27.wmf"/><Relationship Id="rId10" Type="http://schemas.openxmlformats.org/officeDocument/2006/relationships/image" Target="../media/image26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.wmf"/><Relationship Id="rId8" Type="http://schemas.openxmlformats.org/officeDocument/2006/relationships/image" Target="../media/image47.wmf"/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6" Type="http://schemas.openxmlformats.org/officeDocument/2006/relationships/image" Target="../media/image65.emf"/><Relationship Id="rId25" Type="http://schemas.openxmlformats.org/officeDocument/2006/relationships/image" Target="../media/image64.wmf"/><Relationship Id="rId24" Type="http://schemas.openxmlformats.org/officeDocument/2006/relationships/image" Target="../media/image63.wmf"/><Relationship Id="rId23" Type="http://schemas.openxmlformats.org/officeDocument/2006/relationships/image" Target="../media/image62.wmf"/><Relationship Id="rId22" Type="http://schemas.openxmlformats.org/officeDocument/2006/relationships/image" Target="../media/image61.wmf"/><Relationship Id="rId21" Type="http://schemas.openxmlformats.org/officeDocument/2006/relationships/image" Target="../media/image60.wmf"/><Relationship Id="rId20" Type="http://schemas.openxmlformats.org/officeDocument/2006/relationships/image" Target="../media/image59.wmf"/><Relationship Id="rId2" Type="http://schemas.openxmlformats.org/officeDocument/2006/relationships/image" Target="../media/image41.wmf"/><Relationship Id="rId19" Type="http://schemas.openxmlformats.org/officeDocument/2006/relationships/image" Target="../media/image58.wmf"/><Relationship Id="rId18" Type="http://schemas.openxmlformats.org/officeDocument/2006/relationships/image" Target="../media/image57.wmf"/><Relationship Id="rId17" Type="http://schemas.openxmlformats.org/officeDocument/2006/relationships/image" Target="../media/image56.wmf"/><Relationship Id="rId16" Type="http://schemas.openxmlformats.org/officeDocument/2006/relationships/image" Target="../media/image55.wmf"/><Relationship Id="rId15" Type="http://schemas.openxmlformats.org/officeDocument/2006/relationships/image" Target="../media/image54.wmf"/><Relationship Id="rId14" Type="http://schemas.openxmlformats.org/officeDocument/2006/relationships/image" Target="../media/image53.wmf"/><Relationship Id="rId13" Type="http://schemas.openxmlformats.org/officeDocument/2006/relationships/image" Target="../media/image52.wmf"/><Relationship Id="rId12" Type="http://schemas.openxmlformats.org/officeDocument/2006/relationships/image" Target="../media/image51.wmf"/><Relationship Id="rId11" Type="http://schemas.openxmlformats.org/officeDocument/2006/relationships/image" Target="../media/image50.wmf"/><Relationship Id="rId10" Type="http://schemas.openxmlformats.org/officeDocument/2006/relationships/image" Target="../media/image49.wmf"/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0" Type="http://schemas.openxmlformats.org/officeDocument/2006/relationships/image" Target="../media/image85.wmf"/><Relationship Id="rId2" Type="http://schemas.openxmlformats.org/officeDocument/2006/relationships/image" Target="../media/image67.wmf"/><Relationship Id="rId19" Type="http://schemas.openxmlformats.org/officeDocument/2006/relationships/image" Target="../media/image84.wmf"/><Relationship Id="rId18" Type="http://schemas.openxmlformats.org/officeDocument/2006/relationships/image" Target="../media/image83.wmf"/><Relationship Id="rId17" Type="http://schemas.openxmlformats.org/officeDocument/2006/relationships/image" Target="../media/image82.wmf"/><Relationship Id="rId16" Type="http://schemas.openxmlformats.org/officeDocument/2006/relationships/image" Target="../media/image81.wmf"/><Relationship Id="rId15" Type="http://schemas.openxmlformats.org/officeDocument/2006/relationships/image" Target="../media/image80.wmf"/><Relationship Id="rId14" Type="http://schemas.openxmlformats.org/officeDocument/2006/relationships/image" Target="../media/image79.wmf"/><Relationship Id="rId13" Type="http://schemas.openxmlformats.org/officeDocument/2006/relationships/image" Target="../media/image78.wmf"/><Relationship Id="rId12" Type="http://schemas.openxmlformats.org/officeDocument/2006/relationships/image" Target="../media/image77.wmf"/><Relationship Id="rId11" Type="http://schemas.openxmlformats.org/officeDocument/2006/relationships/image" Target="../media/image76.wmf"/><Relationship Id="rId10" Type="http://schemas.openxmlformats.org/officeDocument/2006/relationships/image" Target="../media/image75.wmf"/><Relationship Id="rId1" Type="http://schemas.openxmlformats.org/officeDocument/2006/relationships/image" Target="../media/image66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8" Type="http://schemas.openxmlformats.org/officeDocument/2006/relationships/image" Target="../media/image113.wmf"/><Relationship Id="rId27" Type="http://schemas.openxmlformats.org/officeDocument/2006/relationships/image" Target="../media/image112.wmf"/><Relationship Id="rId26" Type="http://schemas.openxmlformats.org/officeDocument/2006/relationships/image" Target="../media/image111.wmf"/><Relationship Id="rId25" Type="http://schemas.openxmlformats.org/officeDocument/2006/relationships/image" Target="../media/image110.wmf"/><Relationship Id="rId24" Type="http://schemas.openxmlformats.org/officeDocument/2006/relationships/image" Target="../media/image109.wmf"/><Relationship Id="rId23" Type="http://schemas.openxmlformats.org/officeDocument/2006/relationships/image" Target="../media/image108.wmf"/><Relationship Id="rId22" Type="http://schemas.openxmlformats.org/officeDocument/2006/relationships/image" Target="../media/image107.wmf"/><Relationship Id="rId21" Type="http://schemas.openxmlformats.org/officeDocument/2006/relationships/image" Target="../media/image106.wmf"/><Relationship Id="rId20" Type="http://schemas.openxmlformats.org/officeDocument/2006/relationships/image" Target="../media/image105.wmf"/><Relationship Id="rId2" Type="http://schemas.openxmlformats.org/officeDocument/2006/relationships/image" Target="../media/image87.wmf"/><Relationship Id="rId19" Type="http://schemas.openxmlformats.org/officeDocument/2006/relationships/image" Target="../media/image104.wmf"/><Relationship Id="rId18" Type="http://schemas.openxmlformats.org/officeDocument/2006/relationships/image" Target="../media/image103.wmf"/><Relationship Id="rId17" Type="http://schemas.openxmlformats.org/officeDocument/2006/relationships/image" Target="../media/image102.wmf"/><Relationship Id="rId16" Type="http://schemas.openxmlformats.org/officeDocument/2006/relationships/image" Target="../media/image101.wmf"/><Relationship Id="rId15" Type="http://schemas.openxmlformats.org/officeDocument/2006/relationships/image" Target="../media/image100.wmf"/><Relationship Id="rId14" Type="http://schemas.openxmlformats.org/officeDocument/2006/relationships/image" Target="../media/image99.wmf"/><Relationship Id="rId13" Type="http://schemas.openxmlformats.org/officeDocument/2006/relationships/image" Target="../media/image98.wmf"/><Relationship Id="rId12" Type="http://schemas.openxmlformats.org/officeDocument/2006/relationships/image" Target="../media/image97.wmf"/><Relationship Id="rId11" Type="http://schemas.openxmlformats.org/officeDocument/2006/relationships/image" Target="../media/image96.wmf"/><Relationship Id="rId10" Type="http://schemas.openxmlformats.org/officeDocument/2006/relationships/image" Target="../media/image95.wmf"/><Relationship Id="rId1" Type="http://schemas.openxmlformats.org/officeDocument/2006/relationships/image" Target="../media/image8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wmf"/><Relationship Id="rId8" Type="http://schemas.openxmlformats.org/officeDocument/2006/relationships/image" Target="../media/image121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4" Type="http://schemas.openxmlformats.org/officeDocument/2006/relationships/image" Target="../media/image127.wmf"/><Relationship Id="rId13" Type="http://schemas.openxmlformats.org/officeDocument/2006/relationships/image" Target="../media/image126.wmf"/><Relationship Id="rId12" Type="http://schemas.openxmlformats.org/officeDocument/2006/relationships/image" Target="../media/image125.wmf"/><Relationship Id="rId11" Type="http://schemas.openxmlformats.org/officeDocument/2006/relationships/image" Target="../media/image124.wmf"/><Relationship Id="rId10" Type="http://schemas.openxmlformats.org/officeDocument/2006/relationships/image" Target="../media/image123.wmf"/><Relationship Id="rId1" Type="http://schemas.openxmlformats.org/officeDocument/2006/relationships/image" Target="../media/image11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6.wmf"/><Relationship Id="rId8" Type="http://schemas.openxmlformats.org/officeDocument/2006/relationships/image" Target="../media/image135.wmf"/><Relationship Id="rId7" Type="http://schemas.openxmlformats.org/officeDocument/2006/relationships/image" Target="../media/image134.w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wmf"/><Relationship Id="rId3" Type="http://schemas.openxmlformats.org/officeDocument/2006/relationships/image" Target="../media/image130.wmf"/><Relationship Id="rId21" Type="http://schemas.openxmlformats.org/officeDocument/2006/relationships/image" Target="../media/image148.wmf"/><Relationship Id="rId20" Type="http://schemas.openxmlformats.org/officeDocument/2006/relationships/image" Target="../media/image147.wmf"/><Relationship Id="rId2" Type="http://schemas.openxmlformats.org/officeDocument/2006/relationships/image" Target="../media/image129.wmf"/><Relationship Id="rId19" Type="http://schemas.openxmlformats.org/officeDocument/2006/relationships/image" Target="../media/image146.wmf"/><Relationship Id="rId18" Type="http://schemas.openxmlformats.org/officeDocument/2006/relationships/image" Target="../media/image145.wmf"/><Relationship Id="rId17" Type="http://schemas.openxmlformats.org/officeDocument/2006/relationships/image" Target="../media/image144.wmf"/><Relationship Id="rId16" Type="http://schemas.openxmlformats.org/officeDocument/2006/relationships/image" Target="../media/image143.wmf"/><Relationship Id="rId15" Type="http://schemas.openxmlformats.org/officeDocument/2006/relationships/image" Target="../media/image142.wmf"/><Relationship Id="rId14" Type="http://schemas.openxmlformats.org/officeDocument/2006/relationships/image" Target="../media/image141.wmf"/><Relationship Id="rId13" Type="http://schemas.openxmlformats.org/officeDocument/2006/relationships/image" Target="../media/image140.wmf"/><Relationship Id="rId12" Type="http://schemas.openxmlformats.org/officeDocument/2006/relationships/image" Target="../media/image139.wmf"/><Relationship Id="rId11" Type="http://schemas.openxmlformats.org/officeDocument/2006/relationships/image" Target="../media/image138.wmf"/><Relationship Id="rId10" Type="http://schemas.openxmlformats.org/officeDocument/2006/relationships/image" Target="../media/image137.wmf"/><Relationship Id="rId1" Type="http://schemas.openxmlformats.org/officeDocument/2006/relationships/image" Target="../media/image12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4" Type="http://schemas.openxmlformats.org/officeDocument/2006/relationships/image" Target="../media/image162.wmf"/><Relationship Id="rId13" Type="http://schemas.openxmlformats.org/officeDocument/2006/relationships/image" Target="../media/image161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49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wmf"/><Relationship Id="rId8" Type="http://schemas.openxmlformats.org/officeDocument/2006/relationships/image" Target="../media/image170.wmf"/><Relationship Id="rId7" Type="http://schemas.openxmlformats.org/officeDocument/2006/relationships/image" Target="../media/image169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0" Type="http://schemas.openxmlformats.org/officeDocument/2006/relationships/image" Target="../media/image172.wmf"/><Relationship Id="rId1" Type="http://schemas.openxmlformats.org/officeDocument/2006/relationships/image" Target="../media/image16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wmf"/><Relationship Id="rId8" Type="http://schemas.openxmlformats.org/officeDocument/2006/relationships/image" Target="../media/image180.wmf"/><Relationship Id="rId7" Type="http://schemas.openxmlformats.org/officeDocument/2006/relationships/image" Target="../media/image179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0" Type="http://schemas.openxmlformats.org/officeDocument/2006/relationships/image" Target="../media/image192.wmf"/><Relationship Id="rId2" Type="http://schemas.openxmlformats.org/officeDocument/2006/relationships/image" Target="../media/image174.wmf"/><Relationship Id="rId19" Type="http://schemas.openxmlformats.org/officeDocument/2006/relationships/image" Target="../media/image191.wmf"/><Relationship Id="rId18" Type="http://schemas.openxmlformats.org/officeDocument/2006/relationships/image" Target="../media/image190.wmf"/><Relationship Id="rId17" Type="http://schemas.openxmlformats.org/officeDocument/2006/relationships/image" Target="../media/image189.wmf"/><Relationship Id="rId16" Type="http://schemas.openxmlformats.org/officeDocument/2006/relationships/image" Target="../media/image188.wmf"/><Relationship Id="rId15" Type="http://schemas.openxmlformats.org/officeDocument/2006/relationships/image" Target="../media/image187.wmf"/><Relationship Id="rId14" Type="http://schemas.openxmlformats.org/officeDocument/2006/relationships/image" Target="../media/image186.wmf"/><Relationship Id="rId13" Type="http://schemas.openxmlformats.org/officeDocument/2006/relationships/image" Target="../media/image185.wmf"/><Relationship Id="rId12" Type="http://schemas.openxmlformats.org/officeDocument/2006/relationships/image" Target="../media/image184.wmf"/><Relationship Id="rId11" Type="http://schemas.openxmlformats.org/officeDocument/2006/relationships/image" Target="../media/image183.wmf"/><Relationship Id="rId10" Type="http://schemas.openxmlformats.org/officeDocument/2006/relationships/image" Target="../media/image182.wmf"/><Relationship Id="rId1" Type="http://schemas.openxmlformats.org/officeDocument/2006/relationships/image" Target="../media/image173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7.wmf"/><Relationship Id="rId8" Type="http://schemas.openxmlformats.org/officeDocument/2006/relationships/image" Target="../media/image206.wmf"/><Relationship Id="rId7" Type="http://schemas.openxmlformats.org/officeDocument/2006/relationships/image" Target="../media/image205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2.wmf"/><Relationship Id="rId4" Type="http://schemas.openxmlformats.org/officeDocument/2006/relationships/image" Target="../media/image211.wmf"/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1.wmf"/><Relationship Id="rId8" Type="http://schemas.openxmlformats.org/officeDocument/2006/relationships/image" Target="../media/image220.wmf"/><Relationship Id="rId7" Type="http://schemas.openxmlformats.org/officeDocument/2006/relationships/image" Target="../media/image219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2" Type="http://schemas.openxmlformats.org/officeDocument/2006/relationships/image" Target="../media/image224.wmf"/><Relationship Id="rId11" Type="http://schemas.openxmlformats.org/officeDocument/2006/relationships/image" Target="../media/image223.wmf"/><Relationship Id="rId10" Type="http://schemas.openxmlformats.org/officeDocument/2006/relationships/image" Target="../media/image222.wmf"/><Relationship Id="rId1" Type="http://schemas.openxmlformats.org/officeDocument/2006/relationships/image" Target="../media/image21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6.wmf"/><Relationship Id="rId8" Type="http://schemas.openxmlformats.org/officeDocument/2006/relationships/image" Target="../media/image235.wmf"/><Relationship Id="rId7" Type="http://schemas.openxmlformats.org/officeDocument/2006/relationships/image" Target="../media/image234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Relationship Id="rId3" Type="http://schemas.openxmlformats.org/officeDocument/2006/relationships/image" Target="../media/image230.wmf"/><Relationship Id="rId23" Type="http://schemas.openxmlformats.org/officeDocument/2006/relationships/image" Target="../media/image250.wmf"/><Relationship Id="rId22" Type="http://schemas.openxmlformats.org/officeDocument/2006/relationships/image" Target="../media/image249.wmf"/><Relationship Id="rId21" Type="http://schemas.openxmlformats.org/officeDocument/2006/relationships/image" Target="../media/image248.wmf"/><Relationship Id="rId20" Type="http://schemas.openxmlformats.org/officeDocument/2006/relationships/image" Target="../media/image247.wmf"/><Relationship Id="rId2" Type="http://schemas.openxmlformats.org/officeDocument/2006/relationships/image" Target="../media/image229.wmf"/><Relationship Id="rId19" Type="http://schemas.openxmlformats.org/officeDocument/2006/relationships/image" Target="../media/image246.wmf"/><Relationship Id="rId18" Type="http://schemas.openxmlformats.org/officeDocument/2006/relationships/image" Target="../media/image245.wmf"/><Relationship Id="rId17" Type="http://schemas.openxmlformats.org/officeDocument/2006/relationships/image" Target="../media/image244.wmf"/><Relationship Id="rId16" Type="http://schemas.openxmlformats.org/officeDocument/2006/relationships/image" Target="../media/image243.wmf"/><Relationship Id="rId15" Type="http://schemas.openxmlformats.org/officeDocument/2006/relationships/image" Target="../media/image242.wmf"/><Relationship Id="rId14" Type="http://schemas.openxmlformats.org/officeDocument/2006/relationships/image" Target="../media/image241.wmf"/><Relationship Id="rId13" Type="http://schemas.openxmlformats.org/officeDocument/2006/relationships/image" Target="../media/image240.wmf"/><Relationship Id="rId12" Type="http://schemas.openxmlformats.org/officeDocument/2006/relationships/image" Target="../media/image239.wmf"/><Relationship Id="rId11" Type="http://schemas.openxmlformats.org/officeDocument/2006/relationships/image" Target="../media/image238.wmf"/><Relationship Id="rId10" Type="http://schemas.openxmlformats.org/officeDocument/2006/relationships/image" Target="../media/image237.wmf"/><Relationship Id="rId1" Type="http://schemas.openxmlformats.org/officeDocument/2006/relationships/image" Target="../media/image228.w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4.wmf"/><Relationship Id="rId8" Type="http://schemas.openxmlformats.org/officeDocument/2006/relationships/image" Target="../media/image263.wmf"/><Relationship Id="rId7" Type="http://schemas.openxmlformats.org/officeDocument/2006/relationships/image" Target="../media/image262.wmf"/><Relationship Id="rId6" Type="http://schemas.openxmlformats.org/officeDocument/2006/relationships/image" Target="../media/image261.wmf"/><Relationship Id="rId5" Type="http://schemas.openxmlformats.org/officeDocument/2006/relationships/image" Target="../media/image260.wmf"/><Relationship Id="rId4" Type="http://schemas.openxmlformats.org/officeDocument/2006/relationships/image" Target="../media/image259.wmf"/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3" Type="http://schemas.openxmlformats.org/officeDocument/2006/relationships/image" Target="../media/image268.wmf"/><Relationship Id="rId12" Type="http://schemas.openxmlformats.org/officeDocument/2006/relationships/image" Target="../media/image267.wmf"/><Relationship Id="rId11" Type="http://schemas.openxmlformats.org/officeDocument/2006/relationships/image" Target="../media/image266.wmf"/><Relationship Id="rId10" Type="http://schemas.openxmlformats.org/officeDocument/2006/relationships/image" Target="../media/image265.wmf"/><Relationship Id="rId1" Type="http://schemas.openxmlformats.org/officeDocument/2006/relationships/image" Target="../media/image256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4.wmf"/><Relationship Id="rId5" Type="http://schemas.openxmlformats.org/officeDocument/2006/relationships/image" Target="../media/image273.wmf"/><Relationship Id="rId4" Type="http://schemas.openxmlformats.org/officeDocument/2006/relationships/image" Target="../media/image272.wmf"/><Relationship Id="rId3" Type="http://schemas.openxmlformats.org/officeDocument/2006/relationships/image" Target="../media/image271.wmf"/><Relationship Id="rId2" Type="http://schemas.openxmlformats.org/officeDocument/2006/relationships/image" Target="../media/image270.wmf"/><Relationship Id="rId1" Type="http://schemas.openxmlformats.org/officeDocument/2006/relationships/image" Target="../media/image269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3.wmf"/><Relationship Id="rId8" Type="http://schemas.openxmlformats.org/officeDocument/2006/relationships/image" Target="../media/image282.wmf"/><Relationship Id="rId7" Type="http://schemas.openxmlformats.org/officeDocument/2006/relationships/image" Target="../media/image281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0" Type="http://schemas.openxmlformats.org/officeDocument/2006/relationships/image" Target="../media/image284.wmf"/><Relationship Id="rId1" Type="http://schemas.openxmlformats.org/officeDocument/2006/relationships/image" Target="../media/image275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9.wmf"/><Relationship Id="rId4" Type="http://schemas.openxmlformats.org/officeDocument/2006/relationships/image" Target="../media/image288.wmf"/><Relationship Id="rId3" Type="http://schemas.openxmlformats.org/officeDocument/2006/relationships/image" Target="../media/image287.wmf"/><Relationship Id="rId2" Type="http://schemas.openxmlformats.org/officeDocument/2006/relationships/image" Target="../media/image286.wmf"/><Relationship Id="rId1" Type="http://schemas.openxmlformats.org/officeDocument/2006/relationships/image" Target="../media/image285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8.wmf"/><Relationship Id="rId8" Type="http://schemas.openxmlformats.org/officeDocument/2006/relationships/image" Target="../media/image297.wmf"/><Relationship Id="rId7" Type="http://schemas.openxmlformats.org/officeDocument/2006/relationships/image" Target="../media/image296.wmf"/><Relationship Id="rId6" Type="http://schemas.openxmlformats.org/officeDocument/2006/relationships/image" Target="../media/image295.wmf"/><Relationship Id="rId5" Type="http://schemas.openxmlformats.org/officeDocument/2006/relationships/image" Target="../media/image294.wmf"/><Relationship Id="rId4" Type="http://schemas.openxmlformats.org/officeDocument/2006/relationships/image" Target="../media/image293.wmf"/><Relationship Id="rId3" Type="http://schemas.openxmlformats.org/officeDocument/2006/relationships/image" Target="../media/image292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7.wmf"/><Relationship Id="rId8" Type="http://schemas.openxmlformats.org/officeDocument/2006/relationships/image" Target="../media/image306.wmf"/><Relationship Id="rId7" Type="http://schemas.openxmlformats.org/officeDocument/2006/relationships/image" Target="../media/image305.wmf"/><Relationship Id="rId6" Type="http://schemas.openxmlformats.org/officeDocument/2006/relationships/image" Target="../media/image304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8" Type="http://schemas.openxmlformats.org/officeDocument/2006/relationships/image" Target="../media/image316.wmf"/><Relationship Id="rId17" Type="http://schemas.openxmlformats.org/officeDocument/2006/relationships/image" Target="../media/image315.wmf"/><Relationship Id="rId16" Type="http://schemas.openxmlformats.org/officeDocument/2006/relationships/image" Target="../media/image314.wmf"/><Relationship Id="rId15" Type="http://schemas.openxmlformats.org/officeDocument/2006/relationships/image" Target="../media/image313.wmf"/><Relationship Id="rId14" Type="http://schemas.openxmlformats.org/officeDocument/2006/relationships/image" Target="../media/image312.wmf"/><Relationship Id="rId13" Type="http://schemas.openxmlformats.org/officeDocument/2006/relationships/image" Target="../media/image311.wmf"/><Relationship Id="rId12" Type="http://schemas.openxmlformats.org/officeDocument/2006/relationships/image" Target="../media/image310.wmf"/><Relationship Id="rId11" Type="http://schemas.openxmlformats.org/officeDocument/2006/relationships/image" Target="../media/image309.wmf"/><Relationship Id="rId10" Type="http://schemas.openxmlformats.org/officeDocument/2006/relationships/image" Target="../media/image308.wmf"/><Relationship Id="rId1" Type="http://schemas.openxmlformats.org/officeDocument/2006/relationships/image" Target="../media/image299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5.wmf"/><Relationship Id="rId8" Type="http://schemas.openxmlformats.org/officeDocument/2006/relationships/image" Target="../media/image324.wmf"/><Relationship Id="rId7" Type="http://schemas.openxmlformats.org/officeDocument/2006/relationships/image" Target="../media/image323.wmf"/><Relationship Id="rId6" Type="http://schemas.openxmlformats.org/officeDocument/2006/relationships/image" Target="../media/image322.wmf"/><Relationship Id="rId5" Type="http://schemas.openxmlformats.org/officeDocument/2006/relationships/image" Target="../media/image321.wmf"/><Relationship Id="rId4" Type="http://schemas.openxmlformats.org/officeDocument/2006/relationships/image" Target="../media/image320.wmf"/><Relationship Id="rId3" Type="http://schemas.openxmlformats.org/officeDocument/2006/relationships/image" Target="../media/image319.wmf"/><Relationship Id="rId21" Type="http://schemas.openxmlformats.org/officeDocument/2006/relationships/image" Target="../media/image337.wmf"/><Relationship Id="rId20" Type="http://schemas.openxmlformats.org/officeDocument/2006/relationships/image" Target="../media/image336.wmf"/><Relationship Id="rId2" Type="http://schemas.openxmlformats.org/officeDocument/2006/relationships/image" Target="../media/image318.wmf"/><Relationship Id="rId19" Type="http://schemas.openxmlformats.org/officeDocument/2006/relationships/image" Target="../media/image335.wmf"/><Relationship Id="rId18" Type="http://schemas.openxmlformats.org/officeDocument/2006/relationships/image" Target="../media/image334.wmf"/><Relationship Id="rId17" Type="http://schemas.openxmlformats.org/officeDocument/2006/relationships/image" Target="../media/image333.wmf"/><Relationship Id="rId16" Type="http://schemas.openxmlformats.org/officeDocument/2006/relationships/image" Target="../media/image332.wmf"/><Relationship Id="rId15" Type="http://schemas.openxmlformats.org/officeDocument/2006/relationships/image" Target="../media/image331.wmf"/><Relationship Id="rId14" Type="http://schemas.openxmlformats.org/officeDocument/2006/relationships/image" Target="../media/image330.wmf"/><Relationship Id="rId13" Type="http://schemas.openxmlformats.org/officeDocument/2006/relationships/image" Target="../media/image329.wmf"/><Relationship Id="rId12" Type="http://schemas.openxmlformats.org/officeDocument/2006/relationships/image" Target="../media/image328.wmf"/><Relationship Id="rId11" Type="http://schemas.openxmlformats.org/officeDocument/2006/relationships/image" Target="../media/image327.wmf"/><Relationship Id="rId10" Type="http://schemas.openxmlformats.org/officeDocument/2006/relationships/image" Target="../media/image326.wmf"/><Relationship Id="rId1" Type="http://schemas.openxmlformats.org/officeDocument/2006/relationships/image" Target="../media/image31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6.wmf"/><Relationship Id="rId8" Type="http://schemas.openxmlformats.org/officeDocument/2006/relationships/image" Target="../media/image345.wmf"/><Relationship Id="rId7" Type="http://schemas.openxmlformats.org/officeDocument/2006/relationships/image" Target="../media/image344.wmf"/><Relationship Id="rId6" Type="http://schemas.openxmlformats.org/officeDocument/2006/relationships/image" Target="../media/image343.wmf"/><Relationship Id="rId5" Type="http://schemas.openxmlformats.org/officeDocument/2006/relationships/image" Target="../media/image342.wmf"/><Relationship Id="rId4" Type="http://schemas.openxmlformats.org/officeDocument/2006/relationships/image" Target="../media/image341.wmf"/><Relationship Id="rId3" Type="http://schemas.openxmlformats.org/officeDocument/2006/relationships/image" Target="../media/image340.wmf"/><Relationship Id="rId2" Type="http://schemas.openxmlformats.org/officeDocument/2006/relationships/image" Target="../media/image339.wmf"/><Relationship Id="rId19" Type="http://schemas.openxmlformats.org/officeDocument/2006/relationships/image" Target="../media/image356.wmf"/><Relationship Id="rId18" Type="http://schemas.openxmlformats.org/officeDocument/2006/relationships/image" Target="../media/image355.wmf"/><Relationship Id="rId17" Type="http://schemas.openxmlformats.org/officeDocument/2006/relationships/image" Target="../media/image354.wmf"/><Relationship Id="rId16" Type="http://schemas.openxmlformats.org/officeDocument/2006/relationships/image" Target="../media/image353.wmf"/><Relationship Id="rId15" Type="http://schemas.openxmlformats.org/officeDocument/2006/relationships/image" Target="../media/image352.wmf"/><Relationship Id="rId14" Type="http://schemas.openxmlformats.org/officeDocument/2006/relationships/image" Target="../media/image351.wmf"/><Relationship Id="rId13" Type="http://schemas.openxmlformats.org/officeDocument/2006/relationships/image" Target="../media/image350.wmf"/><Relationship Id="rId12" Type="http://schemas.openxmlformats.org/officeDocument/2006/relationships/image" Target="../media/image349.wmf"/><Relationship Id="rId11" Type="http://schemas.openxmlformats.org/officeDocument/2006/relationships/image" Target="../media/image348.wmf"/><Relationship Id="rId10" Type="http://schemas.openxmlformats.org/officeDocument/2006/relationships/image" Target="../media/image347.wmf"/><Relationship Id="rId1" Type="http://schemas.openxmlformats.org/officeDocument/2006/relationships/image" Target="../media/image338.w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5.wmf"/><Relationship Id="rId8" Type="http://schemas.openxmlformats.org/officeDocument/2006/relationships/image" Target="../media/image364.wmf"/><Relationship Id="rId7" Type="http://schemas.openxmlformats.org/officeDocument/2006/relationships/image" Target="../media/image363.wmf"/><Relationship Id="rId6" Type="http://schemas.openxmlformats.org/officeDocument/2006/relationships/image" Target="../media/image362.wmf"/><Relationship Id="rId5" Type="http://schemas.openxmlformats.org/officeDocument/2006/relationships/image" Target="../media/image361.wmf"/><Relationship Id="rId4" Type="http://schemas.openxmlformats.org/officeDocument/2006/relationships/image" Target="../media/image360.wmf"/><Relationship Id="rId3" Type="http://schemas.openxmlformats.org/officeDocument/2006/relationships/image" Target="../media/image359.wmf"/><Relationship Id="rId2" Type="http://schemas.openxmlformats.org/officeDocument/2006/relationships/image" Target="../media/image358.wmf"/><Relationship Id="rId14" Type="http://schemas.openxmlformats.org/officeDocument/2006/relationships/image" Target="../media/image370.wmf"/><Relationship Id="rId13" Type="http://schemas.openxmlformats.org/officeDocument/2006/relationships/image" Target="../media/image369.wmf"/><Relationship Id="rId12" Type="http://schemas.openxmlformats.org/officeDocument/2006/relationships/image" Target="../media/image368.wmf"/><Relationship Id="rId11" Type="http://schemas.openxmlformats.org/officeDocument/2006/relationships/image" Target="../media/image367.wmf"/><Relationship Id="rId10" Type="http://schemas.openxmlformats.org/officeDocument/2006/relationships/image" Target="../media/image366.wmf"/><Relationship Id="rId1" Type="http://schemas.openxmlformats.org/officeDocument/2006/relationships/image" Target="../media/image357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9.wmf"/><Relationship Id="rId8" Type="http://schemas.openxmlformats.org/officeDocument/2006/relationships/image" Target="../media/image378.wmf"/><Relationship Id="rId7" Type="http://schemas.openxmlformats.org/officeDocument/2006/relationships/image" Target="../media/image377.wmf"/><Relationship Id="rId6" Type="http://schemas.openxmlformats.org/officeDocument/2006/relationships/image" Target="../media/image376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7" Type="http://schemas.openxmlformats.org/officeDocument/2006/relationships/image" Target="../media/image387.wmf"/><Relationship Id="rId16" Type="http://schemas.openxmlformats.org/officeDocument/2006/relationships/image" Target="../media/image386.wmf"/><Relationship Id="rId15" Type="http://schemas.openxmlformats.org/officeDocument/2006/relationships/image" Target="../media/image385.wmf"/><Relationship Id="rId14" Type="http://schemas.openxmlformats.org/officeDocument/2006/relationships/image" Target="../media/image384.wmf"/><Relationship Id="rId13" Type="http://schemas.openxmlformats.org/officeDocument/2006/relationships/image" Target="../media/image383.wmf"/><Relationship Id="rId12" Type="http://schemas.openxmlformats.org/officeDocument/2006/relationships/image" Target="../media/image382.wmf"/><Relationship Id="rId11" Type="http://schemas.openxmlformats.org/officeDocument/2006/relationships/image" Target="../media/image381.wmf"/><Relationship Id="rId10" Type="http://schemas.openxmlformats.org/officeDocument/2006/relationships/image" Target="../media/image380.wmf"/><Relationship Id="rId1" Type="http://schemas.openxmlformats.org/officeDocument/2006/relationships/image" Target="../media/image371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6.wmf"/><Relationship Id="rId8" Type="http://schemas.openxmlformats.org/officeDocument/2006/relationships/image" Target="../media/image395.wmf"/><Relationship Id="rId7" Type="http://schemas.openxmlformats.org/officeDocument/2006/relationships/image" Target="../media/image394.wmf"/><Relationship Id="rId6" Type="http://schemas.openxmlformats.org/officeDocument/2006/relationships/image" Target="../media/image393.wmf"/><Relationship Id="rId5" Type="http://schemas.openxmlformats.org/officeDocument/2006/relationships/image" Target="../media/image392.wmf"/><Relationship Id="rId4" Type="http://schemas.openxmlformats.org/officeDocument/2006/relationships/image" Target="../media/image391.wmf"/><Relationship Id="rId3" Type="http://schemas.openxmlformats.org/officeDocument/2006/relationships/image" Target="../media/image390.wmf"/><Relationship Id="rId22" Type="http://schemas.openxmlformats.org/officeDocument/2006/relationships/image" Target="../media/image409.wmf"/><Relationship Id="rId21" Type="http://schemas.openxmlformats.org/officeDocument/2006/relationships/image" Target="../media/image408.wmf"/><Relationship Id="rId20" Type="http://schemas.openxmlformats.org/officeDocument/2006/relationships/image" Target="../media/image407.wmf"/><Relationship Id="rId2" Type="http://schemas.openxmlformats.org/officeDocument/2006/relationships/image" Target="../media/image389.wmf"/><Relationship Id="rId19" Type="http://schemas.openxmlformats.org/officeDocument/2006/relationships/image" Target="../media/image406.wmf"/><Relationship Id="rId18" Type="http://schemas.openxmlformats.org/officeDocument/2006/relationships/image" Target="../media/image405.wmf"/><Relationship Id="rId17" Type="http://schemas.openxmlformats.org/officeDocument/2006/relationships/image" Target="../media/image404.wmf"/><Relationship Id="rId16" Type="http://schemas.openxmlformats.org/officeDocument/2006/relationships/image" Target="../media/image403.wmf"/><Relationship Id="rId15" Type="http://schemas.openxmlformats.org/officeDocument/2006/relationships/image" Target="../media/image402.wmf"/><Relationship Id="rId14" Type="http://schemas.openxmlformats.org/officeDocument/2006/relationships/image" Target="../media/image401.wmf"/><Relationship Id="rId13" Type="http://schemas.openxmlformats.org/officeDocument/2006/relationships/image" Target="../media/image400.wmf"/><Relationship Id="rId12" Type="http://schemas.openxmlformats.org/officeDocument/2006/relationships/image" Target="../media/image399.wmf"/><Relationship Id="rId11" Type="http://schemas.openxmlformats.org/officeDocument/2006/relationships/image" Target="../media/image398.wmf"/><Relationship Id="rId10" Type="http://schemas.openxmlformats.org/officeDocument/2006/relationships/image" Target="../media/image397.wmf"/><Relationship Id="rId1" Type="http://schemas.openxmlformats.org/officeDocument/2006/relationships/image" Target="../media/image388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8.wmf"/><Relationship Id="rId8" Type="http://schemas.openxmlformats.org/officeDocument/2006/relationships/image" Target="../media/image417.wmf"/><Relationship Id="rId7" Type="http://schemas.openxmlformats.org/officeDocument/2006/relationships/image" Target="../media/image416.wmf"/><Relationship Id="rId6" Type="http://schemas.openxmlformats.org/officeDocument/2006/relationships/image" Target="../media/image415.wmf"/><Relationship Id="rId5" Type="http://schemas.openxmlformats.org/officeDocument/2006/relationships/image" Target="../media/image414.wmf"/><Relationship Id="rId4" Type="http://schemas.openxmlformats.org/officeDocument/2006/relationships/image" Target="../media/image413.wmf"/><Relationship Id="rId3" Type="http://schemas.openxmlformats.org/officeDocument/2006/relationships/image" Target="../media/image412.wmf"/><Relationship Id="rId2" Type="http://schemas.openxmlformats.org/officeDocument/2006/relationships/image" Target="../media/image411.wmf"/><Relationship Id="rId16" Type="http://schemas.openxmlformats.org/officeDocument/2006/relationships/image" Target="../media/image425.wmf"/><Relationship Id="rId15" Type="http://schemas.openxmlformats.org/officeDocument/2006/relationships/image" Target="../media/image424.wmf"/><Relationship Id="rId14" Type="http://schemas.openxmlformats.org/officeDocument/2006/relationships/image" Target="../media/image423.wmf"/><Relationship Id="rId13" Type="http://schemas.openxmlformats.org/officeDocument/2006/relationships/image" Target="../media/image422.wmf"/><Relationship Id="rId12" Type="http://schemas.openxmlformats.org/officeDocument/2006/relationships/image" Target="../media/image421.wmf"/><Relationship Id="rId11" Type="http://schemas.openxmlformats.org/officeDocument/2006/relationships/image" Target="../media/image420.wmf"/><Relationship Id="rId10" Type="http://schemas.openxmlformats.org/officeDocument/2006/relationships/image" Target="../media/image419.wmf"/><Relationship Id="rId1" Type="http://schemas.openxmlformats.org/officeDocument/2006/relationships/image" Target="../media/image410.w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4.wmf"/><Relationship Id="rId8" Type="http://schemas.openxmlformats.org/officeDocument/2006/relationships/image" Target="../media/image433.wmf"/><Relationship Id="rId7" Type="http://schemas.openxmlformats.org/officeDocument/2006/relationships/image" Target="../media/image432.wmf"/><Relationship Id="rId6" Type="http://schemas.openxmlformats.org/officeDocument/2006/relationships/image" Target="../media/image431.wmf"/><Relationship Id="rId5" Type="http://schemas.openxmlformats.org/officeDocument/2006/relationships/image" Target="../media/image430.wmf"/><Relationship Id="rId4" Type="http://schemas.openxmlformats.org/officeDocument/2006/relationships/image" Target="../media/image429.wmf"/><Relationship Id="rId3" Type="http://schemas.openxmlformats.org/officeDocument/2006/relationships/image" Target="../media/image428.wmf"/><Relationship Id="rId2" Type="http://schemas.openxmlformats.org/officeDocument/2006/relationships/image" Target="../media/image427.wmf"/><Relationship Id="rId14" Type="http://schemas.openxmlformats.org/officeDocument/2006/relationships/image" Target="../media/image439.wmf"/><Relationship Id="rId13" Type="http://schemas.openxmlformats.org/officeDocument/2006/relationships/image" Target="../media/image438.wmf"/><Relationship Id="rId12" Type="http://schemas.openxmlformats.org/officeDocument/2006/relationships/image" Target="../media/image437.wmf"/><Relationship Id="rId11" Type="http://schemas.openxmlformats.org/officeDocument/2006/relationships/image" Target="../media/image436.wmf"/><Relationship Id="rId10" Type="http://schemas.openxmlformats.org/officeDocument/2006/relationships/image" Target="../media/image435.wmf"/><Relationship Id="rId1" Type="http://schemas.openxmlformats.org/officeDocument/2006/relationships/image" Target="../media/image426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8.wmf"/><Relationship Id="rId8" Type="http://schemas.openxmlformats.org/officeDocument/2006/relationships/image" Target="../media/image447.wmf"/><Relationship Id="rId7" Type="http://schemas.openxmlformats.org/officeDocument/2006/relationships/image" Target="../media/image446.wmf"/><Relationship Id="rId6" Type="http://schemas.openxmlformats.org/officeDocument/2006/relationships/image" Target="../media/image445.wmf"/><Relationship Id="rId5" Type="http://schemas.openxmlformats.org/officeDocument/2006/relationships/image" Target="../media/image444.wmf"/><Relationship Id="rId4" Type="http://schemas.openxmlformats.org/officeDocument/2006/relationships/image" Target="../media/image443.wmf"/><Relationship Id="rId3" Type="http://schemas.openxmlformats.org/officeDocument/2006/relationships/image" Target="../media/image442.wmf"/><Relationship Id="rId2" Type="http://schemas.openxmlformats.org/officeDocument/2006/relationships/image" Target="../media/image441.wmf"/><Relationship Id="rId10" Type="http://schemas.openxmlformats.org/officeDocument/2006/relationships/image" Target="../media/image449.wmf"/><Relationship Id="rId1" Type="http://schemas.openxmlformats.org/officeDocument/2006/relationships/image" Target="../media/image440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8.wmf"/><Relationship Id="rId8" Type="http://schemas.openxmlformats.org/officeDocument/2006/relationships/image" Target="../media/image457.wmf"/><Relationship Id="rId7" Type="http://schemas.openxmlformats.org/officeDocument/2006/relationships/image" Target="../media/image456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Relationship Id="rId3" Type="http://schemas.openxmlformats.org/officeDocument/2006/relationships/image" Target="../media/image452.wmf"/><Relationship Id="rId25" Type="http://schemas.openxmlformats.org/officeDocument/2006/relationships/image" Target="../media/image474.wmf"/><Relationship Id="rId24" Type="http://schemas.openxmlformats.org/officeDocument/2006/relationships/image" Target="../media/image473.wmf"/><Relationship Id="rId23" Type="http://schemas.openxmlformats.org/officeDocument/2006/relationships/image" Target="../media/image472.wmf"/><Relationship Id="rId22" Type="http://schemas.openxmlformats.org/officeDocument/2006/relationships/image" Target="../media/image471.wmf"/><Relationship Id="rId21" Type="http://schemas.openxmlformats.org/officeDocument/2006/relationships/image" Target="../media/image470.wmf"/><Relationship Id="rId20" Type="http://schemas.openxmlformats.org/officeDocument/2006/relationships/image" Target="../media/image469.wmf"/><Relationship Id="rId2" Type="http://schemas.openxmlformats.org/officeDocument/2006/relationships/image" Target="../media/image451.wmf"/><Relationship Id="rId19" Type="http://schemas.openxmlformats.org/officeDocument/2006/relationships/image" Target="../media/image468.wmf"/><Relationship Id="rId18" Type="http://schemas.openxmlformats.org/officeDocument/2006/relationships/image" Target="../media/image467.wmf"/><Relationship Id="rId17" Type="http://schemas.openxmlformats.org/officeDocument/2006/relationships/image" Target="../media/image466.wmf"/><Relationship Id="rId16" Type="http://schemas.openxmlformats.org/officeDocument/2006/relationships/image" Target="../media/image465.wmf"/><Relationship Id="rId15" Type="http://schemas.openxmlformats.org/officeDocument/2006/relationships/image" Target="../media/image464.wmf"/><Relationship Id="rId14" Type="http://schemas.openxmlformats.org/officeDocument/2006/relationships/image" Target="../media/image463.wmf"/><Relationship Id="rId13" Type="http://schemas.openxmlformats.org/officeDocument/2006/relationships/image" Target="../media/image462.wmf"/><Relationship Id="rId12" Type="http://schemas.openxmlformats.org/officeDocument/2006/relationships/image" Target="../media/image461.wmf"/><Relationship Id="rId11" Type="http://schemas.openxmlformats.org/officeDocument/2006/relationships/image" Target="../media/image460.wmf"/><Relationship Id="rId10" Type="http://schemas.openxmlformats.org/officeDocument/2006/relationships/image" Target="../media/image459.wmf"/><Relationship Id="rId1" Type="http://schemas.openxmlformats.org/officeDocument/2006/relationships/image" Target="../media/image450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3.wmf"/><Relationship Id="rId8" Type="http://schemas.openxmlformats.org/officeDocument/2006/relationships/image" Target="../media/image482.wmf"/><Relationship Id="rId7" Type="http://schemas.openxmlformats.org/officeDocument/2006/relationships/image" Target="../media/image481.wmf"/><Relationship Id="rId6" Type="http://schemas.openxmlformats.org/officeDocument/2006/relationships/image" Target="../media/image480.wmf"/><Relationship Id="rId5" Type="http://schemas.openxmlformats.org/officeDocument/2006/relationships/image" Target="../media/image479.wmf"/><Relationship Id="rId4" Type="http://schemas.openxmlformats.org/officeDocument/2006/relationships/image" Target="../media/image478.wmf"/><Relationship Id="rId3" Type="http://schemas.openxmlformats.org/officeDocument/2006/relationships/image" Target="../media/image477.wmf"/><Relationship Id="rId2" Type="http://schemas.openxmlformats.org/officeDocument/2006/relationships/image" Target="../media/image476.wmf"/><Relationship Id="rId14" Type="http://schemas.openxmlformats.org/officeDocument/2006/relationships/image" Target="../media/image488.wmf"/><Relationship Id="rId13" Type="http://schemas.openxmlformats.org/officeDocument/2006/relationships/image" Target="../media/image487.wmf"/><Relationship Id="rId12" Type="http://schemas.openxmlformats.org/officeDocument/2006/relationships/image" Target="../media/image486.wmf"/><Relationship Id="rId11" Type="http://schemas.openxmlformats.org/officeDocument/2006/relationships/image" Target="../media/image485.wmf"/><Relationship Id="rId10" Type="http://schemas.openxmlformats.org/officeDocument/2006/relationships/image" Target="../media/image484.wmf"/><Relationship Id="rId1" Type="http://schemas.openxmlformats.org/officeDocument/2006/relationships/image" Target="../media/image475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7.wmf"/><Relationship Id="rId8" Type="http://schemas.openxmlformats.org/officeDocument/2006/relationships/image" Target="../media/image496.wmf"/><Relationship Id="rId7" Type="http://schemas.openxmlformats.org/officeDocument/2006/relationships/image" Target="../media/image495.wmf"/><Relationship Id="rId6" Type="http://schemas.openxmlformats.org/officeDocument/2006/relationships/image" Target="../media/image494.wmf"/><Relationship Id="rId5" Type="http://schemas.openxmlformats.org/officeDocument/2006/relationships/image" Target="../media/image493.wmf"/><Relationship Id="rId4" Type="http://schemas.openxmlformats.org/officeDocument/2006/relationships/image" Target="../media/image492.wmf"/><Relationship Id="rId3" Type="http://schemas.openxmlformats.org/officeDocument/2006/relationships/image" Target="../media/image491.wmf"/><Relationship Id="rId2" Type="http://schemas.openxmlformats.org/officeDocument/2006/relationships/image" Target="../media/image490.wmf"/><Relationship Id="rId16" Type="http://schemas.openxmlformats.org/officeDocument/2006/relationships/image" Target="../media/image504.wmf"/><Relationship Id="rId15" Type="http://schemas.openxmlformats.org/officeDocument/2006/relationships/image" Target="../media/image503.wmf"/><Relationship Id="rId14" Type="http://schemas.openxmlformats.org/officeDocument/2006/relationships/image" Target="../media/image502.wmf"/><Relationship Id="rId13" Type="http://schemas.openxmlformats.org/officeDocument/2006/relationships/image" Target="../media/image501.wmf"/><Relationship Id="rId12" Type="http://schemas.openxmlformats.org/officeDocument/2006/relationships/image" Target="../media/image500.wmf"/><Relationship Id="rId11" Type="http://schemas.openxmlformats.org/officeDocument/2006/relationships/image" Target="../media/image499.wmf"/><Relationship Id="rId10" Type="http://schemas.openxmlformats.org/officeDocument/2006/relationships/image" Target="../media/image498.wmf"/><Relationship Id="rId1" Type="http://schemas.openxmlformats.org/officeDocument/2006/relationships/image" Target="../media/image489.wmf"/></Relationships>
</file>

<file path=ppt/drawings/_rels/vmlDrawing3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3.wmf"/><Relationship Id="rId8" Type="http://schemas.openxmlformats.org/officeDocument/2006/relationships/image" Target="../media/image512.wmf"/><Relationship Id="rId7" Type="http://schemas.openxmlformats.org/officeDocument/2006/relationships/image" Target="../media/image511.wmf"/><Relationship Id="rId6" Type="http://schemas.openxmlformats.org/officeDocument/2006/relationships/image" Target="../media/image510.wmf"/><Relationship Id="rId5" Type="http://schemas.openxmlformats.org/officeDocument/2006/relationships/image" Target="../media/image509.wmf"/><Relationship Id="rId4" Type="http://schemas.openxmlformats.org/officeDocument/2006/relationships/image" Target="../media/image508.wmf"/><Relationship Id="rId3" Type="http://schemas.openxmlformats.org/officeDocument/2006/relationships/image" Target="../media/image507.wmf"/><Relationship Id="rId2" Type="http://schemas.openxmlformats.org/officeDocument/2006/relationships/image" Target="../media/image506.wmf"/><Relationship Id="rId16" Type="http://schemas.openxmlformats.org/officeDocument/2006/relationships/image" Target="../media/image520.wmf"/><Relationship Id="rId15" Type="http://schemas.openxmlformats.org/officeDocument/2006/relationships/image" Target="../media/image519.wmf"/><Relationship Id="rId14" Type="http://schemas.openxmlformats.org/officeDocument/2006/relationships/image" Target="../media/image518.wmf"/><Relationship Id="rId13" Type="http://schemas.openxmlformats.org/officeDocument/2006/relationships/image" Target="../media/image517.wmf"/><Relationship Id="rId12" Type="http://schemas.openxmlformats.org/officeDocument/2006/relationships/image" Target="../media/image516.wmf"/><Relationship Id="rId11" Type="http://schemas.openxmlformats.org/officeDocument/2006/relationships/image" Target="../media/image515.wmf"/><Relationship Id="rId10" Type="http://schemas.openxmlformats.org/officeDocument/2006/relationships/image" Target="../media/image514.wmf"/><Relationship Id="rId1" Type="http://schemas.openxmlformats.org/officeDocument/2006/relationships/image" Target="../media/image505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9.wmf"/><Relationship Id="rId8" Type="http://schemas.openxmlformats.org/officeDocument/2006/relationships/image" Target="../media/image528.wmf"/><Relationship Id="rId7" Type="http://schemas.openxmlformats.org/officeDocument/2006/relationships/image" Target="../media/image527.wmf"/><Relationship Id="rId6" Type="http://schemas.openxmlformats.org/officeDocument/2006/relationships/image" Target="../media/image526.wmf"/><Relationship Id="rId5" Type="http://schemas.openxmlformats.org/officeDocument/2006/relationships/image" Target="../media/image525.wmf"/><Relationship Id="rId4" Type="http://schemas.openxmlformats.org/officeDocument/2006/relationships/image" Target="../media/image524.wmf"/><Relationship Id="rId3" Type="http://schemas.openxmlformats.org/officeDocument/2006/relationships/image" Target="../media/image523.wmf"/><Relationship Id="rId2" Type="http://schemas.openxmlformats.org/officeDocument/2006/relationships/image" Target="../media/image522.wmf"/><Relationship Id="rId19" Type="http://schemas.openxmlformats.org/officeDocument/2006/relationships/image" Target="../media/image539.wmf"/><Relationship Id="rId18" Type="http://schemas.openxmlformats.org/officeDocument/2006/relationships/image" Target="../media/image538.wmf"/><Relationship Id="rId17" Type="http://schemas.openxmlformats.org/officeDocument/2006/relationships/image" Target="../media/image537.wmf"/><Relationship Id="rId16" Type="http://schemas.openxmlformats.org/officeDocument/2006/relationships/image" Target="../media/image536.wmf"/><Relationship Id="rId15" Type="http://schemas.openxmlformats.org/officeDocument/2006/relationships/image" Target="../media/image535.wmf"/><Relationship Id="rId14" Type="http://schemas.openxmlformats.org/officeDocument/2006/relationships/image" Target="../media/image534.wmf"/><Relationship Id="rId13" Type="http://schemas.openxmlformats.org/officeDocument/2006/relationships/image" Target="../media/image533.wmf"/><Relationship Id="rId12" Type="http://schemas.openxmlformats.org/officeDocument/2006/relationships/image" Target="../media/image532.wmf"/><Relationship Id="rId11" Type="http://schemas.openxmlformats.org/officeDocument/2006/relationships/image" Target="../media/image531.wmf"/><Relationship Id="rId10" Type="http://schemas.openxmlformats.org/officeDocument/2006/relationships/image" Target="../media/image530.wmf"/><Relationship Id="rId1" Type="http://schemas.openxmlformats.org/officeDocument/2006/relationships/image" Target="../media/image521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8.wmf"/><Relationship Id="rId8" Type="http://schemas.openxmlformats.org/officeDocument/2006/relationships/image" Target="../media/image547.wmf"/><Relationship Id="rId7" Type="http://schemas.openxmlformats.org/officeDocument/2006/relationships/image" Target="../media/image546.wmf"/><Relationship Id="rId6" Type="http://schemas.openxmlformats.org/officeDocument/2006/relationships/image" Target="../media/image545.wmf"/><Relationship Id="rId5" Type="http://schemas.openxmlformats.org/officeDocument/2006/relationships/image" Target="../media/image544.wmf"/><Relationship Id="rId4" Type="http://schemas.openxmlformats.org/officeDocument/2006/relationships/image" Target="../media/image543.wmf"/><Relationship Id="rId3" Type="http://schemas.openxmlformats.org/officeDocument/2006/relationships/image" Target="../media/image542.wmf"/><Relationship Id="rId2" Type="http://schemas.openxmlformats.org/officeDocument/2006/relationships/image" Target="../media/image541.wmf"/><Relationship Id="rId18" Type="http://schemas.openxmlformats.org/officeDocument/2006/relationships/image" Target="../media/image557.wmf"/><Relationship Id="rId17" Type="http://schemas.openxmlformats.org/officeDocument/2006/relationships/image" Target="../media/image556.wmf"/><Relationship Id="rId16" Type="http://schemas.openxmlformats.org/officeDocument/2006/relationships/image" Target="../media/image555.wmf"/><Relationship Id="rId15" Type="http://schemas.openxmlformats.org/officeDocument/2006/relationships/image" Target="../media/image554.wmf"/><Relationship Id="rId14" Type="http://schemas.openxmlformats.org/officeDocument/2006/relationships/image" Target="../media/image553.wmf"/><Relationship Id="rId13" Type="http://schemas.openxmlformats.org/officeDocument/2006/relationships/image" Target="../media/image552.wmf"/><Relationship Id="rId12" Type="http://schemas.openxmlformats.org/officeDocument/2006/relationships/image" Target="../media/image551.wmf"/><Relationship Id="rId11" Type="http://schemas.openxmlformats.org/officeDocument/2006/relationships/image" Target="../media/image550.wmf"/><Relationship Id="rId10" Type="http://schemas.openxmlformats.org/officeDocument/2006/relationships/image" Target="../media/image549.wmf"/><Relationship Id="rId1" Type="http://schemas.openxmlformats.org/officeDocument/2006/relationships/image" Target="../media/image540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6.wmf"/><Relationship Id="rId8" Type="http://schemas.openxmlformats.org/officeDocument/2006/relationships/image" Target="../media/image565.wmf"/><Relationship Id="rId7" Type="http://schemas.openxmlformats.org/officeDocument/2006/relationships/image" Target="../media/image564.wmf"/><Relationship Id="rId6" Type="http://schemas.openxmlformats.org/officeDocument/2006/relationships/image" Target="../media/image563.wmf"/><Relationship Id="rId5" Type="http://schemas.openxmlformats.org/officeDocument/2006/relationships/image" Target="../media/image562.wmf"/><Relationship Id="rId4" Type="http://schemas.openxmlformats.org/officeDocument/2006/relationships/image" Target="../media/image561.wmf"/><Relationship Id="rId3" Type="http://schemas.openxmlformats.org/officeDocument/2006/relationships/image" Target="../media/image560.wmf"/><Relationship Id="rId2" Type="http://schemas.openxmlformats.org/officeDocument/2006/relationships/image" Target="../media/image559.wmf"/><Relationship Id="rId15" Type="http://schemas.openxmlformats.org/officeDocument/2006/relationships/image" Target="../media/image572.wmf"/><Relationship Id="rId14" Type="http://schemas.openxmlformats.org/officeDocument/2006/relationships/image" Target="../media/image571.wmf"/><Relationship Id="rId13" Type="http://schemas.openxmlformats.org/officeDocument/2006/relationships/image" Target="../media/image570.wmf"/><Relationship Id="rId12" Type="http://schemas.openxmlformats.org/officeDocument/2006/relationships/image" Target="../media/image569.wmf"/><Relationship Id="rId11" Type="http://schemas.openxmlformats.org/officeDocument/2006/relationships/image" Target="../media/image568.wmf"/><Relationship Id="rId10" Type="http://schemas.openxmlformats.org/officeDocument/2006/relationships/image" Target="../media/image567.wmf"/><Relationship Id="rId1" Type="http://schemas.openxmlformats.org/officeDocument/2006/relationships/image" Target="../media/image558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1.wmf"/><Relationship Id="rId8" Type="http://schemas.openxmlformats.org/officeDocument/2006/relationships/image" Target="../media/image580.wmf"/><Relationship Id="rId7" Type="http://schemas.openxmlformats.org/officeDocument/2006/relationships/image" Target="../media/image579.wmf"/><Relationship Id="rId6" Type="http://schemas.openxmlformats.org/officeDocument/2006/relationships/image" Target="../media/image578.wmf"/><Relationship Id="rId5" Type="http://schemas.openxmlformats.org/officeDocument/2006/relationships/image" Target="../media/image577.wmf"/><Relationship Id="rId4" Type="http://schemas.openxmlformats.org/officeDocument/2006/relationships/image" Target="../media/image576.wmf"/><Relationship Id="rId32" Type="http://schemas.openxmlformats.org/officeDocument/2006/relationships/image" Target="../media/image604.wmf"/><Relationship Id="rId31" Type="http://schemas.openxmlformats.org/officeDocument/2006/relationships/image" Target="../media/image603.wmf"/><Relationship Id="rId30" Type="http://schemas.openxmlformats.org/officeDocument/2006/relationships/image" Target="../media/image602.wmf"/><Relationship Id="rId3" Type="http://schemas.openxmlformats.org/officeDocument/2006/relationships/image" Target="../media/image575.wmf"/><Relationship Id="rId29" Type="http://schemas.openxmlformats.org/officeDocument/2006/relationships/image" Target="../media/image601.wmf"/><Relationship Id="rId28" Type="http://schemas.openxmlformats.org/officeDocument/2006/relationships/image" Target="../media/image600.wmf"/><Relationship Id="rId27" Type="http://schemas.openxmlformats.org/officeDocument/2006/relationships/image" Target="../media/image599.wmf"/><Relationship Id="rId26" Type="http://schemas.openxmlformats.org/officeDocument/2006/relationships/image" Target="../media/image598.wmf"/><Relationship Id="rId25" Type="http://schemas.openxmlformats.org/officeDocument/2006/relationships/image" Target="../media/image597.wmf"/><Relationship Id="rId24" Type="http://schemas.openxmlformats.org/officeDocument/2006/relationships/image" Target="../media/image596.wmf"/><Relationship Id="rId23" Type="http://schemas.openxmlformats.org/officeDocument/2006/relationships/image" Target="../media/image595.wmf"/><Relationship Id="rId22" Type="http://schemas.openxmlformats.org/officeDocument/2006/relationships/image" Target="../media/image594.wmf"/><Relationship Id="rId21" Type="http://schemas.openxmlformats.org/officeDocument/2006/relationships/image" Target="../media/image593.wmf"/><Relationship Id="rId20" Type="http://schemas.openxmlformats.org/officeDocument/2006/relationships/image" Target="../media/image592.wmf"/><Relationship Id="rId2" Type="http://schemas.openxmlformats.org/officeDocument/2006/relationships/image" Target="../media/image574.wmf"/><Relationship Id="rId19" Type="http://schemas.openxmlformats.org/officeDocument/2006/relationships/image" Target="../media/image591.wmf"/><Relationship Id="rId18" Type="http://schemas.openxmlformats.org/officeDocument/2006/relationships/image" Target="../media/image590.wmf"/><Relationship Id="rId17" Type="http://schemas.openxmlformats.org/officeDocument/2006/relationships/image" Target="../media/image589.wmf"/><Relationship Id="rId16" Type="http://schemas.openxmlformats.org/officeDocument/2006/relationships/image" Target="../media/image588.wmf"/><Relationship Id="rId15" Type="http://schemas.openxmlformats.org/officeDocument/2006/relationships/image" Target="../media/image587.wmf"/><Relationship Id="rId14" Type="http://schemas.openxmlformats.org/officeDocument/2006/relationships/image" Target="../media/image586.wmf"/><Relationship Id="rId13" Type="http://schemas.openxmlformats.org/officeDocument/2006/relationships/image" Target="../media/image585.wmf"/><Relationship Id="rId12" Type="http://schemas.openxmlformats.org/officeDocument/2006/relationships/image" Target="../media/image584.wmf"/><Relationship Id="rId11" Type="http://schemas.openxmlformats.org/officeDocument/2006/relationships/image" Target="../media/image583.wmf"/><Relationship Id="rId10" Type="http://schemas.openxmlformats.org/officeDocument/2006/relationships/image" Target="../media/image582.wmf"/><Relationship Id="rId1" Type="http://schemas.openxmlformats.org/officeDocument/2006/relationships/image" Target="../media/image573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3.wmf"/><Relationship Id="rId8" Type="http://schemas.openxmlformats.org/officeDocument/2006/relationships/image" Target="../media/image612.wmf"/><Relationship Id="rId7" Type="http://schemas.openxmlformats.org/officeDocument/2006/relationships/image" Target="../media/image611.wmf"/><Relationship Id="rId6" Type="http://schemas.openxmlformats.org/officeDocument/2006/relationships/image" Target="../media/image610.wmf"/><Relationship Id="rId5" Type="http://schemas.openxmlformats.org/officeDocument/2006/relationships/image" Target="../media/image609.wmf"/><Relationship Id="rId4" Type="http://schemas.openxmlformats.org/officeDocument/2006/relationships/image" Target="../media/image608.wmf"/><Relationship Id="rId3" Type="http://schemas.openxmlformats.org/officeDocument/2006/relationships/image" Target="../media/image607.wmf"/><Relationship Id="rId2" Type="http://schemas.openxmlformats.org/officeDocument/2006/relationships/image" Target="../media/image606.wmf"/><Relationship Id="rId15" Type="http://schemas.openxmlformats.org/officeDocument/2006/relationships/image" Target="../media/image619.wmf"/><Relationship Id="rId14" Type="http://schemas.openxmlformats.org/officeDocument/2006/relationships/image" Target="../media/image618.wmf"/><Relationship Id="rId13" Type="http://schemas.openxmlformats.org/officeDocument/2006/relationships/image" Target="../media/image617.wmf"/><Relationship Id="rId12" Type="http://schemas.openxmlformats.org/officeDocument/2006/relationships/image" Target="../media/image616.wmf"/><Relationship Id="rId11" Type="http://schemas.openxmlformats.org/officeDocument/2006/relationships/image" Target="../media/image615.wmf"/><Relationship Id="rId10" Type="http://schemas.openxmlformats.org/officeDocument/2006/relationships/image" Target="../media/image614.wmf"/><Relationship Id="rId1" Type="http://schemas.openxmlformats.org/officeDocument/2006/relationships/image" Target="../media/image605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28.wmf"/><Relationship Id="rId8" Type="http://schemas.openxmlformats.org/officeDocument/2006/relationships/image" Target="../media/image627.wmf"/><Relationship Id="rId7" Type="http://schemas.openxmlformats.org/officeDocument/2006/relationships/image" Target="../media/image626.wmf"/><Relationship Id="rId6" Type="http://schemas.openxmlformats.org/officeDocument/2006/relationships/image" Target="../media/image625.wmf"/><Relationship Id="rId5" Type="http://schemas.openxmlformats.org/officeDocument/2006/relationships/image" Target="../media/image624.wmf"/><Relationship Id="rId4" Type="http://schemas.openxmlformats.org/officeDocument/2006/relationships/image" Target="../media/image623.wmf"/><Relationship Id="rId3" Type="http://schemas.openxmlformats.org/officeDocument/2006/relationships/image" Target="../media/image622.wmf"/><Relationship Id="rId2" Type="http://schemas.openxmlformats.org/officeDocument/2006/relationships/image" Target="../media/image621.wmf"/><Relationship Id="rId16" Type="http://schemas.openxmlformats.org/officeDocument/2006/relationships/image" Target="../media/image635.wmf"/><Relationship Id="rId15" Type="http://schemas.openxmlformats.org/officeDocument/2006/relationships/image" Target="../media/image634.wmf"/><Relationship Id="rId14" Type="http://schemas.openxmlformats.org/officeDocument/2006/relationships/image" Target="../media/image633.wmf"/><Relationship Id="rId13" Type="http://schemas.openxmlformats.org/officeDocument/2006/relationships/image" Target="../media/image632.wmf"/><Relationship Id="rId12" Type="http://schemas.openxmlformats.org/officeDocument/2006/relationships/image" Target="../media/image631.wmf"/><Relationship Id="rId11" Type="http://schemas.openxmlformats.org/officeDocument/2006/relationships/image" Target="../media/image630.wmf"/><Relationship Id="rId10" Type="http://schemas.openxmlformats.org/officeDocument/2006/relationships/image" Target="../media/image629.wmf"/><Relationship Id="rId1" Type="http://schemas.openxmlformats.org/officeDocument/2006/relationships/image" Target="../media/image620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4.wmf"/><Relationship Id="rId8" Type="http://schemas.openxmlformats.org/officeDocument/2006/relationships/image" Target="../media/image643.wmf"/><Relationship Id="rId7" Type="http://schemas.openxmlformats.org/officeDocument/2006/relationships/image" Target="../media/image642.wmf"/><Relationship Id="rId6" Type="http://schemas.openxmlformats.org/officeDocument/2006/relationships/image" Target="../media/image641.wmf"/><Relationship Id="rId5" Type="http://schemas.openxmlformats.org/officeDocument/2006/relationships/image" Target="../media/image640.wmf"/><Relationship Id="rId4" Type="http://schemas.openxmlformats.org/officeDocument/2006/relationships/image" Target="../media/image639.wmf"/><Relationship Id="rId3" Type="http://schemas.openxmlformats.org/officeDocument/2006/relationships/image" Target="../media/image638.wmf"/><Relationship Id="rId2" Type="http://schemas.openxmlformats.org/officeDocument/2006/relationships/image" Target="../media/image637.wmf"/><Relationship Id="rId14" Type="http://schemas.openxmlformats.org/officeDocument/2006/relationships/image" Target="../media/image649.wmf"/><Relationship Id="rId13" Type="http://schemas.openxmlformats.org/officeDocument/2006/relationships/image" Target="../media/image648.wmf"/><Relationship Id="rId12" Type="http://schemas.openxmlformats.org/officeDocument/2006/relationships/image" Target="../media/image647.wmf"/><Relationship Id="rId11" Type="http://schemas.openxmlformats.org/officeDocument/2006/relationships/image" Target="../media/image646.wmf"/><Relationship Id="rId10" Type="http://schemas.openxmlformats.org/officeDocument/2006/relationships/image" Target="../media/image645.wmf"/><Relationship Id="rId1" Type="http://schemas.openxmlformats.org/officeDocument/2006/relationships/image" Target="../media/image636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656.wmf"/><Relationship Id="rId6" Type="http://schemas.openxmlformats.org/officeDocument/2006/relationships/image" Target="../media/image655.wmf"/><Relationship Id="rId5" Type="http://schemas.openxmlformats.org/officeDocument/2006/relationships/image" Target="../media/image654.wmf"/><Relationship Id="rId4" Type="http://schemas.openxmlformats.org/officeDocument/2006/relationships/image" Target="../media/image653.wmf"/><Relationship Id="rId3" Type="http://schemas.openxmlformats.org/officeDocument/2006/relationships/image" Target="../media/image652.wmf"/><Relationship Id="rId2" Type="http://schemas.openxmlformats.org/officeDocument/2006/relationships/image" Target="../media/image651.wmf"/><Relationship Id="rId1" Type="http://schemas.openxmlformats.org/officeDocument/2006/relationships/image" Target="../media/image650.wmf"/></Relationships>
</file>

<file path=ppt/drawings/_rels/vmlDrawing44.vml.rels><?xml version="1.0" encoding="UTF-8" standalone="yes"?>
<Relationships xmlns="http://schemas.openxmlformats.org/package/2006/relationships"><Relationship Id="rId7" Type="http://schemas.openxmlformats.org/officeDocument/2006/relationships/image" Target="../media/image663.wmf"/><Relationship Id="rId6" Type="http://schemas.openxmlformats.org/officeDocument/2006/relationships/image" Target="../media/image662.wmf"/><Relationship Id="rId5" Type="http://schemas.openxmlformats.org/officeDocument/2006/relationships/image" Target="../media/image661.wmf"/><Relationship Id="rId4" Type="http://schemas.openxmlformats.org/officeDocument/2006/relationships/image" Target="../media/image660.wmf"/><Relationship Id="rId3" Type="http://schemas.openxmlformats.org/officeDocument/2006/relationships/image" Target="../media/image659.wmf"/><Relationship Id="rId2" Type="http://schemas.openxmlformats.org/officeDocument/2006/relationships/image" Target="../media/image658.wmf"/><Relationship Id="rId1" Type="http://schemas.openxmlformats.org/officeDocument/2006/relationships/image" Target="../media/image657.w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8.wmf"/><Relationship Id="rId4" Type="http://schemas.openxmlformats.org/officeDocument/2006/relationships/image" Target="../media/image667.wmf"/><Relationship Id="rId3" Type="http://schemas.openxmlformats.org/officeDocument/2006/relationships/image" Target="../media/image666.wmf"/><Relationship Id="rId2" Type="http://schemas.openxmlformats.org/officeDocument/2006/relationships/image" Target="../media/image665.wmf"/><Relationship Id="rId1" Type="http://schemas.openxmlformats.org/officeDocument/2006/relationships/image" Target="../media/image664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15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48" Type="http://schemas.openxmlformats.org/officeDocument/2006/relationships/vmlDrawing" Target="../drawings/vmlDrawing2.vml"/><Relationship Id="rId47" Type="http://schemas.openxmlformats.org/officeDocument/2006/relationships/slideLayout" Target="../slideLayouts/slideLayout18.xml"/><Relationship Id="rId46" Type="http://schemas.openxmlformats.org/officeDocument/2006/relationships/image" Target="../media/image39.wmf"/><Relationship Id="rId45" Type="http://schemas.openxmlformats.org/officeDocument/2006/relationships/oleObject" Target="../embeddings/oleObject39.bin"/><Relationship Id="rId44" Type="http://schemas.openxmlformats.org/officeDocument/2006/relationships/image" Target="../media/image38.wmf"/><Relationship Id="rId43" Type="http://schemas.openxmlformats.org/officeDocument/2006/relationships/oleObject" Target="../embeddings/oleObject38.bin"/><Relationship Id="rId42" Type="http://schemas.openxmlformats.org/officeDocument/2006/relationships/image" Target="../media/image37.wmf"/><Relationship Id="rId41" Type="http://schemas.openxmlformats.org/officeDocument/2006/relationships/oleObject" Target="../embeddings/oleObject37.bin"/><Relationship Id="rId40" Type="http://schemas.openxmlformats.org/officeDocument/2006/relationships/image" Target="../media/image36.wmf"/><Relationship Id="rId4" Type="http://schemas.openxmlformats.org/officeDocument/2006/relationships/image" Target="../media/image18.wmf"/><Relationship Id="rId39" Type="http://schemas.openxmlformats.org/officeDocument/2006/relationships/oleObject" Target="../embeddings/oleObject36.bin"/><Relationship Id="rId38" Type="http://schemas.openxmlformats.org/officeDocument/2006/relationships/image" Target="../media/image35.wmf"/><Relationship Id="rId37" Type="http://schemas.openxmlformats.org/officeDocument/2006/relationships/oleObject" Target="../embeddings/oleObject35.bin"/><Relationship Id="rId36" Type="http://schemas.openxmlformats.org/officeDocument/2006/relationships/image" Target="../media/image34.wmf"/><Relationship Id="rId35" Type="http://schemas.openxmlformats.org/officeDocument/2006/relationships/oleObject" Target="../embeddings/oleObject34.bin"/><Relationship Id="rId34" Type="http://schemas.openxmlformats.org/officeDocument/2006/relationships/image" Target="../media/image33.wmf"/><Relationship Id="rId33" Type="http://schemas.openxmlformats.org/officeDocument/2006/relationships/oleObject" Target="../embeddings/oleObject33.bin"/><Relationship Id="rId32" Type="http://schemas.openxmlformats.org/officeDocument/2006/relationships/image" Target="../media/image32.wmf"/><Relationship Id="rId31" Type="http://schemas.openxmlformats.org/officeDocument/2006/relationships/oleObject" Target="../embeddings/oleObject32.bin"/><Relationship Id="rId30" Type="http://schemas.openxmlformats.org/officeDocument/2006/relationships/image" Target="../media/image31.wmf"/><Relationship Id="rId3" Type="http://schemas.openxmlformats.org/officeDocument/2006/relationships/oleObject" Target="../embeddings/oleObject18.bin"/><Relationship Id="rId29" Type="http://schemas.openxmlformats.org/officeDocument/2006/relationships/oleObject" Target="../embeddings/oleObject31.bin"/><Relationship Id="rId28" Type="http://schemas.openxmlformats.org/officeDocument/2006/relationships/image" Target="../media/image30.wmf"/><Relationship Id="rId27" Type="http://schemas.openxmlformats.org/officeDocument/2006/relationships/oleObject" Target="../embeddings/oleObject30.bin"/><Relationship Id="rId26" Type="http://schemas.openxmlformats.org/officeDocument/2006/relationships/image" Target="../media/image29.wmf"/><Relationship Id="rId25" Type="http://schemas.openxmlformats.org/officeDocument/2006/relationships/oleObject" Target="../embeddings/oleObject29.bin"/><Relationship Id="rId24" Type="http://schemas.openxmlformats.org/officeDocument/2006/relationships/image" Target="../media/image28.wmf"/><Relationship Id="rId23" Type="http://schemas.openxmlformats.org/officeDocument/2006/relationships/oleObject" Target="../embeddings/oleObject28.bin"/><Relationship Id="rId22" Type="http://schemas.openxmlformats.org/officeDocument/2006/relationships/image" Target="../media/image27.wmf"/><Relationship Id="rId21" Type="http://schemas.openxmlformats.org/officeDocument/2006/relationships/oleObject" Target="../embeddings/oleObject27.bin"/><Relationship Id="rId20" Type="http://schemas.openxmlformats.org/officeDocument/2006/relationships/image" Target="../media/image26.wmf"/><Relationship Id="rId2" Type="http://schemas.openxmlformats.org/officeDocument/2006/relationships/image" Target="../media/image17.wmf"/><Relationship Id="rId19" Type="http://schemas.openxmlformats.org/officeDocument/2006/relationships/oleObject" Target="../embeddings/oleObject26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2.wmf"/><Relationship Id="rId54" Type="http://schemas.openxmlformats.org/officeDocument/2006/relationships/vmlDrawing" Target="../drawings/vmlDrawing3.vml"/><Relationship Id="rId53" Type="http://schemas.openxmlformats.org/officeDocument/2006/relationships/slideLayout" Target="../slideLayouts/slideLayout18.xml"/><Relationship Id="rId52" Type="http://schemas.openxmlformats.org/officeDocument/2006/relationships/image" Target="../media/image65.emf"/><Relationship Id="rId51" Type="http://schemas.openxmlformats.org/officeDocument/2006/relationships/oleObject" Target="../embeddings/oleObject65.bin"/><Relationship Id="rId50" Type="http://schemas.openxmlformats.org/officeDocument/2006/relationships/image" Target="../media/image64.wmf"/><Relationship Id="rId5" Type="http://schemas.openxmlformats.org/officeDocument/2006/relationships/oleObject" Target="../embeddings/oleObject42.bin"/><Relationship Id="rId49" Type="http://schemas.openxmlformats.org/officeDocument/2006/relationships/oleObject" Target="../embeddings/oleObject64.bin"/><Relationship Id="rId48" Type="http://schemas.openxmlformats.org/officeDocument/2006/relationships/image" Target="../media/image63.wmf"/><Relationship Id="rId47" Type="http://schemas.openxmlformats.org/officeDocument/2006/relationships/oleObject" Target="../embeddings/oleObject63.bin"/><Relationship Id="rId46" Type="http://schemas.openxmlformats.org/officeDocument/2006/relationships/image" Target="../media/image62.wmf"/><Relationship Id="rId45" Type="http://schemas.openxmlformats.org/officeDocument/2006/relationships/oleObject" Target="../embeddings/oleObject62.bin"/><Relationship Id="rId44" Type="http://schemas.openxmlformats.org/officeDocument/2006/relationships/image" Target="../media/image61.wmf"/><Relationship Id="rId43" Type="http://schemas.openxmlformats.org/officeDocument/2006/relationships/oleObject" Target="../embeddings/oleObject61.bin"/><Relationship Id="rId42" Type="http://schemas.openxmlformats.org/officeDocument/2006/relationships/image" Target="../media/image60.wmf"/><Relationship Id="rId41" Type="http://schemas.openxmlformats.org/officeDocument/2006/relationships/oleObject" Target="../embeddings/oleObject60.bin"/><Relationship Id="rId40" Type="http://schemas.openxmlformats.org/officeDocument/2006/relationships/image" Target="../media/image59.wmf"/><Relationship Id="rId4" Type="http://schemas.openxmlformats.org/officeDocument/2006/relationships/image" Target="../media/image41.wmf"/><Relationship Id="rId39" Type="http://schemas.openxmlformats.org/officeDocument/2006/relationships/oleObject" Target="../embeddings/oleObject59.bin"/><Relationship Id="rId38" Type="http://schemas.openxmlformats.org/officeDocument/2006/relationships/image" Target="../media/image58.wmf"/><Relationship Id="rId37" Type="http://schemas.openxmlformats.org/officeDocument/2006/relationships/oleObject" Target="../embeddings/oleObject58.bin"/><Relationship Id="rId36" Type="http://schemas.openxmlformats.org/officeDocument/2006/relationships/image" Target="../media/image57.wmf"/><Relationship Id="rId35" Type="http://schemas.openxmlformats.org/officeDocument/2006/relationships/oleObject" Target="../embeddings/oleObject57.bin"/><Relationship Id="rId34" Type="http://schemas.openxmlformats.org/officeDocument/2006/relationships/image" Target="../media/image56.wmf"/><Relationship Id="rId33" Type="http://schemas.openxmlformats.org/officeDocument/2006/relationships/oleObject" Target="../embeddings/oleObject56.bin"/><Relationship Id="rId32" Type="http://schemas.openxmlformats.org/officeDocument/2006/relationships/image" Target="../media/image55.wmf"/><Relationship Id="rId31" Type="http://schemas.openxmlformats.org/officeDocument/2006/relationships/oleObject" Target="../embeddings/oleObject55.bin"/><Relationship Id="rId30" Type="http://schemas.openxmlformats.org/officeDocument/2006/relationships/image" Target="../media/image54.wmf"/><Relationship Id="rId3" Type="http://schemas.openxmlformats.org/officeDocument/2006/relationships/oleObject" Target="../embeddings/oleObject41.bin"/><Relationship Id="rId29" Type="http://schemas.openxmlformats.org/officeDocument/2006/relationships/oleObject" Target="../embeddings/oleObject54.bin"/><Relationship Id="rId28" Type="http://schemas.openxmlformats.org/officeDocument/2006/relationships/image" Target="../media/image53.wmf"/><Relationship Id="rId27" Type="http://schemas.openxmlformats.org/officeDocument/2006/relationships/oleObject" Target="../embeddings/oleObject53.bin"/><Relationship Id="rId26" Type="http://schemas.openxmlformats.org/officeDocument/2006/relationships/image" Target="../media/image52.wmf"/><Relationship Id="rId25" Type="http://schemas.openxmlformats.org/officeDocument/2006/relationships/oleObject" Target="../embeddings/oleObject52.bin"/><Relationship Id="rId24" Type="http://schemas.openxmlformats.org/officeDocument/2006/relationships/image" Target="../media/image51.wmf"/><Relationship Id="rId23" Type="http://schemas.openxmlformats.org/officeDocument/2006/relationships/oleObject" Target="../embeddings/oleObject51.bin"/><Relationship Id="rId22" Type="http://schemas.openxmlformats.org/officeDocument/2006/relationships/image" Target="../media/image50.wmf"/><Relationship Id="rId21" Type="http://schemas.openxmlformats.org/officeDocument/2006/relationships/oleObject" Target="../embeddings/oleObject50.bin"/><Relationship Id="rId20" Type="http://schemas.openxmlformats.org/officeDocument/2006/relationships/image" Target="../media/image49.wmf"/><Relationship Id="rId2" Type="http://schemas.openxmlformats.org/officeDocument/2006/relationships/image" Target="../media/image40.wmf"/><Relationship Id="rId19" Type="http://schemas.openxmlformats.org/officeDocument/2006/relationships/oleObject" Target="../embeddings/oleObject49.bin"/><Relationship Id="rId18" Type="http://schemas.openxmlformats.org/officeDocument/2006/relationships/image" Target="../media/image48.wmf"/><Relationship Id="rId17" Type="http://schemas.openxmlformats.org/officeDocument/2006/relationships/oleObject" Target="../embeddings/oleObject48.bin"/><Relationship Id="rId16" Type="http://schemas.openxmlformats.org/officeDocument/2006/relationships/image" Target="../media/image47.wmf"/><Relationship Id="rId15" Type="http://schemas.openxmlformats.org/officeDocument/2006/relationships/oleObject" Target="../embeddings/oleObject47.bin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8.bin"/><Relationship Id="rId42" Type="http://schemas.openxmlformats.org/officeDocument/2006/relationships/vmlDrawing" Target="../drawings/vmlDrawing4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85.wmf"/><Relationship Id="rId4" Type="http://schemas.openxmlformats.org/officeDocument/2006/relationships/image" Target="../media/image67.wmf"/><Relationship Id="rId39" Type="http://schemas.openxmlformats.org/officeDocument/2006/relationships/oleObject" Target="../embeddings/oleObject85.bin"/><Relationship Id="rId38" Type="http://schemas.openxmlformats.org/officeDocument/2006/relationships/image" Target="../media/image84.wmf"/><Relationship Id="rId37" Type="http://schemas.openxmlformats.org/officeDocument/2006/relationships/oleObject" Target="../embeddings/oleObject84.bin"/><Relationship Id="rId36" Type="http://schemas.openxmlformats.org/officeDocument/2006/relationships/image" Target="../media/image83.wmf"/><Relationship Id="rId35" Type="http://schemas.openxmlformats.org/officeDocument/2006/relationships/oleObject" Target="../embeddings/oleObject83.bin"/><Relationship Id="rId34" Type="http://schemas.openxmlformats.org/officeDocument/2006/relationships/image" Target="../media/image82.wmf"/><Relationship Id="rId33" Type="http://schemas.openxmlformats.org/officeDocument/2006/relationships/oleObject" Target="../embeddings/oleObject82.bin"/><Relationship Id="rId32" Type="http://schemas.openxmlformats.org/officeDocument/2006/relationships/image" Target="../media/image81.wmf"/><Relationship Id="rId31" Type="http://schemas.openxmlformats.org/officeDocument/2006/relationships/oleObject" Target="../embeddings/oleObject81.bin"/><Relationship Id="rId30" Type="http://schemas.openxmlformats.org/officeDocument/2006/relationships/image" Target="../media/image80.wmf"/><Relationship Id="rId3" Type="http://schemas.openxmlformats.org/officeDocument/2006/relationships/oleObject" Target="../embeddings/oleObject67.bin"/><Relationship Id="rId29" Type="http://schemas.openxmlformats.org/officeDocument/2006/relationships/oleObject" Target="../embeddings/oleObject80.bin"/><Relationship Id="rId28" Type="http://schemas.openxmlformats.org/officeDocument/2006/relationships/image" Target="../media/image79.wmf"/><Relationship Id="rId27" Type="http://schemas.openxmlformats.org/officeDocument/2006/relationships/oleObject" Target="../embeddings/oleObject79.bin"/><Relationship Id="rId26" Type="http://schemas.openxmlformats.org/officeDocument/2006/relationships/image" Target="../media/image78.wmf"/><Relationship Id="rId25" Type="http://schemas.openxmlformats.org/officeDocument/2006/relationships/oleObject" Target="../embeddings/oleObject78.bin"/><Relationship Id="rId24" Type="http://schemas.openxmlformats.org/officeDocument/2006/relationships/image" Target="../media/image77.wmf"/><Relationship Id="rId23" Type="http://schemas.openxmlformats.org/officeDocument/2006/relationships/oleObject" Target="../embeddings/oleObject77.bin"/><Relationship Id="rId22" Type="http://schemas.openxmlformats.org/officeDocument/2006/relationships/image" Target="../media/image76.wmf"/><Relationship Id="rId21" Type="http://schemas.openxmlformats.org/officeDocument/2006/relationships/oleObject" Target="../embeddings/oleObject76.bin"/><Relationship Id="rId20" Type="http://schemas.openxmlformats.org/officeDocument/2006/relationships/image" Target="../media/image75.wmf"/><Relationship Id="rId2" Type="http://schemas.openxmlformats.org/officeDocument/2006/relationships/image" Target="../media/image66.wmf"/><Relationship Id="rId19" Type="http://schemas.openxmlformats.org/officeDocument/2006/relationships/oleObject" Target="../embeddings/oleObject75.bin"/><Relationship Id="rId18" Type="http://schemas.openxmlformats.org/officeDocument/2006/relationships/image" Target="../media/image74.wmf"/><Relationship Id="rId17" Type="http://schemas.openxmlformats.org/officeDocument/2006/relationships/oleObject" Target="../embeddings/oleObject74.bin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8.wmf"/><Relationship Id="rId58" Type="http://schemas.openxmlformats.org/officeDocument/2006/relationships/vmlDrawing" Target="../drawings/vmlDrawing5.vml"/><Relationship Id="rId57" Type="http://schemas.openxmlformats.org/officeDocument/2006/relationships/slideLayout" Target="../slideLayouts/slideLayout18.xml"/><Relationship Id="rId56" Type="http://schemas.openxmlformats.org/officeDocument/2006/relationships/image" Target="../media/image113.wmf"/><Relationship Id="rId55" Type="http://schemas.openxmlformats.org/officeDocument/2006/relationships/oleObject" Target="../embeddings/oleObject113.bin"/><Relationship Id="rId54" Type="http://schemas.openxmlformats.org/officeDocument/2006/relationships/image" Target="../media/image112.wmf"/><Relationship Id="rId53" Type="http://schemas.openxmlformats.org/officeDocument/2006/relationships/oleObject" Target="../embeddings/oleObject112.bin"/><Relationship Id="rId52" Type="http://schemas.openxmlformats.org/officeDocument/2006/relationships/image" Target="../media/image111.wmf"/><Relationship Id="rId51" Type="http://schemas.openxmlformats.org/officeDocument/2006/relationships/oleObject" Target="../embeddings/oleObject111.bin"/><Relationship Id="rId50" Type="http://schemas.openxmlformats.org/officeDocument/2006/relationships/image" Target="../media/image110.wmf"/><Relationship Id="rId5" Type="http://schemas.openxmlformats.org/officeDocument/2006/relationships/oleObject" Target="../embeddings/oleObject88.bin"/><Relationship Id="rId49" Type="http://schemas.openxmlformats.org/officeDocument/2006/relationships/oleObject" Target="../embeddings/oleObject110.bin"/><Relationship Id="rId48" Type="http://schemas.openxmlformats.org/officeDocument/2006/relationships/image" Target="../media/image109.wmf"/><Relationship Id="rId47" Type="http://schemas.openxmlformats.org/officeDocument/2006/relationships/oleObject" Target="../embeddings/oleObject109.bin"/><Relationship Id="rId46" Type="http://schemas.openxmlformats.org/officeDocument/2006/relationships/image" Target="../media/image108.wmf"/><Relationship Id="rId45" Type="http://schemas.openxmlformats.org/officeDocument/2006/relationships/oleObject" Target="../embeddings/oleObject108.bin"/><Relationship Id="rId44" Type="http://schemas.openxmlformats.org/officeDocument/2006/relationships/image" Target="../media/image107.wmf"/><Relationship Id="rId43" Type="http://schemas.openxmlformats.org/officeDocument/2006/relationships/oleObject" Target="../embeddings/oleObject107.bin"/><Relationship Id="rId42" Type="http://schemas.openxmlformats.org/officeDocument/2006/relationships/image" Target="../media/image106.wmf"/><Relationship Id="rId41" Type="http://schemas.openxmlformats.org/officeDocument/2006/relationships/oleObject" Target="../embeddings/oleObject106.bin"/><Relationship Id="rId40" Type="http://schemas.openxmlformats.org/officeDocument/2006/relationships/image" Target="../media/image105.wmf"/><Relationship Id="rId4" Type="http://schemas.openxmlformats.org/officeDocument/2006/relationships/image" Target="../media/image87.wmf"/><Relationship Id="rId39" Type="http://schemas.openxmlformats.org/officeDocument/2006/relationships/oleObject" Target="../embeddings/oleObject105.bin"/><Relationship Id="rId38" Type="http://schemas.openxmlformats.org/officeDocument/2006/relationships/image" Target="../media/image104.wmf"/><Relationship Id="rId37" Type="http://schemas.openxmlformats.org/officeDocument/2006/relationships/oleObject" Target="../embeddings/oleObject104.bin"/><Relationship Id="rId36" Type="http://schemas.openxmlformats.org/officeDocument/2006/relationships/image" Target="../media/image103.wmf"/><Relationship Id="rId35" Type="http://schemas.openxmlformats.org/officeDocument/2006/relationships/oleObject" Target="../embeddings/oleObject103.bin"/><Relationship Id="rId34" Type="http://schemas.openxmlformats.org/officeDocument/2006/relationships/image" Target="../media/image102.wmf"/><Relationship Id="rId33" Type="http://schemas.openxmlformats.org/officeDocument/2006/relationships/oleObject" Target="../embeddings/oleObject102.bin"/><Relationship Id="rId32" Type="http://schemas.openxmlformats.org/officeDocument/2006/relationships/image" Target="../media/image101.wmf"/><Relationship Id="rId31" Type="http://schemas.openxmlformats.org/officeDocument/2006/relationships/oleObject" Target="../embeddings/oleObject101.bin"/><Relationship Id="rId30" Type="http://schemas.openxmlformats.org/officeDocument/2006/relationships/image" Target="../media/image100.wmf"/><Relationship Id="rId3" Type="http://schemas.openxmlformats.org/officeDocument/2006/relationships/oleObject" Target="../embeddings/oleObject87.bin"/><Relationship Id="rId29" Type="http://schemas.openxmlformats.org/officeDocument/2006/relationships/oleObject" Target="../embeddings/oleObject100.bin"/><Relationship Id="rId28" Type="http://schemas.openxmlformats.org/officeDocument/2006/relationships/image" Target="../media/image99.wmf"/><Relationship Id="rId27" Type="http://schemas.openxmlformats.org/officeDocument/2006/relationships/oleObject" Target="../embeddings/oleObject99.bin"/><Relationship Id="rId26" Type="http://schemas.openxmlformats.org/officeDocument/2006/relationships/image" Target="../media/image98.wmf"/><Relationship Id="rId25" Type="http://schemas.openxmlformats.org/officeDocument/2006/relationships/oleObject" Target="../embeddings/oleObject98.bin"/><Relationship Id="rId24" Type="http://schemas.openxmlformats.org/officeDocument/2006/relationships/image" Target="../media/image97.wmf"/><Relationship Id="rId23" Type="http://schemas.openxmlformats.org/officeDocument/2006/relationships/oleObject" Target="../embeddings/oleObject97.bin"/><Relationship Id="rId22" Type="http://schemas.openxmlformats.org/officeDocument/2006/relationships/image" Target="../media/image96.wmf"/><Relationship Id="rId21" Type="http://schemas.openxmlformats.org/officeDocument/2006/relationships/oleObject" Target="../embeddings/oleObject96.bin"/><Relationship Id="rId20" Type="http://schemas.openxmlformats.org/officeDocument/2006/relationships/image" Target="../media/image95.wmf"/><Relationship Id="rId2" Type="http://schemas.openxmlformats.org/officeDocument/2006/relationships/image" Target="../media/image86.wmf"/><Relationship Id="rId19" Type="http://schemas.openxmlformats.org/officeDocument/2006/relationships/oleObject" Target="../embeddings/oleObject95.bin"/><Relationship Id="rId18" Type="http://schemas.openxmlformats.org/officeDocument/2006/relationships/image" Target="../media/image94.wmf"/><Relationship Id="rId17" Type="http://schemas.openxmlformats.org/officeDocument/2006/relationships/oleObject" Target="../embeddings/oleObject94.bin"/><Relationship Id="rId16" Type="http://schemas.openxmlformats.org/officeDocument/2006/relationships/image" Target="../media/image93.w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2.w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8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8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17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5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115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27.wmf"/><Relationship Id="rId27" Type="http://schemas.openxmlformats.org/officeDocument/2006/relationships/oleObject" Target="../embeddings/oleObject127.bin"/><Relationship Id="rId26" Type="http://schemas.openxmlformats.org/officeDocument/2006/relationships/image" Target="../media/image126.wmf"/><Relationship Id="rId25" Type="http://schemas.openxmlformats.org/officeDocument/2006/relationships/oleObject" Target="../embeddings/oleObject126.bin"/><Relationship Id="rId24" Type="http://schemas.openxmlformats.org/officeDocument/2006/relationships/image" Target="../media/image125.wmf"/><Relationship Id="rId23" Type="http://schemas.openxmlformats.org/officeDocument/2006/relationships/oleObject" Target="../embeddings/oleObject125.bin"/><Relationship Id="rId22" Type="http://schemas.openxmlformats.org/officeDocument/2006/relationships/image" Target="../media/image124.wmf"/><Relationship Id="rId21" Type="http://schemas.openxmlformats.org/officeDocument/2006/relationships/oleObject" Target="../embeddings/oleObject124.bin"/><Relationship Id="rId20" Type="http://schemas.openxmlformats.org/officeDocument/2006/relationships/image" Target="../media/image123.wmf"/><Relationship Id="rId2" Type="http://schemas.openxmlformats.org/officeDocument/2006/relationships/image" Target="../media/image114.wmf"/><Relationship Id="rId19" Type="http://schemas.openxmlformats.org/officeDocument/2006/relationships/oleObject" Target="../embeddings/oleObject123.bin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22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21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20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19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1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31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30.bin"/><Relationship Id="rId44" Type="http://schemas.openxmlformats.org/officeDocument/2006/relationships/vmlDrawing" Target="../drawings/vmlDrawing7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148.wmf"/><Relationship Id="rId41" Type="http://schemas.openxmlformats.org/officeDocument/2006/relationships/oleObject" Target="../embeddings/oleObject148.bin"/><Relationship Id="rId40" Type="http://schemas.openxmlformats.org/officeDocument/2006/relationships/image" Target="../media/image147.wmf"/><Relationship Id="rId4" Type="http://schemas.openxmlformats.org/officeDocument/2006/relationships/image" Target="../media/image129.wmf"/><Relationship Id="rId39" Type="http://schemas.openxmlformats.org/officeDocument/2006/relationships/oleObject" Target="../embeddings/oleObject147.bin"/><Relationship Id="rId38" Type="http://schemas.openxmlformats.org/officeDocument/2006/relationships/image" Target="../media/image146.wmf"/><Relationship Id="rId37" Type="http://schemas.openxmlformats.org/officeDocument/2006/relationships/oleObject" Target="../embeddings/oleObject146.bin"/><Relationship Id="rId36" Type="http://schemas.openxmlformats.org/officeDocument/2006/relationships/image" Target="../media/image145.wmf"/><Relationship Id="rId35" Type="http://schemas.openxmlformats.org/officeDocument/2006/relationships/oleObject" Target="../embeddings/oleObject145.bin"/><Relationship Id="rId34" Type="http://schemas.openxmlformats.org/officeDocument/2006/relationships/image" Target="../media/image144.wmf"/><Relationship Id="rId33" Type="http://schemas.openxmlformats.org/officeDocument/2006/relationships/oleObject" Target="../embeddings/oleObject144.bin"/><Relationship Id="rId32" Type="http://schemas.openxmlformats.org/officeDocument/2006/relationships/image" Target="../media/image143.wmf"/><Relationship Id="rId31" Type="http://schemas.openxmlformats.org/officeDocument/2006/relationships/oleObject" Target="../embeddings/oleObject143.bin"/><Relationship Id="rId30" Type="http://schemas.openxmlformats.org/officeDocument/2006/relationships/image" Target="../media/image142.wmf"/><Relationship Id="rId3" Type="http://schemas.openxmlformats.org/officeDocument/2006/relationships/oleObject" Target="../embeddings/oleObject129.bin"/><Relationship Id="rId29" Type="http://schemas.openxmlformats.org/officeDocument/2006/relationships/oleObject" Target="../embeddings/oleObject142.bin"/><Relationship Id="rId28" Type="http://schemas.openxmlformats.org/officeDocument/2006/relationships/image" Target="../media/image141.wmf"/><Relationship Id="rId27" Type="http://schemas.openxmlformats.org/officeDocument/2006/relationships/oleObject" Target="../embeddings/oleObject141.bin"/><Relationship Id="rId26" Type="http://schemas.openxmlformats.org/officeDocument/2006/relationships/image" Target="../media/image140.wmf"/><Relationship Id="rId25" Type="http://schemas.openxmlformats.org/officeDocument/2006/relationships/oleObject" Target="../embeddings/oleObject140.bin"/><Relationship Id="rId24" Type="http://schemas.openxmlformats.org/officeDocument/2006/relationships/image" Target="../media/image139.wmf"/><Relationship Id="rId23" Type="http://schemas.openxmlformats.org/officeDocument/2006/relationships/oleObject" Target="../embeddings/oleObject139.bin"/><Relationship Id="rId22" Type="http://schemas.openxmlformats.org/officeDocument/2006/relationships/image" Target="../media/image138.wmf"/><Relationship Id="rId21" Type="http://schemas.openxmlformats.org/officeDocument/2006/relationships/oleObject" Target="../embeddings/oleObject138.bin"/><Relationship Id="rId20" Type="http://schemas.openxmlformats.org/officeDocument/2006/relationships/image" Target="../media/image137.wmf"/><Relationship Id="rId2" Type="http://schemas.openxmlformats.org/officeDocument/2006/relationships/image" Target="../media/image128.wmf"/><Relationship Id="rId19" Type="http://schemas.openxmlformats.org/officeDocument/2006/relationships/oleObject" Target="../embeddings/oleObject137.bin"/><Relationship Id="rId18" Type="http://schemas.openxmlformats.org/officeDocument/2006/relationships/image" Target="../media/image136.wmf"/><Relationship Id="rId17" Type="http://schemas.openxmlformats.org/officeDocument/2006/relationships/oleObject" Target="../embeddings/oleObject136.bin"/><Relationship Id="rId16" Type="http://schemas.openxmlformats.org/officeDocument/2006/relationships/image" Target="../media/image135.wmf"/><Relationship Id="rId15" Type="http://schemas.openxmlformats.org/officeDocument/2006/relationships/oleObject" Target="../embeddings/oleObject135.bin"/><Relationship Id="rId14" Type="http://schemas.openxmlformats.org/officeDocument/2006/relationships/image" Target="../media/image134.w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33.w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32.wmf"/><Relationship Id="rId1" Type="http://schemas.openxmlformats.org/officeDocument/2006/relationships/oleObject" Target="../embeddings/oleObject12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0.wmf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15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62.wmf"/><Relationship Id="rId27" Type="http://schemas.openxmlformats.org/officeDocument/2006/relationships/oleObject" Target="../embeddings/oleObject162.bin"/><Relationship Id="rId26" Type="http://schemas.openxmlformats.org/officeDocument/2006/relationships/image" Target="../media/image161.wmf"/><Relationship Id="rId25" Type="http://schemas.openxmlformats.org/officeDocument/2006/relationships/oleObject" Target="../embeddings/oleObject161.bin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0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59.bin"/><Relationship Id="rId20" Type="http://schemas.openxmlformats.org/officeDocument/2006/relationships/image" Target="../media/image158.w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49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7.bin"/><Relationship Id="rId8" Type="http://schemas.openxmlformats.org/officeDocument/2006/relationships/image" Target="../media/image166.wmf"/><Relationship Id="rId7" Type="http://schemas.openxmlformats.org/officeDocument/2006/relationships/oleObject" Target="../embeddings/oleObject166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64.wmf"/><Relationship Id="rId3" Type="http://schemas.openxmlformats.org/officeDocument/2006/relationships/oleObject" Target="../embeddings/oleObject164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72.wmf"/><Relationship Id="rId2" Type="http://schemas.openxmlformats.org/officeDocument/2006/relationships/image" Target="../media/image163.wmf"/><Relationship Id="rId19" Type="http://schemas.openxmlformats.org/officeDocument/2006/relationships/oleObject" Target="../embeddings/oleObject172.bin"/><Relationship Id="rId18" Type="http://schemas.openxmlformats.org/officeDocument/2006/relationships/image" Target="../media/image171.wmf"/><Relationship Id="rId17" Type="http://schemas.openxmlformats.org/officeDocument/2006/relationships/oleObject" Target="../embeddings/oleObject171.bin"/><Relationship Id="rId16" Type="http://schemas.openxmlformats.org/officeDocument/2006/relationships/image" Target="../media/image170.wmf"/><Relationship Id="rId15" Type="http://schemas.openxmlformats.org/officeDocument/2006/relationships/oleObject" Target="../embeddings/oleObject170.bin"/><Relationship Id="rId14" Type="http://schemas.openxmlformats.org/officeDocument/2006/relationships/image" Target="../media/image169.wmf"/><Relationship Id="rId13" Type="http://schemas.openxmlformats.org/officeDocument/2006/relationships/oleObject" Target="../embeddings/oleObject169.bin"/><Relationship Id="rId12" Type="http://schemas.openxmlformats.org/officeDocument/2006/relationships/image" Target="../media/image168.wmf"/><Relationship Id="rId11" Type="http://schemas.openxmlformats.org/officeDocument/2006/relationships/oleObject" Target="../embeddings/oleObject168.bin"/><Relationship Id="rId10" Type="http://schemas.openxmlformats.org/officeDocument/2006/relationships/image" Target="../media/image167.wmf"/><Relationship Id="rId1" Type="http://schemas.openxmlformats.org/officeDocument/2006/relationships/oleObject" Target="../embeddings/oleObject16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176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75.bin"/><Relationship Id="rId42" Type="http://schemas.openxmlformats.org/officeDocument/2006/relationships/vmlDrawing" Target="../drawings/vmlDrawing10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192.wmf"/><Relationship Id="rId4" Type="http://schemas.openxmlformats.org/officeDocument/2006/relationships/image" Target="../media/image174.wmf"/><Relationship Id="rId39" Type="http://schemas.openxmlformats.org/officeDocument/2006/relationships/oleObject" Target="../embeddings/oleObject192.bin"/><Relationship Id="rId38" Type="http://schemas.openxmlformats.org/officeDocument/2006/relationships/image" Target="../media/image191.wmf"/><Relationship Id="rId37" Type="http://schemas.openxmlformats.org/officeDocument/2006/relationships/oleObject" Target="../embeddings/oleObject191.bin"/><Relationship Id="rId36" Type="http://schemas.openxmlformats.org/officeDocument/2006/relationships/image" Target="../media/image190.wmf"/><Relationship Id="rId35" Type="http://schemas.openxmlformats.org/officeDocument/2006/relationships/oleObject" Target="../embeddings/oleObject190.bin"/><Relationship Id="rId34" Type="http://schemas.openxmlformats.org/officeDocument/2006/relationships/image" Target="../media/image189.wmf"/><Relationship Id="rId33" Type="http://schemas.openxmlformats.org/officeDocument/2006/relationships/oleObject" Target="../embeddings/oleObject189.bin"/><Relationship Id="rId32" Type="http://schemas.openxmlformats.org/officeDocument/2006/relationships/image" Target="../media/image188.wmf"/><Relationship Id="rId31" Type="http://schemas.openxmlformats.org/officeDocument/2006/relationships/oleObject" Target="../embeddings/oleObject188.bin"/><Relationship Id="rId30" Type="http://schemas.openxmlformats.org/officeDocument/2006/relationships/image" Target="../media/image187.wmf"/><Relationship Id="rId3" Type="http://schemas.openxmlformats.org/officeDocument/2006/relationships/oleObject" Target="../embeddings/oleObject174.bin"/><Relationship Id="rId29" Type="http://schemas.openxmlformats.org/officeDocument/2006/relationships/oleObject" Target="../embeddings/oleObject187.bin"/><Relationship Id="rId28" Type="http://schemas.openxmlformats.org/officeDocument/2006/relationships/image" Target="../media/image186.wmf"/><Relationship Id="rId27" Type="http://schemas.openxmlformats.org/officeDocument/2006/relationships/oleObject" Target="../embeddings/oleObject186.bin"/><Relationship Id="rId26" Type="http://schemas.openxmlformats.org/officeDocument/2006/relationships/image" Target="../media/image185.wmf"/><Relationship Id="rId25" Type="http://schemas.openxmlformats.org/officeDocument/2006/relationships/oleObject" Target="../embeddings/oleObject185.bin"/><Relationship Id="rId24" Type="http://schemas.openxmlformats.org/officeDocument/2006/relationships/image" Target="../media/image184.wmf"/><Relationship Id="rId23" Type="http://schemas.openxmlformats.org/officeDocument/2006/relationships/oleObject" Target="../embeddings/oleObject184.bin"/><Relationship Id="rId22" Type="http://schemas.openxmlformats.org/officeDocument/2006/relationships/image" Target="../media/image183.wmf"/><Relationship Id="rId21" Type="http://schemas.openxmlformats.org/officeDocument/2006/relationships/oleObject" Target="../embeddings/oleObject183.bin"/><Relationship Id="rId20" Type="http://schemas.openxmlformats.org/officeDocument/2006/relationships/image" Target="../media/image182.wmf"/><Relationship Id="rId2" Type="http://schemas.openxmlformats.org/officeDocument/2006/relationships/image" Target="../media/image173.wmf"/><Relationship Id="rId19" Type="http://schemas.openxmlformats.org/officeDocument/2006/relationships/oleObject" Target="../embeddings/oleObject182.bin"/><Relationship Id="rId18" Type="http://schemas.openxmlformats.org/officeDocument/2006/relationships/image" Target="../media/image181.wmf"/><Relationship Id="rId17" Type="http://schemas.openxmlformats.org/officeDocument/2006/relationships/oleObject" Target="../embeddings/oleObject181.bin"/><Relationship Id="rId16" Type="http://schemas.openxmlformats.org/officeDocument/2006/relationships/image" Target="../media/image180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79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178.w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177.wmf"/><Relationship Id="rId1" Type="http://schemas.openxmlformats.org/officeDocument/2006/relationships/oleObject" Target="../embeddings/oleObject17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194.bin"/><Relationship Id="rId2" Type="http://schemas.openxmlformats.org/officeDocument/2006/relationships/image" Target="../media/image193.wmf"/><Relationship Id="rId14" Type="http://schemas.openxmlformats.org/officeDocument/2006/relationships/vmlDrawing" Target="../drawings/vmlDrawing11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93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202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200.wmf"/><Relationship Id="rId3" Type="http://schemas.openxmlformats.org/officeDocument/2006/relationships/oleObject" Target="../embeddings/oleObject200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19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07.wmf"/><Relationship Id="rId17" Type="http://schemas.openxmlformats.org/officeDocument/2006/relationships/oleObject" Target="../embeddings/oleObject207.bin"/><Relationship Id="rId16" Type="http://schemas.openxmlformats.org/officeDocument/2006/relationships/image" Target="../media/image206.wmf"/><Relationship Id="rId15" Type="http://schemas.openxmlformats.org/officeDocument/2006/relationships/oleObject" Target="../embeddings/oleObject206.bin"/><Relationship Id="rId14" Type="http://schemas.openxmlformats.org/officeDocument/2006/relationships/image" Target="../media/image205.wmf"/><Relationship Id="rId13" Type="http://schemas.openxmlformats.org/officeDocument/2006/relationships/oleObject" Target="../embeddings/oleObject205.bin"/><Relationship Id="rId12" Type="http://schemas.openxmlformats.org/officeDocument/2006/relationships/image" Target="../media/image204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203.wmf"/><Relationship Id="rId1" Type="http://schemas.openxmlformats.org/officeDocument/2006/relationships/oleObject" Target="../embeddings/oleObject19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2.bin"/><Relationship Id="rId8" Type="http://schemas.openxmlformats.org/officeDocument/2006/relationships/image" Target="../media/image211.wmf"/><Relationship Id="rId7" Type="http://schemas.openxmlformats.org/officeDocument/2006/relationships/oleObject" Target="../embeddings/oleObject211.bin"/><Relationship Id="rId6" Type="http://schemas.openxmlformats.org/officeDocument/2006/relationships/image" Target="../media/image210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209.bin"/><Relationship Id="rId2" Type="http://schemas.openxmlformats.org/officeDocument/2006/relationships/image" Target="../media/image208.w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12.wmf"/><Relationship Id="rId1" Type="http://schemas.openxmlformats.org/officeDocument/2006/relationships/oleObject" Target="../embeddings/oleObject208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7.bin"/><Relationship Id="rId8" Type="http://schemas.openxmlformats.org/officeDocument/2006/relationships/image" Target="../media/image216.wmf"/><Relationship Id="rId7" Type="http://schemas.openxmlformats.org/officeDocument/2006/relationships/oleObject" Target="../embeddings/oleObject216.bin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214.wmf"/><Relationship Id="rId3" Type="http://schemas.openxmlformats.org/officeDocument/2006/relationships/oleObject" Target="../embeddings/oleObject214.bin"/><Relationship Id="rId26" Type="http://schemas.openxmlformats.org/officeDocument/2006/relationships/vmlDrawing" Target="../drawings/vmlDrawing14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24.wmf"/><Relationship Id="rId23" Type="http://schemas.openxmlformats.org/officeDocument/2006/relationships/oleObject" Target="../embeddings/oleObject224.bin"/><Relationship Id="rId22" Type="http://schemas.openxmlformats.org/officeDocument/2006/relationships/image" Target="../media/image223.wmf"/><Relationship Id="rId21" Type="http://schemas.openxmlformats.org/officeDocument/2006/relationships/oleObject" Target="../embeddings/oleObject223.bin"/><Relationship Id="rId20" Type="http://schemas.openxmlformats.org/officeDocument/2006/relationships/image" Target="../media/image222.wmf"/><Relationship Id="rId2" Type="http://schemas.openxmlformats.org/officeDocument/2006/relationships/image" Target="../media/image213.wmf"/><Relationship Id="rId19" Type="http://schemas.openxmlformats.org/officeDocument/2006/relationships/oleObject" Target="../embeddings/oleObject222.bin"/><Relationship Id="rId18" Type="http://schemas.openxmlformats.org/officeDocument/2006/relationships/image" Target="../media/image221.wmf"/><Relationship Id="rId17" Type="http://schemas.openxmlformats.org/officeDocument/2006/relationships/oleObject" Target="../embeddings/oleObject221.bin"/><Relationship Id="rId16" Type="http://schemas.openxmlformats.org/officeDocument/2006/relationships/image" Target="../media/image220.wmf"/><Relationship Id="rId15" Type="http://schemas.openxmlformats.org/officeDocument/2006/relationships/oleObject" Target="../embeddings/oleObject220.bin"/><Relationship Id="rId14" Type="http://schemas.openxmlformats.org/officeDocument/2006/relationships/image" Target="../media/image219.wmf"/><Relationship Id="rId13" Type="http://schemas.openxmlformats.org/officeDocument/2006/relationships/oleObject" Target="../embeddings/oleObject219.bin"/><Relationship Id="rId12" Type="http://schemas.openxmlformats.org/officeDocument/2006/relationships/image" Target="../media/image218.wmf"/><Relationship Id="rId11" Type="http://schemas.openxmlformats.org/officeDocument/2006/relationships/oleObject" Target="../embeddings/oleObject218.bin"/><Relationship Id="rId10" Type="http://schemas.openxmlformats.org/officeDocument/2006/relationships/image" Target="../media/image217.wmf"/><Relationship Id="rId1" Type="http://schemas.openxmlformats.org/officeDocument/2006/relationships/oleObject" Target="../embeddings/oleObject21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27.bin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226.bin"/><Relationship Id="rId2" Type="http://schemas.openxmlformats.org/officeDocument/2006/relationships/image" Target="../media/image225.wmf"/><Relationship Id="rId1" Type="http://schemas.openxmlformats.org/officeDocument/2006/relationships/oleObject" Target="../embeddings/oleObject22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2.bin"/><Relationship Id="rId8" Type="http://schemas.openxmlformats.org/officeDocument/2006/relationships/image" Target="../media/image231.wmf"/><Relationship Id="rId7" Type="http://schemas.openxmlformats.org/officeDocument/2006/relationships/oleObject" Target="../embeddings/oleObject231.bin"/><Relationship Id="rId6" Type="http://schemas.openxmlformats.org/officeDocument/2006/relationships/image" Target="../media/image230.wmf"/><Relationship Id="rId5" Type="http://schemas.openxmlformats.org/officeDocument/2006/relationships/oleObject" Target="../embeddings/oleObject230.bin"/><Relationship Id="rId48" Type="http://schemas.openxmlformats.org/officeDocument/2006/relationships/vmlDrawing" Target="../drawings/vmlDrawing16.vml"/><Relationship Id="rId47" Type="http://schemas.openxmlformats.org/officeDocument/2006/relationships/slideLayout" Target="../slideLayouts/slideLayout18.xml"/><Relationship Id="rId46" Type="http://schemas.openxmlformats.org/officeDocument/2006/relationships/image" Target="../media/image250.wmf"/><Relationship Id="rId45" Type="http://schemas.openxmlformats.org/officeDocument/2006/relationships/oleObject" Target="../embeddings/oleObject250.bin"/><Relationship Id="rId44" Type="http://schemas.openxmlformats.org/officeDocument/2006/relationships/image" Target="../media/image249.wmf"/><Relationship Id="rId43" Type="http://schemas.openxmlformats.org/officeDocument/2006/relationships/oleObject" Target="../embeddings/oleObject249.bin"/><Relationship Id="rId42" Type="http://schemas.openxmlformats.org/officeDocument/2006/relationships/image" Target="../media/image248.wmf"/><Relationship Id="rId41" Type="http://schemas.openxmlformats.org/officeDocument/2006/relationships/oleObject" Target="../embeddings/oleObject248.bin"/><Relationship Id="rId40" Type="http://schemas.openxmlformats.org/officeDocument/2006/relationships/image" Target="../media/image247.wmf"/><Relationship Id="rId4" Type="http://schemas.openxmlformats.org/officeDocument/2006/relationships/image" Target="../media/image229.wmf"/><Relationship Id="rId39" Type="http://schemas.openxmlformats.org/officeDocument/2006/relationships/oleObject" Target="../embeddings/oleObject247.bin"/><Relationship Id="rId38" Type="http://schemas.openxmlformats.org/officeDocument/2006/relationships/image" Target="../media/image246.wmf"/><Relationship Id="rId37" Type="http://schemas.openxmlformats.org/officeDocument/2006/relationships/oleObject" Target="../embeddings/oleObject246.bin"/><Relationship Id="rId36" Type="http://schemas.openxmlformats.org/officeDocument/2006/relationships/image" Target="../media/image245.wmf"/><Relationship Id="rId35" Type="http://schemas.openxmlformats.org/officeDocument/2006/relationships/oleObject" Target="../embeddings/oleObject245.bin"/><Relationship Id="rId34" Type="http://schemas.openxmlformats.org/officeDocument/2006/relationships/image" Target="../media/image244.wmf"/><Relationship Id="rId33" Type="http://schemas.openxmlformats.org/officeDocument/2006/relationships/oleObject" Target="../embeddings/oleObject244.bin"/><Relationship Id="rId32" Type="http://schemas.openxmlformats.org/officeDocument/2006/relationships/image" Target="../media/image243.wmf"/><Relationship Id="rId31" Type="http://schemas.openxmlformats.org/officeDocument/2006/relationships/oleObject" Target="../embeddings/oleObject243.bin"/><Relationship Id="rId30" Type="http://schemas.openxmlformats.org/officeDocument/2006/relationships/image" Target="../media/image242.wmf"/><Relationship Id="rId3" Type="http://schemas.openxmlformats.org/officeDocument/2006/relationships/oleObject" Target="../embeddings/oleObject229.bin"/><Relationship Id="rId29" Type="http://schemas.openxmlformats.org/officeDocument/2006/relationships/oleObject" Target="../embeddings/oleObject242.bin"/><Relationship Id="rId28" Type="http://schemas.openxmlformats.org/officeDocument/2006/relationships/image" Target="../media/image241.wmf"/><Relationship Id="rId27" Type="http://schemas.openxmlformats.org/officeDocument/2006/relationships/oleObject" Target="../embeddings/oleObject241.bin"/><Relationship Id="rId26" Type="http://schemas.openxmlformats.org/officeDocument/2006/relationships/image" Target="../media/image240.wmf"/><Relationship Id="rId25" Type="http://schemas.openxmlformats.org/officeDocument/2006/relationships/oleObject" Target="../embeddings/oleObject240.bin"/><Relationship Id="rId24" Type="http://schemas.openxmlformats.org/officeDocument/2006/relationships/image" Target="../media/image239.wmf"/><Relationship Id="rId23" Type="http://schemas.openxmlformats.org/officeDocument/2006/relationships/oleObject" Target="../embeddings/oleObject239.bin"/><Relationship Id="rId22" Type="http://schemas.openxmlformats.org/officeDocument/2006/relationships/image" Target="../media/image238.wmf"/><Relationship Id="rId21" Type="http://schemas.openxmlformats.org/officeDocument/2006/relationships/oleObject" Target="../embeddings/oleObject238.bin"/><Relationship Id="rId20" Type="http://schemas.openxmlformats.org/officeDocument/2006/relationships/image" Target="../media/image237.wmf"/><Relationship Id="rId2" Type="http://schemas.openxmlformats.org/officeDocument/2006/relationships/image" Target="../media/image228.wmf"/><Relationship Id="rId19" Type="http://schemas.openxmlformats.org/officeDocument/2006/relationships/oleObject" Target="../embeddings/oleObject237.bin"/><Relationship Id="rId18" Type="http://schemas.openxmlformats.org/officeDocument/2006/relationships/image" Target="../media/image236.wmf"/><Relationship Id="rId17" Type="http://schemas.openxmlformats.org/officeDocument/2006/relationships/oleObject" Target="../embeddings/oleObject236.bin"/><Relationship Id="rId16" Type="http://schemas.openxmlformats.org/officeDocument/2006/relationships/image" Target="../media/image235.wmf"/><Relationship Id="rId15" Type="http://schemas.openxmlformats.org/officeDocument/2006/relationships/oleObject" Target="../embeddings/oleObject235.bin"/><Relationship Id="rId14" Type="http://schemas.openxmlformats.org/officeDocument/2006/relationships/image" Target="../media/image234.wmf"/><Relationship Id="rId13" Type="http://schemas.openxmlformats.org/officeDocument/2006/relationships/oleObject" Target="../embeddings/oleObject234.bin"/><Relationship Id="rId12" Type="http://schemas.openxmlformats.org/officeDocument/2006/relationships/image" Target="../media/image233.wmf"/><Relationship Id="rId11" Type="http://schemas.openxmlformats.org/officeDocument/2006/relationships/oleObject" Target="../embeddings/oleObject233.bin"/><Relationship Id="rId10" Type="http://schemas.openxmlformats.org/officeDocument/2006/relationships/image" Target="../media/image232.wmf"/><Relationship Id="rId1" Type="http://schemas.openxmlformats.org/officeDocument/2006/relationships/oleObject" Target="../embeddings/oleObject22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5.bin"/><Relationship Id="rId8" Type="http://schemas.openxmlformats.org/officeDocument/2006/relationships/image" Target="../media/image254.wmf"/><Relationship Id="rId7" Type="http://schemas.openxmlformats.org/officeDocument/2006/relationships/oleObject" Target="../embeddings/oleObject254.bin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53.bin"/><Relationship Id="rId4" Type="http://schemas.openxmlformats.org/officeDocument/2006/relationships/image" Target="../media/image252.wmf"/><Relationship Id="rId3" Type="http://schemas.openxmlformats.org/officeDocument/2006/relationships/oleObject" Target="../embeddings/oleObject252.bin"/><Relationship Id="rId2" Type="http://schemas.openxmlformats.org/officeDocument/2006/relationships/image" Target="../media/image251.w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55.wmf"/><Relationship Id="rId1" Type="http://schemas.openxmlformats.org/officeDocument/2006/relationships/oleObject" Target="../embeddings/oleObject25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0.bin"/><Relationship Id="rId8" Type="http://schemas.openxmlformats.org/officeDocument/2006/relationships/image" Target="../media/image259.wmf"/><Relationship Id="rId7" Type="http://schemas.openxmlformats.org/officeDocument/2006/relationships/oleObject" Target="../embeddings/oleObject259.bin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58.bin"/><Relationship Id="rId4" Type="http://schemas.openxmlformats.org/officeDocument/2006/relationships/image" Target="../media/image257.wmf"/><Relationship Id="rId3" Type="http://schemas.openxmlformats.org/officeDocument/2006/relationships/oleObject" Target="../embeddings/oleObject257.bin"/><Relationship Id="rId28" Type="http://schemas.openxmlformats.org/officeDocument/2006/relationships/vmlDrawing" Target="../drawings/vmlDrawing18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268.wmf"/><Relationship Id="rId25" Type="http://schemas.openxmlformats.org/officeDocument/2006/relationships/oleObject" Target="../embeddings/oleObject268.bin"/><Relationship Id="rId24" Type="http://schemas.openxmlformats.org/officeDocument/2006/relationships/image" Target="../media/image267.wmf"/><Relationship Id="rId23" Type="http://schemas.openxmlformats.org/officeDocument/2006/relationships/oleObject" Target="../embeddings/oleObject267.bin"/><Relationship Id="rId22" Type="http://schemas.openxmlformats.org/officeDocument/2006/relationships/image" Target="../media/image266.wmf"/><Relationship Id="rId21" Type="http://schemas.openxmlformats.org/officeDocument/2006/relationships/oleObject" Target="../embeddings/oleObject266.bin"/><Relationship Id="rId20" Type="http://schemas.openxmlformats.org/officeDocument/2006/relationships/image" Target="../media/image265.wmf"/><Relationship Id="rId2" Type="http://schemas.openxmlformats.org/officeDocument/2006/relationships/image" Target="../media/image256.wmf"/><Relationship Id="rId19" Type="http://schemas.openxmlformats.org/officeDocument/2006/relationships/oleObject" Target="../embeddings/oleObject265.bin"/><Relationship Id="rId18" Type="http://schemas.openxmlformats.org/officeDocument/2006/relationships/image" Target="../media/image264.wmf"/><Relationship Id="rId17" Type="http://schemas.openxmlformats.org/officeDocument/2006/relationships/oleObject" Target="../embeddings/oleObject264.bin"/><Relationship Id="rId16" Type="http://schemas.openxmlformats.org/officeDocument/2006/relationships/image" Target="../media/image263.wmf"/><Relationship Id="rId15" Type="http://schemas.openxmlformats.org/officeDocument/2006/relationships/oleObject" Target="../embeddings/oleObject263.bin"/><Relationship Id="rId14" Type="http://schemas.openxmlformats.org/officeDocument/2006/relationships/image" Target="../media/image262.wmf"/><Relationship Id="rId13" Type="http://schemas.openxmlformats.org/officeDocument/2006/relationships/oleObject" Target="../embeddings/oleObject262.bin"/><Relationship Id="rId12" Type="http://schemas.openxmlformats.org/officeDocument/2006/relationships/image" Target="../media/image261.wmf"/><Relationship Id="rId11" Type="http://schemas.openxmlformats.org/officeDocument/2006/relationships/oleObject" Target="../embeddings/oleObject261.bin"/><Relationship Id="rId10" Type="http://schemas.openxmlformats.org/officeDocument/2006/relationships/image" Target="../media/image260.wmf"/><Relationship Id="rId1" Type="http://schemas.openxmlformats.org/officeDocument/2006/relationships/oleObject" Target="../embeddings/oleObject256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slide" Target="slide34.xml"/><Relationship Id="rId3" Type="http://schemas.openxmlformats.org/officeDocument/2006/relationships/slide" Target="slide30.xml"/><Relationship Id="rId2" Type="http://schemas.openxmlformats.org/officeDocument/2006/relationships/slide" Target="slide23.xml"/><Relationship Id="rId1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2.wmf"/><Relationship Id="rId8" Type="http://schemas.openxmlformats.org/officeDocument/2006/relationships/oleObject" Target="../embeddings/oleObject273.bin"/><Relationship Id="rId7" Type="http://schemas.openxmlformats.org/officeDocument/2006/relationships/image" Target="../media/image271.wmf"/><Relationship Id="rId6" Type="http://schemas.openxmlformats.org/officeDocument/2006/relationships/oleObject" Target="../embeddings/oleObject272.bin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70.wmf"/><Relationship Id="rId3" Type="http://schemas.openxmlformats.org/officeDocument/2006/relationships/oleObject" Target="../embeddings/oleObject270.bin"/><Relationship Id="rId2" Type="http://schemas.openxmlformats.org/officeDocument/2006/relationships/image" Target="../media/image269.wmf"/><Relationship Id="rId15" Type="http://schemas.openxmlformats.org/officeDocument/2006/relationships/vmlDrawing" Target="../drawings/vmlDrawing19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274.wmf"/><Relationship Id="rId12" Type="http://schemas.openxmlformats.org/officeDocument/2006/relationships/oleObject" Target="../embeddings/oleObject275.bin"/><Relationship Id="rId11" Type="http://schemas.openxmlformats.org/officeDocument/2006/relationships/image" Target="../media/image273.wmf"/><Relationship Id="rId10" Type="http://schemas.openxmlformats.org/officeDocument/2006/relationships/oleObject" Target="../embeddings/oleObject274.bin"/><Relationship Id="rId1" Type="http://schemas.openxmlformats.org/officeDocument/2006/relationships/oleObject" Target="../embeddings/oleObject26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0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79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78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77.bin"/><Relationship Id="rId22" Type="http://schemas.openxmlformats.org/officeDocument/2006/relationships/vmlDrawing" Target="../drawings/vmlDrawing20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284.wmf"/><Relationship Id="rId2" Type="http://schemas.openxmlformats.org/officeDocument/2006/relationships/image" Target="../media/image275.wmf"/><Relationship Id="rId19" Type="http://schemas.openxmlformats.org/officeDocument/2006/relationships/oleObject" Target="../embeddings/oleObject285.bin"/><Relationship Id="rId18" Type="http://schemas.openxmlformats.org/officeDocument/2006/relationships/image" Target="../media/image283.wmf"/><Relationship Id="rId17" Type="http://schemas.openxmlformats.org/officeDocument/2006/relationships/oleObject" Target="../embeddings/oleObject284.bin"/><Relationship Id="rId16" Type="http://schemas.openxmlformats.org/officeDocument/2006/relationships/image" Target="../media/image282.wmf"/><Relationship Id="rId15" Type="http://schemas.openxmlformats.org/officeDocument/2006/relationships/oleObject" Target="../embeddings/oleObject283.bin"/><Relationship Id="rId14" Type="http://schemas.openxmlformats.org/officeDocument/2006/relationships/image" Target="../media/image281.wmf"/><Relationship Id="rId13" Type="http://schemas.openxmlformats.org/officeDocument/2006/relationships/oleObject" Target="../embeddings/oleObject282.bin"/><Relationship Id="rId12" Type="http://schemas.openxmlformats.org/officeDocument/2006/relationships/image" Target="../media/image280.wmf"/><Relationship Id="rId11" Type="http://schemas.openxmlformats.org/officeDocument/2006/relationships/oleObject" Target="../embeddings/oleObject281.bin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7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88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86.wmf"/><Relationship Id="rId3" Type="http://schemas.openxmlformats.org/officeDocument/2006/relationships/oleObject" Target="../embeddings/oleObject287.bin"/><Relationship Id="rId2" Type="http://schemas.openxmlformats.org/officeDocument/2006/relationships/image" Target="../media/image285.w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89.wmf"/><Relationship Id="rId1" Type="http://schemas.openxmlformats.org/officeDocument/2006/relationships/oleObject" Target="../embeddings/oleObject286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5.bin"/><Relationship Id="rId8" Type="http://schemas.openxmlformats.org/officeDocument/2006/relationships/image" Target="../media/image293.wmf"/><Relationship Id="rId7" Type="http://schemas.openxmlformats.org/officeDocument/2006/relationships/oleObject" Target="../embeddings/oleObject294.bin"/><Relationship Id="rId6" Type="http://schemas.openxmlformats.org/officeDocument/2006/relationships/image" Target="../media/image292.wmf"/><Relationship Id="rId5" Type="http://schemas.openxmlformats.org/officeDocument/2006/relationships/oleObject" Target="../embeddings/oleObject293.bin"/><Relationship Id="rId4" Type="http://schemas.openxmlformats.org/officeDocument/2006/relationships/image" Target="../media/image291.wmf"/><Relationship Id="rId3" Type="http://schemas.openxmlformats.org/officeDocument/2006/relationships/oleObject" Target="../embeddings/oleObject292.bin"/><Relationship Id="rId20" Type="http://schemas.openxmlformats.org/officeDocument/2006/relationships/vmlDrawing" Target="../drawings/vmlDrawing22.vml"/><Relationship Id="rId2" Type="http://schemas.openxmlformats.org/officeDocument/2006/relationships/image" Target="../media/image290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98.wmf"/><Relationship Id="rId17" Type="http://schemas.openxmlformats.org/officeDocument/2006/relationships/oleObject" Target="../embeddings/oleObject299.bin"/><Relationship Id="rId16" Type="http://schemas.openxmlformats.org/officeDocument/2006/relationships/image" Target="../media/image297.wmf"/><Relationship Id="rId15" Type="http://schemas.openxmlformats.org/officeDocument/2006/relationships/oleObject" Target="../embeddings/oleObject298.bin"/><Relationship Id="rId14" Type="http://schemas.openxmlformats.org/officeDocument/2006/relationships/image" Target="../media/image296.wmf"/><Relationship Id="rId13" Type="http://schemas.openxmlformats.org/officeDocument/2006/relationships/oleObject" Target="../embeddings/oleObject297.bin"/><Relationship Id="rId12" Type="http://schemas.openxmlformats.org/officeDocument/2006/relationships/image" Target="../media/image295.wmf"/><Relationship Id="rId11" Type="http://schemas.openxmlformats.org/officeDocument/2006/relationships/oleObject" Target="../embeddings/oleObject296.bin"/><Relationship Id="rId10" Type="http://schemas.openxmlformats.org/officeDocument/2006/relationships/image" Target="../media/image294.wmf"/><Relationship Id="rId1" Type="http://schemas.openxmlformats.org/officeDocument/2006/relationships/oleObject" Target="../embeddings/oleObject29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4.bin"/><Relationship Id="rId8" Type="http://schemas.openxmlformats.org/officeDocument/2006/relationships/image" Target="../media/image302.wmf"/><Relationship Id="rId7" Type="http://schemas.openxmlformats.org/officeDocument/2006/relationships/oleObject" Target="../embeddings/oleObject303.bin"/><Relationship Id="rId6" Type="http://schemas.openxmlformats.org/officeDocument/2006/relationships/image" Target="../media/image301.wmf"/><Relationship Id="rId5" Type="http://schemas.openxmlformats.org/officeDocument/2006/relationships/oleObject" Target="../embeddings/oleObject302.bin"/><Relationship Id="rId4" Type="http://schemas.openxmlformats.org/officeDocument/2006/relationships/image" Target="../media/image300.wmf"/><Relationship Id="rId38" Type="http://schemas.openxmlformats.org/officeDocument/2006/relationships/vmlDrawing" Target="../drawings/vmlDrawing23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316.wmf"/><Relationship Id="rId35" Type="http://schemas.openxmlformats.org/officeDocument/2006/relationships/oleObject" Target="../embeddings/oleObject317.bin"/><Relationship Id="rId34" Type="http://schemas.openxmlformats.org/officeDocument/2006/relationships/image" Target="../media/image315.wmf"/><Relationship Id="rId33" Type="http://schemas.openxmlformats.org/officeDocument/2006/relationships/oleObject" Target="../embeddings/oleObject316.bin"/><Relationship Id="rId32" Type="http://schemas.openxmlformats.org/officeDocument/2006/relationships/image" Target="../media/image314.wmf"/><Relationship Id="rId31" Type="http://schemas.openxmlformats.org/officeDocument/2006/relationships/oleObject" Target="../embeddings/oleObject315.bin"/><Relationship Id="rId30" Type="http://schemas.openxmlformats.org/officeDocument/2006/relationships/image" Target="../media/image313.wmf"/><Relationship Id="rId3" Type="http://schemas.openxmlformats.org/officeDocument/2006/relationships/oleObject" Target="../embeddings/oleObject301.bin"/><Relationship Id="rId29" Type="http://schemas.openxmlformats.org/officeDocument/2006/relationships/oleObject" Target="../embeddings/oleObject314.bin"/><Relationship Id="rId28" Type="http://schemas.openxmlformats.org/officeDocument/2006/relationships/image" Target="../media/image312.wmf"/><Relationship Id="rId27" Type="http://schemas.openxmlformats.org/officeDocument/2006/relationships/oleObject" Target="../embeddings/oleObject313.bin"/><Relationship Id="rId26" Type="http://schemas.openxmlformats.org/officeDocument/2006/relationships/image" Target="../media/image311.wmf"/><Relationship Id="rId25" Type="http://schemas.openxmlformats.org/officeDocument/2006/relationships/oleObject" Target="../embeddings/oleObject312.bin"/><Relationship Id="rId24" Type="http://schemas.openxmlformats.org/officeDocument/2006/relationships/image" Target="../media/image310.wmf"/><Relationship Id="rId23" Type="http://schemas.openxmlformats.org/officeDocument/2006/relationships/oleObject" Target="../embeddings/oleObject311.bin"/><Relationship Id="rId22" Type="http://schemas.openxmlformats.org/officeDocument/2006/relationships/image" Target="../media/image309.wmf"/><Relationship Id="rId21" Type="http://schemas.openxmlformats.org/officeDocument/2006/relationships/oleObject" Target="../embeddings/oleObject310.bin"/><Relationship Id="rId20" Type="http://schemas.openxmlformats.org/officeDocument/2006/relationships/image" Target="../media/image308.wmf"/><Relationship Id="rId2" Type="http://schemas.openxmlformats.org/officeDocument/2006/relationships/image" Target="../media/image299.wmf"/><Relationship Id="rId19" Type="http://schemas.openxmlformats.org/officeDocument/2006/relationships/oleObject" Target="../embeddings/oleObject309.bin"/><Relationship Id="rId18" Type="http://schemas.openxmlformats.org/officeDocument/2006/relationships/image" Target="../media/image307.wmf"/><Relationship Id="rId17" Type="http://schemas.openxmlformats.org/officeDocument/2006/relationships/oleObject" Target="../embeddings/oleObject308.bin"/><Relationship Id="rId16" Type="http://schemas.openxmlformats.org/officeDocument/2006/relationships/image" Target="../media/image306.wmf"/><Relationship Id="rId15" Type="http://schemas.openxmlformats.org/officeDocument/2006/relationships/oleObject" Target="../embeddings/oleObject307.bin"/><Relationship Id="rId14" Type="http://schemas.openxmlformats.org/officeDocument/2006/relationships/image" Target="../media/image305.wmf"/><Relationship Id="rId13" Type="http://schemas.openxmlformats.org/officeDocument/2006/relationships/oleObject" Target="../embeddings/oleObject306.bin"/><Relationship Id="rId12" Type="http://schemas.openxmlformats.org/officeDocument/2006/relationships/image" Target="../media/image304.wmf"/><Relationship Id="rId11" Type="http://schemas.openxmlformats.org/officeDocument/2006/relationships/oleObject" Target="../embeddings/oleObject305.bin"/><Relationship Id="rId10" Type="http://schemas.openxmlformats.org/officeDocument/2006/relationships/image" Target="../media/image303.wmf"/><Relationship Id="rId1" Type="http://schemas.openxmlformats.org/officeDocument/2006/relationships/oleObject" Target="../embeddings/oleObject300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2.bin"/><Relationship Id="rId8" Type="http://schemas.openxmlformats.org/officeDocument/2006/relationships/image" Target="../media/image320.wmf"/><Relationship Id="rId7" Type="http://schemas.openxmlformats.org/officeDocument/2006/relationships/oleObject" Target="../embeddings/oleObject321.bin"/><Relationship Id="rId6" Type="http://schemas.openxmlformats.org/officeDocument/2006/relationships/image" Target="../media/image319.wmf"/><Relationship Id="rId5" Type="http://schemas.openxmlformats.org/officeDocument/2006/relationships/oleObject" Target="../embeddings/oleObject320.bin"/><Relationship Id="rId44" Type="http://schemas.openxmlformats.org/officeDocument/2006/relationships/vmlDrawing" Target="../drawings/vmlDrawing24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337.wmf"/><Relationship Id="rId41" Type="http://schemas.openxmlformats.org/officeDocument/2006/relationships/oleObject" Target="../embeddings/oleObject338.bin"/><Relationship Id="rId40" Type="http://schemas.openxmlformats.org/officeDocument/2006/relationships/image" Target="../media/image336.wmf"/><Relationship Id="rId4" Type="http://schemas.openxmlformats.org/officeDocument/2006/relationships/image" Target="../media/image318.wmf"/><Relationship Id="rId39" Type="http://schemas.openxmlformats.org/officeDocument/2006/relationships/oleObject" Target="../embeddings/oleObject337.bin"/><Relationship Id="rId38" Type="http://schemas.openxmlformats.org/officeDocument/2006/relationships/image" Target="../media/image335.wmf"/><Relationship Id="rId37" Type="http://schemas.openxmlformats.org/officeDocument/2006/relationships/oleObject" Target="../embeddings/oleObject336.bin"/><Relationship Id="rId36" Type="http://schemas.openxmlformats.org/officeDocument/2006/relationships/image" Target="../media/image334.wmf"/><Relationship Id="rId35" Type="http://schemas.openxmlformats.org/officeDocument/2006/relationships/oleObject" Target="../embeddings/oleObject335.bin"/><Relationship Id="rId34" Type="http://schemas.openxmlformats.org/officeDocument/2006/relationships/image" Target="../media/image333.wmf"/><Relationship Id="rId33" Type="http://schemas.openxmlformats.org/officeDocument/2006/relationships/oleObject" Target="../embeddings/oleObject334.bin"/><Relationship Id="rId32" Type="http://schemas.openxmlformats.org/officeDocument/2006/relationships/image" Target="../media/image332.wmf"/><Relationship Id="rId31" Type="http://schemas.openxmlformats.org/officeDocument/2006/relationships/oleObject" Target="../embeddings/oleObject333.bin"/><Relationship Id="rId30" Type="http://schemas.openxmlformats.org/officeDocument/2006/relationships/image" Target="../media/image331.wmf"/><Relationship Id="rId3" Type="http://schemas.openxmlformats.org/officeDocument/2006/relationships/oleObject" Target="../embeddings/oleObject319.bin"/><Relationship Id="rId29" Type="http://schemas.openxmlformats.org/officeDocument/2006/relationships/oleObject" Target="../embeddings/oleObject332.bin"/><Relationship Id="rId28" Type="http://schemas.openxmlformats.org/officeDocument/2006/relationships/image" Target="../media/image330.wmf"/><Relationship Id="rId27" Type="http://schemas.openxmlformats.org/officeDocument/2006/relationships/oleObject" Target="../embeddings/oleObject331.bin"/><Relationship Id="rId26" Type="http://schemas.openxmlformats.org/officeDocument/2006/relationships/image" Target="../media/image329.wmf"/><Relationship Id="rId25" Type="http://schemas.openxmlformats.org/officeDocument/2006/relationships/oleObject" Target="../embeddings/oleObject330.bin"/><Relationship Id="rId24" Type="http://schemas.openxmlformats.org/officeDocument/2006/relationships/image" Target="../media/image328.wmf"/><Relationship Id="rId23" Type="http://schemas.openxmlformats.org/officeDocument/2006/relationships/oleObject" Target="../embeddings/oleObject329.bin"/><Relationship Id="rId22" Type="http://schemas.openxmlformats.org/officeDocument/2006/relationships/image" Target="../media/image327.wmf"/><Relationship Id="rId21" Type="http://schemas.openxmlformats.org/officeDocument/2006/relationships/oleObject" Target="../embeddings/oleObject328.bin"/><Relationship Id="rId20" Type="http://schemas.openxmlformats.org/officeDocument/2006/relationships/image" Target="../media/image326.wmf"/><Relationship Id="rId2" Type="http://schemas.openxmlformats.org/officeDocument/2006/relationships/image" Target="../media/image317.wmf"/><Relationship Id="rId19" Type="http://schemas.openxmlformats.org/officeDocument/2006/relationships/oleObject" Target="../embeddings/oleObject327.bin"/><Relationship Id="rId18" Type="http://schemas.openxmlformats.org/officeDocument/2006/relationships/image" Target="../media/image325.wmf"/><Relationship Id="rId17" Type="http://schemas.openxmlformats.org/officeDocument/2006/relationships/oleObject" Target="../embeddings/oleObject326.bin"/><Relationship Id="rId16" Type="http://schemas.openxmlformats.org/officeDocument/2006/relationships/image" Target="../media/image324.wmf"/><Relationship Id="rId15" Type="http://schemas.openxmlformats.org/officeDocument/2006/relationships/oleObject" Target="../embeddings/oleObject325.bin"/><Relationship Id="rId14" Type="http://schemas.openxmlformats.org/officeDocument/2006/relationships/image" Target="../media/image323.wmf"/><Relationship Id="rId13" Type="http://schemas.openxmlformats.org/officeDocument/2006/relationships/oleObject" Target="../embeddings/oleObject324.bin"/><Relationship Id="rId12" Type="http://schemas.openxmlformats.org/officeDocument/2006/relationships/image" Target="../media/image322.wmf"/><Relationship Id="rId11" Type="http://schemas.openxmlformats.org/officeDocument/2006/relationships/oleObject" Target="../embeddings/oleObject323.bin"/><Relationship Id="rId10" Type="http://schemas.openxmlformats.org/officeDocument/2006/relationships/image" Target="../media/image321.wmf"/><Relationship Id="rId1" Type="http://schemas.openxmlformats.org/officeDocument/2006/relationships/oleObject" Target="../embeddings/oleObject31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3.bin"/><Relationship Id="rId8" Type="http://schemas.openxmlformats.org/officeDocument/2006/relationships/image" Target="../media/image341.wmf"/><Relationship Id="rId7" Type="http://schemas.openxmlformats.org/officeDocument/2006/relationships/oleObject" Target="../embeddings/oleObject342.bin"/><Relationship Id="rId6" Type="http://schemas.openxmlformats.org/officeDocument/2006/relationships/image" Target="../media/image340.wmf"/><Relationship Id="rId5" Type="http://schemas.openxmlformats.org/officeDocument/2006/relationships/oleObject" Target="../embeddings/oleObject341.bin"/><Relationship Id="rId40" Type="http://schemas.openxmlformats.org/officeDocument/2006/relationships/vmlDrawing" Target="../drawings/vmlDrawing25.vml"/><Relationship Id="rId4" Type="http://schemas.openxmlformats.org/officeDocument/2006/relationships/image" Target="../media/image339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356.wmf"/><Relationship Id="rId37" Type="http://schemas.openxmlformats.org/officeDocument/2006/relationships/oleObject" Target="../embeddings/oleObject357.bin"/><Relationship Id="rId36" Type="http://schemas.openxmlformats.org/officeDocument/2006/relationships/image" Target="../media/image355.wmf"/><Relationship Id="rId35" Type="http://schemas.openxmlformats.org/officeDocument/2006/relationships/oleObject" Target="../embeddings/oleObject356.bin"/><Relationship Id="rId34" Type="http://schemas.openxmlformats.org/officeDocument/2006/relationships/image" Target="../media/image354.wmf"/><Relationship Id="rId33" Type="http://schemas.openxmlformats.org/officeDocument/2006/relationships/oleObject" Target="../embeddings/oleObject355.bin"/><Relationship Id="rId32" Type="http://schemas.openxmlformats.org/officeDocument/2006/relationships/image" Target="../media/image353.wmf"/><Relationship Id="rId31" Type="http://schemas.openxmlformats.org/officeDocument/2006/relationships/oleObject" Target="../embeddings/oleObject354.bin"/><Relationship Id="rId30" Type="http://schemas.openxmlformats.org/officeDocument/2006/relationships/image" Target="../media/image352.wmf"/><Relationship Id="rId3" Type="http://schemas.openxmlformats.org/officeDocument/2006/relationships/oleObject" Target="../embeddings/oleObject340.bin"/><Relationship Id="rId29" Type="http://schemas.openxmlformats.org/officeDocument/2006/relationships/oleObject" Target="../embeddings/oleObject353.bin"/><Relationship Id="rId28" Type="http://schemas.openxmlformats.org/officeDocument/2006/relationships/image" Target="../media/image351.wmf"/><Relationship Id="rId27" Type="http://schemas.openxmlformats.org/officeDocument/2006/relationships/oleObject" Target="../embeddings/oleObject352.bin"/><Relationship Id="rId26" Type="http://schemas.openxmlformats.org/officeDocument/2006/relationships/image" Target="../media/image350.wmf"/><Relationship Id="rId25" Type="http://schemas.openxmlformats.org/officeDocument/2006/relationships/oleObject" Target="../embeddings/oleObject351.bin"/><Relationship Id="rId24" Type="http://schemas.openxmlformats.org/officeDocument/2006/relationships/image" Target="../media/image349.wmf"/><Relationship Id="rId23" Type="http://schemas.openxmlformats.org/officeDocument/2006/relationships/oleObject" Target="../embeddings/oleObject350.bin"/><Relationship Id="rId22" Type="http://schemas.openxmlformats.org/officeDocument/2006/relationships/image" Target="../media/image348.wmf"/><Relationship Id="rId21" Type="http://schemas.openxmlformats.org/officeDocument/2006/relationships/oleObject" Target="../embeddings/oleObject349.bin"/><Relationship Id="rId20" Type="http://schemas.openxmlformats.org/officeDocument/2006/relationships/image" Target="../media/image347.wmf"/><Relationship Id="rId2" Type="http://schemas.openxmlformats.org/officeDocument/2006/relationships/image" Target="../media/image338.wmf"/><Relationship Id="rId19" Type="http://schemas.openxmlformats.org/officeDocument/2006/relationships/oleObject" Target="../embeddings/oleObject348.bin"/><Relationship Id="rId18" Type="http://schemas.openxmlformats.org/officeDocument/2006/relationships/image" Target="../media/image346.wmf"/><Relationship Id="rId17" Type="http://schemas.openxmlformats.org/officeDocument/2006/relationships/oleObject" Target="../embeddings/oleObject347.bin"/><Relationship Id="rId16" Type="http://schemas.openxmlformats.org/officeDocument/2006/relationships/image" Target="../media/image345.wmf"/><Relationship Id="rId15" Type="http://schemas.openxmlformats.org/officeDocument/2006/relationships/oleObject" Target="../embeddings/oleObject346.bin"/><Relationship Id="rId14" Type="http://schemas.openxmlformats.org/officeDocument/2006/relationships/image" Target="../media/image344.wmf"/><Relationship Id="rId13" Type="http://schemas.openxmlformats.org/officeDocument/2006/relationships/oleObject" Target="../embeddings/oleObject345.bin"/><Relationship Id="rId12" Type="http://schemas.openxmlformats.org/officeDocument/2006/relationships/image" Target="../media/image343.wmf"/><Relationship Id="rId11" Type="http://schemas.openxmlformats.org/officeDocument/2006/relationships/oleObject" Target="../embeddings/oleObject344.bin"/><Relationship Id="rId10" Type="http://schemas.openxmlformats.org/officeDocument/2006/relationships/image" Target="../media/image342.wmf"/><Relationship Id="rId1" Type="http://schemas.openxmlformats.org/officeDocument/2006/relationships/oleObject" Target="../embeddings/oleObject33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2.bin"/><Relationship Id="rId8" Type="http://schemas.openxmlformats.org/officeDocument/2006/relationships/image" Target="../media/image360.wmf"/><Relationship Id="rId7" Type="http://schemas.openxmlformats.org/officeDocument/2006/relationships/oleObject" Target="../embeddings/oleObject361.bin"/><Relationship Id="rId6" Type="http://schemas.openxmlformats.org/officeDocument/2006/relationships/image" Target="../media/image359.wmf"/><Relationship Id="rId5" Type="http://schemas.openxmlformats.org/officeDocument/2006/relationships/oleObject" Target="../embeddings/oleObject360.bin"/><Relationship Id="rId4" Type="http://schemas.openxmlformats.org/officeDocument/2006/relationships/image" Target="../media/image358.wmf"/><Relationship Id="rId30" Type="http://schemas.openxmlformats.org/officeDocument/2006/relationships/vmlDrawing" Target="../drawings/vmlDrawing26.vml"/><Relationship Id="rId3" Type="http://schemas.openxmlformats.org/officeDocument/2006/relationships/oleObject" Target="../embeddings/oleObject359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370.wmf"/><Relationship Id="rId27" Type="http://schemas.openxmlformats.org/officeDocument/2006/relationships/oleObject" Target="../embeddings/oleObject371.bin"/><Relationship Id="rId26" Type="http://schemas.openxmlformats.org/officeDocument/2006/relationships/image" Target="../media/image369.wmf"/><Relationship Id="rId25" Type="http://schemas.openxmlformats.org/officeDocument/2006/relationships/oleObject" Target="../embeddings/oleObject370.bin"/><Relationship Id="rId24" Type="http://schemas.openxmlformats.org/officeDocument/2006/relationships/image" Target="../media/image368.wmf"/><Relationship Id="rId23" Type="http://schemas.openxmlformats.org/officeDocument/2006/relationships/oleObject" Target="../embeddings/oleObject369.bin"/><Relationship Id="rId22" Type="http://schemas.openxmlformats.org/officeDocument/2006/relationships/image" Target="../media/image367.wmf"/><Relationship Id="rId21" Type="http://schemas.openxmlformats.org/officeDocument/2006/relationships/oleObject" Target="../embeddings/oleObject368.bin"/><Relationship Id="rId20" Type="http://schemas.openxmlformats.org/officeDocument/2006/relationships/image" Target="../media/image366.wmf"/><Relationship Id="rId2" Type="http://schemas.openxmlformats.org/officeDocument/2006/relationships/image" Target="../media/image357.wmf"/><Relationship Id="rId19" Type="http://schemas.openxmlformats.org/officeDocument/2006/relationships/oleObject" Target="../embeddings/oleObject367.bin"/><Relationship Id="rId18" Type="http://schemas.openxmlformats.org/officeDocument/2006/relationships/image" Target="../media/image365.wmf"/><Relationship Id="rId17" Type="http://schemas.openxmlformats.org/officeDocument/2006/relationships/oleObject" Target="../embeddings/oleObject366.bin"/><Relationship Id="rId16" Type="http://schemas.openxmlformats.org/officeDocument/2006/relationships/image" Target="../media/image364.wmf"/><Relationship Id="rId15" Type="http://schemas.openxmlformats.org/officeDocument/2006/relationships/oleObject" Target="../embeddings/oleObject365.bin"/><Relationship Id="rId14" Type="http://schemas.openxmlformats.org/officeDocument/2006/relationships/image" Target="../media/image363.wmf"/><Relationship Id="rId13" Type="http://schemas.openxmlformats.org/officeDocument/2006/relationships/oleObject" Target="../embeddings/oleObject364.bin"/><Relationship Id="rId12" Type="http://schemas.openxmlformats.org/officeDocument/2006/relationships/image" Target="../media/image362.wmf"/><Relationship Id="rId11" Type="http://schemas.openxmlformats.org/officeDocument/2006/relationships/oleObject" Target="../embeddings/oleObject363.bin"/><Relationship Id="rId10" Type="http://schemas.openxmlformats.org/officeDocument/2006/relationships/image" Target="../media/image361.wmf"/><Relationship Id="rId1" Type="http://schemas.openxmlformats.org/officeDocument/2006/relationships/oleObject" Target="../embeddings/oleObject358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6.bin"/><Relationship Id="rId8" Type="http://schemas.openxmlformats.org/officeDocument/2006/relationships/image" Target="../media/image374.wmf"/><Relationship Id="rId7" Type="http://schemas.openxmlformats.org/officeDocument/2006/relationships/oleObject" Target="../embeddings/oleObject375.bin"/><Relationship Id="rId6" Type="http://schemas.openxmlformats.org/officeDocument/2006/relationships/image" Target="../media/image373.wmf"/><Relationship Id="rId5" Type="http://schemas.openxmlformats.org/officeDocument/2006/relationships/oleObject" Target="../embeddings/oleObject374.bin"/><Relationship Id="rId4" Type="http://schemas.openxmlformats.org/officeDocument/2006/relationships/image" Target="../media/image372.wmf"/><Relationship Id="rId36" Type="http://schemas.openxmlformats.org/officeDocument/2006/relationships/vmlDrawing" Target="../drawings/vmlDrawing27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387.wmf"/><Relationship Id="rId33" Type="http://schemas.openxmlformats.org/officeDocument/2006/relationships/oleObject" Target="../embeddings/oleObject388.bin"/><Relationship Id="rId32" Type="http://schemas.openxmlformats.org/officeDocument/2006/relationships/image" Target="../media/image386.wmf"/><Relationship Id="rId31" Type="http://schemas.openxmlformats.org/officeDocument/2006/relationships/oleObject" Target="../embeddings/oleObject387.bin"/><Relationship Id="rId30" Type="http://schemas.openxmlformats.org/officeDocument/2006/relationships/image" Target="../media/image385.wmf"/><Relationship Id="rId3" Type="http://schemas.openxmlformats.org/officeDocument/2006/relationships/oleObject" Target="../embeddings/oleObject373.bin"/><Relationship Id="rId29" Type="http://schemas.openxmlformats.org/officeDocument/2006/relationships/oleObject" Target="../embeddings/oleObject386.bin"/><Relationship Id="rId28" Type="http://schemas.openxmlformats.org/officeDocument/2006/relationships/image" Target="../media/image384.wmf"/><Relationship Id="rId27" Type="http://schemas.openxmlformats.org/officeDocument/2006/relationships/oleObject" Target="../embeddings/oleObject385.bin"/><Relationship Id="rId26" Type="http://schemas.openxmlformats.org/officeDocument/2006/relationships/image" Target="../media/image383.wmf"/><Relationship Id="rId25" Type="http://schemas.openxmlformats.org/officeDocument/2006/relationships/oleObject" Target="../embeddings/oleObject384.bin"/><Relationship Id="rId24" Type="http://schemas.openxmlformats.org/officeDocument/2006/relationships/image" Target="../media/image382.wmf"/><Relationship Id="rId23" Type="http://schemas.openxmlformats.org/officeDocument/2006/relationships/oleObject" Target="../embeddings/oleObject383.bin"/><Relationship Id="rId22" Type="http://schemas.openxmlformats.org/officeDocument/2006/relationships/image" Target="../media/image381.wmf"/><Relationship Id="rId21" Type="http://schemas.openxmlformats.org/officeDocument/2006/relationships/oleObject" Target="../embeddings/oleObject382.bin"/><Relationship Id="rId20" Type="http://schemas.openxmlformats.org/officeDocument/2006/relationships/image" Target="../media/image380.wmf"/><Relationship Id="rId2" Type="http://schemas.openxmlformats.org/officeDocument/2006/relationships/image" Target="../media/image371.wmf"/><Relationship Id="rId19" Type="http://schemas.openxmlformats.org/officeDocument/2006/relationships/oleObject" Target="../embeddings/oleObject381.bin"/><Relationship Id="rId18" Type="http://schemas.openxmlformats.org/officeDocument/2006/relationships/image" Target="../media/image379.wmf"/><Relationship Id="rId17" Type="http://schemas.openxmlformats.org/officeDocument/2006/relationships/oleObject" Target="../embeddings/oleObject380.bin"/><Relationship Id="rId16" Type="http://schemas.openxmlformats.org/officeDocument/2006/relationships/image" Target="../media/image378.wmf"/><Relationship Id="rId15" Type="http://schemas.openxmlformats.org/officeDocument/2006/relationships/oleObject" Target="../embeddings/oleObject379.bin"/><Relationship Id="rId14" Type="http://schemas.openxmlformats.org/officeDocument/2006/relationships/image" Target="../media/image377.wmf"/><Relationship Id="rId13" Type="http://schemas.openxmlformats.org/officeDocument/2006/relationships/oleObject" Target="../embeddings/oleObject378.bin"/><Relationship Id="rId12" Type="http://schemas.openxmlformats.org/officeDocument/2006/relationships/image" Target="../media/image376.wmf"/><Relationship Id="rId11" Type="http://schemas.openxmlformats.org/officeDocument/2006/relationships/oleObject" Target="../embeddings/oleObject377.bin"/><Relationship Id="rId10" Type="http://schemas.openxmlformats.org/officeDocument/2006/relationships/image" Target="../media/image375.wmf"/><Relationship Id="rId1" Type="http://schemas.openxmlformats.org/officeDocument/2006/relationships/oleObject" Target="../embeddings/oleObject372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3.bin"/><Relationship Id="rId8" Type="http://schemas.openxmlformats.org/officeDocument/2006/relationships/image" Target="../media/image391.wmf"/><Relationship Id="rId7" Type="http://schemas.openxmlformats.org/officeDocument/2006/relationships/oleObject" Target="../embeddings/oleObject392.bin"/><Relationship Id="rId6" Type="http://schemas.openxmlformats.org/officeDocument/2006/relationships/image" Target="../media/image390.wmf"/><Relationship Id="rId5" Type="http://schemas.openxmlformats.org/officeDocument/2006/relationships/oleObject" Target="../embeddings/oleObject391.bin"/><Relationship Id="rId46" Type="http://schemas.openxmlformats.org/officeDocument/2006/relationships/vmlDrawing" Target="../drawings/vmlDrawing28.vml"/><Relationship Id="rId45" Type="http://schemas.openxmlformats.org/officeDocument/2006/relationships/slideLayout" Target="../slideLayouts/slideLayout18.xml"/><Relationship Id="rId44" Type="http://schemas.openxmlformats.org/officeDocument/2006/relationships/image" Target="../media/image409.wmf"/><Relationship Id="rId43" Type="http://schemas.openxmlformats.org/officeDocument/2006/relationships/oleObject" Target="../embeddings/oleObject410.bin"/><Relationship Id="rId42" Type="http://schemas.openxmlformats.org/officeDocument/2006/relationships/image" Target="../media/image408.wmf"/><Relationship Id="rId41" Type="http://schemas.openxmlformats.org/officeDocument/2006/relationships/oleObject" Target="../embeddings/oleObject409.bin"/><Relationship Id="rId40" Type="http://schemas.openxmlformats.org/officeDocument/2006/relationships/image" Target="../media/image407.wmf"/><Relationship Id="rId4" Type="http://schemas.openxmlformats.org/officeDocument/2006/relationships/image" Target="../media/image389.wmf"/><Relationship Id="rId39" Type="http://schemas.openxmlformats.org/officeDocument/2006/relationships/oleObject" Target="../embeddings/oleObject408.bin"/><Relationship Id="rId38" Type="http://schemas.openxmlformats.org/officeDocument/2006/relationships/image" Target="../media/image406.wmf"/><Relationship Id="rId37" Type="http://schemas.openxmlformats.org/officeDocument/2006/relationships/oleObject" Target="../embeddings/oleObject407.bin"/><Relationship Id="rId36" Type="http://schemas.openxmlformats.org/officeDocument/2006/relationships/image" Target="../media/image405.wmf"/><Relationship Id="rId35" Type="http://schemas.openxmlformats.org/officeDocument/2006/relationships/oleObject" Target="../embeddings/oleObject406.bin"/><Relationship Id="rId34" Type="http://schemas.openxmlformats.org/officeDocument/2006/relationships/image" Target="../media/image404.wmf"/><Relationship Id="rId33" Type="http://schemas.openxmlformats.org/officeDocument/2006/relationships/oleObject" Target="../embeddings/oleObject405.bin"/><Relationship Id="rId32" Type="http://schemas.openxmlformats.org/officeDocument/2006/relationships/image" Target="../media/image403.wmf"/><Relationship Id="rId31" Type="http://schemas.openxmlformats.org/officeDocument/2006/relationships/oleObject" Target="../embeddings/oleObject404.bin"/><Relationship Id="rId30" Type="http://schemas.openxmlformats.org/officeDocument/2006/relationships/image" Target="../media/image402.wmf"/><Relationship Id="rId3" Type="http://schemas.openxmlformats.org/officeDocument/2006/relationships/oleObject" Target="../embeddings/oleObject390.bin"/><Relationship Id="rId29" Type="http://schemas.openxmlformats.org/officeDocument/2006/relationships/oleObject" Target="../embeddings/oleObject403.bin"/><Relationship Id="rId28" Type="http://schemas.openxmlformats.org/officeDocument/2006/relationships/image" Target="../media/image401.wmf"/><Relationship Id="rId27" Type="http://schemas.openxmlformats.org/officeDocument/2006/relationships/oleObject" Target="../embeddings/oleObject402.bin"/><Relationship Id="rId26" Type="http://schemas.openxmlformats.org/officeDocument/2006/relationships/image" Target="../media/image400.wmf"/><Relationship Id="rId25" Type="http://schemas.openxmlformats.org/officeDocument/2006/relationships/oleObject" Target="../embeddings/oleObject401.bin"/><Relationship Id="rId24" Type="http://schemas.openxmlformats.org/officeDocument/2006/relationships/image" Target="../media/image399.wmf"/><Relationship Id="rId23" Type="http://schemas.openxmlformats.org/officeDocument/2006/relationships/oleObject" Target="../embeddings/oleObject400.bin"/><Relationship Id="rId22" Type="http://schemas.openxmlformats.org/officeDocument/2006/relationships/image" Target="../media/image398.wmf"/><Relationship Id="rId21" Type="http://schemas.openxmlformats.org/officeDocument/2006/relationships/oleObject" Target="../embeddings/oleObject399.bin"/><Relationship Id="rId20" Type="http://schemas.openxmlformats.org/officeDocument/2006/relationships/image" Target="../media/image397.wmf"/><Relationship Id="rId2" Type="http://schemas.openxmlformats.org/officeDocument/2006/relationships/image" Target="../media/image388.wmf"/><Relationship Id="rId19" Type="http://schemas.openxmlformats.org/officeDocument/2006/relationships/oleObject" Target="../embeddings/oleObject398.bin"/><Relationship Id="rId18" Type="http://schemas.openxmlformats.org/officeDocument/2006/relationships/image" Target="../media/image396.wmf"/><Relationship Id="rId17" Type="http://schemas.openxmlformats.org/officeDocument/2006/relationships/oleObject" Target="../embeddings/oleObject397.bin"/><Relationship Id="rId16" Type="http://schemas.openxmlformats.org/officeDocument/2006/relationships/image" Target="../media/image395.wmf"/><Relationship Id="rId15" Type="http://schemas.openxmlformats.org/officeDocument/2006/relationships/oleObject" Target="../embeddings/oleObject396.bin"/><Relationship Id="rId14" Type="http://schemas.openxmlformats.org/officeDocument/2006/relationships/image" Target="../media/image394.wmf"/><Relationship Id="rId13" Type="http://schemas.openxmlformats.org/officeDocument/2006/relationships/oleObject" Target="../embeddings/oleObject395.bin"/><Relationship Id="rId12" Type="http://schemas.openxmlformats.org/officeDocument/2006/relationships/image" Target="../media/image393.wmf"/><Relationship Id="rId11" Type="http://schemas.openxmlformats.org/officeDocument/2006/relationships/oleObject" Target="../embeddings/oleObject394.bin"/><Relationship Id="rId10" Type="http://schemas.openxmlformats.org/officeDocument/2006/relationships/image" Target="../media/image392.wmf"/><Relationship Id="rId1" Type="http://schemas.openxmlformats.org/officeDocument/2006/relationships/oleObject" Target="../embeddings/oleObject38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5.bin"/><Relationship Id="rId8" Type="http://schemas.openxmlformats.org/officeDocument/2006/relationships/image" Target="../media/image413.wmf"/><Relationship Id="rId7" Type="http://schemas.openxmlformats.org/officeDocument/2006/relationships/oleObject" Target="../embeddings/oleObject414.bin"/><Relationship Id="rId6" Type="http://schemas.openxmlformats.org/officeDocument/2006/relationships/image" Target="../media/image412.wmf"/><Relationship Id="rId5" Type="http://schemas.openxmlformats.org/officeDocument/2006/relationships/oleObject" Target="../embeddings/oleObject413.bin"/><Relationship Id="rId4" Type="http://schemas.openxmlformats.org/officeDocument/2006/relationships/image" Target="../media/image411.wmf"/><Relationship Id="rId34" Type="http://schemas.openxmlformats.org/officeDocument/2006/relationships/vmlDrawing" Target="../drawings/vmlDrawing29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425.wmf"/><Relationship Id="rId31" Type="http://schemas.openxmlformats.org/officeDocument/2006/relationships/oleObject" Target="../embeddings/oleObject426.bin"/><Relationship Id="rId30" Type="http://schemas.openxmlformats.org/officeDocument/2006/relationships/image" Target="../media/image424.wmf"/><Relationship Id="rId3" Type="http://schemas.openxmlformats.org/officeDocument/2006/relationships/oleObject" Target="../embeddings/oleObject412.bin"/><Relationship Id="rId29" Type="http://schemas.openxmlformats.org/officeDocument/2006/relationships/oleObject" Target="../embeddings/oleObject425.bin"/><Relationship Id="rId28" Type="http://schemas.openxmlformats.org/officeDocument/2006/relationships/image" Target="../media/image423.wmf"/><Relationship Id="rId27" Type="http://schemas.openxmlformats.org/officeDocument/2006/relationships/oleObject" Target="../embeddings/oleObject424.bin"/><Relationship Id="rId26" Type="http://schemas.openxmlformats.org/officeDocument/2006/relationships/image" Target="../media/image422.wmf"/><Relationship Id="rId25" Type="http://schemas.openxmlformats.org/officeDocument/2006/relationships/oleObject" Target="../embeddings/oleObject423.bin"/><Relationship Id="rId24" Type="http://schemas.openxmlformats.org/officeDocument/2006/relationships/image" Target="../media/image421.wmf"/><Relationship Id="rId23" Type="http://schemas.openxmlformats.org/officeDocument/2006/relationships/oleObject" Target="../embeddings/oleObject422.bin"/><Relationship Id="rId22" Type="http://schemas.openxmlformats.org/officeDocument/2006/relationships/image" Target="../media/image420.wmf"/><Relationship Id="rId21" Type="http://schemas.openxmlformats.org/officeDocument/2006/relationships/oleObject" Target="../embeddings/oleObject421.bin"/><Relationship Id="rId20" Type="http://schemas.openxmlformats.org/officeDocument/2006/relationships/image" Target="../media/image419.wmf"/><Relationship Id="rId2" Type="http://schemas.openxmlformats.org/officeDocument/2006/relationships/image" Target="../media/image410.wmf"/><Relationship Id="rId19" Type="http://schemas.openxmlformats.org/officeDocument/2006/relationships/oleObject" Target="../embeddings/oleObject420.bin"/><Relationship Id="rId18" Type="http://schemas.openxmlformats.org/officeDocument/2006/relationships/image" Target="../media/image418.wmf"/><Relationship Id="rId17" Type="http://schemas.openxmlformats.org/officeDocument/2006/relationships/oleObject" Target="../embeddings/oleObject419.bin"/><Relationship Id="rId16" Type="http://schemas.openxmlformats.org/officeDocument/2006/relationships/image" Target="../media/image417.wmf"/><Relationship Id="rId15" Type="http://schemas.openxmlformats.org/officeDocument/2006/relationships/oleObject" Target="../embeddings/oleObject418.bin"/><Relationship Id="rId14" Type="http://schemas.openxmlformats.org/officeDocument/2006/relationships/image" Target="../media/image416.wmf"/><Relationship Id="rId13" Type="http://schemas.openxmlformats.org/officeDocument/2006/relationships/oleObject" Target="../embeddings/oleObject417.bin"/><Relationship Id="rId12" Type="http://schemas.openxmlformats.org/officeDocument/2006/relationships/image" Target="../media/image415.wmf"/><Relationship Id="rId11" Type="http://schemas.openxmlformats.org/officeDocument/2006/relationships/oleObject" Target="../embeddings/oleObject416.bin"/><Relationship Id="rId10" Type="http://schemas.openxmlformats.org/officeDocument/2006/relationships/image" Target="../media/image414.wmf"/><Relationship Id="rId1" Type="http://schemas.openxmlformats.org/officeDocument/2006/relationships/oleObject" Target="../embeddings/oleObject41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1.bin"/><Relationship Id="rId8" Type="http://schemas.openxmlformats.org/officeDocument/2006/relationships/image" Target="../media/image429.wmf"/><Relationship Id="rId7" Type="http://schemas.openxmlformats.org/officeDocument/2006/relationships/oleObject" Target="../embeddings/oleObject430.bin"/><Relationship Id="rId6" Type="http://schemas.openxmlformats.org/officeDocument/2006/relationships/image" Target="../media/image428.wmf"/><Relationship Id="rId5" Type="http://schemas.openxmlformats.org/officeDocument/2006/relationships/oleObject" Target="../embeddings/oleObject429.bin"/><Relationship Id="rId4" Type="http://schemas.openxmlformats.org/officeDocument/2006/relationships/image" Target="../media/image427.wmf"/><Relationship Id="rId33" Type="http://schemas.openxmlformats.org/officeDocument/2006/relationships/vmlDrawing" Target="../drawings/vmlDrawing30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439.wmf"/><Relationship Id="rId30" Type="http://schemas.openxmlformats.org/officeDocument/2006/relationships/oleObject" Target="../embeddings/oleObject443.bin"/><Relationship Id="rId3" Type="http://schemas.openxmlformats.org/officeDocument/2006/relationships/oleObject" Target="../embeddings/oleObject428.bin"/><Relationship Id="rId29" Type="http://schemas.openxmlformats.org/officeDocument/2006/relationships/oleObject" Target="../embeddings/oleObject442.bin"/><Relationship Id="rId28" Type="http://schemas.openxmlformats.org/officeDocument/2006/relationships/oleObject" Target="../embeddings/oleObject441.bin"/><Relationship Id="rId27" Type="http://schemas.openxmlformats.org/officeDocument/2006/relationships/image" Target="../media/image438.wmf"/><Relationship Id="rId26" Type="http://schemas.openxmlformats.org/officeDocument/2006/relationships/oleObject" Target="../embeddings/oleObject440.bin"/><Relationship Id="rId25" Type="http://schemas.openxmlformats.org/officeDocument/2006/relationships/image" Target="../media/image437.wmf"/><Relationship Id="rId24" Type="http://schemas.openxmlformats.org/officeDocument/2006/relationships/oleObject" Target="../embeddings/oleObject439.bin"/><Relationship Id="rId23" Type="http://schemas.openxmlformats.org/officeDocument/2006/relationships/oleObject" Target="../embeddings/oleObject438.bin"/><Relationship Id="rId22" Type="http://schemas.openxmlformats.org/officeDocument/2006/relationships/image" Target="../media/image436.wmf"/><Relationship Id="rId21" Type="http://schemas.openxmlformats.org/officeDocument/2006/relationships/oleObject" Target="../embeddings/oleObject437.bin"/><Relationship Id="rId20" Type="http://schemas.openxmlformats.org/officeDocument/2006/relationships/image" Target="../media/image435.wmf"/><Relationship Id="rId2" Type="http://schemas.openxmlformats.org/officeDocument/2006/relationships/image" Target="../media/image426.wmf"/><Relationship Id="rId19" Type="http://schemas.openxmlformats.org/officeDocument/2006/relationships/oleObject" Target="../embeddings/oleObject436.bin"/><Relationship Id="rId18" Type="http://schemas.openxmlformats.org/officeDocument/2006/relationships/image" Target="../media/image434.wmf"/><Relationship Id="rId17" Type="http://schemas.openxmlformats.org/officeDocument/2006/relationships/oleObject" Target="../embeddings/oleObject435.bin"/><Relationship Id="rId16" Type="http://schemas.openxmlformats.org/officeDocument/2006/relationships/image" Target="../media/image433.wmf"/><Relationship Id="rId15" Type="http://schemas.openxmlformats.org/officeDocument/2006/relationships/oleObject" Target="../embeddings/oleObject434.bin"/><Relationship Id="rId14" Type="http://schemas.openxmlformats.org/officeDocument/2006/relationships/image" Target="../media/image432.wmf"/><Relationship Id="rId13" Type="http://schemas.openxmlformats.org/officeDocument/2006/relationships/oleObject" Target="../embeddings/oleObject433.bin"/><Relationship Id="rId12" Type="http://schemas.openxmlformats.org/officeDocument/2006/relationships/image" Target="../media/image431.wmf"/><Relationship Id="rId11" Type="http://schemas.openxmlformats.org/officeDocument/2006/relationships/oleObject" Target="../embeddings/oleObject432.bin"/><Relationship Id="rId10" Type="http://schemas.openxmlformats.org/officeDocument/2006/relationships/image" Target="../media/image430.wmf"/><Relationship Id="rId1" Type="http://schemas.openxmlformats.org/officeDocument/2006/relationships/oleObject" Target="../embeddings/oleObject427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8.bin"/><Relationship Id="rId8" Type="http://schemas.openxmlformats.org/officeDocument/2006/relationships/image" Target="../media/image443.wmf"/><Relationship Id="rId7" Type="http://schemas.openxmlformats.org/officeDocument/2006/relationships/oleObject" Target="../embeddings/oleObject447.bin"/><Relationship Id="rId6" Type="http://schemas.openxmlformats.org/officeDocument/2006/relationships/image" Target="../media/image442.wmf"/><Relationship Id="rId5" Type="http://schemas.openxmlformats.org/officeDocument/2006/relationships/oleObject" Target="../embeddings/oleObject446.bin"/><Relationship Id="rId4" Type="http://schemas.openxmlformats.org/officeDocument/2006/relationships/image" Target="../media/image441.wmf"/><Relationship Id="rId3" Type="http://schemas.openxmlformats.org/officeDocument/2006/relationships/oleObject" Target="../embeddings/oleObject445.bin"/><Relationship Id="rId22" Type="http://schemas.openxmlformats.org/officeDocument/2006/relationships/vmlDrawing" Target="../drawings/vmlDrawing31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449.wmf"/><Relationship Id="rId2" Type="http://schemas.openxmlformats.org/officeDocument/2006/relationships/image" Target="../media/image440.wmf"/><Relationship Id="rId19" Type="http://schemas.openxmlformats.org/officeDocument/2006/relationships/oleObject" Target="../embeddings/oleObject453.bin"/><Relationship Id="rId18" Type="http://schemas.openxmlformats.org/officeDocument/2006/relationships/image" Target="../media/image448.wmf"/><Relationship Id="rId17" Type="http://schemas.openxmlformats.org/officeDocument/2006/relationships/oleObject" Target="../embeddings/oleObject452.bin"/><Relationship Id="rId16" Type="http://schemas.openxmlformats.org/officeDocument/2006/relationships/image" Target="../media/image447.wmf"/><Relationship Id="rId15" Type="http://schemas.openxmlformats.org/officeDocument/2006/relationships/oleObject" Target="../embeddings/oleObject451.bin"/><Relationship Id="rId14" Type="http://schemas.openxmlformats.org/officeDocument/2006/relationships/image" Target="../media/image446.wmf"/><Relationship Id="rId13" Type="http://schemas.openxmlformats.org/officeDocument/2006/relationships/oleObject" Target="../embeddings/oleObject450.bin"/><Relationship Id="rId12" Type="http://schemas.openxmlformats.org/officeDocument/2006/relationships/image" Target="../media/image445.wmf"/><Relationship Id="rId11" Type="http://schemas.openxmlformats.org/officeDocument/2006/relationships/oleObject" Target="../embeddings/oleObject449.bin"/><Relationship Id="rId10" Type="http://schemas.openxmlformats.org/officeDocument/2006/relationships/image" Target="../media/image444.wmf"/><Relationship Id="rId1" Type="http://schemas.openxmlformats.org/officeDocument/2006/relationships/oleObject" Target="../embeddings/oleObject44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8.bin"/><Relationship Id="rId8" Type="http://schemas.openxmlformats.org/officeDocument/2006/relationships/image" Target="../media/image453.wmf"/><Relationship Id="rId7" Type="http://schemas.openxmlformats.org/officeDocument/2006/relationships/oleObject" Target="../embeddings/oleObject457.bin"/><Relationship Id="rId6" Type="http://schemas.openxmlformats.org/officeDocument/2006/relationships/image" Target="../media/image452.wmf"/><Relationship Id="rId52" Type="http://schemas.openxmlformats.org/officeDocument/2006/relationships/vmlDrawing" Target="../drawings/vmlDrawing32.vml"/><Relationship Id="rId51" Type="http://schemas.openxmlformats.org/officeDocument/2006/relationships/slideLayout" Target="../slideLayouts/slideLayout18.xml"/><Relationship Id="rId50" Type="http://schemas.openxmlformats.org/officeDocument/2006/relationships/image" Target="../media/image474.wmf"/><Relationship Id="rId5" Type="http://schemas.openxmlformats.org/officeDocument/2006/relationships/oleObject" Target="../embeddings/oleObject456.bin"/><Relationship Id="rId49" Type="http://schemas.openxmlformats.org/officeDocument/2006/relationships/oleObject" Target="../embeddings/oleObject478.bin"/><Relationship Id="rId48" Type="http://schemas.openxmlformats.org/officeDocument/2006/relationships/image" Target="../media/image473.wmf"/><Relationship Id="rId47" Type="http://schemas.openxmlformats.org/officeDocument/2006/relationships/oleObject" Target="../embeddings/oleObject477.bin"/><Relationship Id="rId46" Type="http://schemas.openxmlformats.org/officeDocument/2006/relationships/image" Target="../media/image472.wmf"/><Relationship Id="rId45" Type="http://schemas.openxmlformats.org/officeDocument/2006/relationships/oleObject" Target="../embeddings/oleObject476.bin"/><Relationship Id="rId44" Type="http://schemas.openxmlformats.org/officeDocument/2006/relationships/image" Target="../media/image471.wmf"/><Relationship Id="rId43" Type="http://schemas.openxmlformats.org/officeDocument/2006/relationships/oleObject" Target="../embeddings/oleObject475.bin"/><Relationship Id="rId42" Type="http://schemas.openxmlformats.org/officeDocument/2006/relationships/image" Target="../media/image470.wmf"/><Relationship Id="rId41" Type="http://schemas.openxmlformats.org/officeDocument/2006/relationships/oleObject" Target="../embeddings/oleObject474.bin"/><Relationship Id="rId40" Type="http://schemas.openxmlformats.org/officeDocument/2006/relationships/image" Target="../media/image469.wmf"/><Relationship Id="rId4" Type="http://schemas.openxmlformats.org/officeDocument/2006/relationships/image" Target="../media/image451.wmf"/><Relationship Id="rId39" Type="http://schemas.openxmlformats.org/officeDocument/2006/relationships/oleObject" Target="../embeddings/oleObject473.bin"/><Relationship Id="rId38" Type="http://schemas.openxmlformats.org/officeDocument/2006/relationships/image" Target="../media/image468.wmf"/><Relationship Id="rId37" Type="http://schemas.openxmlformats.org/officeDocument/2006/relationships/oleObject" Target="../embeddings/oleObject472.bin"/><Relationship Id="rId36" Type="http://schemas.openxmlformats.org/officeDocument/2006/relationships/image" Target="../media/image467.wmf"/><Relationship Id="rId35" Type="http://schemas.openxmlformats.org/officeDocument/2006/relationships/oleObject" Target="../embeddings/oleObject471.bin"/><Relationship Id="rId34" Type="http://schemas.openxmlformats.org/officeDocument/2006/relationships/image" Target="../media/image466.wmf"/><Relationship Id="rId33" Type="http://schemas.openxmlformats.org/officeDocument/2006/relationships/oleObject" Target="../embeddings/oleObject470.bin"/><Relationship Id="rId32" Type="http://schemas.openxmlformats.org/officeDocument/2006/relationships/image" Target="../media/image465.wmf"/><Relationship Id="rId31" Type="http://schemas.openxmlformats.org/officeDocument/2006/relationships/oleObject" Target="../embeddings/oleObject469.bin"/><Relationship Id="rId30" Type="http://schemas.openxmlformats.org/officeDocument/2006/relationships/image" Target="../media/image464.wmf"/><Relationship Id="rId3" Type="http://schemas.openxmlformats.org/officeDocument/2006/relationships/oleObject" Target="../embeddings/oleObject455.bin"/><Relationship Id="rId29" Type="http://schemas.openxmlformats.org/officeDocument/2006/relationships/oleObject" Target="../embeddings/oleObject468.bin"/><Relationship Id="rId28" Type="http://schemas.openxmlformats.org/officeDocument/2006/relationships/image" Target="../media/image463.wmf"/><Relationship Id="rId27" Type="http://schemas.openxmlformats.org/officeDocument/2006/relationships/oleObject" Target="../embeddings/oleObject467.bin"/><Relationship Id="rId26" Type="http://schemas.openxmlformats.org/officeDocument/2006/relationships/image" Target="../media/image462.wmf"/><Relationship Id="rId25" Type="http://schemas.openxmlformats.org/officeDocument/2006/relationships/oleObject" Target="../embeddings/oleObject466.bin"/><Relationship Id="rId24" Type="http://schemas.openxmlformats.org/officeDocument/2006/relationships/image" Target="../media/image461.wmf"/><Relationship Id="rId23" Type="http://schemas.openxmlformats.org/officeDocument/2006/relationships/oleObject" Target="../embeddings/oleObject465.bin"/><Relationship Id="rId22" Type="http://schemas.openxmlformats.org/officeDocument/2006/relationships/image" Target="../media/image460.wmf"/><Relationship Id="rId21" Type="http://schemas.openxmlformats.org/officeDocument/2006/relationships/oleObject" Target="../embeddings/oleObject464.bin"/><Relationship Id="rId20" Type="http://schemas.openxmlformats.org/officeDocument/2006/relationships/image" Target="../media/image459.wmf"/><Relationship Id="rId2" Type="http://schemas.openxmlformats.org/officeDocument/2006/relationships/image" Target="../media/image450.wmf"/><Relationship Id="rId19" Type="http://schemas.openxmlformats.org/officeDocument/2006/relationships/oleObject" Target="../embeddings/oleObject463.bin"/><Relationship Id="rId18" Type="http://schemas.openxmlformats.org/officeDocument/2006/relationships/image" Target="../media/image458.wmf"/><Relationship Id="rId17" Type="http://schemas.openxmlformats.org/officeDocument/2006/relationships/oleObject" Target="../embeddings/oleObject462.bin"/><Relationship Id="rId16" Type="http://schemas.openxmlformats.org/officeDocument/2006/relationships/image" Target="../media/image457.wmf"/><Relationship Id="rId15" Type="http://schemas.openxmlformats.org/officeDocument/2006/relationships/oleObject" Target="../embeddings/oleObject461.bin"/><Relationship Id="rId14" Type="http://schemas.openxmlformats.org/officeDocument/2006/relationships/image" Target="../media/image456.wmf"/><Relationship Id="rId13" Type="http://schemas.openxmlformats.org/officeDocument/2006/relationships/oleObject" Target="../embeddings/oleObject460.bin"/><Relationship Id="rId12" Type="http://schemas.openxmlformats.org/officeDocument/2006/relationships/image" Target="../media/image455.wmf"/><Relationship Id="rId11" Type="http://schemas.openxmlformats.org/officeDocument/2006/relationships/oleObject" Target="../embeddings/oleObject459.bin"/><Relationship Id="rId10" Type="http://schemas.openxmlformats.org/officeDocument/2006/relationships/image" Target="../media/image454.wmf"/><Relationship Id="rId1" Type="http://schemas.openxmlformats.org/officeDocument/2006/relationships/oleObject" Target="../embeddings/oleObject45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3.bin"/><Relationship Id="rId8" Type="http://schemas.openxmlformats.org/officeDocument/2006/relationships/image" Target="../media/image478.wmf"/><Relationship Id="rId7" Type="http://schemas.openxmlformats.org/officeDocument/2006/relationships/oleObject" Target="../embeddings/oleObject482.bin"/><Relationship Id="rId6" Type="http://schemas.openxmlformats.org/officeDocument/2006/relationships/image" Target="../media/image477.wmf"/><Relationship Id="rId5" Type="http://schemas.openxmlformats.org/officeDocument/2006/relationships/oleObject" Target="../embeddings/oleObject481.bin"/><Relationship Id="rId4" Type="http://schemas.openxmlformats.org/officeDocument/2006/relationships/image" Target="../media/image476.wmf"/><Relationship Id="rId30" Type="http://schemas.openxmlformats.org/officeDocument/2006/relationships/vmlDrawing" Target="../drawings/vmlDrawing33.vml"/><Relationship Id="rId3" Type="http://schemas.openxmlformats.org/officeDocument/2006/relationships/oleObject" Target="../embeddings/oleObject480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488.wmf"/><Relationship Id="rId27" Type="http://schemas.openxmlformats.org/officeDocument/2006/relationships/oleObject" Target="../embeddings/oleObject492.bin"/><Relationship Id="rId26" Type="http://schemas.openxmlformats.org/officeDocument/2006/relationships/image" Target="../media/image487.wmf"/><Relationship Id="rId25" Type="http://schemas.openxmlformats.org/officeDocument/2006/relationships/oleObject" Target="../embeddings/oleObject491.bin"/><Relationship Id="rId24" Type="http://schemas.openxmlformats.org/officeDocument/2006/relationships/image" Target="../media/image486.wmf"/><Relationship Id="rId23" Type="http://schemas.openxmlformats.org/officeDocument/2006/relationships/oleObject" Target="../embeddings/oleObject490.bin"/><Relationship Id="rId22" Type="http://schemas.openxmlformats.org/officeDocument/2006/relationships/image" Target="../media/image485.wmf"/><Relationship Id="rId21" Type="http://schemas.openxmlformats.org/officeDocument/2006/relationships/oleObject" Target="../embeddings/oleObject489.bin"/><Relationship Id="rId20" Type="http://schemas.openxmlformats.org/officeDocument/2006/relationships/image" Target="../media/image484.wmf"/><Relationship Id="rId2" Type="http://schemas.openxmlformats.org/officeDocument/2006/relationships/image" Target="../media/image475.wmf"/><Relationship Id="rId19" Type="http://schemas.openxmlformats.org/officeDocument/2006/relationships/oleObject" Target="../embeddings/oleObject488.bin"/><Relationship Id="rId18" Type="http://schemas.openxmlformats.org/officeDocument/2006/relationships/image" Target="../media/image483.wmf"/><Relationship Id="rId17" Type="http://schemas.openxmlformats.org/officeDocument/2006/relationships/oleObject" Target="../embeddings/oleObject487.bin"/><Relationship Id="rId16" Type="http://schemas.openxmlformats.org/officeDocument/2006/relationships/image" Target="../media/image482.wmf"/><Relationship Id="rId15" Type="http://schemas.openxmlformats.org/officeDocument/2006/relationships/oleObject" Target="../embeddings/oleObject486.bin"/><Relationship Id="rId14" Type="http://schemas.openxmlformats.org/officeDocument/2006/relationships/image" Target="../media/image481.wmf"/><Relationship Id="rId13" Type="http://schemas.openxmlformats.org/officeDocument/2006/relationships/oleObject" Target="../embeddings/oleObject485.bin"/><Relationship Id="rId12" Type="http://schemas.openxmlformats.org/officeDocument/2006/relationships/image" Target="../media/image480.wmf"/><Relationship Id="rId11" Type="http://schemas.openxmlformats.org/officeDocument/2006/relationships/oleObject" Target="../embeddings/oleObject484.bin"/><Relationship Id="rId10" Type="http://schemas.openxmlformats.org/officeDocument/2006/relationships/image" Target="../media/image479.wmf"/><Relationship Id="rId1" Type="http://schemas.openxmlformats.org/officeDocument/2006/relationships/oleObject" Target="../embeddings/oleObject479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7.bin"/><Relationship Id="rId8" Type="http://schemas.openxmlformats.org/officeDocument/2006/relationships/image" Target="../media/image492.wmf"/><Relationship Id="rId7" Type="http://schemas.openxmlformats.org/officeDocument/2006/relationships/oleObject" Target="../embeddings/oleObject496.bin"/><Relationship Id="rId6" Type="http://schemas.openxmlformats.org/officeDocument/2006/relationships/image" Target="../media/image491.wmf"/><Relationship Id="rId5" Type="http://schemas.openxmlformats.org/officeDocument/2006/relationships/oleObject" Target="../embeddings/oleObject495.bin"/><Relationship Id="rId4" Type="http://schemas.openxmlformats.org/officeDocument/2006/relationships/image" Target="../media/image490.wmf"/><Relationship Id="rId34" Type="http://schemas.openxmlformats.org/officeDocument/2006/relationships/vmlDrawing" Target="../drawings/vmlDrawing34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504.wmf"/><Relationship Id="rId31" Type="http://schemas.openxmlformats.org/officeDocument/2006/relationships/oleObject" Target="../embeddings/oleObject508.bin"/><Relationship Id="rId30" Type="http://schemas.openxmlformats.org/officeDocument/2006/relationships/image" Target="../media/image503.wmf"/><Relationship Id="rId3" Type="http://schemas.openxmlformats.org/officeDocument/2006/relationships/oleObject" Target="../embeddings/oleObject494.bin"/><Relationship Id="rId29" Type="http://schemas.openxmlformats.org/officeDocument/2006/relationships/oleObject" Target="../embeddings/oleObject507.bin"/><Relationship Id="rId28" Type="http://schemas.openxmlformats.org/officeDocument/2006/relationships/image" Target="../media/image502.wmf"/><Relationship Id="rId27" Type="http://schemas.openxmlformats.org/officeDocument/2006/relationships/oleObject" Target="../embeddings/oleObject506.bin"/><Relationship Id="rId26" Type="http://schemas.openxmlformats.org/officeDocument/2006/relationships/image" Target="../media/image501.wmf"/><Relationship Id="rId25" Type="http://schemas.openxmlformats.org/officeDocument/2006/relationships/oleObject" Target="../embeddings/oleObject505.bin"/><Relationship Id="rId24" Type="http://schemas.openxmlformats.org/officeDocument/2006/relationships/image" Target="../media/image500.wmf"/><Relationship Id="rId23" Type="http://schemas.openxmlformats.org/officeDocument/2006/relationships/oleObject" Target="../embeddings/oleObject504.bin"/><Relationship Id="rId22" Type="http://schemas.openxmlformats.org/officeDocument/2006/relationships/image" Target="../media/image499.wmf"/><Relationship Id="rId21" Type="http://schemas.openxmlformats.org/officeDocument/2006/relationships/oleObject" Target="../embeddings/oleObject503.bin"/><Relationship Id="rId20" Type="http://schemas.openxmlformats.org/officeDocument/2006/relationships/image" Target="../media/image498.wmf"/><Relationship Id="rId2" Type="http://schemas.openxmlformats.org/officeDocument/2006/relationships/image" Target="../media/image489.wmf"/><Relationship Id="rId19" Type="http://schemas.openxmlformats.org/officeDocument/2006/relationships/oleObject" Target="../embeddings/oleObject502.bin"/><Relationship Id="rId18" Type="http://schemas.openxmlformats.org/officeDocument/2006/relationships/image" Target="../media/image497.wmf"/><Relationship Id="rId17" Type="http://schemas.openxmlformats.org/officeDocument/2006/relationships/oleObject" Target="../embeddings/oleObject501.bin"/><Relationship Id="rId16" Type="http://schemas.openxmlformats.org/officeDocument/2006/relationships/image" Target="../media/image496.wmf"/><Relationship Id="rId15" Type="http://schemas.openxmlformats.org/officeDocument/2006/relationships/oleObject" Target="../embeddings/oleObject500.bin"/><Relationship Id="rId14" Type="http://schemas.openxmlformats.org/officeDocument/2006/relationships/image" Target="../media/image495.wmf"/><Relationship Id="rId13" Type="http://schemas.openxmlformats.org/officeDocument/2006/relationships/oleObject" Target="../embeddings/oleObject499.bin"/><Relationship Id="rId12" Type="http://schemas.openxmlformats.org/officeDocument/2006/relationships/image" Target="../media/image494.wmf"/><Relationship Id="rId11" Type="http://schemas.openxmlformats.org/officeDocument/2006/relationships/oleObject" Target="../embeddings/oleObject498.bin"/><Relationship Id="rId10" Type="http://schemas.openxmlformats.org/officeDocument/2006/relationships/image" Target="../media/image493.wmf"/><Relationship Id="rId1" Type="http://schemas.openxmlformats.org/officeDocument/2006/relationships/oleObject" Target="../embeddings/oleObject493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3.bin"/><Relationship Id="rId8" Type="http://schemas.openxmlformats.org/officeDocument/2006/relationships/image" Target="../media/image508.wmf"/><Relationship Id="rId7" Type="http://schemas.openxmlformats.org/officeDocument/2006/relationships/oleObject" Target="../embeddings/oleObject512.bin"/><Relationship Id="rId6" Type="http://schemas.openxmlformats.org/officeDocument/2006/relationships/image" Target="../media/image507.wmf"/><Relationship Id="rId5" Type="http://schemas.openxmlformats.org/officeDocument/2006/relationships/oleObject" Target="../embeddings/oleObject511.bin"/><Relationship Id="rId4" Type="http://schemas.openxmlformats.org/officeDocument/2006/relationships/image" Target="../media/image506.wmf"/><Relationship Id="rId34" Type="http://schemas.openxmlformats.org/officeDocument/2006/relationships/vmlDrawing" Target="../drawings/vmlDrawing35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520.wmf"/><Relationship Id="rId31" Type="http://schemas.openxmlformats.org/officeDocument/2006/relationships/oleObject" Target="../embeddings/oleObject524.bin"/><Relationship Id="rId30" Type="http://schemas.openxmlformats.org/officeDocument/2006/relationships/image" Target="../media/image519.wmf"/><Relationship Id="rId3" Type="http://schemas.openxmlformats.org/officeDocument/2006/relationships/oleObject" Target="../embeddings/oleObject510.bin"/><Relationship Id="rId29" Type="http://schemas.openxmlformats.org/officeDocument/2006/relationships/oleObject" Target="../embeddings/oleObject523.bin"/><Relationship Id="rId28" Type="http://schemas.openxmlformats.org/officeDocument/2006/relationships/image" Target="../media/image518.wmf"/><Relationship Id="rId27" Type="http://schemas.openxmlformats.org/officeDocument/2006/relationships/oleObject" Target="../embeddings/oleObject522.bin"/><Relationship Id="rId26" Type="http://schemas.openxmlformats.org/officeDocument/2006/relationships/image" Target="../media/image517.wmf"/><Relationship Id="rId25" Type="http://schemas.openxmlformats.org/officeDocument/2006/relationships/oleObject" Target="../embeddings/oleObject521.bin"/><Relationship Id="rId24" Type="http://schemas.openxmlformats.org/officeDocument/2006/relationships/image" Target="../media/image516.wmf"/><Relationship Id="rId23" Type="http://schemas.openxmlformats.org/officeDocument/2006/relationships/oleObject" Target="../embeddings/oleObject520.bin"/><Relationship Id="rId22" Type="http://schemas.openxmlformats.org/officeDocument/2006/relationships/image" Target="../media/image515.wmf"/><Relationship Id="rId21" Type="http://schemas.openxmlformats.org/officeDocument/2006/relationships/oleObject" Target="../embeddings/oleObject519.bin"/><Relationship Id="rId20" Type="http://schemas.openxmlformats.org/officeDocument/2006/relationships/image" Target="../media/image514.wmf"/><Relationship Id="rId2" Type="http://schemas.openxmlformats.org/officeDocument/2006/relationships/image" Target="../media/image505.wmf"/><Relationship Id="rId19" Type="http://schemas.openxmlformats.org/officeDocument/2006/relationships/oleObject" Target="../embeddings/oleObject518.bin"/><Relationship Id="rId18" Type="http://schemas.openxmlformats.org/officeDocument/2006/relationships/image" Target="../media/image513.wmf"/><Relationship Id="rId17" Type="http://schemas.openxmlformats.org/officeDocument/2006/relationships/oleObject" Target="../embeddings/oleObject517.bin"/><Relationship Id="rId16" Type="http://schemas.openxmlformats.org/officeDocument/2006/relationships/image" Target="../media/image512.wmf"/><Relationship Id="rId15" Type="http://schemas.openxmlformats.org/officeDocument/2006/relationships/oleObject" Target="../embeddings/oleObject516.bin"/><Relationship Id="rId14" Type="http://schemas.openxmlformats.org/officeDocument/2006/relationships/image" Target="../media/image511.wmf"/><Relationship Id="rId13" Type="http://schemas.openxmlformats.org/officeDocument/2006/relationships/oleObject" Target="../embeddings/oleObject515.bin"/><Relationship Id="rId12" Type="http://schemas.openxmlformats.org/officeDocument/2006/relationships/image" Target="../media/image510.wmf"/><Relationship Id="rId11" Type="http://schemas.openxmlformats.org/officeDocument/2006/relationships/oleObject" Target="../embeddings/oleObject514.bin"/><Relationship Id="rId10" Type="http://schemas.openxmlformats.org/officeDocument/2006/relationships/image" Target="../media/image509.wmf"/><Relationship Id="rId1" Type="http://schemas.openxmlformats.org/officeDocument/2006/relationships/oleObject" Target="../embeddings/oleObject509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9.bin"/><Relationship Id="rId8" Type="http://schemas.openxmlformats.org/officeDocument/2006/relationships/image" Target="../media/image524.wmf"/><Relationship Id="rId7" Type="http://schemas.openxmlformats.org/officeDocument/2006/relationships/oleObject" Target="../embeddings/oleObject528.bin"/><Relationship Id="rId6" Type="http://schemas.openxmlformats.org/officeDocument/2006/relationships/image" Target="../media/image523.wmf"/><Relationship Id="rId5" Type="http://schemas.openxmlformats.org/officeDocument/2006/relationships/oleObject" Target="../embeddings/oleObject527.bin"/><Relationship Id="rId40" Type="http://schemas.openxmlformats.org/officeDocument/2006/relationships/vmlDrawing" Target="../drawings/vmlDrawing36.vml"/><Relationship Id="rId4" Type="http://schemas.openxmlformats.org/officeDocument/2006/relationships/image" Target="../media/image522.wmf"/><Relationship Id="rId39" Type="http://schemas.openxmlformats.org/officeDocument/2006/relationships/slideLayout" Target="../slideLayouts/slideLayout18.xml"/><Relationship Id="rId38" Type="http://schemas.openxmlformats.org/officeDocument/2006/relationships/image" Target="../media/image539.wmf"/><Relationship Id="rId37" Type="http://schemas.openxmlformats.org/officeDocument/2006/relationships/oleObject" Target="../embeddings/oleObject543.bin"/><Relationship Id="rId36" Type="http://schemas.openxmlformats.org/officeDocument/2006/relationships/image" Target="../media/image538.wmf"/><Relationship Id="rId35" Type="http://schemas.openxmlformats.org/officeDocument/2006/relationships/oleObject" Target="../embeddings/oleObject542.bin"/><Relationship Id="rId34" Type="http://schemas.openxmlformats.org/officeDocument/2006/relationships/image" Target="../media/image537.wmf"/><Relationship Id="rId33" Type="http://schemas.openxmlformats.org/officeDocument/2006/relationships/oleObject" Target="../embeddings/oleObject541.bin"/><Relationship Id="rId32" Type="http://schemas.openxmlformats.org/officeDocument/2006/relationships/image" Target="../media/image536.wmf"/><Relationship Id="rId31" Type="http://schemas.openxmlformats.org/officeDocument/2006/relationships/oleObject" Target="../embeddings/oleObject540.bin"/><Relationship Id="rId30" Type="http://schemas.openxmlformats.org/officeDocument/2006/relationships/image" Target="../media/image535.wmf"/><Relationship Id="rId3" Type="http://schemas.openxmlformats.org/officeDocument/2006/relationships/oleObject" Target="../embeddings/oleObject526.bin"/><Relationship Id="rId29" Type="http://schemas.openxmlformats.org/officeDocument/2006/relationships/oleObject" Target="../embeddings/oleObject539.bin"/><Relationship Id="rId28" Type="http://schemas.openxmlformats.org/officeDocument/2006/relationships/image" Target="../media/image534.wmf"/><Relationship Id="rId27" Type="http://schemas.openxmlformats.org/officeDocument/2006/relationships/oleObject" Target="../embeddings/oleObject538.bin"/><Relationship Id="rId26" Type="http://schemas.openxmlformats.org/officeDocument/2006/relationships/image" Target="../media/image533.wmf"/><Relationship Id="rId25" Type="http://schemas.openxmlformats.org/officeDocument/2006/relationships/oleObject" Target="../embeddings/oleObject537.bin"/><Relationship Id="rId24" Type="http://schemas.openxmlformats.org/officeDocument/2006/relationships/image" Target="../media/image532.wmf"/><Relationship Id="rId23" Type="http://schemas.openxmlformats.org/officeDocument/2006/relationships/oleObject" Target="../embeddings/oleObject536.bin"/><Relationship Id="rId22" Type="http://schemas.openxmlformats.org/officeDocument/2006/relationships/image" Target="../media/image531.wmf"/><Relationship Id="rId21" Type="http://schemas.openxmlformats.org/officeDocument/2006/relationships/oleObject" Target="../embeddings/oleObject535.bin"/><Relationship Id="rId20" Type="http://schemas.openxmlformats.org/officeDocument/2006/relationships/image" Target="../media/image530.wmf"/><Relationship Id="rId2" Type="http://schemas.openxmlformats.org/officeDocument/2006/relationships/image" Target="../media/image521.wmf"/><Relationship Id="rId19" Type="http://schemas.openxmlformats.org/officeDocument/2006/relationships/oleObject" Target="../embeddings/oleObject534.bin"/><Relationship Id="rId18" Type="http://schemas.openxmlformats.org/officeDocument/2006/relationships/image" Target="../media/image529.wmf"/><Relationship Id="rId17" Type="http://schemas.openxmlformats.org/officeDocument/2006/relationships/oleObject" Target="../embeddings/oleObject533.bin"/><Relationship Id="rId16" Type="http://schemas.openxmlformats.org/officeDocument/2006/relationships/image" Target="../media/image528.wmf"/><Relationship Id="rId15" Type="http://schemas.openxmlformats.org/officeDocument/2006/relationships/oleObject" Target="../embeddings/oleObject532.bin"/><Relationship Id="rId14" Type="http://schemas.openxmlformats.org/officeDocument/2006/relationships/image" Target="../media/image527.wmf"/><Relationship Id="rId13" Type="http://schemas.openxmlformats.org/officeDocument/2006/relationships/oleObject" Target="../embeddings/oleObject531.bin"/><Relationship Id="rId12" Type="http://schemas.openxmlformats.org/officeDocument/2006/relationships/image" Target="../media/image526.wmf"/><Relationship Id="rId11" Type="http://schemas.openxmlformats.org/officeDocument/2006/relationships/oleObject" Target="../embeddings/oleObject530.bin"/><Relationship Id="rId10" Type="http://schemas.openxmlformats.org/officeDocument/2006/relationships/image" Target="../media/image525.wmf"/><Relationship Id="rId1" Type="http://schemas.openxmlformats.org/officeDocument/2006/relationships/oleObject" Target="../embeddings/oleObject525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8.bin"/><Relationship Id="rId8" Type="http://schemas.openxmlformats.org/officeDocument/2006/relationships/image" Target="../media/image543.wmf"/><Relationship Id="rId7" Type="http://schemas.openxmlformats.org/officeDocument/2006/relationships/oleObject" Target="../embeddings/oleObject547.bin"/><Relationship Id="rId6" Type="http://schemas.openxmlformats.org/officeDocument/2006/relationships/image" Target="../media/image542.wmf"/><Relationship Id="rId5" Type="http://schemas.openxmlformats.org/officeDocument/2006/relationships/oleObject" Target="../embeddings/oleObject546.bin"/><Relationship Id="rId4" Type="http://schemas.openxmlformats.org/officeDocument/2006/relationships/image" Target="../media/image541.wmf"/><Relationship Id="rId38" Type="http://schemas.openxmlformats.org/officeDocument/2006/relationships/vmlDrawing" Target="../drawings/vmlDrawing37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557.wmf"/><Relationship Id="rId35" Type="http://schemas.openxmlformats.org/officeDocument/2006/relationships/oleObject" Target="../embeddings/oleObject561.bin"/><Relationship Id="rId34" Type="http://schemas.openxmlformats.org/officeDocument/2006/relationships/image" Target="../media/image556.wmf"/><Relationship Id="rId33" Type="http://schemas.openxmlformats.org/officeDocument/2006/relationships/oleObject" Target="../embeddings/oleObject560.bin"/><Relationship Id="rId32" Type="http://schemas.openxmlformats.org/officeDocument/2006/relationships/image" Target="../media/image555.wmf"/><Relationship Id="rId31" Type="http://schemas.openxmlformats.org/officeDocument/2006/relationships/oleObject" Target="../embeddings/oleObject559.bin"/><Relationship Id="rId30" Type="http://schemas.openxmlformats.org/officeDocument/2006/relationships/image" Target="../media/image554.wmf"/><Relationship Id="rId3" Type="http://schemas.openxmlformats.org/officeDocument/2006/relationships/oleObject" Target="../embeddings/oleObject545.bin"/><Relationship Id="rId29" Type="http://schemas.openxmlformats.org/officeDocument/2006/relationships/oleObject" Target="../embeddings/oleObject558.bin"/><Relationship Id="rId28" Type="http://schemas.openxmlformats.org/officeDocument/2006/relationships/image" Target="../media/image553.wmf"/><Relationship Id="rId27" Type="http://schemas.openxmlformats.org/officeDocument/2006/relationships/oleObject" Target="../embeddings/oleObject557.bin"/><Relationship Id="rId26" Type="http://schemas.openxmlformats.org/officeDocument/2006/relationships/image" Target="../media/image552.wmf"/><Relationship Id="rId25" Type="http://schemas.openxmlformats.org/officeDocument/2006/relationships/oleObject" Target="../embeddings/oleObject556.bin"/><Relationship Id="rId24" Type="http://schemas.openxmlformats.org/officeDocument/2006/relationships/image" Target="../media/image551.wmf"/><Relationship Id="rId23" Type="http://schemas.openxmlformats.org/officeDocument/2006/relationships/oleObject" Target="../embeddings/oleObject555.bin"/><Relationship Id="rId22" Type="http://schemas.openxmlformats.org/officeDocument/2006/relationships/image" Target="../media/image550.wmf"/><Relationship Id="rId21" Type="http://schemas.openxmlformats.org/officeDocument/2006/relationships/oleObject" Target="../embeddings/oleObject554.bin"/><Relationship Id="rId20" Type="http://schemas.openxmlformats.org/officeDocument/2006/relationships/image" Target="../media/image549.wmf"/><Relationship Id="rId2" Type="http://schemas.openxmlformats.org/officeDocument/2006/relationships/image" Target="../media/image540.wmf"/><Relationship Id="rId19" Type="http://schemas.openxmlformats.org/officeDocument/2006/relationships/oleObject" Target="../embeddings/oleObject553.bin"/><Relationship Id="rId18" Type="http://schemas.openxmlformats.org/officeDocument/2006/relationships/image" Target="../media/image548.wmf"/><Relationship Id="rId17" Type="http://schemas.openxmlformats.org/officeDocument/2006/relationships/oleObject" Target="../embeddings/oleObject552.bin"/><Relationship Id="rId16" Type="http://schemas.openxmlformats.org/officeDocument/2006/relationships/image" Target="../media/image547.wmf"/><Relationship Id="rId15" Type="http://schemas.openxmlformats.org/officeDocument/2006/relationships/oleObject" Target="../embeddings/oleObject551.bin"/><Relationship Id="rId14" Type="http://schemas.openxmlformats.org/officeDocument/2006/relationships/image" Target="../media/image546.wmf"/><Relationship Id="rId13" Type="http://schemas.openxmlformats.org/officeDocument/2006/relationships/oleObject" Target="../embeddings/oleObject550.bin"/><Relationship Id="rId12" Type="http://schemas.openxmlformats.org/officeDocument/2006/relationships/image" Target="../media/image545.wmf"/><Relationship Id="rId11" Type="http://schemas.openxmlformats.org/officeDocument/2006/relationships/oleObject" Target="../embeddings/oleObject549.bin"/><Relationship Id="rId10" Type="http://schemas.openxmlformats.org/officeDocument/2006/relationships/image" Target="../media/image544.wmf"/><Relationship Id="rId1" Type="http://schemas.openxmlformats.org/officeDocument/2006/relationships/oleObject" Target="../embeddings/oleObject544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6.bin"/><Relationship Id="rId8" Type="http://schemas.openxmlformats.org/officeDocument/2006/relationships/image" Target="../media/image561.wmf"/><Relationship Id="rId7" Type="http://schemas.openxmlformats.org/officeDocument/2006/relationships/oleObject" Target="../embeddings/oleObject565.bin"/><Relationship Id="rId6" Type="http://schemas.openxmlformats.org/officeDocument/2006/relationships/image" Target="../media/image560.wmf"/><Relationship Id="rId5" Type="http://schemas.openxmlformats.org/officeDocument/2006/relationships/oleObject" Target="../embeddings/oleObject564.bin"/><Relationship Id="rId4" Type="http://schemas.openxmlformats.org/officeDocument/2006/relationships/image" Target="../media/image559.wmf"/><Relationship Id="rId32" Type="http://schemas.openxmlformats.org/officeDocument/2006/relationships/vmlDrawing" Target="../drawings/vmlDrawing38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572.wmf"/><Relationship Id="rId3" Type="http://schemas.openxmlformats.org/officeDocument/2006/relationships/oleObject" Target="../embeddings/oleObject563.bin"/><Relationship Id="rId29" Type="http://schemas.openxmlformats.org/officeDocument/2006/relationships/oleObject" Target="../embeddings/oleObject576.bin"/><Relationship Id="rId28" Type="http://schemas.openxmlformats.org/officeDocument/2006/relationships/image" Target="../media/image571.wmf"/><Relationship Id="rId27" Type="http://schemas.openxmlformats.org/officeDocument/2006/relationships/oleObject" Target="../embeddings/oleObject575.bin"/><Relationship Id="rId26" Type="http://schemas.openxmlformats.org/officeDocument/2006/relationships/image" Target="../media/image570.wmf"/><Relationship Id="rId25" Type="http://schemas.openxmlformats.org/officeDocument/2006/relationships/oleObject" Target="../embeddings/oleObject574.bin"/><Relationship Id="rId24" Type="http://schemas.openxmlformats.org/officeDocument/2006/relationships/image" Target="../media/image569.wmf"/><Relationship Id="rId23" Type="http://schemas.openxmlformats.org/officeDocument/2006/relationships/oleObject" Target="../embeddings/oleObject573.bin"/><Relationship Id="rId22" Type="http://schemas.openxmlformats.org/officeDocument/2006/relationships/image" Target="../media/image568.wmf"/><Relationship Id="rId21" Type="http://schemas.openxmlformats.org/officeDocument/2006/relationships/oleObject" Target="../embeddings/oleObject572.bin"/><Relationship Id="rId20" Type="http://schemas.openxmlformats.org/officeDocument/2006/relationships/image" Target="../media/image567.wmf"/><Relationship Id="rId2" Type="http://schemas.openxmlformats.org/officeDocument/2006/relationships/image" Target="../media/image558.wmf"/><Relationship Id="rId19" Type="http://schemas.openxmlformats.org/officeDocument/2006/relationships/oleObject" Target="../embeddings/oleObject571.bin"/><Relationship Id="rId18" Type="http://schemas.openxmlformats.org/officeDocument/2006/relationships/image" Target="../media/image566.wmf"/><Relationship Id="rId17" Type="http://schemas.openxmlformats.org/officeDocument/2006/relationships/oleObject" Target="../embeddings/oleObject570.bin"/><Relationship Id="rId16" Type="http://schemas.openxmlformats.org/officeDocument/2006/relationships/image" Target="../media/image565.wmf"/><Relationship Id="rId15" Type="http://schemas.openxmlformats.org/officeDocument/2006/relationships/oleObject" Target="../embeddings/oleObject569.bin"/><Relationship Id="rId14" Type="http://schemas.openxmlformats.org/officeDocument/2006/relationships/image" Target="../media/image564.wmf"/><Relationship Id="rId13" Type="http://schemas.openxmlformats.org/officeDocument/2006/relationships/oleObject" Target="../embeddings/oleObject568.bin"/><Relationship Id="rId12" Type="http://schemas.openxmlformats.org/officeDocument/2006/relationships/image" Target="../media/image563.wmf"/><Relationship Id="rId11" Type="http://schemas.openxmlformats.org/officeDocument/2006/relationships/oleObject" Target="../embeddings/oleObject567.bin"/><Relationship Id="rId10" Type="http://schemas.openxmlformats.org/officeDocument/2006/relationships/image" Target="../media/image562.wmf"/><Relationship Id="rId1" Type="http://schemas.openxmlformats.org/officeDocument/2006/relationships/oleObject" Target="../embeddings/oleObject562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1.bin"/><Relationship Id="rId8" Type="http://schemas.openxmlformats.org/officeDocument/2006/relationships/image" Target="../media/image576.wmf"/><Relationship Id="rId7" Type="http://schemas.openxmlformats.org/officeDocument/2006/relationships/oleObject" Target="../embeddings/oleObject580.bin"/><Relationship Id="rId66" Type="http://schemas.openxmlformats.org/officeDocument/2006/relationships/vmlDrawing" Target="../drawings/vmlDrawing39.vml"/><Relationship Id="rId65" Type="http://schemas.openxmlformats.org/officeDocument/2006/relationships/slideLayout" Target="../slideLayouts/slideLayout18.xml"/><Relationship Id="rId64" Type="http://schemas.openxmlformats.org/officeDocument/2006/relationships/image" Target="../media/image604.wmf"/><Relationship Id="rId63" Type="http://schemas.openxmlformats.org/officeDocument/2006/relationships/oleObject" Target="../embeddings/oleObject608.bin"/><Relationship Id="rId62" Type="http://schemas.openxmlformats.org/officeDocument/2006/relationships/image" Target="../media/image603.wmf"/><Relationship Id="rId61" Type="http://schemas.openxmlformats.org/officeDocument/2006/relationships/oleObject" Target="../embeddings/oleObject607.bin"/><Relationship Id="rId60" Type="http://schemas.openxmlformats.org/officeDocument/2006/relationships/image" Target="../media/image602.wmf"/><Relationship Id="rId6" Type="http://schemas.openxmlformats.org/officeDocument/2006/relationships/image" Target="../media/image575.wmf"/><Relationship Id="rId59" Type="http://schemas.openxmlformats.org/officeDocument/2006/relationships/oleObject" Target="../embeddings/oleObject606.bin"/><Relationship Id="rId58" Type="http://schemas.openxmlformats.org/officeDocument/2006/relationships/image" Target="../media/image601.wmf"/><Relationship Id="rId57" Type="http://schemas.openxmlformats.org/officeDocument/2006/relationships/oleObject" Target="../embeddings/oleObject605.bin"/><Relationship Id="rId56" Type="http://schemas.openxmlformats.org/officeDocument/2006/relationships/image" Target="../media/image600.wmf"/><Relationship Id="rId55" Type="http://schemas.openxmlformats.org/officeDocument/2006/relationships/oleObject" Target="../embeddings/oleObject604.bin"/><Relationship Id="rId54" Type="http://schemas.openxmlformats.org/officeDocument/2006/relationships/image" Target="../media/image599.wmf"/><Relationship Id="rId53" Type="http://schemas.openxmlformats.org/officeDocument/2006/relationships/oleObject" Target="../embeddings/oleObject603.bin"/><Relationship Id="rId52" Type="http://schemas.openxmlformats.org/officeDocument/2006/relationships/image" Target="../media/image598.wmf"/><Relationship Id="rId51" Type="http://schemas.openxmlformats.org/officeDocument/2006/relationships/oleObject" Target="../embeddings/oleObject602.bin"/><Relationship Id="rId50" Type="http://schemas.openxmlformats.org/officeDocument/2006/relationships/image" Target="../media/image597.wmf"/><Relationship Id="rId5" Type="http://schemas.openxmlformats.org/officeDocument/2006/relationships/oleObject" Target="../embeddings/oleObject579.bin"/><Relationship Id="rId49" Type="http://schemas.openxmlformats.org/officeDocument/2006/relationships/oleObject" Target="../embeddings/oleObject601.bin"/><Relationship Id="rId48" Type="http://schemas.openxmlformats.org/officeDocument/2006/relationships/image" Target="../media/image596.wmf"/><Relationship Id="rId47" Type="http://schemas.openxmlformats.org/officeDocument/2006/relationships/oleObject" Target="../embeddings/oleObject600.bin"/><Relationship Id="rId46" Type="http://schemas.openxmlformats.org/officeDocument/2006/relationships/image" Target="../media/image595.wmf"/><Relationship Id="rId45" Type="http://schemas.openxmlformats.org/officeDocument/2006/relationships/oleObject" Target="../embeddings/oleObject599.bin"/><Relationship Id="rId44" Type="http://schemas.openxmlformats.org/officeDocument/2006/relationships/image" Target="../media/image594.wmf"/><Relationship Id="rId43" Type="http://schemas.openxmlformats.org/officeDocument/2006/relationships/oleObject" Target="../embeddings/oleObject598.bin"/><Relationship Id="rId42" Type="http://schemas.openxmlformats.org/officeDocument/2006/relationships/image" Target="../media/image593.wmf"/><Relationship Id="rId41" Type="http://schemas.openxmlformats.org/officeDocument/2006/relationships/oleObject" Target="../embeddings/oleObject597.bin"/><Relationship Id="rId40" Type="http://schemas.openxmlformats.org/officeDocument/2006/relationships/image" Target="../media/image592.wmf"/><Relationship Id="rId4" Type="http://schemas.openxmlformats.org/officeDocument/2006/relationships/image" Target="../media/image574.wmf"/><Relationship Id="rId39" Type="http://schemas.openxmlformats.org/officeDocument/2006/relationships/oleObject" Target="../embeddings/oleObject596.bin"/><Relationship Id="rId38" Type="http://schemas.openxmlformats.org/officeDocument/2006/relationships/image" Target="../media/image591.wmf"/><Relationship Id="rId37" Type="http://schemas.openxmlformats.org/officeDocument/2006/relationships/oleObject" Target="../embeddings/oleObject595.bin"/><Relationship Id="rId36" Type="http://schemas.openxmlformats.org/officeDocument/2006/relationships/image" Target="../media/image590.wmf"/><Relationship Id="rId35" Type="http://schemas.openxmlformats.org/officeDocument/2006/relationships/oleObject" Target="../embeddings/oleObject594.bin"/><Relationship Id="rId34" Type="http://schemas.openxmlformats.org/officeDocument/2006/relationships/image" Target="../media/image589.wmf"/><Relationship Id="rId33" Type="http://schemas.openxmlformats.org/officeDocument/2006/relationships/oleObject" Target="../embeddings/oleObject593.bin"/><Relationship Id="rId32" Type="http://schemas.openxmlformats.org/officeDocument/2006/relationships/image" Target="../media/image588.wmf"/><Relationship Id="rId31" Type="http://schemas.openxmlformats.org/officeDocument/2006/relationships/oleObject" Target="../embeddings/oleObject592.bin"/><Relationship Id="rId30" Type="http://schemas.openxmlformats.org/officeDocument/2006/relationships/image" Target="../media/image587.wmf"/><Relationship Id="rId3" Type="http://schemas.openxmlformats.org/officeDocument/2006/relationships/oleObject" Target="../embeddings/oleObject578.bin"/><Relationship Id="rId29" Type="http://schemas.openxmlformats.org/officeDocument/2006/relationships/oleObject" Target="../embeddings/oleObject591.bin"/><Relationship Id="rId28" Type="http://schemas.openxmlformats.org/officeDocument/2006/relationships/image" Target="../media/image586.wmf"/><Relationship Id="rId27" Type="http://schemas.openxmlformats.org/officeDocument/2006/relationships/oleObject" Target="../embeddings/oleObject590.bin"/><Relationship Id="rId26" Type="http://schemas.openxmlformats.org/officeDocument/2006/relationships/image" Target="../media/image585.wmf"/><Relationship Id="rId25" Type="http://schemas.openxmlformats.org/officeDocument/2006/relationships/oleObject" Target="../embeddings/oleObject589.bin"/><Relationship Id="rId24" Type="http://schemas.openxmlformats.org/officeDocument/2006/relationships/image" Target="../media/image584.wmf"/><Relationship Id="rId23" Type="http://schemas.openxmlformats.org/officeDocument/2006/relationships/oleObject" Target="../embeddings/oleObject588.bin"/><Relationship Id="rId22" Type="http://schemas.openxmlformats.org/officeDocument/2006/relationships/image" Target="../media/image583.wmf"/><Relationship Id="rId21" Type="http://schemas.openxmlformats.org/officeDocument/2006/relationships/oleObject" Target="../embeddings/oleObject587.bin"/><Relationship Id="rId20" Type="http://schemas.openxmlformats.org/officeDocument/2006/relationships/image" Target="../media/image582.wmf"/><Relationship Id="rId2" Type="http://schemas.openxmlformats.org/officeDocument/2006/relationships/image" Target="../media/image573.wmf"/><Relationship Id="rId19" Type="http://schemas.openxmlformats.org/officeDocument/2006/relationships/oleObject" Target="../embeddings/oleObject586.bin"/><Relationship Id="rId18" Type="http://schemas.openxmlformats.org/officeDocument/2006/relationships/image" Target="../media/image581.wmf"/><Relationship Id="rId17" Type="http://schemas.openxmlformats.org/officeDocument/2006/relationships/oleObject" Target="../embeddings/oleObject585.bin"/><Relationship Id="rId16" Type="http://schemas.openxmlformats.org/officeDocument/2006/relationships/image" Target="../media/image580.wmf"/><Relationship Id="rId15" Type="http://schemas.openxmlformats.org/officeDocument/2006/relationships/oleObject" Target="../embeddings/oleObject584.bin"/><Relationship Id="rId14" Type="http://schemas.openxmlformats.org/officeDocument/2006/relationships/image" Target="../media/image579.wmf"/><Relationship Id="rId13" Type="http://schemas.openxmlformats.org/officeDocument/2006/relationships/oleObject" Target="../embeddings/oleObject583.bin"/><Relationship Id="rId12" Type="http://schemas.openxmlformats.org/officeDocument/2006/relationships/image" Target="../media/image578.wmf"/><Relationship Id="rId11" Type="http://schemas.openxmlformats.org/officeDocument/2006/relationships/oleObject" Target="../embeddings/oleObject582.bin"/><Relationship Id="rId10" Type="http://schemas.openxmlformats.org/officeDocument/2006/relationships/image" Target="../media/image577.wmf"/><Relationship Id="rId1" Type="http://schemas.openxmlformats.org/officeDocument/2006/relationships/oleObject" Target="../embeddings/oleObject577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3.bin"/><Relationship Id="rId8" Type="http://schemas.openxmlformats.org/officeDocument/2006/relationships/image" Target="../media/image608.wmf"/><Relationship Id="rId7" Type="http://schemas.openxmlformats.org/officeDocument/2006/relationships/oleObject" Target="../embeddings/oleObject612.bin"/><Relationship Id="rId6" Type="http://schemas.openxmlformats.org/officeDocument/2006/relationships/image" Target="../media/image607.wmf"/><Relationship Id="rId5" Type="http://schemas.openxmlformats.org/officeDocument/2006/relationships/oleObject" Target="../embeddings/oleObject611.bin"/><Relationship Id="rId4" Type="http://schemas.openxmlformats.org/officeDocument/2006/relationships/image" Target="../media/image606.wmf"/><Relationship Id="rId32" Type="http://schemas.openxmlformats.org/officeDocument/2006/relationships/vmlDrawing" Target="../drawings/vmlDrawing40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619.wmf"/><Relationship Id="rId3" Type="http://schemas.openxmlformats.org/officeDocument/2006/relationships/oleObject" Target="../embeddings/oleObject610.bin"/><Relationship Id="rId29" Type="http://schemas.openxmlformats.org/officeDocument/2006/relationships/oleObject" Target="../embeddings/oleObject623.bin"/><Relationship Id="rId28" Type="http://schemas.openxmlformats.org/officeDocument/2006/relationships/image" Target="../media/image618.wmf"/><Relationship Id="rId27" Type="http://schemas.openxmlformats.org/officeDocument/2006/relationships/oleObject" Target="../embeddings/oleObject622.bin"/><Relationship Id="rId26" Type="http://schemas.openxmlformats.org/officeDocument/2006/relationships/image" Target="../media/image617.wmf"/><Relationship Id="rId25" Type="http://schemas.openxmlformats.org/officeDocument/2006/relationships/oleObject" Target="../embeddings/oleObject621.bin"/><Relationship Id="rId24" Type="http://schemas.openxmlformats.org/officeDocument/2006/relationships/image" Target="../media/image616.wmf"/><Relationship Id="rId23" Type="http://schemas.openxmlformats.org/officeDocument/2006/relationships/oleObject" Target="../embeddings/oleObject620.bin"/><Relationship Id="rId22" Type="http://schemas.openxmlformats.org/officeDocument/2006/relationships/image" Target="../media/image615.wmf"/><Relationship Id="rId21" Type="http://schemas.openxmlformats.org/officeDocument/2006/relationships/oleObject" Target="../embeddings/oleObject619.bin"/><Relationship Id="rId20" Type="http://schemas.openxmlformats.org/officeDocument/2006/relationships/image" Target="../media/image614.wmf"/><Relationship Id="rId2" Type="http://schemas.openxmlformats.org/officeDocument/2006/relationships/image" Target="../media/image605.wmf"/><Relationship Id="rId19" Type="http://schemas.openxmlformats.org/officeDocument/2006/relationships/oleObject" Target="../embeddings/oleObject618.bin"/><Relationship Id="rId18" Type="http://schemas.openxmlformats.org/officeDocument/2006/relationships/image" Target="../media/image613.wmf"/><Relationship Id="rId17" Type="http://schemas.openxmlformats.org/officeDocument/2006/relationships/oleObject" Target="../embeddings/oleObject617.bin"/><Relationship Id="rId16" Type="http://schemas.openxmlformats.org/officeDocument/2006/relationships/image" Target="../media/image612.wmf"/><Relationship Id="rId15" Type="http://schemas.openxmlformats.org/officeDocument/2006/relationships/oleObject" Target="../embeddings/oleObject616.bin"/><Relationship Id="rId14" Type="http://schemas.openxmlformats.org/officeDocument/2006/relationships/image" Target="../media/image611.wmf"/><Relationship Id="rId13" Type="http://schemas.openxmlformats.org/officeDocument/2006/relationships/oleObject" Target="../embeddings/oleObject615.bin"/><Relationship Id="rId12" Type="http://schemas.openxmlformats.org/officeDocument/2006/relationships/image" Target="../media/image610.wmf"/><Relationship Id="rId11" Type="http://schemas.openxmlformats.org/officeDocument/2006/relationships/oleObject" Target="../embeddings/oleObject614.bin"/><Relationship Id="rId10" Type="http://schemas.openxmlformats.org/officeDocument/2006/relationships/image" Target="../media/image609.wmf"/><Relationship Id="rId1" Type="http://schemas.openxmlformats.org/officeDocument/2006/relationships/oleObject" Target="../embeddings/oleObject609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8.bin"/><Relationship Id="rId8" Type="http://schemas.openxmlformats.org/officeDocument/2006/relationships/image" Target="../media/image623.wmf"/><Relationship Id="rId7" Type="http://schemas.openxmlformats.org/officeDocument/2006/relationships/oleObject" Target="../embeddings/oleObject627.bin"/><Relationship Id="rId6" Type="http://schemas.openxmlformats.org/officeDocument/2006/relationships/image" Target="../media/image622.wmf"/><Relationship Id="rId5" Type="http://schemas.openxmlformats.org/officeDocument/2006/relationships/oleObject" Target="../embeddings/oleObject626.bin"/><Relationship Id="rId4" Type="http://schemas.openxmlformats.org/officeDocument/2006/relationships/image" Target="../media/image621.wmf"/><Relationship Id="rId34" Type="http://schemas.openxmlformats.org/officeDocument/2006/relationships/vmlDrawing" Target="../drawings/vmlDrawing41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635.wmf"/><Relationship Id="rId31" Type="http://schemas.openxmlformats.org/officeDocument/2006/relationships/oleObject" Target="../embeddings/oleObject639.bin"/><Relationship Id="rId30" Type="http://schemas.openxmlformats.org/officeDocument/2006/relationships/image" Target="../media/image634.wmf"/><Relationship Id="rId3" Type="http://schemas.openxmlformats.org/officeDocument/2006/relationships/oleObject" Target="../embeddings/oleObject625.bin"/><Relationship Id="rId29" Type="http://schemas.openxmlformats.org/officeDocument/2006/relationships/oleObject" Target="../embeddings/oleObject638.bin"/><Relationship Id="rId28" Type="http://schemas.openxmlformats.org/officeDocument/2006/relationships/image" Target="../media/image633.wmf"/><Relationship Id="rId27" Type="http://schemas.openxmlformats.org/officeDocument/2006/relationships/oleObject" Target="../embeddings/oleObject637.bin"/><Relationship Id="rId26" Type="http://schemas.openxmlformats.org/officeDocument/2006/relationships/image" Target="../media/image632.wmf"/><Relationship Id="rId25" Type="http://schemas.openxmlformats.org/officeDocument/2006/relationships/oleObject" Target="../embeddings/oleObject636.bin"/><Relationship Id="rId24" Type="http://schemas.openxmlformats.org/officeDocument/2006/relationships/image" Target="../media/image631.wmf"/><Relationship Id="rId23" Type="http://schemas.openxmlformats.org/officeDocument/2006/relationships/oleObject" Target="../embeddings/oleObject635.bin"/><Relationship Id="rId22" Type="http://schemas.openxmlformats.org/officeDocument/2006/relationships/image" Target="../media/image630.wmf"/><Relationship Id="rId21" Type="http://schemas.openxmlformats.org/officeDocument/2006/relationships/oleObject" Target="../embeddings/oleObject634.bin"/><Relationship Id="rId20" Type="http://schemas.openxmlformats.org/officeDocument/2006/relationships/image" Target="../media/image629.wmf"/><Relationship Id="rId2" Type="http://schemas.openxmlformats.org/officeDocument/2006/relationships/image" Target="../media/image620.wmf"/><Relationship Id="rId19" Type="http://schemas.openxmlformats.org/officeDocument/2006/relationships/oleObject" Target="../embeddings/oleObject633.bin"/><Relationship Id="rId18" Type="http://schemas.openxmlformats.org/officeDocument/2006/relationships/image" Target="../media/image628.wmf"/><Relationship Id="rId17" Type="http://schemas.openxmlformats.org/officeDocument/2006/relationships/oleObject" Target="../embeddings/oleObject632.bin"/><Relationship Id="rId16" Type="http://schemas.openxmlformats.org/officeDocument/2006/relationships/image" Target="../media/image627.wmf"/><Relationship Id="rId15" Type="http://schemas.openxmlformats.org/officeDocument/2006/relationships/oleObject" Target="../embeddings/oleObject631.bin"/><Relationship Id="rId14" Type="http://schemas.openxmlformats.org/officeDocument/2006/relationships/image" Target="../media/image626.wmf"/><Relationship Id="rId13" Type="http://schemas.openxmlformats.org/officeDocument/2006/relationships/oleObject" Target="../embeddings/oleObject630.bin"/><Relationship Id="rId12" Type="http://schemas.openxmlformats.org/officeDocument/2006/relationships/image" Target="../media/image625.wmf"/><Relationship Id="rId11" Type="http://schemas.openxmlformats.org/officeDocument/2006/relationships/oleObject" Target="../embeddings/oleObject629.bin"/><Relationship Id="rId10" Type="http://schemas.openxmlformats.org/officeDocument/2006/relationships/image" Target="../media/image624.wmf"/><Relationship Id="rId1" Type="http://schemas.openxmlformats.org/officeDocument/2006/relationships/oleObject" Target="../embeddings/oleObject62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4.bin"/><Relationship Id="rId8" Type="http://schemas.openxmlformats.org/officeDocument/2006/relationships/image" Target="../media/image639.wmf"/><Relationship Id="rId7" Type="http://schemas.openxmlformats.org/officeDocument/2006/relationships/oleObject" Target="../embeddings/oleObject643.bin"/><Relationship Id="rId6" Type="http://schemas.openxmlformats.org/officeDocument/2006/relationships/image" Target="../media/image638.wmf"/><Relationship Id="rId5" Type="http://schemas.openxmlformats.org/officeDocument/2006/relationships/oleObject" Target="../embeddings/oleObject642.bin"/><Relationship Id="rId4" Type="http://schemas.openxmlformats.org/officeDocument/2006/relationships/image" Target="../media/image637.wmf"/><Relationship Id="rId30" Type="http://schemas.openxmlformats.org/officeDocument/2006/relationships/vmlDrawing" Target="../drawings/vmlDrawing42.vml"/><Relationship Id="rId3" Type="http://schemas.openxmlformats.org/officeDocument/2006/relationships/oleObject" Target="../embeddings/oleObject641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649.wmf"/><Relationship Id="rId27" Type="http://schemas.openxmlformats.org/officeDocument/2006/relationships/oleObject" Target="../embeddings/oleObject653.bin"/><Relationship Id="rId26" Type="http://schemas.openxmlformats.org/officeDocument/2006/relationships/image" Target="../media/image648.wmf"/><Relationship Id="rId25" Type="http://schemas.openxmlformats.org/officeDocument/2006/relationships/oleObject" Target="../embeddings/oleObject652.bin"/><Relationship Id="rId24" Type="http://schemas.openxmlformats.org/officeDocument/2006/relationships/image" Target="../media/image647.wmf"/><Relationship Id="rId23" Type="http://schemas.openxmlformats.org/officeDocument/2006/relationships/oleObject" Target="../embeddings/oleObject651.bin"/><Relationship Id="rId22" Type="http://schemas.openxmlformats.org/officeDocument/2006/relationships/image" Target="../media/image646.wmf"/><Relationship Id="rId21" Type="http://schemas.openxmlformats.org/officeDocument/2006/relationships/oleObject" Target="../embeddings/oleObject650.bin"/><Relationship Id="rId20" Type="http://schemas.openxmlformats.org/officeDocument/2006/relationships/image" Target="../media/image645.wmf"/><Relationship Id="rId2" Type="http://schemas.openxmlformats.org/officeDocument/2006/relationships/image" Target="../media/image636.wmf"/><Relationship Id="rId19" Type="http://schemas.openxmlformats.org/officeDocument/2006/relationships/oleObject" Target="../embeddings/oleObject649.bin"/><Relationship Id="rId18" Type="http://schemas.openxmlformats.org/officeDocument/2006/relationships/image" Target="../media/image644.wmf"/><Relationship Id="rId17" Type="http://schemas.openxmlformats.org/officeDocument/2006/relationships/oleObject" Target="../embeddings/oleObject648.bin"/><Relationship Id="rId16" Type="http://schemas.openxmlformats.org/officeDocument/2006/relationships/image" Target="../media/image643.wmf"/><Relationship Id="rId15" Type="http://schemas.openxmlformats.org/officeDocument/2006/relationships/oleObject" Target="../embeddings/oleObject647.bin"/><Relationship Id="rId14" Type="http://schemas.openxmlformats.org/officeDocument/2006/relationships/image" Target="../media/image642.wmf"/><Relationship Id="rId13" Type="http://schemas.openxmlformats.org/officeDocument/2006/relationships/oleObject" Target="../embeddings/oleObject646.bin"/><Relationship Id="rId12" Type="http://schemas.openxmlformats.org/officeDocument/2006/relationships/image" Target="../media/image641.wmf"/><Relationship Id="rId11" Type="http://schemas.openxmlformats.org/officeDocument/2006/relationships/oleObject" Target="../embeddings/oleObject645.bin"/><Relationship Id="rId10" Type="http://schemas.openxmlformats.org/officeDocument/2006/relationships/image" Target="../media/image640.wmf"/><Relationship Id="rId1" Type="http://schemas.openxmlformats.org/officeDocument/2006/relationships/oleObject" Target="../embeddings/oleObject640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8.bin"/><Relationship Id="rId8" Type="http://schemas.openxmlformats.org/officeDocument/2006/relationships/image" Target="../media/image653.wmf"/><Relationship Id="rId7" Type="http://schemas.openxmlformats.org/officeDocument/2006/relationships/oleObject" Target="../embeddings/oleObject657.bin"/><Relationship Id="rId6" Type="http://schemas.openxmlformats.org/officeDocument/2006/relationships/image" Target="../media/image652.wmf"/><Relationship Id="rId5" Type="http://schemas.openxmlformats.org/officeDocument/2006/relationships/oleObject" Target="../embeddings/oleObject656.bin"/><Relationship Id="rId4" Type="http://schemas.openxmlformats.org/officeDocument/2006/relationships/image" Target="../media/image651.wmf"/><Relationship Id="rId3" Type="http://schemas.openxmlformats.org/officeDocument/2006/relationships/oleObject" Target="../embeddings/oleObject655.bin"/><Relationship Id="rId2" Type="http://schemas.openxmlformats.org/officeDocument/2006/relationships/image" Target="../media/image650.w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656.wmf"/><Relationship Id="rId13" Type="http://schemas.openxmlformats.org/officeDocument/2006/relationships/oleObject" Target="../embeddings/oleObject660.bin"/><Relationship Id="rId12" Type="http://schemas.openxmlformats.org/officeDocument/2006/relationships/image" Target="../media/image655.wmf"/><Relationship Id="rId11" Type="http://schemas.openxmlformats.org/officeDocument/2006/relationships/oleObject" Target="../embeddings/oleObject659.bin"/><Relationship Id="rId10" Type="http://schemas.openxmlformats.org/officeDocument/2006/relationships/image" Target="../media/image654.wmf"/><Relationship Id="rId1" Type="http://schemas.openxmlformats.org/officeDocument/2006/relationships/oleObject" Target="../embeddings/oleObject654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5.bin"/><Relationship Id="rId8" Type="http://schemas.openxmlformats.org/officeDocument/2006/relationships/image" Target="../media/image660.wmf"/><Relationship Id="rId7" Type="http://schemas.openxmlformats.org/officeDocument/2006/relationships/oleObject" Target="../embeddings/oleObject664.bin"/><Relationship Id="rId6" Type="http://schemas.openxmlformats.org/officeDocument/2006/relationships/image" Target="../media/image659.wmf"/><Relationship Id="rId5" Type="http://schemas.openxmlformats.org/officeDocument/2006/relationships/oleObject" Target="../embeddings/oleObject663.bin"/><Relationship Id="rId4" Type="http://schemas.openxmlformats.org/officeDocument/2006/relationships/image" Target="../media/image658.wmf"/><Relationship Id="rId3" Type="http://schemas.openxmlformats.org/officeDocument/2006/relationships/oleObject" Target="../embeddings/oleObject662.bin"/><Relationship Id="rId2" Type="http://schemas.openxmlformats.org/officeDocument/2006/relationships/image" Target="../media/image657.wmf"/><Relationship Id="rId16" Type="http://schemas.openxmlformats.org/officeDocument/2006/relationships/vmlDrawing" Target="../drawings/vmlDrawing4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663.wmf"/><Relationship Id="rId13" Type="http://schemas.openxmlformats.org/officeDocument/2006/relationships/oleObject" Target="../embeddings/oleObject667.bin"/><Relationship Id="rId12" Type="http://schemas.openxmlformats.org/officeDocument/2006/relationships/image" Target="../media/image662.wmf"/><Relationship Id="rId11" Type="http://schemas.openxmlformats.org/officeDocument/2006/relationships/oleObject" Target="../embeddings/oleObject666.bin"/><Relationship Id="rId10" Type="http://schemas.openxmlformats.org/officeDocument/2006/relationships/image" Target="../media/image661.wmf"/><Relationship Id="rId1" Type="http://schemas.openxmlformats.org/officeDocument/2006/relationships/oleObject" Target="../embeddings/oleObject661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2.bin"/><Relationship Id="rId8" Type="http://schemas.openxmlformats.org/officeDocument/2006/relationships/image" Target="../media/image667.wmf"/><Relationship Id="rId7" Type="http://schemas.openxmlformats.org/officeDocument/2006/relationships/oleObject" Target="../embeddings/oleObject671.bin"/><Relationship Id="rId6" Type="http://schemas.openxmlformats.org/officeDocument/2006/relationships/image" Target="../media/image666.wmf"/><Relationship Id="rId5" Type="http://schemas.openxmlformats.org/officeDocument/2006/relationships/oleObject" Target="../embeddings/oleObject670.bin"/><Relationship Id="rId4" Type="http://schemas.openxmlformats.org/officeDocument/2006/relationships/image" Target="../media/image665.wmf"/><Relationship Id="rId3" Type="http://schemas.openxmlformats.org/officeDocument/2006/relationships/oleObject" Target="../embeddings/oleObject669.bin"/><Relationship Id="rId2" Type="http://schemas.openxmlformats.org/officeDocument/2006/relationships/image" Target="../media/image664.wmf"/><Relationship Id="rId12" Type="http://schemas.openxmlformats.org/officeDocument/2006/relationships/vmlDrawing" Target="../drawings/vmlDrawing4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68.wmf"/><Relationship Id="rId1" Type="http://schemas.openxmlformats.org/officeDocument/2006/relationships/oleObject" Target="../embeddings/oleObject668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650644" y="2393475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2.1.1 导数的定义与性质</a:t>
            </a:r>
            <a:endParaRPr lang="zh-CN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2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707794" y="3468171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09600" indent="-609600" eaLnBrk="0" hangingPunct="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2.1.2 函数的求导法则和公式</a:t>
            </a:r>
            <a:endParaRPr lang="zh-CN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423592" y="979655"/>
            <a:ext cx="7128792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§2.1     </a:t>
            </a:r>
            <a:r>
              <a:rPr lang="zh-CN" altLang="en-US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导数的概念</a:t>
            </a:r>
            <a:endParaRPr lang="zh-CN" altLang="en-US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041194" y="1233215"/>
            <a:ext cx="680841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2.1.1  导数的定义与性质</a:t>
            </a:r>
            <a:endParaRPr lang="zh-CN" altLang="zh-CN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93417" y="2153526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7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2915415"/>
            <a:ext cx="315996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一．导数的定义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96072" y="3677543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二．可导函数的性质 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410335" y="1208698"/>
            <a:ext cx="449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kumimoji="1" lang="zh-CN" altLang="en-US" sz="28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变速直线运动的速度</a:t>
            </a:r>
            <a:endParaRPr kumimoji="1" lang="zh-CN" altLang="en-US" sz="2800" b="1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902460" y="1768768"/>
            <a:ext cx="502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设描述质点运动位置的函数为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783705" y="1832293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28041600" imgH="9448800" progId="Equation.DSMT4">
                  <p:embed/>
                </p:oleObj>
              </mc:Choice>
              <mc:Fallback>
                <p:oleObj name="Equation" r:id="rId1" imgW="28041600" imgH="9448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83705" y="1832293"/>
                        <a:ext cx="1168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7"/>
          <p:cNvGrpSpPr/>
          <p:nvPr/>
        </p:nvGrpSpPr>
        <p:grpSpPr bwMode="auto">
          <a:xfrm>
            <a:off x="1902460" y="2367577"/>
            <a:ext cx="4343400" cy="522288"/>
            <a:chOff x="48" y="2052"/>
            <a:chExt cx="2736" cy="329"/>
          </a:xfrm>
        </p:grpSpPr>
        <p:sp>
          <p:nvSpPr>
            <p:cNvPr id="6" name="Text Box 8"/>
            <p:cNvSpPr txBox="1">
              <a:spLocks noChangeArrowheads="1"/>
            </p:cNvSpPr>
            <p:nvPr/>
          </p:nvSpPr>
          <p:spPr bwMode="auto">
            <a:xfrm>
              <a:off x="48" y="2052"/>
              <a:ext cx="273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则   到  的平均速度为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" name="Object 9"/>
            <p:cNvGraphicFramePr>
              <a:graphicFrameLocks noChangeAspect="1"/>
            </p:cNvGraphicFramePr>
            <p:nvPr/>
          </p:nvGraphicFramePr>
          <p:xfrm>
            <a:off x="452" y="2080"/>
            <a:ext cx="1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3" name="Equation" r:id="rId3" imgW="6705600" imgH="10363200" progId="Equation.DSMT4">
                    <p:embed/>
                  </p:oleObj>
                </mc:Choice>
                <mc:Fallback>
                  <p:oleObj name="Equation" r:id="rId3" imgW="6705600" imgH="10363200" progId="Equation.DSMT4">
                    <p:embed/>
                    <p:pic>
                      <p:nvPicPr>
                        <p:cNvPr id="0" name="图片 16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2" y="2080"/>
                          <a:ext cx="17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0"/>
            <p:cNvGraphicFramePr>
              <a:graphicFrameLocks noChangeAspect="1"/>
            </p:cNvGraphicFramePr>
            <p:nvPr/>
          </p:nvGraphicFramePr>
          <p:xfrm>
            <a:off x="958" y="2136"/>
            <a:ext cx="9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4" name="Equation" r:id="rId5" imgW="3657600" imgH="8229600" progId="Equation.DSMT4">
                    <p:embed/>
                  </p:oleObj>
                </mc:Choice>
                <mc:Fallback>
                  <p:oleObj name="Equation" r:id="rId5" imgW="3657600" imgH="8229600" progId="Equation.DSMT4">
                    <p:embed/>
                    <p:pic>
                      <p:nvPicPr>
                        <p:cNvPr id="0" name="图片 16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58" y="2136"/>
                          <a:ext cx="96" cy="2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1"/>
          <p:cNvGraphicFramePr>
            <a:graphicFrameLocks noChangeAspect="1"/>
          </p:cNvGraphicFramePr>
          <p:nvPr/>
        </p:nvGraphicFramePr>
        <p:xfrm>
          <a:off x="3667125" y="3249613"/>
          <a:ext cx="2336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" name="Equation" r:id="rId7" imgW="56083200" imgH="19812000" progId="Equation.DSMT4">
                  <p:embed/>
                </p:oleObj>
              </mc:Choice>
              <mc:Fallback>
                <p:oleObj name="Equation" r:id="rId7" imgW="56083200" imgH="19812000" progId="Equation.DSMT4">
                  <p:embed/>
                  <p:pic>
                    <p:nvPicPr>
                      <p:cNvPr id="0" name="图片 160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67125" y="3249613"/>
                        <a:ext cx="2336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4264025" y="3141663"/>
          <a:ext cx="170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6" name="Equation" r:id="rId9" imgW="40843200" imgH="10363200" progId="Equation.DSMT4">
                  <p:embed/>
                </p:oleObj>
              </mc:Choice>
              <mc:Fallback>
                <p:oleObj name="Equation" r:id="rId9" imgW="40843200" imgH="10363200" progId="Equation.DSMT4">
                  <p:embed/>
                  <p:pic>
                    <p:nvPicPr>
                      <p:cNvPr id="0" name="图片 160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4025" y="3141663"/>
                        <a:ext cx="1701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4752975" y="3675063"/>
          <a:ext cx="71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" name="Equation" r:id="rId11" imgW="17068800" imgH="10363200" progId="Equation.DSMT4">
                  <p:embed/>
                </p:oleObj>
              </mc:Choice>
              <mc:Fallback>
                <p:oleObj name="Equation" r:id="rId11" imgW="17068800" imgH="10363200" progId="Equation.DSMT4">
                  <p:embed/>
                  <p:pic>
                    <p:nvPicPr>
                      <p:cNvPr id="0" name="图片 160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52975" y="3675063"/>
                        <a:ext cx="711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4"/>
          <p:cNvGrpSpPr/>
          <p:nvPr/>
        </p:nvGrpSpPr>
        <p:grpSpPr bwMode="auto">
          <a:xfrm>
            <a:off x="1902460" y="4147481"/>
            <a:ext cx="4896718" cy="522288"/>
            <a:chOff x="48" y="3072"/>
            <a:chExt cx="2736" cy="329"/>
          </a:xfrm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8" y="3072"/>
              <a:ext cx="273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而在  </a:t>
              </a:r>
              <a:r>
                <a:rPr kumimoji="1" lang="en-US" altLang="zh-CN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时刻的瞬时速度为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4" name="Object 16"/>
            <p:cNvGraphicFramePr>
              <a:graphicFrameLocks noChangeAspect="1"/>
            </p:cNvGraphicFramePr>
            <p:nvPr/>
          </p:nvGraphicFramePr>
          <p:xfrm>
            <a:off x="562" y="3101"/>
            <a:ext cx="1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08" name="Equation" r:id="rId13" imgW="6705600" imgH="10363200" progId="Equation.DSMT4">
                    <p:embed/>
                  </p:oleObj>
                </mc:Choice>
                <mc:Fallback>
                  <p:oleObj name="Equation" r:id="rId13" imgW="6705600" imgH="10363200" progId="Equation.DSMT4">
                    <p:embed/>
                    <p:pic>
                      <p:nvPicPr>
                        <p:cNvPr id="0" name="图片 16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2" y="3101"/>
                          <a:ext cx="17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3781425" y="4849813"/>
          <a:ext cx="2844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" name="Equation" r:id="rId15" imgW="68275200" imgH="19812000" progId="Equation.DSMT4">
                  <p:embed/>
                </p:oleObj>
              </mc:Choice>
              <mc:Fallback>
                <p:oleObj name="Equation" r:id="rId15" imgW="68275200" imgH="19812000" progId="Equation.DSMT4">
                  <p:embed/>
                  <p:pic>
                    <p:nvPicPr>
                      <p:cNvPr id="0" name="图片 160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81425" y="4849813"/>
                        <a:ext cx="2844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4989513" y="4741863"/>
          <a:ext cx="16938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" name="Equation" r:id="rId17" imgW="40843200" imgH="10363200" progId="Equation.DSMT4">
                  <p:embed/>
                </p:oleObj>
              </mc:Choice>
              <mc:Fallback>
                <p:oleObj name="Equation" r:id="rId17" imgW="40843200" imgH="10363200" progId="Equation.DSMT4">
                  <p:embed/>
                  <p:pic>
                    <p:nvPicPr>
                      <p:cNvPr id="0" name="图片 160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89513" y="4741863"/>
                        <a:ext cx="1693862" cy="433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/>
          <p:cNvGraphicFramePr>
            <a:graphicFrameLocks noChangeAspect="1"/>
          </p:cNvGraphicFramePr>
          <p:nvPr/>
        </p:nvGraphicFramePr>
        <p:xfrm>
          <a:off x="5519936" y="5301208"/>
          <a:ext cx="7096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" name="Equation" r:id="rId19" imgW="17068800" imgH="10363200" progId="Equation.DSMT4">
                  <p:embed/>
                </p:oleObj>
              </mc:Choice>
              <mc:Fallback>
                <p:oleObj name="Equation" r:id="rId19" imgW="17068800" imgH="10363200" progId="Equation.DSMT4">
                  <p:embed/>
                  <p:pic>
                    <p:nvPicPr>
                      <p:cNvPr id="0" name="图片 161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519936" y="5301208"/>
                        <a:ext cx="709613" cy="433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5"/>
          <p:cNvGraphicFramePr>
            <a:graphicFrameLocks noChangeAspect="1"/>
          </p:cNvGraphicFramePr>
          <p:nvPr/>
        </p:nvGraphicFramePr>
        <p:xfrm>
          <a:off x="7724826" y="3273402"/>
          <a:ext cx="2412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" name="Equation" r:id="rId21" imgW="5791200" imgH="10363200" progId="Equation.DSMT4">
                  <p:embed/>
                </p:oleObj>
              </mc:Choice>
              <mc:Fallback>
                <p:oleObj name="Equation" r:id="rId21" imgW="5791200" imgH="10363200" progId="Equation.DSMT4">
                  <p:embed/>
                  <p:pic>
                    <p:nvPicPr>
                      <p:cNvPr id="0" name="图片 161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24826" y="3273402"/>
                        <a:ext cx="2412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56"/>
          <p:cNvGrpSpPr/>
          <p:nvPr/>
        </p:nvGrpSpPr>
        <p:grpSpPr bwMode="auto">
          <a:xfrm>
            <a:off x="6783390" y="3079726"/>
            <a:ext cx="3524251" cy="396875"/>
            <a:chOff x="2946" y="3170"/>
            <a:chExt cx="2220" cy="250"/>
          </a:xfrm>
        </p:grpSpPr>
        <p:sp>
          <p:nvSpPr>
            <p:cNvPr id="20" name="Line 57"/>
            <p:cNvSpPr>
              <a:spLocks noChangeShapeType="1"/>
            </p:cNvSpPr>
            <p:nvPr/>
          </p:nvSpPr>
          <p:spPr bwMode="auto">
            <a:xfrm>
              <a:off x="3144" y="3276"/>
              <a:ext cx="19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Oval 58"/>
            <p:cNvSpPr>
              <a:spLocks noChangeArrowheads="1"/>
            </p:cNvSpPr>
            <p:nvPr/>
          </p:nvSpPr>
          <p:spPr bwMode="auto">
            <a:xfrm>
              <a:off x="3135" y="326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Object 59"/>
            <p:cNvGraphicFramePr>
              <a:graphicFrameLocks noChangeAspect="1"/>
            </p:cNvGraphicFramePr>
            <p:nvPr/>
          </p:nvGraphicFramePr>
          <p:xfrm>
            <a:off x="5046" y="3276"/>
            <a:ext cx="12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3" name="Equation" r:id="rId23" imgW="4572000" imgH="5486400" progId="Equation.DSMT4">
                    <p:embed/>
                  </p:oleObj>
                </mc:Choice>
                <mc:Fallback>
                  <p:oleObj name="Equation" r:id="rId23" imgW="4572000" imgH="5486400" progId="Equation.DSMT4">
                    <p:embed/>
                    <p:pic>
                      <p:nvPicPr>
                        <p:cNvPr id="0" name="图片 161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046" y="3276"/>
                          <a:ext cx="120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60"/>
            <p:cNvGraphicFramePr>
              <a:graphicFrameLocks noChangeAspect="1"/>
            </p:cNvGraphicFramePr>
            <p:nvPr/>
          </p:nvGraphicFramePr>
          <p:xfrm>
            <a:off x="2946" y="317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4" name="Equation" r:id="rId25" imgW="7010400" imgH="7620000" progId="Equation.DSMT4">
                    <p:embed/>
                  </p:oleObj>
                </mc:Choice>
                <mc:Fallback>
                  <p:oleObj name="Equation" r:id="rId25" imgW="7010400" imgH="7620000" progId="Equation.DSMT4">
                    <p:embed/>
                    <p:pic>
                      <p:nvPicPr>
                        <p:cNvPr id="0" name="图片 16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946" y="317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Line 61"/>
          <p:cNvSpPr>
            <a:spLocks noChangeShapeType="1"/>
          </p:cNvSpPr>
          <p:nvPr/>
        </p:nvSpPr>
        <p:spPr bwMode="auto">
          <a:xfrm>
            <a:off x="7845425" y="3251176"/>
            <a:ext cx="1447800" cy="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5" name="Group 62"/>
          <p:cNvGrpSpPr/>
          <p:nvPr/>
        </p:nvGrpSpPr>
        <p:grpSpPr bwMode="auto">
          <a:xfrm>
            <a:off x="7434262" y="2719366"/>
            <a:ext cx="774700" cy="554038"/>
            <a:chOff x="3293" y="1523"/>
            <a:chExt cx="488" cy="349"/>
          </a:xfrm>
        </p:grpSpPr>
        <p:graphicFrame>
          <p:nvGraphicFramePr>
            <p:cNvPr id="26" name="Object 63"/>
            <p:cNvGraphicFramePr>
              <a:graphicFrameLocks noChangeAspect="1"/>
            </p:cNvGraphicFramePr>
            <p:nvPr/>
          </p:nvGraphicFramePr>
          <p:xfrm>
            <a:off x="3293" y="1523"/>
            <a:ext cx="4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" name="Equation" r:id="rId27" imgW="18592800" imgH="10363200" progId="Equation.DSMT4">
                    <p:embed/>
                  </p:oleObj>
                </mc:Choice>
                <mc:Fallback>
                  <p:oleObj name="Equation" r:id="rId27" imgW="18592800" imgH="10363200" progId="Equation.DSMT4">
                    <p:embed/>
                    <p:pic>
                      <p:nvPicPr>
                        <p:cNvPr id="0" name="图片 16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293" y="1523"/>
                          <a:ext cx="48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64"/>
            <p:cNvSpPr>
              <a:spLocks noChangeArrowheads="1"/>
            </p:cNvSpPr>
            <p:nvPr/>
          </p:nvSpPr>
          <p:spPr bwMode="auto">
            <a:xfrm>
              <a:off x="3523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8" name="Group 65"/>
          <p:cNvGrpSpPr/>
          <p:nvPr/>
        </p:nvGrpSpPr>
        <p:grpSpPr bwMode="auto">
          <a:xfrm>
            <a:off x="8963020" y="2735237"/>
            <a:ext cx="660399" cy="538163"/>
            <a:chOff x="4256" y="1533"/>
            <a:chExt cx="416" cy="339"/>
          </a:xfrm>
        </p:grpSpPr>
        <p:graphicFrame>
          <p:nvGraphicFramePr>
            <p:cNvPr id="29" name="Object 66"/>
            <p:cNvGraphicFramePr>
              <a:graphicFrameLocks noChangeAspect="1"/>
            </p:cNvGraphicFramePr>
            <p:nvPr/>
          </p:nvGraphicFramePr>
          <p:xfrm>
            <a:off x="4256" y="1533"/>
            <a:ext cx="4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6" name="Equation" r:id="rId29" imgW="15849600" imgH="9448800" progId="Equation.DSMT4">
                    <p:embed/>
                  </p:oleObj>
                </mc:Choice>
                <mc:Fallback>
                  <p:oleObj name="Equation" r:id="rId29" imgW="15849600" imgH="9448800" progId="Equation.DSMT4">
                    <p:embed/>
                    <p:pic>
                      <p:nvPicPr>
                        <p:cNvPr id="0" name="图片 16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256" y="1533"/>
                          <a:ext cx="4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Oval 67"/>
            <p:cNvSpPr>
              <a:spLocks noChangeArrowheads="1"/>
            </p:cNvSpPr>
            <p:nvPr/>
          </p:nvSpPr>
          <p:spPr bwMode="auto">
            <a:xfrm>
              <a:off x="4435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31" name="Object 68"/>
          <p:cNvGraphicFramePr>
            <a:graphicFrameLocks noChangeAspect="1"/>
          </p:cNvGraphicFramePr>
          <p:nvPr/>
        </p:nvGraphicFramePr>
        <p:xfrm>
          <a:off x="9109357" y="3429000"/>
          <a:ext cx="13968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" name="Equation" r:id="rId31" imgW="3352800" imgH="6400800" progId="Equation.DSMT4">
                  <p:embed/>
                </p:oleObj>
              </mc:Choice>
              <mc:Fallback>
                <p:oleObj name="Equation" r:id="rId31" imgW="3352800" imgH="6400800" progId="Equation.DSMT4">
                  <p:embed/>
                  <p:pic>
                    <p:nvPicPr>
                      <p:cNvPr id="0" name="图片 161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109357" y="3429000"/>
                        <a:ext cx="139680" cy="26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18"/>
          <p:cNvSpPr txBox="1"/>
          <p:nvPr/>
        </p:nvSpPr>
        <p:spPr>
          <a:xfrm>
            <a:off x="1565718" y="526197"/>
            <a:ext cx="418503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有关导数的引例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autoUpdateAnimBg="0"/>
      <p:bldP spid="3" grpId="0" bldLvl="0" animBg="1" autoUpdateAnimBg="0"/>
      <p:bldP spid="2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7619669" y="4345791"/>
          <a:ext cx="208260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49987200" imgH="19812000" progId="Equation.DSMT4">
                  <p:embed/>
                </p:oleObj>
              </mc:Choice>
              <mc:Fallback>
                <p:oleObj name="Equation" r:id="rId1" imgW="49987200" imgH="19812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19669" y="4345791"/>
                        <a:ext cx="2082600" cy="825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 bwMode="auto">
          <a:xfrm>
            <a:off x="7375527" y="817563"/>
            <a:ext cx="2820988" cy="2300288"/>
            <a:chOff x="3686" y="16"/>
            <a:chExt cx="1777" cy="1449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3840" y="1269"/>
              <a:ext cx="16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3941" y="144"/>
              <a:ext cx="0" cy="1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4253" y="269"/>
              <a:ext cx="936" cy="813"/>
            </a:xfrm>
            <a:custGeom>
              <a:avLst/>
              <a:gdLst>
                <a:gd name="T0" fmla="*/ 0 w 720"/>
                <a:gd name="T1" fmla="*/ 624 h 624"/>
                <a:gd name="T2" fmla="*/ 288 w 720"/>
                <a:gd name="T3" fmla="*/ 576 h 624"/>
                <a:gd name="T4" fmla="*/ 528 w 720"/>
                <a:gd name="T5" fmla="*/ 384 h 624"/>
                <a:gd name="T6" fmla="*/ 720 w 720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624">
                  <a:moveTo>
                    <a:pt x="0" y="624"/>
                  </a:moveTo>
                  <a:cubicBezTo>
                    <a:pt x="100" y="620"/>
                    <a:pt x="200" y="616"/>
                    <a:pt x="288" y="576"/>
                  </a:cubicBezTo>
                  <a:cubicBezTo>
                    <a:pt x="376" y="536"/>
                    <a:pt x="456" y="480"/>
                    <a:pt x="528" y="384"/>
                  </a:cubicBezTo>
                  <a:cubicBezTo>
                    <a:pt x="600" y="288"/>
                    <a:pt x="688" y="64"/>
                    <a:pt x="720" y="0"/>
                  </a:cubicBezTo>
                </a:path>
              </a:pathLst>
            </a:custGeom>
            <a:noFill/>
            <a:ln w="28575" cmpd="sng">
              <a:solidFill>
                <a:srgbClr val="C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5319" y="1273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3" name="Equation" r:id="rId3" imgW="5486400" imgH="7315200" progId="Equation.DSMT4">
                    <p:embed/>
                  </p:oleObj>
                </mc:Choice>
                <mc:Fallback>
                  <p:oleObj name="Equation" r:id="rId3" imgW="5486400" imgH="7315200" progId="Equation.DSMT4">
                    <p:embed/>
                    <p:pic>
                      <p:nvPicPr>
                        <p:cNvPr id="0" name="图片 28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319" y="1273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3936" y="1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4" name="Equation" r:id="rId5" imgW="6096000" imgH="7315200" progId="Equation.DSMT4">
                    <p:embed/>
                  </p:oleObj>
                </mc:Choice>
                <mc:Fallback>
                  <p:oleObj name="Equation" r:id="rId5" imgW="6096000" imgH="7315200" progId="Equation.DSMT4">
                    <p:embed/>
                    <p:pic>
                      <p:nvPicPr>
                        <p:cNvPr id="0" name="图片 283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6" y="1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686" y="125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5" name="Equation" r:id="rId7" imgW="7010400" imgH="7620000" progId="Equation.DSMT4">
                    <p:embed/>
                  </p:oleObj>
                </mc:Choice>
                <mc:Fallback>
                  <p:oleObj name="Equation" r:id="rId7" imgW="7010400" imgH="7620000" progId="Equation.DSMT4">
                    <p:embed/>
                    <p:pic>
                      <p:nvPicPr>
                        <p:cNvPr id="0" name="图片 283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686" y="125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603" y="69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6" name="Equation" r:id="rId9" imgW="31089600" imgH="9448800" progId="Equation.DSMT4">
                    <p:embed/>
                  </p:oleObj>
                </mc:Choice>
                <mc:Fallback>
                  <p:oleObj name="Equation" r:id="rId9" imgW="31089600" imgH="9448800" progId="Equation.DSMT4">
                    <p:embed/>
                    <p:pic>
                      <p:nvPicPr>
                        <p:cNvPr id="0" name="图片 283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03" y="69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4040" y="848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7" name="Equation" r:id="rId11" imgW="7010400" imgH="9448800" progId="Equation.DSMT4">
                    <p:embed/>
                  </p:oleObj>
                </mc:Choice>
                <mc:Fallback>
                  <p:oleObj name="Equation" r:id="rId11" imgW="7010400" imgH="9448800" progId="Equation.DSMT4">
                    <p:embed/>
                    <p:pic>
                      <p:nvPicPr>
                        <p:cNvPr id="0" name="图片 28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40" y="848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2"/>
          <p:cNvSpPr txBox="1">
            <a:spLocks noChangeArrowheads="1"/>
          </p:cNvSpPr>
          <p:nvPr/>
        </p:nvSpPr>
        <p:spPr>
          <a:xfrm>
            <a:off x="1273175" y="565150"/>
            <a:ext cx="3886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2）曲线的切线斜率</a:t>
            </a:r>
            <a:endParaRPr kumimoji="1" lang="zh-CN" altLang="en-US" sz="2800" b="1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882775" y="1098550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曲线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743200" y="1178243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8" name="Equation" r:id="rId13" imgW="42062400" imgH="9448800" progId="Equation.DSMT4">
                  <p:embed/>
                </p:oleObj>
              </mc:Choice>
              <mc:Fallback>
                <p:oleObj name="Equation" r:id="rId13" imgW="42062400" imgH="9448800" progId="Equation.DSMT4">
                  <p:embed/>
                  <p:pic>
                    <p:nvPicPr>
                      <p:cNvPr id="0" name="图片 2837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43200" y="1178243"/>
                        <a:ext cx="1752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5"/>
          <p:cNvGrpSpPr/>
          <p:nvPr/>
        </p:nvGrpSpPr>
        <p:grpSpPr bwMode="auto">
          <a:xfrm>
            <a:off x="8053387" y="2697165"/>
            <a:ext cx="287337" cy="576263"/>
            <a:chOff x="4113" y="1200"/>
            <a:chExt cx="181" cy="363"/>
          </a:xfrm>
        </p:grpSpPr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4113" y="1399"/>
            <a:ext cx="181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39" name="Equation" r:id="rId15" imgW="3657600" imgH="3352800" progId="Equation.DSMT4">
                    <p:embed/>
                  </p:oleObj>
                </mc:Choice>
                <mc:Fallback>
                  <p:oleObj name="Equation" r:id="rId15" imgW="3657600" imgH="3352800" progId="Equation.DSMT4">
                    <p:embed/>
                    <p:pic>
                      <p:nvPicPr>
                        <p:cNvPr id="0" name="图片 28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113" y="1399"/>
                          <a:ext cx="181" cy="1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Freeform 17"/>
            <p:cNvSpPr/>
            <p:nvPr/>
          </p:nvSpPr>
          <p:spPr bwMode="auto">
            <a:xfrm>
              <a:off x="4224" y="1200"/>
              <a:ext cx="23" cy="61"/>
            </a:xfrm>
            <a:custGeom>
              <a:avLst/>
              <a:gdLst>
                <a:gd name="T0" fmla="*/ 0 w 1"/>
                <a:gd name="T1" fmla="*/ 0 h 48"/>
                <a:gd name="T2" fmla="*/ 0 w 1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">
                  <a:moveTo>
                    <a:pt x="0" y="0"/>
                  </a:moveTo>
                  <a:cubicBezTo>
                    <a:pt x="0" y="20"/>
                    <a:pt x="0" y="40"/>
                    <a:pt x="0" y="48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8523289" y="2620963"/>
            <a:ext cx="315913" cy="719137"/>
            <a:chOff x="4409" y="1152"/>
            <a:chExt cx="199" cy="453"/>
          </a:xfrm>
        </p:grpSpPr>
        <p:sp>
          <p:nvSpPr>
            <p:cNvPr id="20" name="Freeform 20"/>
            <p:cNvSpPr/>
            <p:nvPr/>
          </p:nvSpPr>
          <p:spPr bwMode="auto">
            <a:xfrm>
              <a:off x="4512" y="1152"/>
              <a:ext cx="91" cy="113"/>
            </a:xfrm>
            <a:custGeom>
              <a:avLst/>
              <a:gdLst>
                <a:gd name="T0" fmla="*/ 0 w 104"/>
                <a:gd name="T1" fmla="*/ 0 h 144"/>
                <a:gd name="T2" fmla="*/ 96 w 104"/>
                <a:gd name="T3" fmla="*/ 48 h 144"/>
                <a:gd name="T4" fmla="*/ 48 w 104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144">
                  <a:moveTo>
                    <a:pt x="0" y="0"/>
                  </a:moveTo>
                  <a:cubicBezTo>
                    <a:pt x="44" y="12"/>
                    <a:pt x="88" y="24"/>
                    <a:pt x="96" y="48"/>
                  </a:cubicBezTo>
                  <a:cubicBezTo>
                    <a:pt x="104" y="72"/>
                    <a:pt x="56" y="128"/>
                    <a:pt x="48" y="144"/>
                  </a:cubicBezTo>
                </a:path>
              </a:pathLst>
            </a:custGeom>
            <a:noFill/>
            <a:ln w="28575" cmpd="sng">
              <a:solidFill>
                <a:srgbClr val="7030A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4409" y="1389"/>
            <a:ext cx="199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0" name="Equation" r:id="rId17" imgW="139700" imgH="165100" progId="Equation.DSMT4">
                    <p:embed/>
                  </p:oleObj>
                </mc:Choice>
                <mc:Fallback>
                  <p:oleObj name="Equation" r:id="rId17" imgW="139700" imgH="165100" progId="Equation.DSMT4">
                    <p:embed/>
                    <p:pic>
                      <p:nvPicPr>
                        <p:cNvPr id="0" name="图片 28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09" y="1389"/>
                          <a:ext cx="199" cy="2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V="1">
              <a:off x="4512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8504238" y="1223963"/>
            <a:ext cx="1415540" cy="1589087"/>
            <a:chOff x="4437" y="253"/>
            <a:chExt cx="873" cy="1001"/>
          </a:xfrm>
        </p:grpSpPr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4437" y="253"/>
              <a:ext cx="873" cy="10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4978" y="308"/>
            <a:ext cx="21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1" name="Equation" r:id="rId19" imgW="8229600" imgH="9144000" progId="Equation.DSMT4">
                    <p:embed/>
                  </p:oleObj>
                </mc:Choice>
                <mc:Fallback>
                  <p:oleObj name="Equation" r:id="rId19" imgW="8229600" imgH="9144000" progId="Equation.DSMT4">
                    <p:embed/>
                    <p:pic>
                      <p:nvPicPr>
                        <p:cNvPr id="0" name="图片 28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78" y="308"/>
                          <a:ext cx="211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26"/>
          <p:cNvGrpSpPr/>
          <p:nvPr/>
        </p:nvGrpSpPr>
        <p:grpSpPr bwMode="auto">
          <a:xfrm>
            <a:off x="8001001" y="1668463"/>
            <a:ext cx="2198688" cy="1123950"/>
            <a:chOff x="4066" y="561"/>
            <a:chExt cx="1385" cy="708"/>
          </a:xfrm>
        </p:grpSpPr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4066" y="707"/>
              <a:ext cx="1311" cy="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5283" y="561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2" name="Equation" r:id="rId21" imgW="6400800" imgH="9144000" progId="Equation.DSMT4">
                    <p:embed/>
                  </p:oleObj>
                </mc:Choice>
                <mc:Fallback>
                  <p:oleObj name="Equation" r:id="rId21" imgW="6400800" imgH="9144000" progId="Equation.DSMT4">
                    <p:embed/>
                    <p:pic>
                      <p:nvPicPr>
                        <p:cNvPr id="0" name="图片 28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83" y="561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29"/>
          <p:cNvGrpSpPr/>
          <p:nvPr/>
        </p:nvGrpSpPr>
        <p:grpSpPr bwMode="auto">
          <a:xfrm>
            <a:off x="8521707" y="2046287"/>
            <a:ext cx="563563" cy="1095376"/>
            <a:chOff x="4408" y="790"/>
            <a:chExt cx="355" cy="690"/>
          </a:xfrm>
        </p:grpSpPr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4628" y="101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4539" y="1208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3" name="Equation" r:id="rId23" imgW="8534400" imgH="10363200" progId="Equation.DSMT4">
                    <p:embed/>
                  </p:oleObj>
                </mc:Choice>
                <mc:Fallback>
                  <p:oleObj name="Equation" r:id="rId23" imgW="8534400" imgH="10363200" progId="Equation.DSMT4">
                    <p:embed/>
                    <p:pic>
                      <p:nvPicPr>
                        <p:cNvPr id="0" name="图片 28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539" y="1208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2"/>
            <p:cNvGraphicFramePr>
              <a:graphicFrameLocks noChangeAspect="1"/>
            </p:cNvGraphicFramePr>
            <p:nvPr/>
          </p:nvGraphicFramePr>
          <p:xfrm>
            <a:off x="4408" y="790"/>
            <a:ext cx="25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4" name="Equation" r:id="rId25" imgW="9753600" imgH="9144000" progId="Equation.DSMT4">
                    <p:embed/>
                  </p:oleObj>
                </mc:Choice>
                <mc:Fallback>
                  <p:oleObj name="Equation" r:id="rId25" imgW="9753600" imgH="9144000" progId="Equation.DSMT4">
                    <p:embed/>
                    <p:pic>
                      <p:nvPicPr>
                        <p:cNvPr id="0" name="图片 28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08" y="790"/>
                          <a:ext cx="256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4495800" y="1114425"/>
            <a:ext cx="3200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点处的切线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" name="Group 34"/>
          <p:cNvGrpSpPr/>
          <p:nvPr/>
        </p:nvGrpSpPr>
        <p:grpSpPr bwMode="auto">
          <a:xfrm>
            <a:off x="9347216" y="1651000"/>
            <a:ext cx="215900" cy="1427163"/>
            <a:chOff x="4928" y="541"/>
            <a:chExt cx="136" cy="899"/>
          </a:xfrm>
        </p:grpSpPr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5064" y="541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6" name="Object 36"/>
            <p:cNvGraphicFramePr>
              <a:graphicFrameLocks noChangeAspect="1"/>
            </p:cNvGraphicFramePr>
            <p:nvPr/>
          </p:nvGraphicFramePr>
          <p:xfrm>
            <a:off x="4928" y="1296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5" name="Equation" r:id="rId27" imgW="5181600" imgH="5486400" progId="Equation.DSMT4">
                    <p:embed/>
                  </p:oleObj>
                </mc:Choice>
                <mc:Fallback>
                  <p:oleObj name="Equation" r:id="rId27" imgW="5181600" imgH="5486400" progId="Equation.DSMT4">
                    <p:embed/>
                    <p:pic>
                      <p:nvPicPr>
                        <p:cNvPr id="0" name="图片 28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928" y="1296"/>
                          <a:ext cx="136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3048000" y="1764030"/>
            <a:ext cx="441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割线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的极限位置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T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Line 38"/>
          <p:cNvSpPr>
            <a:spLocks noChangeShapeType="1"/>
          </p:cNvSpPr>
          <p:nvPr/>
        </p:nvSpPr>
        <p:spPr bwMode="auto">
          <a:xfrm>
            <a:off x="2131695" y="201866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9" name="Group 39"/>
          <p:cNvGrpSpPr/>
          <p:nvPr/>
        </p:nvGrpSpPr>
        <p:grpSpPr bwMode="auto">
          <a:xfrm>
            <a:off x="3886200" y="2285999"/>
            <a:ext cx="2362200" cy="522288"/>
            <a:chOff x="1344" y="1401"/>
            <a:chExt cx="1488" cy="329"/>
          </a:xfrm>
        </p:grpSpPr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1344" y="1401"/>
              <a:ext cx="148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当            时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" name="Object 41"/>
            <p:cNvGraphicFramePr>
              <a:graphicFrameLocks noChangeAspect="1"/>
            </p:cNvGraphicFramePr>
            <p:nvPr/>
          </p:nvGraphicFramePr>
          <p:xfrm>
            <a:off x="1768" y="1491"/>
            <a:ext cx="6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46" name="Equation" r:id="rId29" imgW="24079200" imgH="7620000" progId="Equation.DSMT4">
                    <p:embed/>
                  </p:oleObj>
                </mc:Choice>
                <mc:Fallback>
                  <p:oleObj name="Equation" r:id="rId29" imgW="24079200" imgH="7620000" progId="Equation.DSMT4">
                    <p:embed/>
                    <p:pic>
                      <p:nvPicPr>
                        <p:cNvPr id="0" name="图片 28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68" y="1491"/>
                          <a:ext cx="63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" name="Text Box 42"/>
          <p:cNvSpPr txBox="1">
            <a:spLocks noChangeArrowheads="1"/>
          </p:cNvSpPr>
          <p:nvPr/>
        </p:nvSpPr>
        <p:spPr bwMode="auto">
          <a:xfrm>
            <a:off x="3724275" y="4498975"/>
            <a:ext cx="3276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割线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N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的斜率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8875713" y="24288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6561138" y="4632325"/>
          <a:ext cx="1028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7" name="Equation" r:id="rId31" imgW="24688800" imgH="8839200" progId="Equation.DSMT4">
                  <p:embed/>
                </p:oleObj>
              </mc:Choice>
              <mc:Fallback>
                <p:oleObj name="Equation" r:id="rId31" imgW="24688800" imgH="8839200" progId="Equation.DSMT4">
                  <p:embed/>
                  <p:pic>
                    <p:nvPicPr>
                      <p:cNvPr id="0" name="图片 284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561138" y="4632325"/>
                        <a:ext cx="10287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7854950" y="4286250"/>
          <a:ext cx="1854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8" name="Equation" r:id="rId33" imgW="44500800" imgH="10363200" progId="Equation.DSMT4">
                  <p:embed/>
                </p:oleObj>
              </mc:Choice>
              <mc:Fallback>
                <p:oleObj name="Equation" r:id="rId33" imgW="44500800" imgH="10363200" progId="Equation.DSMT4">
                  <p:embed/>
                  <p:pic>
                    <p:nvPicPr>
                      <p:cNvPr id="0" name="图片 2847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854950" y="4286250"/>
                        <a:ext cx="1854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6"/>
          <p:cNvGraphicFramePr>
            <a:graphicFrameLocks noChangeAspect="1"/>
          </p:cNvGraphicFramePr>
          <p:nvPr/>
        </p:nvGraphicFramePr>
        <p:xfrm>
          <a:off x="8369300" y="4702175"/>
          <a:ext cx="85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9" name="Equation" r:id="rId35" imgW="20421600" imgH="10363200" progId="Equation.DSMT4">
                  <p:embed/>
                </p:oleObj>
              </mc:Choice>
              <mc:Fallback>
                <p:oleObj name="Equation" r:id="rId35" imgW="20421600" imgH="10363200" progId="Equation.DSMT4">
                  <p:embed/>
                  <p:pic>
                    <p:nvPicPr>
                      <p:cNvPr id="0" name="图片 2848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369300" y="4702175"/>
                        <a:ext cx="850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7"/>
          <p:cNvSpPr txBox="1">
            <a:spLocks noChangeArrowheads="1"/>
          </p:cNvSpPr>
          <p:nvPr/>
        </p:nvSpPr>
        <p:spPr bwMode="auto">
          <a:xfrm>
            <a:off x="1882775" y="2882265"/>
            <a:ext cx="3276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MT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的斜率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48"/>
          <p:cNvGraphicFramePr>
            <a:graphicFrameLocks noChangeAspect="1"/>
          </p:cNvGraphicFramePr>
          <p:nvPr/>
        </p:nvGraphicFramePr>
        <p:xfrm>
          <a:off x="3175000" y="3676650"/>
          <a:ext cx="144929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0" name="Equation" r:id="rId37" imgW="31699200" imgH="9448800" progId="Equation.DSMT4">
                  <p:embed/>
                </p:oleObj>
              </mc:Choice>
              <mc:Fallback>
                <p:oleObj name="Equation" r:id="rId37" imgW="31699200" imgH="9448800" progId="Equation.DSMT4">
                  <p:embed/>
                  <p:pic>
                    <p:nvPicPr>
                      <p:cNvPr id="0" name="图片 2849"/>
                      <p:cNvPicPr>
                        <a:picLocks noChangeAspect="1"/>
                      </p:cNvPicPr>
                      <p:nvPr/>
                    </p:nvPicPr>
                    <p:blipFill>
                      <a:blip r:embed="rId3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75000" y="3676650"/>
                        <a:ext cx="144929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/>
          <p:cNvGraphicFramePr>
            <a:graphicFrameLocks noChangeAspect="1"/>
          </p:cNvGraphicFramePr>
          <p:nvPr/>
        </p:nvGraphicFramePr>
        <p:xfrm>
          <a:off x="4673600" y="3676650"/>
          <a:ext cx="1587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1" name="Equation" r:id="rId39" imgW="38100000" imgH="14020800" progId="Equation.DSMT4">
                  <p:embed/>
                </p:oleObj>
              </mc:Choice>
              <mc:Fallback>
                <p:oleObj name="Equation" r:id="rId39" imgW="38100000" imgH="14020800" progId="Equation.DSMT4">
                  <p:embed/>
                  <p:pic>
                    <p:nvPicPr>
                      <p:cNvPr id="0" name="图片 2850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673600" y="3676650"/>
                        <a:ext cx="1587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3289300" y="5372100"/>
          <a:ext cx="3073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2" name="Equation" r:id="rId41" imgW="73761600" imgH="19812000" progId="Equation.DSMT4">
                  <p:embed/>
                </p:oleObj>
              </mc:Choice>
              <mc:Fallback>
                <p:oleObj name="Equation" r:id="rId41" imgW="73761600" imgH="19812000" progId="Equation.DSMT4">
                  <p:embed/>
                  <p:pic>
                    <p:nvPicPr>
                      <p:cNvPr id="0" name="图片 2851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289300" y="5372100"/>
                        <a:ext cx="3073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1"/>
          <p:cNvGraphicFramePr>
            <a:graphicFrameLocks noChangeAspect="1"/>
          </p:cNvGraphicFramePr>
          <p:nvPr/>
        </p:nvGraphicFramePr>
        <p:xfrm>
          <a:off x="4546600" y="5340350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3" name="Equation" r:id="rId43" imgW="44196000" imgH="10363200" progId="Equation.DSMT4">
                  <p:embed/>
                </p:oleObj>
              </mc:Choice>
              <mc:Fallback>
                <p:oleObj name="Equation" r:id="rId43" imgW="44196000" imgH="10363200" progId="Equation.DSMT4">
                  <p:embed/>
                  <p:pic>
                    <p:nvPicPr>
                      <p:cNvPr id="0" name="图片 2852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546600" y="5340350"/>
                        <a:ext cx="1841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2"/>
          <p:cNvGraphicFramePr>
            <a:graphicFrameLocks noChangeAspect="1"/>
          </p:cNvGraphicFramePr>
          <p:nvPr/>
        </p:nvGraphicFramePr>
        <p:xfrm>
          <a:off x="4960746" y="5805264"/>
          <a:ext cx="81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4" name="Equation" r:id="rId45" imgW="19507200" imgH="10363200" progId="Equation.DSMT4">
                  <p:embed/>
                </p:oleObj>
              </mc:Choice>
              <mc:Fallback>
                <p:oleObj name="Equation" r:id="rId45" imgW="19507200" imgH="10363200" progId="Equation.DSMT4">
                  <p:embed/>
                  <p:pic>
                    <p:nvPicPr>
                      <p:cNvPr id="0" name="图片 2853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4960746" y="5805264"/>
                        <a:ext cx="812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Line 53"/>
          <p:cNvSpPr>
            <a:spLocks noChangeShapeType="1"/>
          </p:cNvSpPr>
          <p:nvPr/>
        </p:nvSpPr>
        <p:spPr bwMode="auto">
          <a:xfrm>
            <a:off x="3562350" y="4267200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 autoUpdateAnimBg="0"/>
      <p:bldP spid="33" grpId="0" bldLvl="0" animBg="1" autoUpdateAnimBg="0"/>
      <p:bldP spid="37" grpId="0" bldLvl="0" animBg="1" autoUpdateAnimBg="0"/>
      <p:bldP spid="38" grpId="0" bldLvl="0" animBg="1"/>
      <p:bldP spid="42" grpId="0" bldLvl="0" animBg="1" autoUpdateAnimBg="0"/>
      <p:bldP spid="43" grpId="0" bldLvl="0" animBg="1"/>
      <p:bldP spid="47" grpId="0" bldLvl="0" animBg="1" autoUpdateAnimBg="0"/>
      <p:bldP spid="5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06575" y="2298700"/>
            <a:ext cx="3070225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两个问题的共性</a:t>
            </a:r>
            <a:r>
              <a:rPr lang="en-US" altLang="zh-CN" sz="2800" b="1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 flipV="1">
            <a:off x="7816850" y="481013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7997825" y="463550"/>
            <a:ext cx="39688" cy="3968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0297670" y="349250"/>
          <a:ext cx="19044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4572000" imgH="5486400" progId="Equation.DSMT4">
                  <p:embed/>
                </p:oleObj>
              </mc:Choice>
              <mc:Fallback>
                <p:oleObj name="Equation" r:id="rId1" imgW="4572000" imgH="5486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97670" y="349250"/>
                        <a:ext cx="19044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745553" y="498800"/>
          <a:ext cx="29196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9" name="Equation" r:id="rId3" imgW="7010400" imgH="7620000" progId="Equation.DSMT4">
                  <p:embed/>
                </p:oleObj>
              </mc:Choice>
              <mc:Fallback>
                <p:oleObj name="Equation" r:id="rId3" imgW="7010400" imgH="7620000" progId="Equation.DSMT4">
                  <p:embed/>
                  <p:pic>
                    <p:nvPicPr>
                      <p:cNvPr id="0" name="图片 395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45553" y="498800"/>
                        <a:ext cx="29196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8645525" y="484188"/>
            <a:ext cx="1230313" cy="0"/>
          </a:xfrm>
          <a:prstGeom prst="line">
            <a:avLst/>
          </a:prstGeom>
          <a:noFill/>
          <a:ln w="19050">
            <a:solidFill>
              <a:srgbClr val="7030A0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525160" y="492983"/>
          <a:ext cx="2412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0" name="Equation" r:id="rId5" imgW="5791200" imgH="10363200" progId="Equation.DSMT4">
                  <p:embed/>
                </p:oleObj>
              </mc:Choice>
              <mc:Fallback>
                <p:oleObj name="Equation" r:id="rId5" imgW="5791200" imgH="10363200" progId="Equation.DSMT4">
                  <p:embed/>
                  <p:pic>
                    <p:nvPicPr>
                      <p:cNvPr id="0" name="图片 39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5160" y="492983"/>
                        <a:ext cx="2412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9"/>
          <p:cNvGrpSpPr/>
          <p:nvPr/>
        </p:nvGrpSpPr>
        <p:grpSpPr bwMode="auto">
          <a:xfrm>
            <a:off x="8299685" y="41064"/>
            <a:ext cx="774613" cy="462174"/>
            <a:chOff x="3296" y="1530"/>
            <a:chExt cx="573" cy="342"/>
          </a:xfrm>
        </p:grpSpPr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3296" y="1530"/>
            <a:ext cx="573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1" name="Equation" r:id="rId7" imgW="18592800" imgH="10363200" progId="Equation.DSMT4">
                    <p:embed/>
                  </p:oleObj>
                </mc:Choice>
                <mc:Fallback>
                  <p:oleObj name="Equation" r:id="rId7" imgW="18592800" imgH="10363200" progId="Equation.DSMT4">
                    <p:embed/>
                    <p:pic>
                      <p:nvPicPr>
                        <p:cNvPr id="0" name="图片 39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96" y="1530"/>
                          <a:ext cx="573" cy="3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3523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 bwMode="auto">
          <a:xfrm>
            <a:off x="9386669" y="60405"/>
            <a:ext cx="660121" cy="442826"/>
            <a:chOff x="4101" y="1545"/>
            <a:chExt cx="489" cy="327"/>
          </a:xfrm>
        </p:grpSpPr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4101" y="1545"/>
            <a:ext cx="48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2" name="Equation" r:id="rId9" imgW="15849600" imgH="9448800" progId="Equation.DSMT4">
                    <p:embed/>
                  </p:oleObj>
                </mc:Choice>
                <mc:Fallback>
                  <p:oleObj name="Equation" r:id="rId9" imgW="15849600" imgH="9448800" progId="Equation.DSMT4">
                    <p:embed/>
                    <p:pic>
                      <p:nvPicPr>
                        <p:cNvPr id="0" name="图片 396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01" y="1545"/>
                          <a:ext cx="489" cy="2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435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9731054" y="597844"/>
          <a:ext cx="13968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3" name="Equation" r:id="rId11" imgW="3352800" imgH="6400800" progId="Equation.DSMT4">
                  <p:embed/>
                </p:oleObj>
              </mc:Choice>
              <mc:Fallback>
                <p:oleObj name="Equation" r:id="rId11" imgW="3352800" imgH="6400800" progId="Equation.DSMT4">
                  <p:embed/>
                  <p:pic>
                    <p:nvPicPr>
                      <p:cNvPr id="0" name="图片 396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31054" y="597844"/>
                        <a:ext cx="139680" cy="26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806575" y="571183"/>
            <a:ext cx="19272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瞬时速度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657600" y="426085"/>
          <a:ext cx="2921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4" name="Equation" r:id="rId13" imgW="70104000" imgH="19812000" progId="Equation.DSMT4">
                  <p:embed/>
                </p:oleObj>
              </mc:Choice>
              <mc:Fallback>
                <p:oleObj name="Equation" r:id="rId13" imgW="70104000" imgH="19812000" progId="Equation.DSMT4">
                  <p:embed/>
                  <p:pic>
                    <p:nvPicPr>
                      <p:cNvPr id="0" name="图片 3963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57600" y="426085"/>
                        <a:ext cx="2921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811395" y="349250"/>
          <a:ext cx="168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" name="Equation" r:id="rId15" imgW="40538400" imgH="10363200" progId="Equation.DSMT4">
                  <p:embed/>
                </p:oleObj>
              </mc:Choice>
              <mc:Fallback>
                <p:oleObj name="Equation" r:id="rId15" imgW="40538400" imgH="10363200" progId="Equation.DSMT4">
                  <p:embed/>
                  <p:pic>
                    <p:nvPicPr>
                      <p:cNvPr id="0" name="图片 396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11395" y="349250"/>
                        <a:ext cx="1689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5325745" y="819785"/>
          <a:ext cx="66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6" name="Equation" r:id="rId17" imgW="15849600" imgH="10363200" progId="Equation.DSMT4">
                  <p:embed/>
                </p:oleObj>
              </mc:Choice>
              <mc:Fallback>
                <p:oleObj name="Equation" r:id="rId17" imgW="15849600" imgH="10363200" progId="Equation.DSMT4">
                  <p:embed/>
                  <p:pic>
                    <p:nvPicPr>
                      <p:cNvPr id="0" name="图片 396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25745" y="819785"/>
                        <a:ext cx="660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806575" y="1495108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切线斜率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1" name="Group 21"/>
          <p:cNvGrpSpPr/>
          <p:nvPr/>
        </p:nvGrpSpPr>
        <p:grpSpPr bwMode="auto">
          <a:xfrm>
            <a:off x="8134508" y="924623"/>
            <a:ext cx="2383072" cy="1976925"/>
            <a:chOff x="3741" y="1363"/>
            <a:chExt cx="1766" cy="1464"/>
          </a:xfrm>
        </p:grpSpPr>
        <p:grpSp>
          <p:nvGrpSpPr>
            <p:cNvPr id="22" name="Group 22"/>
            <p:cNvGrpSpPr/>
            <p:nvPr/>
          </p:nvGrpSpPr>
          <p:grpSpPr bwMode="auto">
            <a:xfrm>
              <a:off x="3741" y="1363"/>
              <a:ext cx="1747" cy="1389"/>
              <a:chOff x="3741" y="144"/>
              <a:chExt cx="1747" cy="1389"/>
            </a:xfrm>
          </p:grpSpPr>
          <p:sp>
            <p:nvSpPr>
              <p:cNvPr id="45" name="Line 23"/>
              <p:cNvSpPr>
                <a:spLocks noChangeShapeType="1"/>
              </p:cNvSpPr>
              <p:nvPr/>
            </p:nvSpPr>
            <p:spPr bwMode="auto">
              <a:xfrm>
                <a:off x="3840" y="1269"/>
                <a:ext cx="16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Line 24"/>
              <p:cNvSpPr>
                <a:spLocks noChangeShapeType="1"/>
              </p:cNvSpPr>
              <p:nvPr/>
            </p:nvSpPr>
            <p:spPr bwMode="auto">
              <a:xfrm flipV="1">
                <a:off x="3941" y="14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7" name="Freeform 25"/>
              <p:cNvSpPr/>
              <p:nvPr/>
            </p:nvSpPr>
            <p:spPr bwMode="auto">
              <a:xfrm>
                <a:off x="4253" y="269"/>
                <a:ext cx="936" cy="813"/>
              </a:xfrm>
              <a:custGeom>
                <a:avLst/>
                <a:gdLst>
                  <a:gd name="T0" fmla="*/ 0 w 720"/>
                  <a:gd name="T1" fmla="*/ 624 h 624"/>
                  <a:gd name="T2" fmla="*/ 288 w 720"/>
                  <a:gd name="T3" fmla="*/ 576 h 624"/>
                  <a:gd name="T4" fmla="*/ 528 w 720"/>
                  <a:gd name="T5" fmla="*/ 384 h 624"/>
                  <a:gd name="T6" fmla="*/ 720 w 720"/>
                  <a:gd name="T7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624">
                    <a:moveTo>
                      <a:pt x="0" y="624"/>
                    </a:moveTo>
                    <a:cubicBezTo>
                      <a:pt x="100" y="620"/>
                      <a:pt x="200" y="616"/>
                      <a:pt x="288" y="576"/>
                    </a:cubicBezTo>
                    <a:cubicBezTo>
                      <a:pt x="376" y="536"/>
                      <a:pt x="456" y="480"/>
                      <a:pt x="528" y="384"/>
                    </a:cubicBezTo>
                    <a:cubicBezTo>
                      <a:pt x="600" y="288"/>
                      <a:pt x="688" y="64"/>
                      <a:pt x="720" y="0"/>
                    </a:cubicBezTo>
                  </a:path>
                </a:pathLst>
              </a:custGeom>
              <a:noFill/>
              <a:ln w="28575" cmpd="sng">
                <a:solidFill>
                  <a:srgbClr val="C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48" name="Object 26"/>
              <p:cNvGraphicFramePr>
                <a:graphicFrameLocks noChangeAspect="1"/>
              </p:cNvGraphicFramePr>
              <p:nvPr/>
            </p:nvGraphicFramePr>
            <p:xfrm>
              <a:off x="5319" y="1307"/>
              <a:ext cx="169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67" name="Equation" r:id="rId19" imgW="5486400" imgH="7315200" progId="Equation.DSMT4">
                      <p:embed/>
                    </p:oleObj>
                  </mc:Choice>
                  <mc:Fallback>
                    <p:oleObj name="Equation" r:id="rId19" imgW="5486400" imgH="7315200" progId="Equation.DSMT4">
                      <p:embed/>
                      <p:pic>
                        <p:nvPicPr>
                          <p:cNvPr id="0" name="图片 396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5319" y="1307"/>
                            <a:ext cx="169" cy="2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27"/>
              <p:cNvGraphicFramePr>
                <a:graphicFrameLocks noChangeAspect="1"/>
              </p:cNvGraphicFramePr>
              <p:nvPr/>
            </p:nvGraphicFramePr>
            <p:xfrm>
              <a:off x="3753" y="156"/>
              <a:ext cx="18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68" name="Equation" r:id="rId21" imgW="6096000" imgH="7315200" progId="Equation.DSMT4">
                      <p:embed/>
                    </p:oleObj>
                  </mc:Choice>
                  <mc:Fallback>
                    <p:oleObj name="Equation" r:id="rId21" imgW="6096000" imgH="7315200" progId="Equation.DSMT4">
                      <p:embed/>
                      <p:pic>
                        <p:nvPicPr>
                          <p:cNvPr id="0" name="图片 396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3753" y="156"/>
                            <a:ext cx="188" cy="2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Object 28"/>
              <p:cNvGraphicFramePr>
                <a:graphicFrameLocks noChangeAspect="1"/>
              </p:cNvGraphicFramePr>
              <p:nvPr/>
            </p:nvGraphicFramePr>
            <p:xfrm>
              <a:off x="3741" y="1265"/>
              <a:ext cx="216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69" name="Equation" r:id="rId23" imgW="7010400" imgH="7620000" progId="Equation.DSMT4">
                      <p:embed/>
                    </p:oleObj>
                  </mc:Choice>
                  <mc:Fallback>
                    <p:oleObj name="Equation" r:id="rId23" imgW="7010400" imgH="7620000" progId="Equation.DSMT4">
                      <p:embed/>
                      <p:pic>
                        <p:nvPicPr>
                          <p:cNvPr id="0" name="图片 396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741" y="1265"/>
                            <a:ext cx="216" cy="23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29"/>
              <p:cNvGraphicFramePr>
                <a:graphicFrameLocks noChangeAspect="1"/>
              </p:cNvGraphicFramePr>
              <p:nvPr/>
            </p:nvGraphicFramePr>
            <p:xfrm>
              <a:off x="4053" y="384"/>
              <a:ext cx="960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0" name="Equation" r:id="rId25" imgW="31089600" imgH="9448800" progId="Equation.DSMT4">
                      <p:embed/>
                    </p:oleObj>
                  </mc:Choice>
                  <mc:Fallback>
                    <p:oleObj name="Equation" r:id="rId25" imgW="31089600" imgH="9448800" progId="Equation.DSMT4">
                      <p:embed/>
                      <p:pic>
                        <p:nvPicPr>
                          <p:cNvPr id="0" name="图片 396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4053" y="384"/>
                            <a:ext cx="960" cy="29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30"/>
              <p:cNvGraphicFramePr>
                <a:graphicFrameLocks noChangeAspect="1"/>
              </p:cNvGraphicFramePr>
              <p:nvPr/>
            </p:nvGraphicFramePr>
            <p:xfrm>
              <a:off x="4127" y="800"/>
              <a:ext cx="216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1" name="Equation" r:id="rId27" imgW="7010400" imgH="9448800" progId="Equation.DSMT4">
                      <p:embed/>
                    </p:oleObj>
                  </mc:Choice>
                  <mc:Fallback>
                    <p:oleObj name="Equation" r:id="rId27" imgW="7010400" imgH="9448800" progId="Equation.DSMT4">
                      <p:embed/>
                      <p:pic>
                        <p:nvPicPr>
                          <p:cNvPr id="0" name="图片 397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4127" y="800"/>
                            <a:ext cx="216" cy="29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Group 31"/>
            <p:cNvGrpSpPr/>
            <p:nvPr/>
          </p:nvGrpSpPr>
          <p:grpSpPr bwMode="auto">
            <a:xfrm>
              <a:off x="4113" y="2419"/>
              <a:ext cx="179" cy="356"/>
              <a:chOff x="4113" y="1200"/>
              <a:chExt cx="179" cy="356"/>
            </a:xfrm>
          </p:grpSpPr>
          <p:graphicFrame>
            <p:nvGraphicFramePr>
              <p:cNvPr id="42" name="Object 32"/>
              <p:cNvGraphicFramePr>
                <a:graphicFrameLocks noChangeAspect="1"/>
              </p:cNvGraphicFramePr>
              <p:nvPr/>
            </p:nvGraphicFramePr>
            <p:xfrm>
              <a:off x="4113" y="1397"/>
              <a:ext cx="179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2" name="Equation" r:id="rId29" imgW="3657600" imgH="3352800" progId="Equation.DSMT4">
                      <p:embed/>
                    </p:oleObj>
                  </mc:Choice>
                  <mc:Fallback>
                    <p:oleObj name="Equation" r:id="rId29" imgW="3657600" imgH="3352800" progId="Equation.DSMT4">
                      <p:embed/>
                      <p:pic>
                        <p:nvPicPr>
                          <p:cNvPr id="0" name="图片 397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4113" y="1397"/>
                            <a:ext cx="179" cy="15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Freeform 33"/>
              <p:cNvSpPr/>
              <p:nvPr/>
            </p:nvSpPr>
            <p:spPr bwMode="auto">
              <a:xfrm>
                <a:off x="4224" y="1200"/>
                <a:ext cx="23" cy="61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">
                    <a:moveTo>
                      <a:pt x="0" y="0"/>
                    </a:moveTo>
                    <a:cubicBezTo>
                      <a:pt x="0" y="20"/>
                      <a:pt x="0" y="40"/>
                      <a:pt x="0" y="48"/>
                    </a:cubicBezTo>
                  </a:path>
                </a:pathLst>
              </a:custGeom>
              <a:noFill/>
              <a:ln w="28575" cmpd="sng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4" name="Line 34"/>
              <p:cNvSpPr>
                <a:spLocks noChangeShapeType="1"/>
              </p:cNvSpPr>
              <p:nvPr/>
            </p:nvSpPr>
            <p:spPr bwMode="auto">
              <a:xfrm flipV="1">
                <a:off x="4176" y="12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4" name="Group 35"/>
            <p:cNvGrpSpPr/>
            <p:nvPr/>
          </p:nvGrpSpPr>
          <p:grpSpPr bwMode="auto">
            <a:xfrm>
              <a:off x="4434" y="2371"/>
              <a:ext cx="169" cy="456"/>
              <a:chOff x="4434" y="1152"/>
              <a:chExt cx="169" cy="456"/>
            </a:xfrm>
          </p:grpSpPr>
          <p:sp>
            <p:nvSpPr>
              <p:cNvPr id="39" name="Freeform 36"/>
              <p:cNvSpPr/>
              <p:nvPr/>
            </p:nvSpPr>
            <p:spPr bwMode="auto">
              <a:xfrm>
                <a:off x="4512" y="1152"/>
                <a:ext cx="91" cy="113"/>
              </a:xfrm>
              <a:custGeom>
                <a:avLst/>
                <a:gdLst>
                  <a:gd name="T0" fmla="*/ 0 w 104"/>
                  <a:gd name="T1" fmla="*/ 0 h 144"/>
                  <a:gd name="T2" fmla="*/ 96 w 104"/>
                  <a:gd name="T3" fmla="*/ 48 h 144"/>
                  <a:gd name="T4" fmla="*/ 48 w 104"/>
                  <a:gd name="T5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4" h="144">
                    <a:moveTo>
                      <a:pt x="0" y="0"/>
                    </a:moveTo>
                    <a:cubicBezTo>
                      <a:pt x="44" y="12"/>
                      <a:pt x="88" y="24"/>
                      <a:pt x="96" y="48"/>
                    </a:cubicBezTo>
                    <a:cubicBezTo>
                      <a:pt x="104" y="72"/>
                      <a:pt x="56" y="128"/>
                      <a:pt x="48" y="144"/>
                    </a:cubicBezTo>
                  </a:path>
                </a:pathLst>
              </a:custGeom>
              <a:noFill/>
              <a:ln w="28575" cmpd="sng">
                <a:solidFill>
                  <a:srgbClr val="7030A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40" name="Object 37"/>
              <p:cNvGraphicFramePr>
                <a:graphicFrameLocks noChangeAspect="1"/>
              </p:cNvGraphicFramePr>
              <p:nvPr/>
            </p:nvGraphicFramePr>
            <p:xfrm>
              <a:off x="4434" y="1397"/>
              <a:ext cx="169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3" name="公式" r:id="rId31" imgW="139700" imgH="165100" progId="Equation.3">
                      <p:embed/>
                    </p:oleObj>
                  </mc:Choice>
                  <mc:Fallback>
                    <p:oleObj name="公式" r:id="rId31" imgW="139700" imgH="165100" progId="Equation.3">
                      <p:embed/>
                      <p:pic>
                        <p:nvPicPr>
                          <p:cNvPr id="0" name="图片 397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4434" y="1397"/>
                            <a:ext cx="169" cy="21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 flipV="1">
                <a:off x="4512" y="120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25" name="Group 39"/>
            <p:cNvGrpSpPr/>
            <p:nvPr/>
          </p:nvGrpSpPr>
          <p:grpSpPr bwMode="auto">
            <a:xfrm>
              <a:off x="4437" y="1472"/>
              <a:ext cx="873" cy="1001"/>
              <a:chOff x="4437" y="253"/>
              <a:chExt cx="873" cy="1001"/>
            </a:xfrm>
          </p:grpSpPr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 flipV="1">
                <a:off x="4437" y="253"/>
                <a:ext cx="873" cy="10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8" name="Object 41"/>
              <p:cNvGraphicFramePr>
                <a:graphicFrameLocks noChangeAspect="1"/>
              </p:cNvGraphicFramePr>
              <p:nvPr/>
            </p:nvGraphicFramePr>
            <p:xfrm>
              <a:off x="4978" y="307"/>
              <a:ext cx="254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4" name="Equation" r:id="rId33" imgW="8229600" imgH="9144000" progId="Equation.DSMT4">
                      <p:embed/>
                    </p:oleObj>
                  </mc:Choice>
                  <mc:Fallback>
                    <p:oleObj name="Equation" r:id="rId33" imgW="8229600" imgH="9144000" progId="Equation.DSMT4">
                      <p:embed/>
                      <p:pic>
                        <p:nvPicPr>
                          <p:cNvPr id="0" name="图片 397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4978" y="307"/>
                            <a:ext cx="254" cy="2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42"/>
            <p:cNvGrpSpPr/>
            <p:nvPr/>
          </p:nvGrpSpPr>
          <p:grpSpPr bwMode="auto">
            <a:xfrm>
              <a:off x="4066" y="1838"/>
              <a:ext cx="1441" cy="650"/>
              <a:chOff x="4066" y="619"/>
              <a:chExt cx="1441" cy="650"/>
            </a:xfrm>
          </p:grpSpPr>
          <p:sp>
            <p:nvSpPr>
              <p:cNvPr id="35" name="Line 43"/>
              <p:cNvSpPr>
                <a:spLocks noChangeShapeType="1"/>
              </p:cNvSpPr>
              <p:nvPr/>
            </p:nvSpPr>
            <p:spPr bwMode="auto">
              <a:xfrm flipV="1">
                <a:off x="4066" y="707"/>
                <a:ext cx="1311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6" name="Object 44"/>
              <p:cNvGraphicFramePr>
                <a:graphicFrameLocks noChangeAspect="1"/>
              </p:cNvGraphicFramePr>
              <p:nvPr/>
            </p:nvGraphicFramePr>
            <p:xfrm>
              <a:off x="5310" y="619"/>
              <a:ext cx="197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5" name="Equation" r:id="rId35" imgW="6400800" imgH="9144000" progId="Equation.DSMT4">
                      <p:embed/>
                    </p:oleObj>
                  </mc:Choice>
                  <mc:Fallback>
                    <p:oleObj name="Equation" r:id="rId35" imgW="6400800" imgH="9144000" progId="Equation.DSMT4">
                      <p:embed/>
                      <p:pic>
                        <p:nvPicPr>
                          <p:cNvPr id="0" name="图片 397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5310" y="619"/>
                            <a:ext cx="197" cy="2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" name="Group 45"/>
            <p:cNvGrpSpPr/>
            <p:nvPr/>
          </p:nvGrpSpPr>
          <p:grpSpPr bwMode="auto">
            <a:xfrm>
              <a:off x="4477" y="1979"/>
              <a:ext cx="334" cy="775"/>
              <a:chOff x="4477" y="760"/>
              <a:chExt cx="334" cy="775"/>
            </a:xfrm>
          </p:grpSpPr>
          <p:sp>
            <p:nvSpPr>
              <p:cNvPr id="32" name="Line 46"/>
              <p:cNvSpPr>
                <a:spLocks noChangeShapeType="1"/>
              </p:cNvSpPr>
              <p:nvPr/>
            </p:nvSpPr>
            <p:spPr bwMode="auto">
              <a:xfrm>
                <a:off x="4628" y="1019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3" name="Object 47"/>
              <p:cNvGraphicFramePr>
                <a:graphicFrameLocks noChangeAspect="1"/>
              </p:cNvGraphicFramePr>
              <p:nvPr/>
            </p:nvGraphicFramePr>
            <p:xfrm>
              <a:off x="4576" y="1215"/>
              <a:ext cx="235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6" name="Equation" r:id="rId37" imgW="7620000" imgH="10363200" progId="Equation.DSMT4">
                      <p:embed/>
                    </p:oleObj>
                  </mc:Choice>
                  <mc:Fallback>
                    <p:oleObj name="Equation" r:id="rId37" imgW="7620000" imgH="10363200" progId="Equation.DSMT4">
                      <p:embed/>
                      <p:pic>
                        <p:nvPicPr>
                          <p:cNvPr id="0" name="图片 397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4576" y="1215"/>
                            <a:ext cx="235" cy="3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48"/>
              <p:cNvGraphicFramePr>
                <a:graphicFrameLocks noChangeAspect="1"/>
              </p:cNvGraphicFramePr>
              <p:nvPr/>
            </p:nvGraphicFramePr>
            <p:xfrm>
              <a:off x="4477" y="760"/>
              <a:ext cx="301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7" name="Equation" r:id="rId39" imgW="9753600" imgH="9144000" progId="Equation.DSMT4">
                      <p:embed/>
                    </p:oleObj>
                  </mc:Choice>
                  <mc:Fallback>
                    <p:oleObj name="Equation" r:id="rId39" imgW="9753600" imgH="9144000" progId="Equation.DSMT4">
                      <p:embed/>
                      <p:pic>
                        <p:nvPicPr>
                          <p:cNvPr id="0" name="图片 397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477" y="760"/>
                            <a:ext cx="301" cy="2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49"/>
            <p:cNvGrpSpPr/>
            <p:nvPr/>
          </p:nvGrpSpPr>
          <p:grpSpPr bwMode="auto">
            <a:xfrm>
              <a:off x="5031" y="1760"/>
              <a:ext cx="160" cy="950"/>
              <a:chOff x="5031" y="541"/>
              <a:chExt cx="160" cy="950"/>
            </a:xfrm>
          </p:grpSpPr>
          <p:sp>
            <p:nvSpPr>
              <p:cNvPr id="30" name="Line 50"/>
              <p:cNvSpPr>
                <a:spLocks noChangeShapeType="1"/>
              </p:cNvSpPr>
              <p:nvPr/>
            </p:nvSpPr>
            <p:spPr bwMode="auto">
              <a:xfrm>
                <a:off x="5064" y="541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1" name="Object 51"/>
              <p:cNvGraphicFramePr>
                <a:graphicFrameLocks noChangeAspect="1"/>
              </p:cNvGraphicFramePr>
              <p:nvPr/>
            </p:nvGraphicFramePr>
            <p:xfrm>
              <a:off x="5031" y="1322"/>
              <a:ext cx="160" cy="1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78" name="Equation" r:id="rId41" imgW="5181600" imgH="5486400" progId="Equation.DSMT4">
                      <p:embed/>
                    </p:oleObj>
                  </mc:Choice>
                  <mc:Fallback>
                    <p:oleObj name="Equation" r:id="rId41" imgW="5181600" imgH="5486400" progId="Equation.DSMT4">
                      <p:embed/>
                      <p:pic>
                        <p:nvPicPr>
                          <p:cNvPr id="0" name="图片 397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5031" y="1322"/>
                            <a:ext cx="160" cy="16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" name="Line 52"/>
            <p:cNvSpPr>
              <a:spLocks noChangeShapeType="1"/>
            </p:cNvSpPr>
            <p:nvPr/>
          </p:nvSpPr>
          <p:spPr bwMode="auto">
            <a:xfrm>
              <a:off x="4631" y="225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53" name="Object 53"/>
          <p:cNvGraphicFramePr>
            <a:graphicFrameLocks noChangeAspect="1"/>
          </p:cNvGraphicFramePr>
          <p:nvPr/>
        </p:nvGraphicFramePr>
        <p:xfrm>
          <a:off x="3602355" y="1365885"/>
          <a:ext cx="3162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9" name="Equation" r:id="rId43" imgW="75895200" imgH="19812000" progId="Equation.DSMT4">
                  <p:embed/>
                </p:oleObj>
              </mc:Choice>
              <mc:Fallback>
                <p:oleObj name="Equation" r:id="rId43" imgW="75895200" imgH="19812000" progId="Equation.DSMT4">
                  <p:embed/>
                  <p:pic>
                    <p:nvPicPr>
                      <p:cNvPr id="0" name="图片 3978"/>
                      <p:cNvPicPr>
                        <a:picLocks noChangeAspect="1"/>
                      </p:cNvPicPr>
                      <p:nvPr/>
                    </p:nvPicPr>
                    <p:blipFill>
                      <a:blip r:embed="rId4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02355" y="1365885"/>
                        <a:ext cx="3162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54"/>
          <p:cNvGraphicFramePr>
            <a:graphicFrameLocks noChangeAspect="1"/>
          </p:cNvGraphicFramePr>
          <p:nvPr/>
        </p:nvGraphicFramePr>
        <p:xfrm>
          <a:off x="4811395" y="1324610"/>
          <a:ext cx="184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0" name="Equation" r:id="rId45" imgW="44196000" imgH="10363200" progId="Equation.DSMT4">
                  <p:embed/>
                </p:oleObj>
              </mc:Choice>
              <mc:Fallback>
                <p:oleObj name="Equation" r:id="rId45" imgW="44196000" imgH="10363200" progId="Equation.DSMT4">
                  <p:embed/>
                  <p:pic>
                    <p:nvPicPr>
                      <p:cNvPr id="0" name="图片 3979"/>
                      <p:cNvPicPr>
                        <a:picLocks noChangeAspect="1"/>
                      </p:cNvPicPr>
                      <p:nvPr/>
                    </p:nvPicPr>
                    <p:blipFill>
                      <a:blip r:embed="rId4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11395" y="1324610"/>
                        <a:ext cx="1841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5"/>
          <p:cNvGraphicFramePr>
            <a:graphicFrameLocks noChangeAspect="1"/>
          </p:cNvGraphicFramePr>
          <p:nvPr/>
        </p:nvGraphicFramePr>
        <p:xfrm>
          <a:off x="5249545" y="1791335"/>
          <a:ext cx="812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1" name="Equation" r:id="rId47" imgW="19507200" imgH="10363200" progId="Equation.DSMT4">
                  <p:embed/>
                </p:oleObj>
              </mc:Choice>
              <mc:Fallback>
                <p:oleObj name="Equation" r:id="rId47" imgW="19507200" imgH="10363200" progId="Equation.DSMT4">
                  <p:embed/>
                  <p:pic>
                    <p:nvPicPr>
                      <p:cNvPr id="0" name="图片 3980"/>
                      <p:cNvPicPr>
                        <a:picLocks noChangeAspect="1"/>
                      </p:cNvPicPr>
                      <p:nvPr/>
                    </p:nvPicPr>
                    <p:blipFill>
                      <a:blip r:embed="rId4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49545" y="1791335"/>
                        <a:ext cx="812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2286000" y="2833688"/>
            <a:ext cx="7391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所求量为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自变量增量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之比的极限 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1905000" y="3394075"/>
            <a:ext cx="2590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类似问题还有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Text Box 58"/>
          <p:cNvSpPr txBox="1">
            <a:spLocks noChangeArrowheads="1"/>
          </p:cNvSpPr>
          <p:nvPr/>
        </p:nvSpPr>
        <p:spPr bwMode="auto">
          <a:xfrm>
            <a:off x="2279650" y="3886200"/>
            <a:ext cx="15017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加速度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Text Box 59"/>
          <p:cNvSpPr txBox="1">
            <a:spLocks noChangeArrowheads="1"/>
          </p:cNvSpPr>
          <p:nvPr/>
        </p:nvSpPr>
        <p:spPr bwMode="auto">
          <a:xfrm>
            <a:off x="2279650" y="4502150"/>
            <a:ext cx="18351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角速度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Text Box 60"/>
          <p:cNvSpPr txBox="1">
            <a:spLocks noChangeArrowheads="1"/>
          </p:cNvSpPr>
          <p:nvPr/>
        </p:nvSpPr>
        <p:spPr bwMode="auto">
          <a:xfrm>
            <a:off x="2279650" y="5070475"/>
            <a:ext cx="166846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线密度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Text Box 61"/>
          <p:cNvSpPr txBox="1">
            <a:spLocks noChangeArrowheads="1"/>
          </p:cNvSpPr>
          <p:nvPr/>
        </p:nvSpPr>
        <p:spPr bwMode="auto">
          <a:xfrm>
            <a:off x="1960563" y="5661025"/>
            <a:ext cx="2001837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电流强度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3525838" y="3908425"/>
            <a:ext cx="584676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速度增量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之比的极限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Text Box 63"/>
          <p:cNvSpPr txBox="1">
            <a:spLocks noChangeArrowheads="1"/>
          </p:cNvSpPr>
          <p:nvPr/>
        </p:nvSpPr>
        <p:spPr bwMode="auto">
          <a:xfrm>
            <a:off x="3525838" y="4516438"/>
            <a:ext cx="57769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转角增量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之比的极限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Text Box 64"/>
          <p:cNvSpPr txBox="1">
            <a:spLocks noChangeArrowheads="1"/>
          </p:cNvSpPr>
          <p:nvPr/>
        </p:nvSpPr>
        <p:spPr bwMode="auto">
          <a:xfrm>
            <a:off x="3525838" y="5084763"/>
            <a:ext cx="584676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质量增量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之比的极限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5" name="Text Box 65"/>
          <p:cNvSpPr txBox="1">
            <a:spLocks noChangeArrowheads="1"/>
          </p:cNvSpPr>
          <p:nvPr/>
        </p:nvSpPr>
        <p:spPr bwMode="auto">
          <a:xfrm>
            <a:off x="3602038" y="5670550"/>
            <a:ext cx="586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电量增量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时间增量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之比的极限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Text Box 66"/>
          <p:cNvSpPr txBox="1">
            <a:spLocks noChangeArrowheads="1"/>
          </p:cNvSpPr>
          <p:nvPr/>
        </p:nvSpPr>
        <p:spPr bwMode="auto">
          <a:xfrm>
            <a:off x="9456103" y="3984625"/>
            <a:ext cx="613410" cy="213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变化率问题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" name="AutoShape 67"/>
          <p:cNvSpPr/>
          <p:nvPr/>
        </p:nvSpPr>
        <p:spPr bwMode="auto">
          <a:xfrm>
            <a:off x="9144000" y="3984625"/>
            <a:ext cx="152400" cy="2286000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8" name="Object 75"/>
          <p:cNvGraphicFramePr>
            <a:graphicFrameLocks noChangeAspect="1"/>
          </p:cNvGraphicFramePr>
          <p:nvPr/>
        </p:nvGraphicFramePr>
        <p:xfrm>
          <a:off x="5994400" y="3213100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2" name="Equation" r:id="rId49" imgW="4876800" imgH="10363200" progId="Equation.3">
                  <p:embed/>
                </p:oleObj>
              </mc:Choice>
              <mc:Fallback>
                <p:oleObj name="Equation" r:id="rId49" imgW="4876800" imgH="10363200" progId="Equation.3">
                  <p:embed/>
                  <p:pic>
                    <p:nvPicPr>
                      <p:cNvPr id="0" name="图片 3981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994400" y="3213100"/>
                        <a:ext cx="203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76"/>
          <p:cNvGraphicFramePr>
            <a:graphicFrameLocks noChangeAspect="1"/>
          </p:cNvGraphicFramePr>
          <p:nvPr/>
        </p:nvGraphicFramePr>
        <p:xfrm>
          <a:off x="2514600" y="6248400"/>
          <a:ext cx="1054100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3" name="Equation" r:id="rId51" imgW="1237615" imgH="133985" progId="Equation.3">
                  <p:embed/>
                </p:oleObj>
              </mc:Choice>
              <mc:Fallback>
                <p:oleObj name="Equation" r:id="rId51" imgW="1237615" imgH="133985" progId="Equation.3">
                  <p:embed/>
                  <p:pic>
                    <p:nvPicPr>
                      <p:cNvPr id="0" name="图片 3982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514600" y="6248400"/>
                        <a:ext cx="1054100" cy="114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56" grpId="0" bldLvl="0" animBg="1" autoUpdateAnimBg="0"/>
      <p:bldP spid="57" grpId="0" bldLvl="0" animBg="1" autoUpdateAnimBg="0"/>
      <p:bldP spid="58" grpId="0" bldLvl="0" animBg="1" autoUpdateAnimBg="0"/>
      <p:bldP spid="59" grpId="0" bldLvl="0" animBg="1" autoUpdateAnimBg="0"/>
      <p:bldP spid="60" grpId="0" bldLvl="0" animBg="1" autoUpdateAnimBg="0"/>
      <p:bldP spid="61" grpId="0" bldLvl="0" animBg="1" autoUpdateAnimBg="0"/>
      <p:bldP spid="62" grpId="0" bldLvl="0" animBg="1" autoUpdateAnimBg="0"/>
      <p:bldP spid="63" grpId="0" bldLvl="0" animBg="1" autoUpdateAnimBg="0"/>
      <p:bldP spid="64" grpId="0" bldLvl="0" animBg="1" autoUpdateAnimBg="0"/>
      <p:bldP spid="65" grpId="0" bldLvl="0" animBg="1" autoUpdateAnimBg="0"/>
      <p:bldP spid="66" grpId="0" bldLvl="0" animBg="1" autoUpdateAnimBg="0"/>
      <p:bldP spid="6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0045" y="231775"/>
            <a:ext cx="3298825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2.导数的定义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676331" y="882988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438772" y="942926"/>
          <a:ext cx="12952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31089600" imgH="9448800" progId="Equation.DSMT4">
                  <p:embed/>
                </p:oleObj>
              </mc:Choice>
              <mc:Fallback>
                <p:oleObj name="Equation" r:id="rId1" imgW="31089600" imgH="9448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38772" y="942926"/>
                        <a:ext cx="12952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695950" y="876300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571895" y="918110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9" name="Equation" r:id="rId3" imgW="8534400" imgH="10363200" progId="Equation.DSMT4">
                  <p:embed/>
                </p:oleObj>
              </mc:Choice>
              <mc:Fallback>
                <p:oleObj name="Equation" r:id="rId3" imgW="8534400" imgH="10363200" progId="Equation.DSMT4">
                  <p:embed/>
                  <p:pic>
                    <p:nvPicPr>
                      <p:cNvPr id="0" name="图片 485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71895" y="918110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13100" y="1714500"/>
          <a:ext cx="558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" name="Equation" r:id="rId5" imgW="13411200" imgH="14325600" progId="Equation.DSMT4">
                  <p:embed/>
                </p:oleObj>
              </mc:Choice>
              <mc:Fallback>
                <p:oleObj name="Equation" r:id="rId5" imgW="13411200" imgH="14325600" progId="Equation.DSMT4">
                  <p:embed/>
                  <p:pic>
                    <p:nvPicPr>
                      <p:cNvPr id="0" name="图片 485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3100" y="1714500"/>
                        <a:ext cx="5588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851275" y="1535113"/>
          <a:ext cx="17176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" name="Equation" r:id="rId7" imgW="45720000" imgH="22250400" progId="Equation.DSMT4">
                  <p:embed/>
                </p:oleObj>
              </mc:Choice>
              <mc:Fallback>
                <p:oleObj name="Equation" r:id="rId7" imgW="45720000" imgH="22250400" progId="Equation.DSMT4">
                  <p:embed/>
                  <p:pic>
                    <p:nvPicPr>
                      <p:cNvPr id="0" name="图片 486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51275" y="1535113"/>
                        <a:ext cx="1717675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791200" y="1517650"/>
          <a:ext cx="143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2" name="Equation" r:id="rId9" imgW="34442400" imgH="21945600" progId="Equation.DSMT4">
                  <p:embed/>
                </p:oleObj>
              </mc:Choice>
              <mc:Fallback>
                <p:oleObj name="Equation" r:id="rId9" imgW="34442400" imgH="21945600" progId="Equation.DSMT4">
                  <p:embed/>
                  <p:pic>
                    <p:nvPicPr>
                      <p:cNvPr id="0" name="图片 486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91200" y="1517650"/>
                        <a:ext cx="1435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"/>
          <p:cNvGrpSpPr/>
          <p:nvPr/>
        </p:nvGrpSpPr>
        <p:grpSpPr bwMode="auto">
          <a:xfrm>
            <a:off x="7696201" y="1503363"/>
            <a:ext cx="2819400" cy="850900"/>
            <a:chOff x="3888" y="672"/>
            <a:chExt cx="1776" cy="536"/>
          </a:xfrm>
        </p:grpSpPr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888" y="672"/>
              <a:ext cx="1776" cy="528"/>
            </a:xfrm>
            <a:prstGeom prst="rect">
              <a:avLst/>
            </a:prstGeom>
            <a:noFill/>
            <a:ln w="9525">
              <a:solidFill>
                <a:srgbClr val="2A00FF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3960" y="680"/>
            <a:ext cx="163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3" name="Equation" r:id="rId11" imgW="62179200" imgH="10363200" progId="Equation.DSMT4">
                    <p:embed/>
                  </p:oleObj>
                </mc:Choice>
                <mc:Fallback>
                  <p:oleObj name="Equation" r:id="rId11" imgW="62179200" imgH="10363200" progId="Equation.DSMT4">
                    <p:embed/>
                    <p:pic>
                      <p:nvPicPr>
                        <p:cNvPr id="0" name="图片 486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60" y="680"/>
                          <a:ext cx="1632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4195" y="936"/>
            <a:ext cx="10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4" name="Equation" r:id="rId13" imgW="38709600" imgH="10363200" progId="Equation.DSMT4">
                    <p:embed/>
                  </p:oleObj>
                </mc:Choice>
                <mc:Fallback>
                  <p:oleObj name="Equation" r:id="rId13" imgW="38709600" imgH="10363200" progId="Equation.DSMT4">
                    <p:embed/>
                    <p:pic>
                      <p:nvPicPr>
                        <p:cNvPr id="0" name="图片 48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95" y="936"/>
                          <a:ext cx="101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676400" y="2468563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192254" y="2570749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5" name="Equation" r:id="rId15" imgW="17678400" imgH="9448800" progId="Equation.DSMT4">
                  <p:embed/>
                </p:oleObj>
              </mc:Choice>
              <mc:Fallback>
                <p:oleObj name="Equation" r:id="rId15" imgW="17678400" imgH="9448800" progId="Equation.DSMT4">
                  <p:embed/>
                  <p:pic>
                    <p:nvPicPr>
                      <p:cNvPr id="0" name="图片 4864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92254" y="2570749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7377430" y="2519363"/>
            <a:ext cx="2667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并称此极限为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1816160" y="3180885"/>
          <a:ext cx="12952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6" name="Equation" r:id="rId17" imgW="31089600" imgH="9448800" progId="Equation.DSMT4">
                  <p:embed/>
                </p:oleObj>
              </mc:Choice>
              <mc:Fallback>
                <p:oleObj name="Equation" r:id="rId17" imgW="31089600" imgH="9448800" progId="Equation.DSMT4">
                  <p:embed/>
                  <p:pic>
                    <p:nvPicPr>
                      <p:cNvPr id="0" name="图片 486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16160" y="3180885"/>
                        <a:ext cx="12952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638800" y="3124200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2746375" y="3763963"/>
          <a:ext cx="1066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7" name="Equation" r:id="rId19" imgW="25603200" imgH="14020800" progId="Equation.DSMT4">
                  <p:embed/>
                </p:oleObj>
              </mc:Choice>
              <mc:Fallback>
                <p:oleObj name="Equation" r:id="rId19" imgW="25603200" imgH="14020800" progId="Equation.DSMT4">
                  <p:embed/>
                  <p:pic>
                    <p:nvPicPr>
                      <p:cNvPr id="0" name="图片 486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46375" y="3763963"/>
                        <a:ext cx="1066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4135438" y="3892550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8" name="Equation" r:id="rId21" imgW="25908000" imgH="10363200" progId="Equation.DSMT4">
                  <p:embed/>
                </p:oleObj>
              </mc:Choice>
              <mc:Fallback>
                <p:oleObj name="Equation" r:id="rId21" imgW="25908000" imgH="10363200" progId="Equation.DSMT4">
                  <p:embed/>
                  <p:pic>
                    <p:nvPicPr>
                      <p:cNvPr id="0" name="图片 486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35438" y="3892550"/>
                        <a:ext cx="1079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5499100" y="3609975"/>
          <a:ext cx="1562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9" name="Equation" r:id="rId23" imgW="37490400" imgH="24384000" progId="Equation.DSMT4">
                  <p:embed/>
                </p:oleObj>
              </mc:Choice>
              <mc:Fallback>
                <p:oleObj name="Equation" r:id="rId23" imgW="37490400" imgH="24384000" progId="Equation.DSMT4">
                  <p:embed/>
                  <p:pic>
                    <p:nvPicPr>
                      <p:cNvPr id="0" name="图片 486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99100" y="3609975"/>
                        <a:ext cx="1562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7296150" y="3613150"/>
          <a:ext cx="1879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0" name="Equation" r:id="rId25" imgW="45110400" imgH="24384000" progId="Equation.DSMT4">
                  <p:embed/>
                </p:oleObj>
              </mc:Choice>
              <mc:Fallback>
                <p:oleObj name="Equation" r:id="rId25" imgW="45110400" imgH="24384000" progId="Equation.DSMT4">
                  <p:embed/>
                  <p:pic>
                    <p:nvPicPr>
                      <p:cNvPr id="0" name="图片 486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96150" y="3613150"/>
                        <a:ext cx="18796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1752600" y="4724400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768600" y="4716780"/>
          <a:ext cx="901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1" name="Equation" r:id="rId27" imgW="21640800" imgH="14020800" progId="Equation.DSMT4">
                  <p:embed/>
                </p:oleObj>
              </mc:Choice>
              <mc:Fallback>
                <p:oleObj name="Equation" r:id="rId27" imgW="21640800" imgH="14020800" progId="Equation.DSMT4">
                  <p:embed/>
                  <p:pic>
                    <p:nvPicPr>
                      <p:cNvPr id="0" name="图片 487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68600" y="4716780"/>
                        <a:ext cx="901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848100" y="4819333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2" name="Equation" r:id="rId29" imgW="28956000" imgH="10363200" progId="Equation.DSMT4">
                  <p:embed/>
                </p:oleObj>
              </mc:Choice>
              <mc:Fallback>
                <p:oleObj name="Equation" r:id="rId29" imgW="28956000" imgH="10363200" progId="Equation.DSMT4">
                  <p:embed/>
                  <p:pic>
                    <p:nvPicPr>
                      <p:cNvPr id="0" name="图片 487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848100" y="4819333"/>
                        <a:ext cx="1206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5175885" y="4570730"/>
          <a:ext cx="1435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3" name="Equation" r:id="rId31" imgW="34442400" imgH="21945600" progId="Equation.DSMT4">
                  <p:embed/>
                </p:oleObj>
              </mc:Choice>
              <mc:Fallback>
                <p:oleObj name="Equation" r:id="rId31" imgW="34442400" imgH="21945600" progId="Equation.DSMT4">
                  <p:embed/>
                  <p:pic>
                    <p:nvPicPr>
                      <p:cNvPr id="0" name="图片 487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175885" y="4570730"/>
                        <a:ext cx="1435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781425" y="5573713"/>
          <a:ext cx="32797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4" name="Equation" r:id="rId33" imgW="87477600" imgH="21945600" progId="Equation.DSMT4">
                  <p:embed/>
                </p:oleObj>
              </mc:Choice>
              <mc:Fallback>
                <p:oleObj name="Equation" r:id="rId33" imgW="87477600" imgH="21945600" progId="Equation.DSMT4">
                  <p:embed/>
                  <p:pic>
                    <p:nvPicPr>
                      <p:cNvPr id="0" name="图片 4873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81425" y="5573713"/>
                        <a:ext cx="3279775" cy="8239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7178993" y="5573713"/>
          <a:ext cx="29940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5" name="Equation" r:id="rId35" imgW="79857600" imgH="20116800" progId="Equation.DSMT4">
                  <p:embed/>
                </p:oleObj>
              </mc:Choice>
              <mc:Fallback>
                <p:oleObj name="Equation" r:id="rId35" imgW="79857600" imgH="20116800" progId="Equation.DSMT4">
                  <p:embed/>
                  <p:pic>
                    <p:nvPicPr>
                      <p:cNvPr id="0" name="图片 4874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78993" y="5573713"/>
                        <a:ext cx="2994025" cy="754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2590800" y="2511743"/>
            <a:ext cx="1905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1752600" y="162052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6863715" y="875983"/>
            <a:ext cx="33096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的某邻域内有定义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" name="Group 32"/>
          <p:cNvGrpSpPr/>
          <p:nvPr/>
        </p:nvGrpSpPr>
        <p:grpSpPr bwMode="auto">
          <a:xfrm>
            <a:off x="4928554" y="2501900"/>
            <a:ext cx="2530475" cy="541338"/>
            <a:chOff x="2149" y="1566"/>
            <a:chExt cx="1594" cy="341"/>
          </a:xfrm>
        </p:grpSpPr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2149" y="1566"/>
              <a:ext cx="63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34"/>
            <p:cNvGraphicFramePr>
              <a:graphicFrameLocks noChangeAspect="1"/>
            </p:cNvGraphicFramePr>
            <p:nvPr/>
          </p:nvGraphicFramePr>
          <p:xfrm>
            <a:off x="2672" y="1607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76" name="Equation" r:id="rId37" imgW="8534400" imgH="10363200" progId="Equation.DSMT4">
                    <p:embed/>
                  </p:oleObj>
                </mc:Choice>
                <mc:Fallback>
                  <p:oleObj name="Equation" r:id="rId37" imgW="8534400" imgH="10363200" progId="Equation.DSMT4">
                    <p:embed/>
                    <p:pic>
                      <p:nvPicPr>
                        <p:cNvPr id="0" name="图片 48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72" y="1607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Text Box 35"/>
            <p:cNvSpPr txBox="1">
              <a:spLocks noChangeArrowheads="1"/>
            </p:cNvSpPr>
            <p:nvPr/>
          </p:nvSpPr>
          <p:spPr bwMode="auto">
            <a:xfrm>
              <a:off x="2840" y="1578"/>
              <a:ext cx="903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处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可导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6"/>
          <p:cNvGrpSpPr/>
          <p:nvPr/>
        </p:nvGrpSpPr>
        <p:grpSpPr bwMode="auto">
          <a:xfrm>
            <a:off x="3156585" y="3108323"/>
            <a:ext cx="2589213" cy="538163"/>
            <a:chOff x="1056" y="1958"/>
            <a:chExt cx="1631" cy="339"/>
          </a:xfrm>
        </p:grpSpPr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1056" y="1958"/>
              <a:ext cx="67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38"/>
            <p:cNvGraphicFramePr>
              <a:graphicFrameLocks noChangeAspect="1"/>
            </p:cNvGraphicFramePr>
            <p:nvPr/>
          </p:nvGraphicFramePr>
          <p:xfrm>
            <a:off x="1616" y="1976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77" name="Equation" r:id="rId39" imgW="8534400" imgH="10363200" progId="Equation.DSMT4">
                    <p:embed/>
                  </p:oleObj>
                </mc:Choice>
                <mc:Fallback>
                  <p:oleObj name="Equation" r:id="rId39" imgW="8534400" imgH="10363200" progId="Equation.DSMT4">
                    <p:embed/>
                    <p:pic>
                      <p:nvPicPr>
                        <p:cNvPr id="0" name="图片 48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6" y="1976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1784" y="1968"/>
              <a:ext cx="903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kumimoji="1" lang="zh-CN" altLang="en-US" sz="28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导数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 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 autoUpdateAnimBg="0"/>
      <p:bldP spid="5" grpId="0" autoUpdateAnimBg="0" build="p"/>
      <p:bldP spid="14" grpId="0" bldLvl="0" animBg="1" autoUpdateAnimBg="0"/>
      <p:bldP spid="16" grpId="0" bldLvl="0" animBg="1" autoUpdateAnimBg="0"/>
      <p:bldP spid="18" grpId="0" bldLvl="0" animBg="1" autoUpdateAnimBg="0"/>
      <p:bldP spid="23" grpId="0" bldLvl="0" animBg="1" autoUpdateAnimBg="0"/>
      <p:bldP spid="29" grpId="0" bldLvl="0" animBg="1" autoUpdateAnimBg="0"/>
      <p:bldP spid="30" grpId="0" autoUpdateAnimBg="0" build="p"/>
      <p:bldP spid="31" grpId="0" advAuto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590371" y="971705"/>
            <a:ext cx="34226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运动质点的位置函数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004728" y="1003475"/>
          <a:ext cx="1204391" cy="45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2801600" imgH="4876800" progId="Equation.DSMT4">
                  <p:embed/>
                </p:oleObj>
              </mc:Choice>
              <mc:Fallback>
                <p:oleObj name="Equation" r:id="rId1" imgW="12801600" imgH="4876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04728" y="1003475"/>
                        <a:ext cx="1204391" cy="458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7192976" y="1108363"/>
            <a:ext cx="44450" cy="444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7010400" y="1146175"/>
            <a:ext cx="2690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9777413" y="971550"/>
          <a:ext cx="25717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3" name="Equation" r:id="rId3" imgW="2743200" imgH="3352800" progId="Equation.DSMT4">
                  <p:embed/>
                </p:oleObj>
              </mc:Choice>
              <mc:Fallback>
                <p:oleObj name="Equation" r:id="rId3" imgW="2743200" imgH="3352800" progId="Equation.DSMT4">
                  <p:embed/>
                  <p:pic>
                    <p:nvPicPr>
                      <p:cNvPr id="0" name="图片 610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77413" y="971550"/>
                        <a:ext cx="257175" cy="31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152783" y="1175972"/>
          <a:ext cx="29196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4" name="Equation" r:id="rId5" imgW="7010400" imgH="7620000" progId="Equation.DSMT4">
                  <p:embed/>
                </p:oleObj>
              </mc:Choice>
              <mc:Fallback>
                <p:oleObj name="Equation" r:id="rId5" imgW="7010400" imgH="7620000" progId="Equation.DSMT4">
                  <p:embed/>
                  <p:pic>
                    <p:nvPicPr>
                      <p:cNvPr id="0" name="图片 610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52783" y="1175972"/>
                        <a:ext cx="29196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921625" y="1149350"/>
            <a:ext cx="1352550" cy="0"/>
          </a:xfrm>
          <a:prstGeom prst="line">
            <a:avLst/>
          </a:prstGeom>
          <a:noFill/>
          <a:ln w="28575">
            <a:solidFill>
              <a:srgbClr val="7030A0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791450" y="1111250"/>
          <a:ext cx="315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5" name="Equation" r:id="rId7" imgW="3352800" imgH="5486400" progId="Equation.DSMT4">
                  <p:embed/>
                </p:oleObj>
              </mc:Choice>
              <mc:Fallback>
                <p:oleObj name="Equation" r:id="rId7" imgW="3352800" imgH="5486400" progId="Equation.DSMT4">
                  <p:embed/>
                  <p:pic>
                    <p:nvPicPr>
                      <p:cNvPr id="0" name="图片 610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91450" y="1111250"/>
                        <a:ext cx="315913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0"/>
          <p:cNvGrpSpPr/>
          <p:nvPr/>
        </p:nvGrpSpPr>
        <p:grpSpPr bwMode="auto">
          <a:xfrm>
            <a:off x="7582395" y="718713"/>
            <a:ext cx="773906" cy="440159"/>
            <a:chOff x="3324" y="1576"/>
            <a:chExt cx="520" cy="296"/>
          </a:xfrm>
        </p:grpSpPr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3324" y="1576"/>
            <a:ext cx="52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6" name="Equation" r:id="rId9" imgW="18592800" imgH="10363200" progId="Equation.DSMT4">
                    <p:embed/>
                  </p:oleObj>
                </mc:Choice>
                <mc:Fallback>
                  <p:oleObj name="Equation" r:id="rId9" imgW="18592800" imgH="10363200" progId="Equation.DSMT4">
                    <p:embed/>
                    <p:pic>
                      <p:nvPicPr>
                        <p:cNvPr id="0" name="图片 61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24" y="1576"/>
                          <a:ext cx="520" cy="29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3523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8845635" y="690773"/>
            <a:ext cx="659646" cy="468102"/>
            <a:chOff x="4175" y="1558"/>
            <a:chExt cx="444" cy="314"/>
          </a:xfrm>
        </p:grpSpPr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4175" y="1558"/>
            <a:ext cx="444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7" name="Equation" r:id="rId11" imgW="15849600" imgH="9448800" progId="Equation.DSMT4">
                    <p:embed/>
                  </p:oleObj>
                </mc:Choice>
                <mc:Fallback>
                  <p:oleObj name="Equation" r:id="rId11" imgW="15849600" imgH="9448800" progId="Equation.DSMT4">
                    <p:embed/>
                    <p:pic>
                      <p:nvPicPr>
                        <p:cNvPr id="0" name="图片 61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175" y="1558"/>
                          <a:ext cx="444" cy="2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4435" y="1843"/>
              <a:ext cx="29" cy="2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9182100" y="1250950"/>
          <a:ext cx="228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8" name="Equation" r:id="rId13" imgW="2133600" imgH="3657600" progId="Equation.DSMT4">
                  <p:embed/>
                </p:oleObj>
              </mc:Choice>
              <mc:Fallback>
                <p:oleObj name="Equation" r:id="rId13" imgW="2133600" imgH="3657600" progId="Equation.DSMT4">
                  <p:embed/>
                  <p:pic>
                    <p:nvPicPr>
                      <p:cNvPr id="0" name="图片 610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82100" y="1250950"/>
                        <a:ext cx="228600" cy="355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7"/>
          <p:cNvGrpSpPr/>
          <p:nvPr/>
        </p:nvGrpSpPr>
        <p:grpSpPr bwMode="auto">
          <a:xfrm>
            <a:off x="1591250" y="1606233"/>
            <a:ext cx="4038600" cy="522288"/>
            <a:chOff x="189" y="621"/>
            <a:chExt cx="2544" cy="329"/>
          </a:xfrm>
        </p:grpSpPr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89" y="621"/>
              <a:ext cx="254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在   时刻的瞬时速度</a:t>
              </a:r>
              <a:endPara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584" y="621"/>
            <a:ext cx="19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9" name="Equation" r:id="rId15" imgW="3352800" imgH="5486400" progId="Equation.DSMT4">
                    <p:embed/>
                  </p:oleObj>
                </mc:Choice>
                <mc:Fallback>
                  <p:oleObj name="Equation" r:id="rId15" imgW="3352800" imgH="5486400" progId="Equation.DSMT4">
                    <p:embed/>
                    <p:pic>
                      <p:nvPicPr>
                        <p:cNvPr id="0" name="图片 61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84" y="621"/>
                          <a:ext cx="192" cy="3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20"/>
          <p:cNvGrpSpPr/>
          <p:nvPr/>
        </p:nvGrpSpPr>
        <p:grpSpPr bwMode="auto">
          <a:xfrm>
            <a:off x="3642691" y="2260756"/>
            <a:ext cx="2921000" cy="1008063"/>
            <a:chOff x="828" y="1056"/>
            <a:chExt cx="1840" cy="635"/>
          </a:xfrm>
        </p:grpSpPr>
        <p:graphicFrame>
          <p:nvGraphicFramePr>
            <p:cNvPr id="21" name="Object 21"/>
            <p:cNvGraphicFramePr>
              <a:graphicFrameLocks noChangeAspect="1"/>
            </p:cNvGraphicFramePr>
            <p:nvPr/>
          </p:nvGraphicFramePr>
          <p:xfrm>
            <a:off x="828" y="1101"/>
            <a:ext cx="184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10" name="Equation" r:id="rId17" imgW="70104000" imgH="19812000" progId="Equation.DSMT4">
                    <p:embed/>
                  </p:oleObj>
                </mc:Choice>
                <mc:Fallback>
                  <p:oleObj name="Equation" r:id="rId17" imgW="70104000" imgH="19812000" progId="Equation.DSMT4">
                    <p:embed/>
                    <p:pic>
                      <p:nvPicPr>
                        <p:cNvPr id="0" name="图片 61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28" y="1101"/>
                          <a:ext cx="1840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1519" y="1056"/>
            <a:ext cx="10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11" name="Equation" r:id="rId19" imgW="40843200" imgH="10363200" progId="Equation.DSMT4">
                    <p:embed/>
                  </p:oleObj>
                </mc:Choice>
                <mc:Fallback>
                  <p:oleObj name="Equation" r:id="rId19" imgW="40843200" imgH="10363200" progId="Equation.DSMT4">
                    <p:embed/>
                    <p:pic>
                      <p:nvPicPr>
                        <p:cNvPr id="0" name="图片 61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1056"/>
                          <a:ext cx="1072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/>
            <p:cNvGraphicFramePr>
              <a:graphicFrameLocks noChangeAspect="1"/>
            </p:cNvGraphicFramePr>
            <p:nvPr/>
          </p:nvGraphicFramePr>
          <p:xfrm>
            <a:off x="1904" y="1419"/>
            <a:ext cx="4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12" name="Equation" r:id="rId21" imgW="15849600" imgH="10363200" progId="Equation.DSMT4">
                    <p:embed/>
                  </p:oleObj>
                </mc:Choice>
                <mc:Fallback>
                  <p:oleObj name="Equation" r:id="rId21" imgW="15849600" imgH="10363200" progId="Equation.DSMT4">
                    <p:embed/>
                    <p:pic>
                      <p:nvPicPr>
                        <p:cNvPr id="0" name="图片 61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04" y="1419"/>
                          <a:ext cx="41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1649730" y="3523298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曲线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2523659" y="3606340"/>
          <a:ext cx="1741993" cy="458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3" name="Equation" r:id="rId23" imgW="18592800" imgH="4876800" progId="Equation.DSMT4">
                  <p:embed/>
                </p:oleObj>
              </mc:Choice>
              <mc:Fallback>
                <p:oleObj name="Equation" r:id="rId23" imgW="18592800" imgH="4876800" progId="Equation.DSMT4">
                  <p:embed/>
                  <p:pic>
                    <p:nvPicPr>
                      <p:cNvPr id="0" name="图片 611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523659" y="3606340"/>
                        <a:ext cx="1741993" cy="4584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4265295" y="3523615"/>
            <a:ext cx="21951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点处的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7353302" y="3771900"/>
            <a:ext cx="2670175" cy="2206625"/>
            <a:chOff x="3941" y="1869"/>
            <a:chExt cx="1682" cy="1390"/>
          </a:xfrm>
        </p:grpSpPr>
        <p:grpSp>
          <p:nvGrpSpPr>
            <p:cNvPr id="28" name="Group 28"/>
            <p:cNvGrpSpPr/>
            <p:nvPr/>
          </p:nvGrpSpPr>
          <p:grpSpPr bwMode="auto">
            <a:xfrm>
              <a:off x="3941" y="1869"/>
              <a:ext cx="1609" cy="1286"/>
              <a:chOff x="3741" y="85"/>
              <a:chExt cx="1720" cy="1374"/>
            </a:xfrm>
          </p:grpSpPr>
          <p:sp>
            <p:nvSpPr>
              <p:cNvPr id="47" name="Line 29"/>
              <p:cNvSpPr>
                <a:spLocks noChangeShapeType="1"/>
              </p:cNvSpPr>
              <p:nvPr/>
            </p:nvSpPr>
            <p:spPr bwMode="auto">
              <a:xfrm>
                <a:off x="3840" y="1269"/>
                <a:ext cx="16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8" name="Line 30"/>
              <p:cNvSpPr>
                <a:spLocks noChangeShapeType="1"/>
              </p:cNvSpPr>
              <p:nvPr/>
            </p:nvSpPr>
            <p:spPr bwMode="auto">
              <a:xfrm flipV="1">
                <a:off x="3941" y="14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9" name="Freeform 31"/>
              <p:cNvSpPr/>
              <p:nvPr/>
            </p:nvSpPr>
            <p:spPr bwMode="auto">
              <a:xfrm>
                <a:off x="4253" y="269"/>
                <a:ext cx="936" cy="813"/>
              </a:xfrm>
              <a:custGeom>
                <a:avLst/>
                <a:gdLst>
                  <a:gd name="T0" fmla="*/ 0 w 720"/>
                  <a:gd name="T1" fmla="*/ 624 h 624"/>
                  <a:gd name="T2" fmla="*/ 288 w 720"/>
                  <a:gd name="T3" fmla="*/ 576 h 624"/>
                  <a:gd name="T4" fmla="*/ 528 w 720"/>
                  <a:gd name="T5" fmla="*/ 384 h 624"/>
                  <a:gd name="T6" fmla="*/ 720 w 720"/>
                  <a:gd name="T7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624">
                    <a:moveTo>
                      <a:pt x="0" y="624"/>
                    </a:moveTo>
                    <a:cubicBezTo>
                      <a:pt x="100" y="620"/>
                      <a:pt x="200" y="616"/>
                      <a:pt x="288" y="576"/>
                    </a:cubicBezTo>
                    <a:cubicBezTo>
                      <a:pt x="376" y="536"/>
                      <a:pt x="456" y="480"/>
                      <a:pt x="528" y="384"/>
                    </a:cubicBezTo>
                    <a:cubicBezTo>
                      <a:pt x="600" y="288"/>
                      <a:pt x="688" y="64"/>
                      <a:pt x="720" y="0"/>
                    </a:cubicBezTo>
                  </a:path>
                </a:pathLst>
              </a:custGeom>
              <a:noFill/>
              <a:ln w="28575" cmpd="sng">
                <a:solidFill>
                  <a:schemeClr val="accent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50" name="Object 32"/>
              <p:cNvGraphicFramePr>
                <a:graphicFrameLocks noChangeAspect="1"/>
              </p:cNvGraphicFramePr>
              <p:nvPr/>
            </p:nvGraphicFramePr>
            <p:xfrm>
              <a:off x="5285" y="1300"/>
              <a:ext cx="153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4" name="Equation" r:id="rId25" imgW="3048000" imgH="3352800" progId="Equation.DSMT4">
                      <p:embed/>
                    </p:oleObj>
                  </mc:Choice>
                  <mc:Fallback>
                    <p:oleObj name="Equation" r:id="rId25" imgW="3048000" imgH="3352800" progId="Equation.DSMT4">
                      <p:embed/>
                      <p:pic>
                        <p:nvPicPr>
                          <p:cNvPr id="0" name="图片 611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5285" y="1300"/>
                            <a:ext cx="153" cy="15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33"/>
              <p:cNvGraphicFramePr>
                <a:graphicFrameLocks noChangeAspect="1"/>
              </p:cNvGraphicFramePr>
              <p:nvPr/>
            </p:nvGraphicFramePr>
            <p:xfrm>
              <a:off x="3741" y="85"/>
              <a:ext cx="159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5" name="Equation" r:id="rId27" imgW="3352800" imgH="3962400" progId="Equation.DSMT4">
                      <p:embed/>
                    </p:oleObj>
                  </mc:Choice>
                  <mc:Fallback>
                    <p:oleObj name="Equation" r:id="rId27" imgW="3352800" imgH="3962400" progId="Equation.DSMT4">
                      <p:embed/>
                      <p:pic>
                        <p:nvPicPr>
                          <p:cNvPr id="0" name="图片 611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741" y="85"/>
                            <a:ext cx="159" cy="19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34"/>
              <p:cNvGraphicFramePr>
                <a:graphicFrameLocks noChangeAspect="1"/>
              </p:cNvGraphicFramePr>
              <p:nvPr/>
            </p:nvGraphicFramePr>
            <p:xfrm>
              <a:off x="3771" y="1300"/>
              <a:ext cx="153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6" name="Equation" r:id="rId29" imgW="3048000" imgH="3352800" progId="Equation.DSMT4">
                      <p:embed/>
                    </p:oleObj>
                  </mc:Choice>
                  <mc:Fallback>
                    <p:oleObj name="Equation" r:id="rId29" imgW="3048000" imgH="3352800" progId="Equation.DSMT4">
                      <p:embed/>
                      <p:pic>
                        <p:nvPicPr>
                          <p:cNvPr id="0" name="图片 611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3771" y="1300"/>
                            <a:ext cx="153" cy="15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Object 35"/>
              <p:cNvGraphicFramePr>
                <a:graphicFrameLocks noChangeAspect="1"/>
              </p:cNvGraphicFramePr>
              <p:nvPr/>
            </p:nvGraphicFramePr>
            <p:xfrm>
              <a:off x="4176" y="409"/>
              <a:ext cx="872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7" name="Equation" r:id="rId31" imgW="31089600" imgH="9448800" progId="Equation.DSMT4">
                      <p:embed/>
                    </p:oleObj>
                  </mc:Choice>
                  <mc:Fallback>
                    <p:oleObj name="Equation" r:id="rId31" imgW="31089600" imgH="9448800" progId="Equation.DSMT4">
                      <p:embed/>
                      <p:pic>
                        <p:nvPicPr>
                          <p:cNvPr id="0" name="图片 611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4176" y="409"/>
                            <a:ext cx="872" cy="26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" name="Object 36"/>
              <p:cNvGraphicFramePr>
                <a:graphicFrameLocks noChangeAspect="1"/>
              </p:cNvGraphicFramePr>
              <p:nvPr/>
            </p:nvGraphicFramePr>
            <p:xfrm>
              <a:off x="4117" y="850"/>
              <a:ext cx="179" cy="2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8" name="Equation" r:id="rId33" imgW="3657600" imgH="4267200" progId="Equation.DSMT4">
                      <p:embed/>
                    </p:oleObj>
                  </mc:Choice>
                  <mc:Fallback>
                    <p:oleObj name="Equation" r:id="rId33" imgW="3657600" imgH="4267200" progId="Equation.DSMT4">
                      <p:embed/>
                      <p:pic>
                        <p:nvPicPr>
                          <p:cNvPr id="0" name="图片 611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4117" y="850"/>
                            <a:ext cx="179" cy="20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" name="Group 37"/>
            <p:cNvGrpSpPr/>
            <p:nvPr/>
          </p:nvGrpSpPr>
          <p:grpSpPr bwMode="auto">
            <a:xfrm>
              <a:off x="4302" y="2912"/>
              <a:ext cx="167" cy="347"/>
              <a:chOff x="4116" y="1200"/>
              <a:chExt cx="178" cy="370"/>
            </a:xfrm>
          </p:grpSpPr>
          <p:graphicFrame>
            <p:nvGraphicFramePr>
              <p:cNvPr id="44" name="Object 38"/>
              <p:cNvGraphicFramePr>
                <a:graphicFrameLocks noChangeAspect="1"/>
              </p:cNvGraphicFramePr>
              <p:nvPr/>
            </p:nvGraphicFramePr>
            <p:xfrm>
              <a:off x="4116" y="1404"/>
              <a:ext cx="178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19" name="Equation" r:id="rId35" imgW="3657600" imgH="3352800" progId="Equation.DSMT4">
                      <p:embed/>
                    </p:oleObj>
                  </mc:Choice>
                  <mc:Fallback>
                    <p:oleObj name="Equation" r:id="rId35" imgW="3657600" imgH="3352800" progId="Equation.DSMT4">
                      <p:embed/>
                      <p:pic>
                        <p:nvPicPr>
                          <p:cNvPr id="0" name="图片 611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4116" y="1404"/>
                            <a:ext cx="178" cy="16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Freeform 39"/>
              <p:cNvSpPr/>
              <p:nvPr/>
            </p:nvSpPr>
            <p:spPr bwMode="auto">
              <a:xfrm>
                <a:off x="4224" y="1200"/>
                <a:ext cx="23" cy="61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">
                    <a:moveTo>
                      <a:pt x="0" y="0"/>
                    </a:moveTo>
                    <a:cubicBezTo>
                      <a:pt x="0" y="20"/>
                      <a:pt x="0" y="40"/>
                      <a:pt x="0" y="48"/>
                    </a:cubicBezTo>
                  </a:path>
                </a:pathLst>
              </a:custGeom>
              <a:noFill/>
              <a:ln w="28575" cmpd="sng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6" name="Line 40"/>
              <p:cNvSpPr>
                <a:spLocks noChangeShapeType="1"/>
              </p:cNvSpPr>
              <p:nvPr/>
            </p:nvSpPr>
            <p:spPr bwMode="auto">
              <a:xfrm flipV="1">
                <a:off x="4176" y="12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30" name="Group 41"/>
            <p:cNvGrpSpPr/>
            <p:nvPr/>
          </p:nvGrpSpPr>
          <p:grpSpPr bwMode="auto">
            <a:xfrm>
              <a:off x="4593" y="2026"/>
              <a:ext cx="816" cy="937"/>
              <a:chOff x="4437" y="253"/>
              <a:chExt cx="873" cy="1001"/>
            </a:xfrm>
          </p:grpSpPr>
          <p:sp>
            <p:nvSpPr>
              <p:cNvPr id="42" name="Line 42"/>
              <p:cNvSpPr>
                <a:spLocks noChangeShapeType="1"/>
              </p:cNvSpPr>
              <p:nvPr/>
            </p:nvSpPr>
            <p:spPr bwMode="auto">
              <a:xfrm flipV="1">
                <a:off x="4437" y="253"/>
                <a:ext cx="873" cy="10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43" name="Object 43"/>
              <p:cNvGraphicFramePr>
                <a:graphicFrameLocks noChangeAspect="1"/>
              </p:cNvGraphicFramePr>
              <p:nvPr/>
            </p:nvGraphicFramePr>
            <p:xfrm>
              <a:off x="5097" y="445"/>
              <a:ext cx="20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20" name="Equation" r:id="rId37" imgW="4267200" imgH="4267200" progId="Equation.DSMT4">
                      <p:embed/>
                    </p:oleObj>
                  </mc:Choice>
                  <mc:Fallback>
                    <p:oleObj name="Equation" r:id="rId37" imgW="4267200" imgH="4267200" progId="Equation.DSMT4">
                      <p:embed/>
                      <p:pic>
                        <p:nvPicPr>
                          <p:cNvPr id="0" name="图片 611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5097" y="445"/>
                            <a:ext cx="203" cy="21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1" name="Group 44"/>
            <p:cNvGrpSpPr/>
            <p:nvPr/>
          </p:nvGrpSpPr>
          <p:grpSpPr bwMode="auto">
            <a:xfrm>
              <a:off x="4247" y="2451"/>
              <a:ext cx="1376" cy="526"/>
              <a:chOff x="4066" y="707"/>
              <a:chExt cx="1471" cy="562"/>
            </a:xfrm>
          </p:grpSpPr>
          <p:sp>
            <p:nvSpPr>
              <p:cNvPr id="40" name="Line 45"/>
              <p:cNvSpPr>
                <a:spLocks noChangeShapeType="1"/>
              </p:cNvSpPr>
              <p:nvPr/>
            </p:nvSpPr>
            <p:spPr bwMode="auto">
              <a:xfrm flipV="1">
                <a:off x="4066" y="707"/>
                <a:ext cx="1311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41" name="Object 46"/>
              <p:cNvGraphicFramePr>
                <a:graphicFrameLocks noChangeAspect="1"/>
              </p:cNvGraphicFramePr>
              <p:nvPr/>
            </p:nvGraphicFramePr>
            <p:xfrm>
              <a:off x="5374" y="710"/>
              <a:ext cx="163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21" name="Equation" r:id="rId39" imgW="3352800" imgH="3962400" progId="Equation.DSMT4">
                      <p:embed/>
                    </p:oleObj>
                  </mc:Choice>
                  <mc:Fallback>
                    <p:oleObj name="Equation" r:id="rId39" imgW="3352800" imgH="3962400" progId="Equation.DSMT4">
                      <p:embed/>
                      <p:pic>
                        <p:nvPicPr>
                          <p:cNvPr id="0" name="图片 612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5374" y="710"/>
                            <a:ext cx="163" cy="19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2" name="Group 47"/>
            <p:cNvGrpSpPr/>
            <p:nvPr/>
          </p:nvGrpSpPr>
          <p:grpSpPr bwMode="auto">
            <a:xfrm>
              <a:off x="4633" y="2550"/>
              <a:ext cx="265" cy="630"/>
              <a:chOff x="4471" y="813"/>
              <a:chExt cx="283" cy="673"/>
            </a:xfrm>
          </p:grpSpPr>
          <p:sp>
            <p:nvSpPr>
              <p:cNvPr id="37" name="Line 48"/>
              <p:cNvSpPr>
                <a:spLocks noChangeShapeType="1"/>
              </p:cNvSpPr>
              <p:nvPr/>
            </p:nvSpPr>
            <p:spPr bwMode="auto">
              <a:xfrm>
                <a:off x="4628" y="1019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8" name="Object 49"/>
              <p:cNvGraphicFramePr>
                <a:graphicFrameLocks noChangeAspect="1"/>
              </p:cNvGraphicFramePr>
              <p:nvPr/>
            </p:nvGraphicFramePr>
            <p:xfrm>
              <a:off x="4557" y="1213"/>
              <a:ext cx="197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22" name="Equation" r:id="rId41" imgW="3962400" imgH="5486400" progId="Equation.DSMT4">
                      <p:embed/>
                    </p:oleObj>
                  </mc:Choice>
                  <mc:Fallback>
                    <p:oleObj name="Equation" r:id="rId41" imgW="3962400" imgH="5486400" progId="Equation.DSMT4">
                      <p:embed/>
                      <p:pic>
                        <p:nvPicPr>
                          <p:cNvPr id="0" name="图片 612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4557" y="1213"/>
                            <a:ext cx="197" cy="27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50"/>
              <p:cNvGraphicFramePr>
                <a:graphicFrameLocks noChangeAspect="1"/>
              </p:cNvGraphicFramePr>
              <p:nvPr/>
            </p:nvGraphicFramePr>
            <p:xfrm>
              <a:off x="4471" y="813"/>
              <a:ext cx="242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23" name="Equation" r:id="rId43" imgW="4876800" imgH="3962400" progId="Equation.DSMT4">
                      <p:embed/>
                    </p:oleObj>
                  </mc:Choice>
                  <mc:Fallback>
                    <p:oleObj name="Equation" r:id="rId43" imgW="4876800" imgH="3962400" progId="Equation.DSMT4">
                      <p:embed/>
                      <p:pic>
                        <p:nvPicPr>
                          <p:cNvPr id="0" name="图片 612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4471" y="813"/>
                            <a:ext cx="242" cy="19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3" name="Group 51"/>
            <p:cNvGrpSpPr/>
            <p:nvPr/>
          </p:nvGrpSpPr>
          <p:grpSpPr bwMode="auto">
            <a:xfrm>
              <a:off x="5104" y="2296"/>
              <a:ext cx="143" cy="844"/>
              <a:chOff x="4985" y="541"/>
              <a:chExt cx="153" cy="902"/>
            </a:xfrm>
          </p:grpSpPr>
          <p:sp>
            <p:nvSpPr>
              <p:cNvPr id="35" name="Line 52"/>
              <p:cNvSpPr>
                <a:spLocks noChangeShapeType="1"/>
              </p:cNvSpPr>
              <p:nvPr/>
            </p:nvSpPr>
            <p:spPr bwMode="auto">
              <a:xfrm>
                <a:off x="5064" y="541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6" name="Object 53"/>
              <p:cNvGraphicFramePr>
                <a:graphicFrameLocks noChangeAspect="1"/>
              </p:cNvGraphicFramePr>
              <p:nvPr/>
            </p:nvGraphicFramePr>
            <p:xfrm>
              <a:off x="4985" y="1283"/>
              <a:ext cx="153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24" name="Equation" r:id="rId45" imgW="3048000" imgH="3352800" progId="Equation.DSMT4">
                      <p:embed/>
                    </p:oleObj>
                  </mc:Choice>
                  <mc:Fallback>
                    <p:oleObj name="Equation" r:id="rId45" imgW="3048000" imgH="3352800" progId="Equation.DSMT4">
                      <p:embed/>
                      <p:pic>
                        <p:nvPicPr>
                          <p:cNvPr id="0" name="图片 612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4985" y="1283"/>
                            <a:ext cx="153" cy="16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4" name="Line 54"/>
            <p:cNvSpPr>
              <a:spLocks noChangeShapeType="1"/>
            </p:cNvSpPr>
            <p:nvPr/>
          </p:nvSpPr>
          <p:spPr bwMode="auto">
            <a:xfrm>
              <a:off x="4774" y="2754"/>
              <a:ext cx="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5" name="Group 55"/>
          <p:cNvGrpSpPr/>
          <p:nvPr/>
        </p:nvGrpSpPr>
        <p:grpSpPr bwMode="auto">
          <a:xfrm>
            <a:off x="3039744" y="4570418"/>
            <a:ext cx="3340100" cy="928688"/>
            <a:chOff x="820" y="2438"/>
            <a:chExt cx="2104" cy="585"/>
          </a:xfrm>
        </p:grpSpPr>
        <p:graphicFrame>
          <p:nvGraphicFramePr>
            <p:cNvPr id="56" name="Object 56"/>
            <p:cNvGraphicFramePr>
              <a:graphicFrameLocks noChangeAspect="1"/>
            </p:cNvGraphicFramePr>
            <p:nvPr/>
          </p:nvGraphicFramePr>
          <p:xfrm>
            <a:off x="820" y="2463"/>
            <a:ext cx="210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5" name="Equation" r:id="rId47" imgW="80162400" imgH="19812000" progId="Equation.DSMT4">
                    <p:embed/>
                  </p:oleObj>
                </mc:Choice>
                <mc:Fallback>
                  <p:oleObj name="Equation" r:id="rId47" imgW="80162400" imgH="19812000" progId="Equation.DSMT4">
                    <p:embed/>
                    <p:pic>
                      <p:nvPicPr>
                        <p:cNvPr id="0" name="图片 61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20" y="2463"/>
                          <a:ext cx="2104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57"/>
            <p:cNvGraphicFramePr>
              <a:graphicFrameLocks noChangeAspect="1"/>
            </p:cNvGraphicFramePr>
            <p:nvPr/>
          </p:nvGraphicFramePr>
          <p:xfrm>
            <a:off x="1652" y="2438"/>
            <a:ext cx="11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6" name="Equation" r:id="rId49" imgW="44500800" imgH="10363200" progId="Equation.DSMT4">
                    <p:embed/>
                  </p:oleObj>
                </mc:Choice>
                <mc:Fallback>
                  <p:oleObj name="Equation" r:id="rId49" imgW="44500800" imgH="10363200" progId="Equation.DSMT4">
                    <p:embed/>
                    <p:pic>
                      <p:nvPicPr>
                        <p:cNvPr id="0" name="图片 61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52" y="2438"/>
                          <a:ext cx="116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58"/>
            <p:cNvGraphicFramePr>
              <a:graphicFrameLocks noChangeAspect="1"/>
            </p:cNvGraphicFramePr>
            <p:nvPr/>
          </p:nvGraphicFramePr>
          <p:xfrm>
            <a:off x="2016" y="2751"/>
            <a:ext cx="53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7" name="Equation" r:id="rId51" imgW="20421600" imgH="10363200" progId="Equation.DSMT4">
                    <p:embed/>
                  </p:oleObj>
                </mc:Choice>
                <mc:Fallback>
                  <p:oleObj name="Equation" r:id="rId51" imgW="20421600" imgH="10363200" progId="Equation.DSMT4">
                    <p:embed/>
                    <p:pic>
                      <p:nvPicPr>
                        <p:cNvPr id="0" name="图片 612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6" y="2751"/>
                          <a:ext cx="53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" name="Object 59"/>
          <p:cNvGraphicFramePr>
            <a:graphicFrameLocks noChangeAspect="1"/>
          </p:cNvGraphicFramePr>
          <p:nvPr/>
        </p:nvGraphicFramePr>
        <p:xfrm>
          <a:off x="6721171" y="2529360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8" name="Equation" r:id="rId53" imgW="26822400" imgH="10363200" progId="Equation.DSMT4">
                  <p:embed/>
                </p:oleObj>
              </mc:Choice>
              <mc:Fallback>
                <p:oleObj name="Equation" r:id="rId53" imgW="26822400" imgH="10363200" progId="Equation.DSMT4">
                  <p:embed/>
                  <p:pic>
                    <p:nvPicPr>
                      <p:cNvPr id="0" name="图片 6127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721171" y="2529360"/>
                        <a:ext cx="1117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60"/>
          <p:cNvGraphicFramePr>
            <a:graphicFrameLocks noChangeAspect="1"/>
          </p:cNvGraphicFramePr>
          <p:nvPr/>
        </p:nvGraphicFramePr>
        <p:xfrm>
          <a:off x="3303588" y="5551488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9" name="Equation" r:id="rId55" imgW="28651200" imgH="10363200" progId="Equation.DSMT4">
                  <p:embed/>
                </p:oleObj>
              </mc:Choice>
              <mc:Fallback>
                <p:oleObj name="Equation" r:id="rId55" imgW="28651200" imgH="10363200" progId="Equation.DSMT4">
                  <p:embed/>
                  <p:pic>
                    <p:nvPicPr>
                      <p:cNvPr id="0" name="图片 6128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303588" y="5551488"/>
                        <a:ext cx="1193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1268352" y="30734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因此，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Text Box 26"/>
          <p:cNvSpPr txBox="1">
            <a:spLocks noChangeArrowheads="1"/>
          </p:cNvSpPr>
          <p:nvPr/>
        </p:nvSpPr>
        <p:spPr bwMode="auto">
          <a:xfrm>
            <a:off x="1628140" y="4173855"/>
            <a:ext cx="18611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切线斜率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 build="p"/>
      <p:bldP spid="26" grpId="0" advAuto="0" autoUpdateAnimBg="0" build="p"/>
      <p:bldP spid="62" grpId="0" advAuto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592250" y="681322"/>
          <a:ext cx="57132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3716000" imgH="14325600" progId="Equation.DSMT4">
                  <p:embed/>
                </p:oleObj>
              </mc:Choice>
              <mc:Fallback>
                <p:oleObj name="Equation" r:id="rId1" imgW="13716000" imgH="14325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92250" y="681322"/>
                        <a:ext cx="571320" cy="5968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151784" y="516262"/>
          <a:ext cx="19173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3" name="Equation" r:id="rId3" imgW="46024800" imgH="22250400" progId="Equation.DSMT4">
                  <p:embed/>
                </p:oleObj>
              </mc:Choice>
              <mc:Fallback>
                <p:oleObj name="Equation" r:id="rId3" imgW="46024800" imgH="22250400" progId="Equation.DSMT4">
                  <p:embed/>
                  <p:pic>
                    <p:nvPicPr>
                      <p:cNvPr id="0" name="图片 662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51784" y="516262"/>
                        <a:ext cx="19173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86144" y="610351"/>
            <a:ext cx="134039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若极限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Group 10"/>
          <p:cNvGrpSpPr/>
          <p:nvPr/>
        </p:nvGrpSpPr>
        <p:grpSpPr bwMode="auto">
          <a:xfrm>
            <a:off x="1700530" y="1381766"/>
            <a:ext cx="3381375" cy="568325"/>
            <a:chOff x="1337" y="811"/>
            <a:chExt cx="2130" cy="358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337" y="811"/>
              <a:ext cx="213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在点   </a:t>
              </a:r>
              <a:r>
                <a:rPr kumimoji="1" lang="zh-CN" altLang="en-US" sz="2800" b="1" dirty="0" smtClean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不可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导</a:t>
              </a:r>
              <a:r>
                <a:rPr kumimoji="1"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. </a:t>
              </a:r>
              <a:endPara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1899" y="856"/>
            <a:ext cx="23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24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662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99" y="856"/>
                          <a:ext cx="235" cy="3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365058" y="2231048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903771" y="1964373"/>
          <a:ext cx="2016224" cy="1021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5" name="Equation" r:id="rId7" imgW="20726400" imgH="10363200" progId="Equation.DSMT4">
                  <p:embed/>
                </p:oleObj>
              </mc:Choice>
              <mc:Fallback>
                <p:oleObj name="Equation" r:id="rId7" imgW="20726400" imgH="10363200" progId="Equation.DSMT4">
                  <p:embed/>
                  <p:pic>
                    <p:nvPicPr>
                      <p:cNvPr id="0" name="图片 66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3771" y="1964373"/>
                        <a:ext cx="2016224" cy="10211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4919980" y="2214855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也称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786755" y="2291055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6" name="Equation" r:id="rId9" imgW="17678400" imgH="9448800" progId="Equation.DSMT4">
                  <p:embed/>
                </p:oleObj>
              </mc:Choice>
              <mc:Fallback>
                <p:oleObj name="Equation" r:id="rId9" imgW="17678400" imgH="9448800" progId="Equation.DSMT4">
                  <p:embed/>
                  <p:pic>
                    <p:nvPicPr>
                      <p:cNvPr id="0" name="图片 6625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786755" y="2291055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6489700" y="2226920"/>
            <a:ext cx="762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7035800" y="2252955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7" name="Equation" r:id="rId11" imgW="8534400" imgH="10363200" progId="Equation.DSMT4">
                  <p:embed/>
                </p:oleObj>
              </mc:Choice>
              <mc:Fallback>
                <p:oleObj name="Equation" r:id="rId11" imgW="8534400" imgH="10363200" progId="Equation.DSMT4">
                  <p:embed/>
                  <p:pic>
                    <p:nvPicPr>
                      <p:cNvPr id="0" name="图片 6626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35800" y="2252955"/>
                        <a:ext cx="355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1700530" y="3051493"/>
            <a:ext cx="563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若函数在开区间</a:t>
            </a:r>
            <a:r>
              <a:rPr kumimoji="1"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内每点都可导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700530" y="3671888"/>
            <a:ext cx="6324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此时导数值构成的新函数称为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导函数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516188" y="4343400"/>
            <a:ext cx="1295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819926" y="4399916"/>
          <a:ext cx="4824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8" name="Equation" r:id="rId13" imgW="11582400" imgH="9753600" progId="Equation.DSMT4">
                  <p:embed/>
                </p:oleObj>
              </mc:Choice>
              <mc:Fallback>
                <p:oleObj name="Equation" r:id="rId13" imgW="11582400" imgH="9753600" progId="Equation.DSMT4">
                  <p:embed/>
                  <p:pic>
                    <p:nvPicPr>
                      <p:cNvPr id="0" name="图片 66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19926" y="4399916"/>
                        <a:ext cx="48240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4521240" y="4456433"/>
          <a:ext cx="9651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29" name="Equation" r:id="rId15" imgW="23164800" imgH="9753600" progId="Equation.DSMT4">
                  <p:embed/>
                </p:oleObj>
              </mc:Choice>
              <mc:Fallback>
                <p:oleObj name="Equation" r:id="rId15" imgW="23164800" imgH="9753600" progId="Equation.DSMT4">
                  <p:embed/>
                  <p:pic>
                    <p:nvPicPr>
                      <p:cNvPr id="0" name="图片 662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1240" y="4456433"/>
                        <a:ext cx="9651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5867400" y="4197350"/>
          <a:ext cx="6223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0" name="Equation" r:id="rId17" imgW="14935200" imgH="21945600" progId="Equation.DSMT4">
                  <p:embed/>
                </p:oleObj>
              </mc:Choice>
              <mc:Fallback>
                <p:oleObj name="Equation" r:id="rId17" imgW="14935200" imgH="21945600" progId="Equation.DSMT4">
                  <p:embed/>
                  <p:pic>
                    <p:nvPicPr>
                      <p:cNvPr id="0" name="图片 662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67400" y="4197350"/>
                        <a:ext cx="622300" cy="915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6700838" y="4184650"/>
          <a:ext cx="10779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1" name="Equation" r:id="rId19" imgW="25908000" imgH="21945600" progId="Equation.DSMT4">
                  <p:embed/>
                </p:oleObj>
              </mc:Choice>
              <mc:Fallback>
                <p:oleObj name="Equation" r:id="rId19" imgW="25908000" imgH="21945600" progId="Equation.DSMT4">
                  <p:embed/>
                  <p:pic>
                    <p:nvPicPr>
                      <p:cNvPr id="0" name="图片 663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700838" y="4184650"/>
                        <a:ext cx="1077912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2286000" y="5181600"/>
            <a:ext cx="6781800" cy="111601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365375" y="5453063"/>
            <a:ext cx="1339850" cy="52197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3443287" y="5453063"/>
          <a:ext cx="92700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2" name="Equation" r:id="rId21" imgW="22250400" imgH="10363200" progId="Equation.DSMT4">
                  <p:embed/>
                </p:oleObj>
              </mc:Choice>
              <mc:Fallback>
                <p:oleObj name="Equation" r:id="rId21" imgW="22250400" imgH="10363200" progId="Equation.DSMT4">
                  <p:embed/>
                  <p:pic>
                    <p:nvPicPr>
                      <p:cNvPr id="0" name="图片 663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443287" y="5453063"/>
                        <a:ext cx="92700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4457980" y="5388255"/>
          <a:ext cx="1663560" cy="5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3" name="Equation" r:id="rId23" imgW="39928800" imgH="14020800" progId="Equation.DSMT4">
                  <p:embed/>
                </p:oleObj>
              </mc:Choice>
              <mc:Fallback>
                <p:oleObj name="Equation" r:id="rId23" imgW="39928800" imgH="14020800" progId="Equation.DSMT4">
                  <p:embed/>
                  <p:pic>
                    <p:nvPicPr>
                      <p:cNvPr id="0" name="图片 663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57980" y="5388255"/>
                        <a:ext cx="1663560" cy="5839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6541719" y="5281612"/>
          <a:ext cx="10668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4" name="Equation" r:id="rId25" imgW="25603200" imgH="21945600" progId="Equation.DSMT4">
                  <p:embed/>
                </p:oleObj>
              </mc:Choice>
              <mc:Fallback>
                <p:oleObj name="Equation" r:id="rId25" imgW="25603200" imgH="21945600" progId="Equation.DSMT4">
                  <p:embed/>
                  <p:pic>
                    <p:nvPicPr>
                      <p:cNvPr id="0" name="图片 663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541719" y="5281612"/>
                        <a:ext cx="1066800" cy="915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6145213" y="5546725"/>
          <a:ext cx="39528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5" name="Equation" r:id="rId27" imgW="3352800" imgH="3352800" progId="Equation.DSMT4">
                  <p:embed/>
                </p:oleObj>
              </mc:Choice>
              <mc:Fallback>
                <p:oleObj name="Equation" r:id="rId27" imgW="3352800" imgH="3352800" progId="Equation.DSMT4">
                  <p:embed/>
                  <p:pic>
                    <p:nvPicPr>
                      <p:cNvPr id="0" name="图片 663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5213" y="5546725"/>
                        <a:ext cx="395287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7454933" y="718999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就说函数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7035800" y="3051810"/>
            <a:ext cx="38093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就称函数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kumimoji="1" lang="en-US" altLang="zh-CN" sz="28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内可导</a:t>
            </a:r>
            <a:r>
              <a:rPr kumimoji="1"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kumimoji="1" lang="en-US" altLang="zh-CN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7346950" y="2221205"/>
            <a:ext cx="28651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的导数为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无穷大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kumimoji="1"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" name="Text Box 9"/>
          <p:cNvSpPr txBox="1">
            <a:spLocks noChangeArrowheads="1"/>
          </p:cNvSpPr>
          <p:nvPr/>
        </p:nvSpPr>
        <p:spPr bwMode="auto">
          <a:xfrm>
            <a:off x="6069419" y="703696"/>
            <a:ext cx="134039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不存在，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 autoUpdateAnimBg="0"/>
      <p:bldP spid="13" grpId="0" bldLvl="0" animBg="1" autoUpdateAnimBg="0"/>
      <p:bldP spid="15" grpId="0" autoUpdateAnimBg="0" uiExpand="1" build="p"/>
      <p:bldP spid="17" grpId="0" advAuto="0" autoUpdateAnimBg="0" uiExpand="1" build="p"/>
      <p:bldP spid="19" grpId="0" bldLvl="0" animBg="1" autoUpdateAnimBg="0"/>
      <p:bldP spid="20" grpId="0" bldLvl="0" animBg="1" autoUpdateAnimBg="0"/>
      <p:bldP spid="21" grpId="0" bldLvl="0" animBg="1" autoUpdateAnimBg="0"/>
      <p:bldP spid="26" grpId="0" bldLvl="0" animBg="1"/>
      <p:bldP spid="27" grpId="0" bldLvl="0" animBg="1"/>
      <p:bldP spid="32" grpId="0" autoUpdateAnimBg="0" uiExpand="1" build="p"/>
      <p:bldP spid="33" grpId="0" autoUpdateAnimBg="0" uiExpand="1" build="p"/>
      <p:bldP spid="34" grpId="0" advAuto="0" autoUpdateAnimBg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791200" y="820738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680340" y="908210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8534400" imgH="10363200" progId="Equation.DSMT4">
                  <p:embed/>
                </p:oleObj>
              </mc:Choice>
              <mc:Fallback>
                <p:oleObj name="Equation" r:id="rId1" imgW="8534400" imgH="10363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80340" y="908210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934200" y="866775"/>
            <a:ext cx="3429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的某个</a:t>
            </a:r>
            <a:r>
              <a:rPr kumimoji="1" lang="zh-CN" altLang="en-US" sz="2800" b="1" dirty="0">
                <a:solidFill>
                  <a:srgbClr val="0B1BB5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右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邻域内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1752600" y="233680"/>
            <a:ext cx="28194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单侧导数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572000" y="885180"/>
          <a:ext cx="1295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" name="Equation" r:id="rId3" imgW="31089600" imgH="9448800" progId="Equation.DSMT4">
                  <p:embed/>
                </p:oleObj>
              </mc:Choice>
              <mc:Fallback>
                <p:oleObj name="Equation" r:id="rId3" imgW="31089600" imgH="9448800" progId="Equation.DSMT4">
                  <p:embed/>
                  <p:pic>
                    <p:nvPicPr>
                      <p:cNvPr id="0" name="图片 7884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2000" y="885180"/>
                        <a:ext cx="1295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971800" y="1295400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908300" y="1819275"/>
          <a:ext cx="504666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6" name="Equation" r:id="rId5" imgW="120700800" imgH="21945600" progId="Equation.DSMT4">
                  <p:embed/>
                </p:oleObj>
              </mc:Choice>
              <mc:Fallback>
                <p:oleObj name="Equation" r:id="rId5" imgW="120700800" imgH="21945600" progId="Equation.DSMT4">
                  <p:embed/>
                  <p:pic>
                    <p:nvPicPr>
                      <p:cNvPr id="0" name="图片 7885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08300" y="1819275"/>
                        <a:ext cx="5046663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573338" y="3105150"/>
            <a:ext cx="2895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则称此极限值为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231904" y="3203358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" name="Equation" r:id="rId7" imgW="17678400" imgH="9448800" progId="Equation.DSMT4">
                  <p:embed/>
                </p:oleObj>
              </mc:Choice>
              <mc:Fallback>
                <p:oleObj name="Equation" r:id="rId7" imgW="17678400" imgH="9448800" progId="Equation.DSMT4">
                  <p:embed/>
                  <p:pic>
                    <p:nvPicPr>
                      <p:cNvPr id="0" name="图片 7886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31904" y="3203358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"/>
          <p:cNvGrpSpPr/>
          <p:nvPr/>
        </p:nvGrpSpPr>
        <p:grpSpPr bwMode="auto">
          <a:xfrm>
            <a:off x="5867400" y="3127378"/>
            <a:ext cx="3657600" cy="522288"/>
            <a:chOff x="2688" y="1895"/>
            <a:chExt cx="2304" cy="329"/>
          </a:xfrm>
        </p:grpSpPr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688" y="1895"/>
              <a:ext cx="230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     处的</a:t>
              </a:r>
              <a:r>
                <a:rPr kumimoji="1" lang="zh-CN" altLang="en-US" sz="2800" b="1" dirty="0">
                  <a:solidFill>
                    <a:srgbClr val="0B1BB5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右</a:t>
              </a:r>
              <a:r>
                <a:rPr kumimoji="1"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kumimoji="1" lang="zh-CN" altLang="en-US" sz="2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导数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Object 13"/>
            <p:cNvGraphicFramePr>
              <a:graphicFrameLocks noChangeAspect="1"/>
            </p:cNvGraphicFramePr>
            <p:nvPr/>
          </p:nvGraphicFramePr>
          <p:xfrm>
            <a:off x="3056" y="1924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88" name="Equation" r:id="rId9" imgW="8534400" imgH="10363200" progId="Equation.DSMT4">
                    <p:embed/>
                  </p:oleObj>
                </mc:Choice>
                <mc:Fallback>
                  <p:oleObj name="Equation" r:id="rId9" imgW="8534400" imgH="10363200" progId="Equation.DSMT4">
                    <p:embed/>
                    <p:pic>
                      <p:nvPicPr>
                        <p:cNvPr id="0" name="图片 788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56" y="1924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9296400" y="3105150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记作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055794" y="3717032"/>
          <a:ext cx="956042" cy="50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" name="Equation" r:id="rId11" imgW="10363200" imgH="5486400" progId="Equation.DSMT4">
                  <p:embed/>
                </p:oleObj>
              </mc:Choice>
              <mc:Fallback>
                <p:oleObj name="Equation" r:id="rId11" imgW="10363200" imgH="5486400" progId="Equation.DSMT4">
                  <p:embed/>
                  <p:pic>
                    <p:nvPicPr>
                      <p:cNvPr id="0" name="图片 788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5794" y="3717032"/>
                        <a:ext cx="956042" cy="5087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739900" y="4383088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704803" y="4453632"/>
          <a:ext cx="1230957" cy="50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" name="Equation" r:id="rId13" imgW="13411200" imgH="5486400" progId="Equation.DSMT4">
                  <p:embed/>
                </p:oleObj>
              </mc:Choice>
              <mc:Fallback>
                <p:oleObj name="Equation" r:id="rId13" imgW="13411200" imgH="5486400" progId="Equation.DSMT4">
                  <p:embed/>
                  <p:pic>
                    <p:nvPicPr>
                      <p:cNvPr id="0" name="图片 788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04803" y="4453632"/>
                        <a:ext cx="1230957" cy="5087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956050" y="4203700"/>
          <a:ext cx="3492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1" name="Equation" r:id="rId15" imgW="83820000" imgH="21945600" progId="Equation.DSMT4">
                  <p:embed/>
                </p:oleObj>
              </mc:Choice>
              <mc:Fallback>
                <p:oleObj name="Equation" r:id="rId15" imgW="83820000" imgH="21945600" progId="Equation.DSMT4">
                  <p:embed/>
                  <p:pic>
                    <p:nvPicPr>
                      <p:cNvPr id="0" name="图片 7890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56050" y="4203700"/>
                        <a:ext cx="3492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8418513" y="862965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左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7772400" y="31130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(左)</a:t>
            </a:r>
            <a:endParaRPr kumimoji="1" lang="en-US" altLang="zh-CN" sz="28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2427288" y="2657475"/>
          <a:ext cx="11017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2" name="Equation" r:id="rId17" imgW="37795200" imgH="10972800" progId="Equation.DSMT4">
                  <p:embed/>
                </p:oleObj>
              </mc:Choice>
              <mc:Fallback>
                <p:oleObj name="Equation" r:id="rId17" imgW="37795200" imgH="10972800" progId="Equation.DSMT4">
                  <p:embed/>
                  <p:pic>
                    <p:nvPicPr>
                      <p:cNvPr id="0" name="图片 789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27288" y="2657475"/>
                        <a:ext cx="1101725" cy="319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292600" y="2657475"/>
          <a:ext cx="10668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" name="Equation" r:id="rId19" imgW="36576000" imgH="10972800" progId="Equation.DSMT4">
                  <p:embed/>
                </p:oleObj>
              </mc:Choice>
              <mc:Fallback>
                <p:oleObj name="Equation" r:id="rId19" imgW="36576000" imgH="10972800" progId="Equation.DSMT4">
                  <p:embed/>
                  <p:pic>
                    <p:nvPicPr>
                      <p:cNvPr id="0" name="图片 789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92600" y="2657475"/>
                        <a:ext cx="1066800" cy="319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041650" y="3752850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4" name="Equation" r:id="rId21" imgW="28041600" imgH="10363200" progId="Equation.DSMT4">
                  <p:embed/>
                </p:oleObj>
              </mc:Choice>
              <mc:Fallback>
                <p:oleObj name="Equation" r:id="rId21" imgW="28041600" imgH="10363200" progId="Equation.DSMT4">
                  <p:embed/>
                  <p:pic>
                    <p:nvPicPr>
                      <p:cNvPr id="0" name="图片 789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41650" y="3752850"/>
                        <a:ext cx="1168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2928792" y="4930775"/>
          <a:ext cx="214688" cy="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5" name="Equation" r:id="rId23" imgW="3048000" imgH="2438400" progId="Equation.DSMT4">
                  <p:embed/>
                </p:oleObj>
              </mc:Choice>
              <mc:Fallback>
                <p:oleObj name="Equation" r:id="rId23" imgW="3048000" imgH="2438400" progId="Equation.DSMT4">
                  <p:embed/>
                  <p:pic>
                    <p:nvPicPr>
                      <p:cNvPr id="0" name="图片 789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28792" y="4930775"/>
                        <a:ext cx="214688" cy="74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4548400" y="4901057"/>
          <a:ext cx="210393" cy="7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6" name="Equation" r:id="rId25" imgW="3048000" imgH="2438400" progId="Equation.DSMT4">
                  <p:embed/>
                </p:oleObj>
              </mc:Choice>
              <mc:Fallback>
                <p:oleObj name="Equation" r:id="rId25" imgW="3048000" imgH="2438400" progId="Equation.DSMT4">
                  <p:embed/>
                  <p:pic>
                    <p:nvPicPr>
                      <p:cNvPr id="0" name="图片 789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48400" y="4901057"/>
                        <a:ext cx="210393" cy="71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6"/>
          <p:cNvGrpSpPr/>
          <p:nvPr/>
        </p:nvGrpSpPr>
        <p:grpSpPr bwMode="auto">
          <a:xfrm>
            <a:off x="8305800" y="2379665"/>
            <a:ext cx="1981200" cy="473075"/>
            <a:chOff x="4272" y="1070"/>
            <a:chExt cx="1248" cy="298"/>
          </a:xfrm>
        </p:grpSpPr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4762" y="1070"/>
            <a:ext cx="22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7" name="Equation" r:id="rId27" imgW="3962400" imgH="5486400" progId="Equation.DSMT4">
                    <p:embed/>
                  </p:oleObj>
                </mc:Choice>
                <mc:Fallback>
                  <p:oleObj name="Equation" r:id="rId27" imgW="3962400" imgH="5486400" progId="Equation.DSMT4">
                    <p:embed/>
                    <p:pic>
                      <p:nvPicPr>
                        <p:cNvPr id="0" name="图片 78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762" y="1070"/>
                          <a:ext cx="220" cy="2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4272" y="112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4848" y="1104"/>
              <a:ext cx="34" cy="3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9296400" y="2466975"/>
            <a:ext cx="381000" cy="0"/>
          </a:xfrm>
          <a:prstGeom prst="line">
            <a:avLst/>
          </a:prstGeom>
          <a:noFill/>
          <a:ln w="28575">
            <a:solidFill>
              <a:srgbClr val="0B1BB5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 flipH="1">
            <a:off x="9296400" y="235743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8839200" y="2466975"/>
            <a:ext cx="381000" cy="0"/>
          </a:xfrm>
          <a:prstGeom prst="line">
            <a:avLst/>
          </a:prstGeom>
          <a:noFill/>
          <a:ln w="28575">
            <a:solidFill>
              <a:srgbClr val="F3583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8839200" y="23574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1739900" y="5195888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35"/>
          <p:cNvGraphicFramePr>
            <a:graphicFrameLocks noChangeAspect="1"/>
          </p:cNvGraphicFramePr>
          <p:nvPr/>
        </p:nvGraphicFramePr>
        <p:xfrm>
          <a:off x="2762250" y="5235575"/>
          <a:ext cx="1498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8" name="Equation" r:id="rId29" imgW="35966400" imgH="11582400" progId="Equation.DSMT4">
                  <p:embed/>
                </p:oleObj>
              </mc:Choice>
              <mc:Fallback>
                <p:oleObj name="Equation" r:id="rId29" imgW="35966400" imgH="11582400" progId="Equation.DSMT4">
                  <p:embed/>
                  <p:pic>
                    <p:nvPicPr>
                      <p:cNvPr id="0" name="图片 789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762250" y="5235575"/>
                        <a:ext cx="14986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4267200" y="5195888"/>
            <a:ext cx="2362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0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37"/>
          <p:cNvGraphicFramePr>
            <a:graphicFrameLocks noChangeAspect="1"/>
          </p:cNvGraphicFramePr>
          <p:nvPr/>
        </p:nvGraphicFramePr>
        <p:xfrm>
          <a:off x="2863850" y="5810250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9" name="Equation" r:id="rId31" imgW="39928800" imgH="10363200" progId="Equation.DSMT4">
                  <p:embed/>
                </p:oleObj>
              </mc:Choice>
              <mc:Fallback>
                <p:oleObj name="Equation" r:id="rId31" imgW="39928800" imgH="10363200" progId="Equation.DSMT4">
                  <p:embed/>
                  <p:pic>
                    <p:nvPicPr>
                      <p:cNvPr id="0" name="图片 7898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63850" y="5810250"/>
                        <a:ext cx="1663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8"/>
          <p:cNvGraphicFramePr>
            <a:graphicFrameLocks noChangeAspect="1"/>
          </p:cNvGraphicFramePr>
          <p:nvPr/>
        </p:nvGraphicFramePr>
        <p:xfrm>
          <a:off x="5226050" y="5797550"/>
          <a:ext cx="149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0" name="Equation" r:id="rId33" imgW="35966400" imgH="10363200" progId="Equation.DSMT4">
                  <p:embed/>
                </p:oleObj>
              </mc:Choice>
              <mc:Fallback>
                <p:oleObj name="Equation" r:id="rId33" imgW="35966400" imgH="10363200" progId="Equation.DSMT4">
                  <p:embed/>
                  <p:pic>
                    <p:nvPicPr>
                      <p:cNvPr id="0" name="图片 7899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26050" y="5797550"/>
                        <a:ext cx="1498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39"/>
          <p:cNvGrpSpPr/>
          <p:nvPr/>
        </p:nvGrpSpPr>
        <p:grpSpPr bwMode="auto">
          <a:xfrm>
            <a:off x="7402514" y="4546602"/>
            <a:ext cx="2732088" cy="1570038"/>
            <a:chOff x="3895" y="2960"/>
            <a:chExt cx="1721" cy="989"/>
          </a:xfrm>
        </p:grpSpPr>
        <p:grpSp>
          <p:nvGrpSpPr>
            <p:cNvPr id="40" name="Group 40"/>
            <p:cNvGrpSpPr/>
            <p:nvPr/>
          </p:nvGrpSpPr>
          <p:grpSpPr bwMode="auto">
            <a:xfrm>
              <a:off x="4238" y="2971"/>
              <a:ext cx="1378" cy="978"/>
              <a:chOff x="4238" y="2731"/>
              <a:chExt cx="1378" cy="978"/>
            </a:xfrm>
          </p:grpSpPr>
          <p:sp>
            <p:nvSpPr>
              <p:cNvPr id="45" name="Line 41"/>
              <p:cNvSpPr>
                <a:spLocks noChangeShapeType="1"/>
              </p:cNvSpPr>
              <p:nvPr/>
            </p:nvSpPr>
            <p:spPr bwMode="auto">
              <a:xfrm>
                <a:off x="4238" y="3504"/>
                <a:ext cx="13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Line 42"/>
              <p:cNvSpPr>
                <a:spLocks noChangeShapeType="1"/>
              </p:cNvSpPr>
              <p:nvPr/>
            </p:nvSpPr>
            <p:spPr bwMode="auto">
              <a:xfrm flipV="1">
                <a:off x="4896" y="2731"/>
                <a:ext cx="0" cy="8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7" name="Object 43"/>
              <p:cNvGraphicFramePr>
                <a:graphicFrameLocks noChangeAspect="1"/>
              </p:cNvGraphicFramePr>
              <p:nvPr/>
            </p:nvGraphicFramePr>
            <p:xfrm>
              <a:off x="5472" y="3495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01" name="Equation" r:id="rId35" imgW="5486400" imgH="7315200" progId="Equation.DSMT4">
                      <p:embed/>
                    </p:oleObj>
                  </mc:Choice>
                  <mc:Fallback>
                    <p:oleObj name="Equation" r:id="rId35" imgW="5486400" imgH="7315200" progId="Equation.DSMT4">
                      <p:embed/>
                      <p:pic>
                        <p:nvPicPr>
                          <p:cNvPr id="0" name="图片 790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5472" y="3495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44"/>
              <p:cNvGraphicFramePr>
                <a:graphicFrameLocks noChangeAspect="1"/>
              </p:cNvGraphicFramePr>
              <p:nvPr/>
            </p:nvGraphicFramePr>
            <p:xfrm>
              <a:off x="4902" y="2731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02" name="Equation" r:id="rId37" imgW="6096000" imgH="7315200" progId="Equation.DSMT4">
                      <p:embed/>
                    </p:oleObj>
                  </mc:Choice>
                  <mc:Fallback>
                    <p:oleObj name="Equation" r:id="rId37" imgW="6096000" imgH="7315200" progId="Equation.DSMT4">
                      <p:embed/>
                      <p:pic>
                        <p:nvPicPr>
                          <p:cNvPr id="0" name="图片 790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4902" y="2731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" name="Object 45"/>
              <p:cNvGraphicFramePr>
                <a:graphicFrameLocks noChangeAspect="1"/>
              </p:cNvGraphicFramePr>
              <p:nvPr/>
            </p:nvGraphicFramePr>
            <p:xfrm>
              <a:off x="4904" y="3509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03" name="Equation" r:id="rId39" imgW="7010400" imgH="7620000" progId="Equation.DSMT4">
                      <p:embed/>
                    </p:oleObj>
                  </mc:Choice>
                  <mc:Fallback>
                    <p:oleObj name="Equation" r:id="rId39" imgW="7010400" imgH="7620000" progId="Equation.DSMT4">
                      <p:embed/>
                      <p:pic>
                        <p:nvPicPr>
                          <p:cNvPr id="0" name="图片 790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904" y="3509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Group 46"/>
            <p:cNvGrpSpPr/>
            <p:nvPr/>
          </p:nvGrpSpPr>
          <p:grpSpPr bwMode="auto">
            <a:xfrm>
              <a:off x="3895" y="2960"/>
              <a:ext cx="1433" cy="784"/>
              <a:chOff x="3895" y="2724"/>
              <a:chExt cx="1433" cy="784"/>
            </a:xfrm>
          </p:grpSpPr>
          <p:sp>
            <p:nvSpPr>
              <p:cNvPr id="42" name="Line 47"/>
              <p:cNvSpPr>
                <a:spLocks noChangeShapeType="1"/>
              </p:cNvSpPr>
              <p:nvPr/>
            </p:nvSpPr>
            <p:spPr bwMode="auto">
              <a:xfrm flipV="1">
                <a:off x="4896" y="3072"/>
                <a:ext cx="432" cy="432"/>
              </a:xfrm>
              <a:prstGeom prst="line">
                <a:avLst/>
              </a:prstGeom>
              <a:noFill/>
              <a:ln w="19050">
                <a:solidFill>
                  <a:srgbClr val="0B1BB5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Line 48"/>
              <p:cNvSpPr>
                <a:spLocks noChangeShapeType="1"/>
              </p:cNvSpPr>
              <p:nvPr/>
            </p:nvSpPr>
            <p:spPr bwMode="auto">
              <a:xfrm flipH="1" flipV="1">
                <a:off x="4465" y="3076"/>
                <a:ext cx="432" cy="432"/>
              </a:xfrm>
              <a:prstGeom prst="line">
                <a:avLst/>
              </a:prstGeom>
              <a:noFill/>
              <a:ln w="19050">
                <a:solidFill>
                  <a:srgbClr val="F35855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4" name="Object 49"/>
              <p:cNvGraphicFramePr>
                <a:graphicFrameLocks noChangeAspect="1"/>
              </p:cNvGraphicFramePr>
              <p:nvPr/>
            </p:nvGraphicFramePr>
            <p:xfrm>
              <a:off x="3895" y="2724"/>
              <a:ext cx="640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904" name="Equation" r:id="rId41" imgW="24384000" imgH="11582400" progId="Equation.DSMT4">
                      <p:embed/>
                    </p:oleObj>
                  </mc:Choice>
                  <mc:Fallback>
                    <p:oleObj name="Equation" r:id="rId41" imgW="24384000" imgH="11582400" progId="Equation.DSMT4">
                      <p:embed/>
                      <p:pic>
                        <p:nvPicPr>
                          <p:cNvPr id="0" name="图片 790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3895" y="2724"/>
                            <a:ext cx="640" cy="30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0" name="Text Box 50"/>
          <p:cNvSpPr txBox="1">
            <a:spLocks noChangeArrowheads="1"/>
          </p:cNvSpPr>
          <p:nvPr/>
        </p:nvSpPr>
        <p:spPr bwMode="auto">
          <a:xfrm>
            <a:off x="1739900" y="819150"/>
            <a:ext cx="29495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.1.2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1739900" y="1304925"/>
            <a:ext cx="175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有定义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Text Box 52"/>
          <p:cNvSpPr txBox="1">
            <a:spLocks noChangeArrowheads="1"/>
          </p:cNvSpPr>
          <p:nvPr/>
        </p:nvSpPr>
        <p:spPr bwMode="auto">
          <a:xfrm>
            <a:off x="1739900" y="3138488"/>
            <a:ext cx="986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  <p:bldP spid="4" grpId="0" advAuto="0" autoUpdateAnimBg="0" uiExpand="1" build="p"/>
      <p:bldP spid="7" grpId="0" bldLvl="0" animBg="1" autoUpdateAnimBg="0"/>
      <p:bldP spid="9" grpId="0" bldLvl="0" animBg="1" autoUpdateAnimBg="0"/>
      <p:bldP spid="14" grpId="0" bldLvl="0" animBg="1" autoUpdateAnimBg="0"/>
      <p:bldP spid="16" grpId="0" bldLvl="0" animBg="1" autoUpdateAnimBg="0"/>
      <p:bldP spid="19" grpId="0" bldLvl="0" animBg="1" autoUpdateAnimBg="0"/>
      <p:bldP spid="20" grpId="0" bldLvl="0" animBg="1" autoUpdateAnimBg="0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 autoUpdateAnimBg="0"/>
      <p:bldP spid="36" grpId="0" bldLvl="0" animBg="1" autoUpdateAnimBg="0"/>
      <p:bldP spid="50" grpId="0" bldLvl="0" animBg="1" autoUpdateAnimBg="0"/>
      <p:bldP spid="51" grpId="0" advAuto="0" autoUpdateAnimBg="0" build="p"/>
      <p:bldP spid="52" grpId="0" advAuto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8800" y="361950"/>
            <a:ext cx="25146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2.1.1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486400" y="323850"/>
            <a:ext cx="1219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409017" y="401390"/>
          <a:ext cx="3553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8534400" imgH="10363200" progId="Equation.DSMT4">
                  <p:embed/>
                </p:oleObj>
              </mc:Choice>
              <mc:Fallback>
                <p:oleObj name="Equation" r:id="rId1" imgW="8534400" imgH="1036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09017" y="401390"/>
                        <a:ext cx="3553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238178" y="418772"/>
          <a:ext cx="13096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49" name="Equation" r:id="rId3" imgW="31089600" imgH="9448800" progId="Equation.DSMT4">
                  <p:embed/>
                </p:oleObj>
              </mc:Choice>
              <mc:Fallback>
                <p:oleObj name="Equation" r:id="rId3" imgW="31089600" imgH="9448800" progId="Equation.DSMT4">
                  <p:embed/>
                  <p:pic>
                    <p:nvPicPr>
                      <p:cNvPr id="0" name="图片 864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238178" y="418772"/>
                        <a:ext cx="1309687" cy="396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432050" y="996950"/>
          <a:ext cx="3035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0" name="Equation" r:id="rId5" imgW="72847200" imgH="10972800" progId="Equation.DSMT4">
                  <p:embed/>
                </p:oleObj>
              </mc:Choice>
              <mc:Fallback>
                <p:oleObj name="Equation" r:id="rId5" imgW="72847200" imgH="10972800" progId="Equation.DSMT4">
                  <p:embed/>
                  <p:pic>
                    <p:nvPicPr>
                      <p:cNvPr id="0" name="图片 864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2050" y="996950"/>
                        <a:ext cx="3035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638800" y="914400"/>
            <a:ext cx="85248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297613" y="996950"/>
          <a:ext cx="121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1" name="Equation" r:id="rId7" imgW="29260800" imgH="10363200" progId="Equation.DSMT4">
                  <p:embed/>
                </p:oleObj>
              </mc:Choice>
              <mc:Fallback>
                <p:oleObj name="Equation" r:id="rId7" imgW="29260800" imgH="10363200" progId="Equation.DSMT4">
                  <p:embed/>
                  <p:pic>
                    <p:nvPicPr>
                      <p:cNvPr id="0" name="图片 865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97613" y="996950"/>
                        <a:ext cx="1219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683500" y="996950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2" name="Equation" r:id="rId9" imgW="24688800" imgH="10363200" progId="Equation.DSMT4">
                  <p:embed/>
                </p:oleObj>
              </mc:Choice>
              <mc:Fallback>
                <p:oleObj name="Equation" r:id="rId9" imgW="24688800" imgH="10363200" progId="Equation.DSMT4">
                  <p:embed/>
                  <p:pic>
                    <p:nvPicPr>
                      <p:cNvPr id="0" name="图片 8651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83500" y="996950"/>
                        <a:ext cx="1028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622675" y="1758950"/>
            <a:ext cx="6283325" cy="755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 bwMode="auto">
          <a:xfrm>
            <a:off x="4038600" y="1843088"/>
            <a:ext cx="2098675" cy="522288"/>
            <a:chOff x="1584" y="1161"/>
            <a:chExt cx="1322" cy="329"/>
          </a:xfrm>
        </p:grpSpPr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1584" y="1188"/>
            <a:ext cx="6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3" name="Equation" r:id="rId11" imgW="23469600" imgH="10363200" progId="Equation.DSMT4">
                    <p:embed/>
                  </p:oleObj>
                </mc:Choice>
                <mc:Fallback>
                  <p:oleObj name="Equation" r:id="rId11" imgW="23469600" imgH="10363200" progId="Equation.DSMT4">
                    <p:embed/>
                    <p:pic>
                      <p:nvPicPr>
                        <p:cNvPr id="0" name="图片 865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84" y="1188"/>
                          <a:ext cx="616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138" y="1161"/>
              <a:ext cx="76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存在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5908675" y="2057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 flipH="1">
            <a:off x="5908675" y="217328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6" name="Group 16"/>
          <p:cNvGrpSpPr/>
          <p:nvPr/>
        </p:nvGrpSpPr>
        <p:grpSpPr bwMode="auto">
          <a:xfrm>
            <a:off x="7170740" y="1878013"/>
            <a:ext cx="2133601" cy="439738"/>
            <a:chOff x="3557" y="1183"/>
            <a:chExt cx="1344" cy="277"/>
          </a:xfrm>
        </p:grpSpPr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557" y="1188"/>
            <a:ext cx="76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4" name="Equation" r:id="rId13" imgW="29260800" imgH="10363200" progId="Equation.DSMT4">
                    <p:embed/>
                  </p:oleObj>
                </mc:Choice>
                <mc:Fallback>
                  <p:oleObj name="Equation" r:id="rId13" imgW="29260800" imgH="10363200" progId="Equation.DSMT4">
                    <p:embed/>
                    <p:pic>
                      <p:nvPicPr>
                        <p:cNvPr id="0" name="图片 86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57" y="1188"/>
                          <a:ext cx="768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4309" y="1183"/>
            <a:ext cx="5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55" name="Equation" r:id="rId15" imgW="22555200" imgH="10363200" progId="Equation.DSMT4">
                    <p:embed/>
                  </p:oleObj>
                </mc:Choice>
                <mc:Fallback>
                  <p:oleObj name="Equation" r:id="rId15" imgW="22555200" imgH="10363200" progId="Equation.DSMT4">
                    <p:embed/>
                    <p:pic>
                      <p:nvPicPr>
                        <p:cNvPr id="0" name="图片 86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09" y="1183"/>
                          <a:ext cx="592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133600" y="1903413"/>
            <a:ext cx="144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简写为</a:t>
            </a:r>
            <a:endParaRPr kumimoji="1"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2057400" y="2960688"/>
            <a:ext cx="144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34"/>
          <p:cNvGraphicFramePr>
            <a:graphicFrameLocks noChangeAspect="1"/>
          </p:cNvGraphicFramePr>
          <p:nvPr/>
        </p:nvGraphicFramePr>
        <p:xfrm>
          <a:off x="3359696" y="3068203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6" name="Equation" r:id="rId17" imgW="17678400" imgH="9448800" progId="Equation.DSMT4">
                  <p:embed/>
                </p:oleObj>
              </mc:Choice>
              <mc:Fallback>
                <p:oleObj name="Equation" r:id="rId17" imgW="17678400" imgH="9448800" progId="Equation.DSMT4">
                  <p:embed/>
                  <p:pic>
                    <p:nvPicPr>
                      <p:cNvPr id="0" name="图片 8655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59696" y="3068203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5"/>
          <p:cNvGraphicFramePr>
            <a:graphicFrameLocks noChangeAspect="1"/>
          </p:cNvGraphicFramePr>
          <p:nvPr/>
        </p:nvGraphicFramePr>
        <p:xfrm>
          <a:off x="8215425" y="2980363"/>
          <a:ext cx="82548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7" name="Equation" r:id="rId19" imgW="19812000" imgH="10363200" progId="Equation.DSMT4">
                  <p:embed/>
                </p:oleObj>
              </mc:Choice>
              <mc:Fallback>
                <p:oleObj name="Equation" r:id="rId19" imgW="19812000" imgH="10363200" progId="Equation.DSMT4">
                  <p:embed/>
                  <p:pic>
                    <p:nvPicPr>
                      <p:cNvPr id="0" name="图片 8656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15425" y="2980363"/>
                        <a:ext cx="82548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6"/>
          <p:cNvGraphicFramePr>
            <a:graphicFrameLocks noChangeAspect="1"/>
          </p:cNvGraphicFramePr>
          <p:nvPr/>
        </p:nvGraphicFramePr>
        <p:xfrm>
          <a:off x="9506040" y="2967911"/>
          <a:ext cx="7999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8" name="Equation" r:id="rId21" imgW="19202400" imgH="10363200" progId="Equation.DSMT4">
                  <p:embed/>
                </p:oleObj>
              </mc:Choice>
              <mc:Fallback>
                <p:oleObj name="Equation" r:id="rId21" imgW="19202400" imgH="10363200" progId="Equation.DSMT4">
                  <p:embed/>
                  <p:pic>
                    <p:nvPicPr>
                      <p:cNvPr id="0" name="图片 865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506040" y="2967911"/>
                        <a:ext cx="79992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7"/>
          <p:cNvSpPr txBox="1">
            <a:spLocks noChangeArrowheads="1"/>
          </p:cNvSpPr>
          <p:nvPr/>
        </p:nvSpPr>
        <p:spPr bwMode="auto">
          <a:xfrm>
            <a:off x="8972550" y="2924175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1676400" y="3860800"/>
            <a:ext cx="1600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都存在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39"/>
          <p:cNvSpPr txBox="1">
            <a:spLocks noChangeArrowheads="1"/>
          </p:cNvSpPr>
          <p:nvPr/>
        </p:nvSpPr>
        <p:spPr bwMode="auto">
          <a:xfrm>
            <a:off x="3048000" y="3860800"/>
            <a:ext cx="1143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40"/>
          <p:cNvGraphicFramePr>
            <a:graphicFrameLocks noChangeAspect="1"/>
          </p:cNvGraphicFramePr>
          <p:nvPr/>
        </p:nvGraphicFramePr>
        <p:xfrm>
          <a:off x="3975120" y="3935522"/>
          <a:ext cx="736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59" name="Equation" r:id="rId23" imgW="17678400" imgH="9448800" progId="Equation.DSMT4">
                  <p:embed/>
                </p:oleObj>
              </mc:Choice>
              <mc:Fallback>
                <p:oleObj name="Equation" r:id="rId23" imgW="17678400" imgH="9448800" progId="Equation.DSMT4">
                  <p:embed/>
                  <p:pic>
                    <p:nvPicPr>
                      <p:cNvPr id="0" name="图片 8658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75120" y="3935522"/>
                        <a:ext cx="736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46"/>
          <p:cNvGrpSpPr/>
          <p:nvPr/>
        </p:nvGrpSpPr>
        <p:grpSpPr bwMode="auto">
          <a:xfrm>
            <a:off x="4079875" y="2970210"/>
            <a:ext cx="4114800" cy="522288"/>
            <a:chOff x="1872" y="2452"/>
            <a:chExt cx="2592" cy="329"/>
          </a:xfrm>
        </p:grpSpPr>
        <p:sp>
          <p:nvSpPr>
            <p:cNvPr id="34" name="Text Box 47"/>
            <p:cNvSpPr txBox="1">
              <a:spLocks noChangeArrowheads="1"/>
            </p:cNvSpPr>
            <p:nvPr/>
          </p:nvSpPr>
          <p:spPr bwMode="auto">
            <a:xfrm>
              <a:off x="1872" y="2452"/>
              <a:ext cx="259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在开区间</a:t>
              </a:r>
              <a:r>
                <a:rPr kumimoji="1" lang="zh-CN" altLang="en-US" sz="2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 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内可导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48"/>
            <p:cNvGraphicFramePr>
              <a:graphicFrameLocks noChangeAspect="1"/>
            </p:cNvGraphicFramePr>
            <p:nvPr/>
          </p:nvGraphicFramePr>
          <p:xfrm>
            <a:off x="2895" y="2493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0" name="Equation" r:id="rId25" imgW="19202400" imgH="9448800" progId="Equation.DSMT4">
                    <p:embed/>
                  </p:oleObj>
                </mc:Choice>
                <mc:Fallback>
                  <p:oleObj name="Equation" r:id="rId25" imgW="19202400" imgH="9448800" progId="Equation.DSMT4">
                    <p:embed/>
                    <p:pic>
                      <p:nvPicPr>
                        <p:cNvPr id="0" name="图片 86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95" y="2493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49"/>
          <p:cNvGrpSpPr/>
          <p:nvPr/>
        </p:nvGrpSpPr>
        <p:grpSpPr bwMode="auto">
          <a:xfrm>
            <a:off x="4641850" y="3870325"/>
            <a:ext cx="3722688" cy="522288"/>
            <a:chOff x="2071" y="2854"/>
            <a:chExt cx="2345" cy="329"/>
          </a:xfrm>
        </p:grpSpPr>
        <p:sp>
          <p:nvSpPr>
            <p:cNvPr id="37" name="Text Box 50"/>
            <p:cNvSpPr txBox="1">
              <a:spLocks noChangeArrowheads="1"/>
            </p:cNvSpPr>
            <p:nvPr/>
          </p:nvSpPr>
          <p:spPr bwMode="auto">
            <a:xfrm>
              <a:off x="2071" y="2854"/>
              <a:ext cx="234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在闭区间 </a:t>
              </a:r>
              <a:r>
                <a:rPr kumimoji="1" lang="zh-CN" altLang="en-US" sz="2800" b="1">
                  <a:solidFill>
                    <a:schemeClr val="tx2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上可导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51"/>
            <p:cNvGraphicFramePr>
              <a:graphicFrameLocks noChangeAspect="1"/>
            </p:cNvGraphicFramePr>
            <p:nvPr/>
          </p:nvGraphicFramePr>
          <p:xfrm>
            <a:off x="3090" y="2895"/>
            <a:ext cx="4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61" name="Equation" r:id="rId27" imgW="18288000" imgH="9448800" progId="Equation.DSMT4">
                    <p:embed/>
                  </p:oleObj>
                </mc:Choice>
                <mc:Fallback>
                  <p:oleObj name="Equation" r:id="rId27" imgW="18288000" imgH="9448800" progId="Equation.DSMT4">
                    <p:embed/>
                    <p:pic>
                      <p:nvPicPr>
                        <p:cNvPr id="0" name="图片 86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90" y="2895"/>
                          <a:ext cx="48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 Box 52"/>
          <p:cNvSpPr txBox="1">
            <a:spLocks noChangeArrowheads="1"/>
          </p:cNvSpPr>
          <p:nvPr/>
        </p:nvSpPr>
        <p:spPr bwMode="auto">
          <a:xfrm>
            <a:off x="6673850" y="355600"/>
            <a:ext cx="34004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可导的</a:t>
            </a: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充分必要条件</a:t>
            </a:r>
            <a:endParaRPr kumimoji="1" lang="zh-CN" altLang="en-US" sz="2800" b="1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53"/>
          <p:cNvSpPr txBox="1">
            <a:spLocks noChangeArrowheads="1"/>
          </p:cNvSpPr>
          <p:nvPr/>
        </p:nvSpPr>
        <p:spPr bwMode="auto">
          <a:xfrm>
            <a:off x="1752600" y="91440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" name="Text Box 54"/>
          <p:cNvSpPr txBox="1">
            <a:spLocks noChangeArrowheads="1"/>
          </p:cNvSpPr>
          <p:nvPr/>
        </p:nvSpPr>
        <p:spPr bwMode="auto">
          <a:xfrm>
            <a:off x="7620000" y="293846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 build="p"/>
      <p:bldP spid="10" grpId="0" bldLvl="0" animBg="1"/>
      <p:bldP spid="14" grpId="0" bldLvl="0" animBg="1"/>
      <p:bldP spid="15" grpId="0" bldLvl="0" animBg="1"/>
      <p:bldP spid="19" grpId="0" bldLvl="0" animBg="1" autoUpdateAnimBg="0"/>
      <p:bldP spid="20" grpId="0" bldLvl="0" animBg="1" autoUpdateAnimBg="0"/>
      <p:bldP spid="24" grpId="0" bldLvl="0" animBg="1" autoUpdateAnimBg="0"/>
      <p:bldP spid="25" grpId="0" bldLvl="0" animBg="1" autoUpdateAnimBg="0"/>
      <p:bldP spid="26" grpId="0" bldLvl="0" animBg="1" autoUpdateAnimBg="0"/>
      <p:bldP spid="41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ChangeArrowheads="1"/>
          </p:cNvSpPr>
          <p:nvPr/>
        </p:nvSpPr>
        <p:spPr>
          <a:xfrm>
            <a:off x="1833880" y="321310"/>
            <a:ext cx="640851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 例（几个基本求导公式）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33811" y="908720"/>
            <a:ext cx="2384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baseline="30000" dirty="0">
                <a:solidFill>
                  <a:srgbClr val="A755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试证明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6830" y="1536219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49737" y="1613520"/>
          <a:ext cx="14049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33528000" imgH="9448800" progId="Equation.DSMT4">
                  <p:embed/>
                </p:oleObj>
              </mc:Choice>
              <mc:Fallback>
                <p:oleObj name="Equation" r:id="rId1" imgW="33528000" imgH="9448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49737" y="1613520"/>
                        <a:ext cx="1404938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90681" y="151970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663059" y="1567481"/>
          <a:ext cx="2732088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8" name="Equation" r:id="rId3" imgW="65227200" imgH="11582400" progId="Equation.DSMT4">
                  <p:embed/>
                </p:oleObj>
              </mc:Choice>
              <mc:Fallback>
                <p:oleObj name="Equation" r:id="rId3" imgW="65227200" imgH="11582400" progId="Equation.DSMT4">
                  <p:embed/>
                  <p:pic>
                    <p:nvPicPr>
                      <p:cNvPr id="0" name="图片 95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3059" y="1567481"/>
                        <a:ext cx="2732088" cy="474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36715" y="227687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49622" y="2289502"/>
          <a:ext cx="1506538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9" name="Equation" r:id="rId5" imgW="35966400" imgH="10972800" progId="Equation.DSMT4">
                  <p:embed/>
                </p:oleObj>
              </mc:Choice>
              <mc:Fallback>
                <p:oleObj name="Equation" r:id="rId5" imgW="35966400" imgH="10972800" progId="Equation.DSMT4">
                  <p:embed/>
                  <p:pic>
                    <p:nvPicPr>
                      <p:cNvPr id="0" name="图片 95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49622" y="2289502"/>
                        <a:ext cx="1506538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122431" y="227687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694427" y="2319141"/>
          <a:ext cx="2009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0" name="Equation" r:id="rId7" imgW="47853600" imgH="10972800" progId="Equation.DSMT4">
                  <p:embed/>
                </p:oleObj>
              </mc:Choice>
              <mc:Fallback>
                <p:oleObj name="Equation" r:id="rId7" imgW="47853600" imgH="10972800" progId="Equation.DSMT4">
                  <p:embed/>
                  <p:pic>
                    <p:nvPicPr>
                      <p:cNvPr id="0" name="图片 95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94427" y="2319141"/>
                        <a:ext cx="2009775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36645" y="301020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127985" y="3084776"/>
          <a:ext cx="2130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1" name="Equation" r:id="rId9" imgW="50596800" imgH="9753600" progId="Equation.DSMT4">
                  <p:embed/>
                </p:oleObj>
              </mc:Choice>
              <mc:Fallback>
                <p:oleObj name="Equation" r:id="rId9" imgW="50596800" imgH="9753600" progId="Equation.DSMT4">
                  <p:embed/>
                  <p:pic>
                    <p:nvPicPr>
                      <p:cNvPr id="0" name="图片 95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27985" y="3084776"/>
                        <a:ext cx="213042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361398" y="3084709"/>
          <a:ext cx="2301876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2" name="Equation" r:id="rId11" imgW="54559200" imgH="9753600" progId="Equation.DSMT4">
                  <p:embed/>
                </p:oleObj>
              </mc:Choice>
              <mc:Fallback>
                <p:oleObj name="Equation" r:id="rId11" imgW="54559200" imgH="9753600" progId="Equation.DSMT4">
                  <p:embed/>
                  <p:pic>
                    <p:nvPicPr>
                      <p:cNvPr id="0" name="图片 95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1398" y="3084709"/>
                        <a:ext cx="2301876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153525" y="3702338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185267" y="3737656"/>
          <a:ext cx="2016125" cy="438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3" name="Equation" r:id="rId13" imgW="47853600" imgH="10972800" progId="Equation.DSMT4">
                  <p:embed/>
                </p:oleObj>
              </mc:Choice>
              <mc:Fallback>
                <p:oleObj name="Equation" r:id="rId13" imgW="47853600" imgH="10972800" progId="Equation.DSMT4">
                  <p:embed/>
                  <p:pic>
                    <p:nvPicPr>
                      <p:cNvPr id="0" name="图片 95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85267" y="3737656"/>
                        <a:ext cx="2016125" cy="438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47477" y="3694083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特别地，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777851" y="3709471"/>
          <a:ext cx="2747963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4" name="Equation" r:id="rId15" imgW="65227200" imgH="11887200" progId="Equation.DSMT4">
                  <p:embed/>
                </p:oleObj>
              </mc:Choice>
              <mc:Fallback>
                <p:oleObj name="Equation" r:id="rId15" imgW="65227200" imgH="11887200" progId="Equation.DSMT4">
                  <p:embed/>
                  <p:pic>
                    <p:nvPicPr>
                      <p:cNvPr id="0" name="图片 95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77851" y="3709471"/>
                        <a:ext cx="2747963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36139" y="450912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185284" y="4351751"/>
          <a:ext cx="24399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" name="Equation" r:id="rId17" imgW="58216800" imgH="20116800" progId="Equation.DSMT4">
                  <p:embed/>
                </p:oleObj>
              </mc:Choice>
              <mc:Fallback>
                <p:oleObj name="Equation" r:id="rId17" imgW="58216800" imgH="20116800" progId="Equation.DSMT4">
                  <p:embed/>
                  <p:pic>
                    <p:nvPicPr>
                      <p:cNvPr id="0" name="图片 95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185284" y="4351751"/>
                        <a:ext cx="2439988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662693" y="4508485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特别地，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187168" y="4351788"/>
          <a:ext cx="27828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6" name="Equation" r:id="rId19" imgW="66141600" imgH="20116800" progId="Equation.DSMT4">
                  <p:embed/>
                </p:oleObj>
              </mc:Choice>
              <mc:Fallback>
                <p:oleObj name="Equation" r:id="rId19" imgW="66141600" imgH="20116800" progId="Equation.DSMT4">
                  <p:embed/>
                  <p:pic>
                    <p:nvPicPr>
                      <p:cNvPr id="0" name="图片 956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87168" y="4351788"/>
                        <a:ext cx="2782888" cy="811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0636" y="737932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1544" y="18864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39734" y="802692"/>
          <a:ext cx="1076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25603200" imgH="9753600" progId="Equation.DSMT4">
                  <p:embed/>
                </p:oleObj>
              </mc:Choice>
              <mc:Fallback>
                <p:oleObj name="Equation" r:id="rId1" imgW="25603200" imgH="9753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9734" y="802692"/>
                        <a:ext cx="10763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20635" y="1484784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7793" y="148478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不妨设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074486" y="1584468"/>
          <a:ext cx="804863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9507200" imgH="7620000" progId="Equation.DSMT4">
                  <p:embed/>
                </p:oleObj>
              </mc:Choice>
              <mc:Fallback>
                <p:oleObj name="Equation" r:id="rId3" imgW="19507200" imgH="76200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4486" y="1584468"/>
                        <a:ext cx="804863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207568" y="2204864"/>
          <a:ext cx="1076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25603200" imgH="9753600" progId="Equation.DSMT4">
                  <p:embed/>
                </p:oleObj>
              </mc:Choice>
              <mc:Fallback>
                <p:oleObj name="Equation" r:id="rId5" imgW="25603200" imgH="97536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7568" y="2204864"/>
                        <a:ext cx="1076325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34338" y="3659480"/>
          <a:ext cx="83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20116800" imgH="9144000" progId="Equation.DSMT4">
                  <p:embed/>
                </p:oleObj>
              </mc:Choice>
              <mc:Fallback>
                <p:oleObj name="Equation" r:id="rId7" imgW="20116800" imgH="91440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34338" y="3659480"/>
                        <a:ext cx="838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9396597" y="3627730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27736800" imgH="10668000" progId="Equation.DSMT4">
                  <p:embed/>
                </p:oleObj>
              </mc:Choice>
              <mc:Fallback>
                <p:oleObj name="Equation" r:id="rId9" imgW="27736800" imgH="106680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396597" y="3627730"/>
                        <a:ext cx="1155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64213" y="450912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特别地，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91582" y="450912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记住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5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285886" y="5400345"/>
          <a:ext cx="11064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26212800" imgH="9753600" progId="Equation.DSMT4">
                  <p:embed/>
                </p:oleObj>
              </mc:Choice>
              <mc:Fallback>
                <p:oleObj name="Equation" r:id="rId11" imgW="26212800" imgH="97536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5886" y="5400345"/>
                        <a:ext cx="1106488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6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675660" y="5362245"/>
          <a:ext cx="14811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35356800" imgH="10972800" progId="Equation.DSMT4">
                  <p:embed/>
                </p:oleObj>
              </mc:Choice>
              <mc:Fallback>
                <p:oleObj name="Equation" r:id="rId13" imgW="35356800" imgH="109728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75660" y="5362245"/>
                        <a:ext cx="14811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6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645021" y="5044745"/>
          <a:ext cx="1808163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43586400" imgH="26212800" progId="Equation.DSMT4">
                  <p:embed/>
                </p:oleObj>
              </mc:Choice>
              <mc:Fallback>
                <p:oleObj name="Equation" r:id="rId15" imgW="43586400" imgH="262128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45021" y="5044745"/>
                        <a:ext cx="1808163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6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661245" y="5117770"/>
          <a:ext cx="1985963" cy="946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47853600" imgH="22555200" progId="Equation.DSMT4">
                  <p:embed/>
                </p:oleObj>
              </mc:Choice>
              <mc:Fallback>
                <p:oleObj name="Equation" r:id="rId17" imgW="47853600" imgH="225552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61245" y="5117770"/>
                        <a:ext cx="1985963" cy="946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653567" y="726492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9" imgW="13716000" imgH="13106400" progId="Equation.DSMT4">
                  <p:embed/>
                </p:oleObj>
              </mc:Choice>
              <mc:Fallback>
                <p:oleObj name="Equation" r:id="rId19" imgW="13716000" imgH="131064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53567" y="726492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262575" y="580442"/>
          <a:ext cx="248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1" imgW="59740800" imgH="20116800" progId="Equation.DSMT4">
                  <p:embed/>
                </p:oleObj>
              </mc:Choice>
              <mc:Fallback>
                <p:oleObj name="Equation" r:id="rId21" imgW="59740800" imgH="201168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62575" y="580442"/>
                        <a:ext cx="2489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789283" y="580442"/>
          <a:ext cx="1765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3" imgW="42367200" imgH="20116800" progId="Equation.DSMT4">
                  <p:embed/>
                </p:oleObj>
              </mc:Choice>
              <mc:Fallback>
                <p:oleObj name="Equation" r:id="rId23" imgW="42367200" imgH="201168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789283" y="580442"/>
                        <a:ext cx="1765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592091" y="726492"/>
          <a:ext cx="1066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5" imgW="25603200" imgH="13106400" progId="Equation.DSMT4">
                  <p:embed/>
                </p:oleObj>
              </mc:Choice>
              <mc:Fallback>
                <p:oleObj name="Equation" r:id="rId25" imgW="25603200" imgH="131064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92091" y="726492"/>
                        <a:ext cx="10668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696400" y="764704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27" imgW="13411200" imgH="8229600" progId="Equation.DSMT4">
                  <p:embed/>
                </p:oleObj>
              </mc:Choice>
              <mc:Fallback>
                <p:oleObj name="Equation" r:id="rId27" imgW="13411200" imgH="8229600" progId="Equation.DSMT4">
                  <p:embed/>
                  <p:pic>
                    <p:nvPicPr>
                      <p:cNvPr id="0" name="图片 1025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696400" y="764704"/>
                        <a:ext cx="5588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320082" y="2132856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Equation" r:id="rId29" imgW="13716000" imgH="13106400" progId="Equation.DSMT4">
                  <p:embed/>
                </p:oleObj>
              </mc:Choice>
              <mc:Fallback>
                <p:oleObj name="Equation" r:id="rId29" imgW="13716000" imgH="13106400" progId="Equation.DSMT4">
                  <p:embed/>
                  <p:pic>
                    <p:nvPicPr>
                      <p:cNvPr id="0" name="图片 1025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320082" y="2132856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904938" y="2007239"/>
          <a:ext cx="248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Equation" r:id="rId31" imgW="59740800" imgH="20116800" progId="Equation.DSMT4">
                  <p:embed/>
                </p:oleObj>
              </mc:Choice>
              <mc:Fallback>
                <p:oleObj name="Equation" r:id="rId31" imgW="59740800" imgH="20116800" progId="Equation.DSMT4">
                  <p:embed/>
                  <p:pic>
                    <p:nvPicPr>
                      <p:cNvPr id="0" name="图片 1025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904938" y="2007239"/>
                        <a:ext cx="2489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384032" y="1916832"/>
          <a:ext cx="2946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Equation" r:id="rId33" imgW="70713600" imgH="21336000" progId="Equation.DSMT4">
                  <p:embed/>
                </p:oleObj>
              </mc:Choice>
              <mc:Fallback>
                <p:oleObj name="Equation" r:id="rId33" imgW="70713600" imgH="21336000" progId="Equation.DSMT4">
                  <p:embed/>
                  <p:pic>
                    <p:nvPicPr>
                      <p:cNvPr id="0" name="图片 1025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384032" y="1916832"/>
                        <a:ext cx="2946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7392144" y="2929230"/>
          <a:ext cx="193040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Equation" r:id="rId35" imgW="46329600" imgH="44196000" progId="Equation.DSMT4">
                  <p:embed/>
                </p:oleObj>
              </mc:Choice>
              <mc:Fallback>
                <p:oleObj name="Equation" r:id="rId35" imgW="46329600" imgH="44196000" progId="Equation.DSMT4">
                  <p:embed/>
                  <p:pic>
                    <p:nvPicPr>
                      <p:cNvPr id="0" name="图片 1025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392144" y="2929230"/>
                        <a:ext cx="1930400" cy="184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746591" y="3576930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quation" r:id="rId37" imgW="13716000" imgH="13106400" progId="Equation.DSMT4">
                  <p:embed/>
                </p:oleObj>
              </mc:Choice>
              <mc:Fallback>
                <p:oleObj name="Equation" r:id="rId37" imgW="13716000" imgH="13106400" progId="Equation.DSMT4">
                  <p:embed/>
                  <p:pic>
                    <p:nvPicPr>
                      <p:cNvPr id="0" name="图片 1025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746591" y="3576930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292350" y="2844800"/>
          <a:ext cx="35052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39" imgW="84124800" imgH="36880800" progId="Equation.DSMT4">
                  <p:embed/>
                </p:oleObj>
              </mc:Choice>
              <mc:Fallback>
                <p:oleObj name="Equation" r:id="rId39" imgW="84124800" imgH="36880800" progId="Equation.DSMT4">
                  <p:embed/>
                  <p:pic>
                    <p:nvPicPr>
                      <p:cNvPr id="0" name="图片 10259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292350" y="2844800"/>
                        <a:ext cx="3505200" cy="1536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6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03512" y="33265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703512" y="1196752"/>
          <a:ext cx="45212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07594400" imgH="20116800" progId="Equation.DSMT4">
                  <p:embed/>
                </p:oleObj>
              </mc:Choice>
              <mc:Fallback>
                <p:oleObj name="Equation" r:id="rId1" imgW="107594400" imgH="2011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3512" y="1196752"/>
                        <a:ext cx="4521200" cy="79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790669" y="2276872"/>
          <a:ext cx="1066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25603200" imgH="6400800" progId="Equation.DSMT4">
                  <p:embed/>
                </p:oleObj>
              </mc:Choice>
              <mc:Fallback>
                <p:oleObj name="Equation" r:id="rId3" imgW="25603200" imgH="6400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0669" y="2276872"/>
                        <a:ext cx="1066800" cy="266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03512" y="3068960"/>
          <a:ext cx="469423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111556800" imgH="20116800" progId="Equation.DSMT4">
                  <p:embed/>
                </p:oleObj>
              </mc:Choice>
              <mc:Fallback>
                <p:oleObj name="Equation" r:id="rId5" imgW="111556800" imgH="201168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3512" y="3068960"/>
                        <a:ext cx="4694237" cy="79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763962" y="4281686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30175200" imgH="8229600" progId="Equation.DSMT4">
                  <p:embed/>
                </p:oleObj>
              </mc:Choice>
              <mc:Fallback>
                <p:oleObj name="Equation" r:id="rId7" imgW="30175200" imgH="82296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3962" y="4281686"/>
                        <a:ext cx="12573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312024" y="692696"/>
          <a:ext cx="38989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93573600" imgH="32004000" progId="Equation.DSMT4">
                  <p:embed/>
                </p:oleObj>
              </mc:Choice>
              <mc:Fallback>
                <p:oleObj name="Equation" r:id="rId9" imgW="93573600" imgH="320040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2024" y="692696"/>
                        <a:ext cx="3898900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384032" y="2564904"/>
          <a:ext cx="40386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96926400" imgH="32004000" progId="Equation.DSMT4">
                  <p:embed/>
                </p:oleObj>
              </mc:Choice>
              <mc:Fallback>
                <p:oleObj name="Equation" r:id="rId11" imgW="96926400" imgH="320040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84032" y="2564904"/>
                        <a:ext cx="4038600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18990" y="711727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73230" y="548681"/>
          <a:ext cx="333533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79248000" imgH="21336000" progId="Equation.DSMT4">
                  <p:embed/>
                </p:oleObj>
              </mc:Choice>
              <mc:Fallback>
                <p:oleObj name="Equation" r:id="rId1" imgW="79248000" imgH="213360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3230" y="548681"/>
                        <a:ext cx="3335338" cy="849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847528" y="1916832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83632" y="1743467"/>
          <a:ext cx="51609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122834400" imgH="21640800" progId="Equation.DSMT4">
                  <p:embed/>
                </p:oleObj>
              </mc:Choice>
              <mc:Fallback>
                <p:oleObj name="Equation" r:id="rId3" imgW="122834400" imgH="21640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1743467"/>
                        <a:ext cx="5160962" cy="869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98800" y="4208463"/>
          <a:ext cx="118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28346400" imgH="20116800" progId="Equation.DSMT4">
                  <p:embed/>
                </p:oleObj>
              </mc:Choice>
              <mc:Fallback>
                <p:oleObj name="Equation" r:id="rId5" imgW="28346400" imgH="20116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8800" y="4208463"/>
                        <a:ext cx="1181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19536" y="501317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175651" y="681237"/>
          <a:ext cx="952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22860000" imgH="14020800" progId="Equation.DSMT4">
                  <p:embed/>
                </p:oleObj>
              </mc:Choice>
              <mc:Fallback>
                <p:oleObj name="Equation" r:id="rId7" imgW="22860000" imgH="14020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75651" y="681237"/>
                        <a:ext cx="952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095234" y="528837"/>
          <a:ext cx="977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23469600" imgH="21336000" progId="Equation.DSMT4">
                  <p:embed/>
                </p:oleObj>
              </mc:Choice>
              <mc:Fallback>
                <p:oleObj name="Equation" r:id="rId9" imgW="23469600" imgH="213360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95234" y="528837"/>
                        <a:ext cx="977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040216" y="770137"/>
          <a:ext cx="125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30175200" imgH="9753600" progId="Equation.DSMT4">
                  <p:embed/>
                </p:oleObj>
              </mc:Choice>
              <mc:Fallback>
                <p:oleObj name="Equation" r:id="rId11" imgW="30175200" imgH="97536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40216" y="770137"/>
                        <a:ext cx="1257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216650" y="2708275"/>
          <a:ext cx="2806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67360800" imgH="42367200" progId="Equation.DSMT4">
                  <p:embed/>
                </p:oleObj>
              </mc:Choice>
              <mc:Fallback>
                <p:oleObj name="Equation" r:id="rId13" imgW="67360800" imgH="423672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16650" y="2708275"/>
                        <a:ext cx="2806700" cy="176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43672" y="2708920"/>
          <a:ext cx="27813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66751200" imgH="32004000" progId="Equation.DSMT4">
                  <p:embed/>
                </p:oleObj>
              </mc:Choice>
              <mc:Fallback>
                <p:oleObj name="Equation" r:id="rId15" imgW="66751200" imgH="320040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3672" y="2708920"/>
                        <a:ext cx="2781300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9075738" y="3213100"/>
          <a:ext cx="368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8839200" imgH="20116800" progId="Equation.DSMT4">
                  <p:embed/>
                </p:oleObj>
              </mc:Choice>
              <mc:Fallback>
                <p:oleObj name="Equation" r:id="rId17" imgW="8839200" imgH="201168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75738" y="3213100"/>
                        <a:ext cx="368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66084" y="350183"/>
            <a:ext cx="446449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可导函数的性质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1629410" y="939165"/>
            <a:ext cx="640851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1.可导性蕴涵连续性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28264" y="1644288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注意，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83682" y="2503422"/>
          <a:ext cx="3043238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72542400" imgH="20116800" progId="Equation.DSMT4">
                  <p:embed/>
                </p:oleObj>
              </mc:Choice>
              <mc:Fallback>
                <p:oleObj name="Equation" r:id="rId1" imgW="72542400" imgH="201168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3682" y="2503422"/>
                        <a:ext cx="3043238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29389" y="338696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意味着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65912" y="3971903"/>
          <a:ext cx="23193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7" name="Equation" r:id="rId3" imgW="55473600" imgH="10363200" progId="Equation.DSMT4">
                  <p:embed/>
                </p:oleObj>
              </mc:Choice>
              <mc:Fallback>
                <p:oleObj name="Equation" r:id="rId3" imgW="55473600" imgH="10363200" progId="Equation.DSMT4">
                  <p:embed/>
                  <p:pic>
                    <p:nvPicPr>
                      <p:cNvPr id="0" name="图片 134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5912" y="3971903"/>
                        <a:ext cx="2319337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18945" y="5061585"/>
            <a:ext cx="94348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2.1.2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处可导，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643723" y="2598672"/>
          <a:ext cx="21304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8" name="Equation" r:id="rId5" imgW="50901600" imgH="14630400" progId="Equation.DSMT4">
                  <p:embed/>
                </p:oleObj>
              </mc:Choice>
              <mc:Fallback>
                <p:oleObj name="Equation" r:id="rId5" imgW="50901600" imgH="14630400" progId="Equation.DSMT4">
                  <p:embed/>
                  <p:pic>
                    <p:nvPicPr>
                      <p:cNvPr id="0" name="图片 13497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43723" y="2598672"/>
                        <a:ext cx="2130425" cy="620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73691" y="2627098"/>
            <a:ext cx="13681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，其中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29440" y="440343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546906" y="3991223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99" name="Equation" r:id="rId7" imgW="22250400" imgH="9448800" progId="Equation.DSMT4">
                  <p:embed/>
                </p:oleObj>
              </mc:Choice>
              <mc:Fallback>
                <p:oleObj name="Equation" r:id="rId7" imgW="22250400" imgH="9448800" progId="Equation.DSMT4">
                  <p:embed/>
                  <p:pic>
                    <p:nvPicPr>
                      <p:cNvPr id="0" name="图片 1349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46906" y="3991223"/>
                        <a:ext cx="927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83293" y="1478280"/>
          <a:ext cx="24114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0" name="Equation" r:id="rId9" imgW="57607200" imgH="20116800" progId="Equation.DSMT4">
                  <p:embed/>
                </p:oleObj>
              </mc:Choice>
              <mc:Fallback>
                <p:oleObj name="Equation" r:id="rId9" imgW="57607200" imgH="20116800" progId="Equation.DSMT4">
                  <p:embed/>
                  <p:pic>
                    <p:nvPicPr>
                      <p:cNvPr id="0" name="图片 13499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83293" y="1478280"/>
                        <a:ext cx="2411412" cy="854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30838" y="1644923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10" grpId="0" bldLvl="0" animBg="1"/>
      <p:bldP spid="19" grpId="0"/>
      <p:bldP spid="20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3446" y="360090"/>
            <a:ext cx="73914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baseline="30000" dirty="0">
                <a:solidFill>
                  <a:srgbClr val="A755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☆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证明下列连续函数在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不可导．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28284" y="1233007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59695" y="1309673"/>
          <a:ext cx="158273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37795200" imgH="9448800" progId="Equation.DSMT4">
                  <p:embed/>
                </p:oleObj>
              </mc:Choice>
              <mc:Fallback>
                <p:oleObj name="Equation" r:id="rId1" imgW="37795200" imgH="94488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695" y="1309673"/>
                        <a:ext cx="1582738" cy="369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56040" y="1233007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605734" y="817548"/>
          <a:ext cx="3494088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83515200" imgH="34137600" progId="Equation.DSMT4">
                  <p:embed/>
                </p:oleObj>
              </mc:Choice>
              <mc:Fallback>
                <p:oleObj name="Equation" r:id="rId3" imgW="83515200" imgH="341376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5734" y="817548"/>
                        <a:ext cx="3494088" cy="1354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40960" y="222390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28537" y="2223915"/>
            <a:ext cx="4830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两个函数的连续性是显然的，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89567" y="2228995"/>
            <a:ext cx="28651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只需证明不可导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6666" y="306265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041775" y="2882900"/>
          <a:ext cx="35861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85344000" imgH="21640800" progId="Equation.DSMT4">
                  <p:embed/>
                </p:oleObj>
              </mc:Choice>
              <mc:Fallback>
                <p:oleObj name="Equation" r:id="rId5" imgW="85344000" imgH="21640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41775" y="2882900"/>
                        <a:ext cx="3586163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78288" y="3797300"/>
          <a:ext cx="35893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85648800" imgH="21640800" progId="Equation.DSMT4">
                  <p:embed/>
                </p:oleObj>
              </mc:Choice>
              <mc:Fallback>
                <p:oleObj name="Equation" r:id="rId7" imgW="85648800" imgH="21640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78288" y="3797300"/>
                        <a:ext cx="3589337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638853" y="4755766"/>
            <a:ext cx="7812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左、右导数不相等，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处不可导．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680176" y="2886693"/>
          <a:ext cx="889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21336000" imgH="21031200" progId="Equation.DSMT4">
                  <p:embed/>
                </p:oleObj>
              </mc:Choice>
              <mc:Fallback>
                <p:oleObj name="Equation" r:id="rId9" imgW="21336000" imgH="210312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80176" y="2886693"/>
                        <a:ext cx="8890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535739" y="3159160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10972800" imgH="7924800" progId="Equation.DSMT4">
                  <p:embed/>
                </p:oleObj>
              </mc:Choice>
              <mc:Fallback>
                <p:oleObj name="Equation" r:id="rId11" imgW="10972800" imgH="7924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535739" y="3159160"/>
                        <a:ext cx="4572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719864" y="3815381"/>
          <a:ext cx="46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11277600" imgH="19812000" progId="Equation.DSMT4">
                  <p:embed/>
                </p:oleObj>
              </mc:Choice>
              <mc:Fallback>
                <p:oleObj name="Equation" r:id="rId13" imgW="11277600" imgH="198120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19864" y="3815381"/>
                        <a:ext cx="469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215366" y="4097534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5" imgW="12496800" imgH="7620000" progId="Equation.DSMT4">
                  <p:embed/>
                </p:oleObj>
              </mc:Choice>
              <mc:Fallback>
                <p:oleObj name="Equation" r:id="rId15" imgW="12496800" imgH="76200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15366" y="4097534"/>
                        <a:ext cx="5207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743651" y="3062650"/>
          <a:ext cx="41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17" imgW="10058400" imgH="5486400" progId="Equation.DSMT4">
                  <p:embed/>
                </p:oleObj>
              </mc:Choice>
              <mc:Fallback>
                <p:oleObj name="Equation" r:id="rId17" imgW="10058400" imgH="5486400" progId="Equation.DSMT4">
                  <p:embed/>
                  <p:pic>
                    <p:nvPicPr>
                      <p:cNvPr id="0" name="图片 143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43651" y="3062650"/>
                        <a:ext cx="4191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7887667" y="347157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19" imgW="5181600" imgH="5486400" progId="Equation.DSMT4">
                  <p:embed/>
                </p:oleObj>
              </mc:Choice>
              <mc:Fallback>
                <p:oleObj name="Equation" r:id="rId19" imgW="5181600" imgH="5486400" progId="Equation.DSMT4">
                  <p:embed/>
                  <p:pic>
                    <p:nvPicPr>
                      <p:cNvPr id="0" name="图片 143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87667" y="3471570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887667" y="4313558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21" imgW="5181600" imgH="5486400" progId="Equation.DSMT4">
                  <p:embed/>
                </p:oleObj>
              </mc:Choice>
              <mc:Fallback>
                <p:oleObj name="Equation" r:id="rId21" imgW="5181600" imgH="5486400" progId="Equation.DSMT4">
                  <p:embed/>
                  <p:pic>
                    <p:nvPicPr>
                      <p:cNvPr id="0" name="图片 1434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87667" y="4313558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887667" y="3953518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23" imgW="5181600" imgH="5486400" progId="Equation.DSMT4">
                  <p:embed/>
                </p:oleObj>
              </mc:Choice>
              <mc:Fallback>
                <p:oleObj name="Equation" r:id="rId23" imgW="5181600" imgH="5486400" progId="Equation.DSMT4">
                  <p:embed/>
                  <p:pic>
                    <p:nvPicPr>
                      <p:cNvPr id="0" name="图片 1434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87667" y="3953518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8" grpId="0"/>
      <p:bldP spid="9" grpId="0"/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909652" y="1260961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07768" y="1105580"/>
          <a:ext cx="31273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74371200" imgH="20116800" progId="Equation.DSMT4">
                  <p:embed/>
                </p:oleObj>
              </mc:Choice>
              <mc:Fallback>
                <p:oleObj name="Equation" r:id="rId1" imgW="74371200" imgH="2011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1105580"/>
                        <a:ext cx="3127375" cy="811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206774" y="2310219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右端极限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不存在，所以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964542" y="2344956"/>
          <a:ext cx="8524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0116800" imgH="11582400" progId="Equation.DSMT4">
                  <p:embed/>
                </p:oleObj>
              </mc:Choice>
              <mc:Fallback>
                <p:oleObj name="Equation" r:id="rId3" imgW="20116800" imgH="115824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64542" y="2344956"/>
                        <a:ext cx="852488" cy="452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16427" y="231021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不存在．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06779" y="3193812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107634" y="1102688"/>
          <a:ext cx="83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20116800" imgH="20116800" progId="Equation.DSMT4">
                  <p:embed/>
                </p:oleObj>
              </mc:Choice>
              <mc:Fallback>
                <p:oleObj name="Equation" r:id="rId5" imgW="20116800" imgH="201168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07634" y="1102688"/>
                        <a:ext cx="838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7835106" y="340638"/>
            <a:ext cx="2366880" cy="1918362"/>
            <a:chOff x="3725" y="143"/>
            <a:chExt cx="1754" cy="1421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3725" y="143"/>
              <a:ext cx="1736" cy="1381"/>
              <a:chOff x="3725" y="143"/>
              <a:chExt cx="1736" cy="1381"/>
            </a:xfrm>
          </p:grpSpPr>
          <p:sp>
            <p:nvSpPr>
              <p:cNvPr id="16" name="Line 5"/>
              <p:cNvSpPr>
                <a:spLocks noChangeShapeType="1"/>
              </p:cNvSpPr>
              <p:nvPr/>
            </p:nvSpPr>
            <p:spPr bwMode="auto">
              <a:xfrm>
                <a:off x="3840" y="1269"/>
                <a:ext cx="162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Line 6"/>
              <p:cNvSpPr>
                <a:spLocks noChangeShapeType="1"/>
              </p:cNvSpPr>
              <p:nvPr/>
            </p:nvSpPr>
            <p:spPr bwMode="auto">
              <a:xfrm flipV="1">
                <a:off x="3941" y="14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Freeform 7"/>
              <p:cNvSpPr/>
              <p:nvPr/>
            </p:nvSpPr>
            <p:spPr bwMode="auto">
              <a:xfrm>
                <a:off x="4253" y="269"/>
                <a:ext cx="936" cy="813"/>
              </a:xfrm>
              <a:custGeom>
                <a:avLst/>
                <a:gdLst>
                  <a:gd name="T0" fmla="*/ 0 w 720"/>
                  <a:gd name="T1" fmla="*/ 624 h 624"/>
                  <a:gd name="T2" fmla="*/ 288 w 720"/>
                  <a:gd name="T3" fmla="*/ 576 h 624"/>
                  <a:gd name="T4" fmla="*/ 528 w 720"/>
                  <a:gd name="T5" fmla="*/ 384 h 624"/>
                  <a:gd name="T6" fmla="*/ 720 w 720"/>
                  <a:gd name="T7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624">
                    <a:moveTo>
                      <a:pt x="0" y="624"/>
                    </a:moveTo>
                    <a:cubicBezTo>
                      <a:pt x="100" y="620"/>
                      <a:pt x="200" y="616"/>
                      <a:pt x="288" y="576"/>
                    </a:cubicBezTo>
                    <a:cubicBezTo>
                      <a:pt x="376" y="536"/>
                      <a:pt x="456" y="480"/>
                      <a:pt x="528" y="384"/>
                    </a:cubicBezTo>
                    <a:cubicBezTo>
                      <a:pt x="600" y="288"/>
                      <a:pt x="688" y="64"/>
                      <a:pt x="72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9" name="Object 8"/>
              <p:cNvGraphicFramePr>
                <a:graphicFrameLocks noChangeAspect="1"/>
              </p:cNvGraphicFramePr>
              <p:nvPr/>
            </p:nvGraphicFramePr>
            <p:xfrm>
              <a:off x="5249" y="1276"/>
              <a:ext cx="169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5" name="Equation" r:id="rId1" imgW="5486400" imgH="7315200" progId="Equation.DSMT4">
                      <p:embed/>
                    </p:oleObj>
                  </mc:Choice>
                  <mc:Fallback>
                    <p:oleObj name="Equation" r:id="rId1" imgW="5486400" imgH="7315200" progId="Equation.DSMT4">
                      <p:embed/>
                      <p:pic>
                        <p:nvPicPr>
                          <p:cNvPr id="0" name="图片 1638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5249" y="1276"/>
                            <a:ext cx="169" cy="2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9"/>
              <p:cNvGraphicFramePr>
                <a:graphicFrameLocks noChangeAspect="1"/>
              </p:cNvGraphicFramePr>
              <p:nvPr/>
            </p:nvGraphicFramePr>
            <p:xfrm>
              <a:off x="3972" y="143"/>
              <a:ext cx="188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6" name="Equation" r:id="rId3" imgW="6096000" imgH="7315200" progId="Equation.DSMT4">
                      <p:embed/>
                    </p:oleObj>
                  </mc:Choice>
                  <mc:Fallback>
                    <p:oleObj name="Equation" r:id="rId3" imgW="6096000" imgH="7315200" progId="Equation.DSMT4">
                      <p:embed/>
                      <p:pic>
                        <p:nvPicPr>
                          <p:cNvPr id="0" name="图片 1638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72" y="143"/>
                            <a:ext cx="188" cy="22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10"/>
              <p:cNvGraphicFramePr>
                <a:graphicFrameLocks noChangeAspect="1"/>
              </p:cNvGraphicFramePr>
              <p:nvPr/>
            </p:nvGraphicFramePr>
            <p:xfrm>
              <a:off x="3725" y="1289"/>
              <a:ext cx="216" cy="2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7" name="Equation" r:id="rId5" imgW="7010400" imgH="7620000" progId="Equation.DSMT4">
                      <p:embed/>
                    </p:oleObj>
                  </mc:Choice>
                  <mc:Fallback>
                    <p:oleObj name="Equation" r:id="rId5" imgW="7010400" imgH="7620000" progId="Equation.DSMT4">
                      <p:embed/>
                      <p:pic>
                        <p:nvPicPr>
                          <p:cNvPr id="0" name="图片 1638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725" y="1289"/>
                            <a:ext cx="216" cy="23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11"/>
              <p:cNvGraphicFramePr>
                <a:graphicFrameLocks noChangeAspect="1"/>
              </p:cNvGraphicFramePr>
              <p:nvPr/>
            </p:nvGraphicFramePr>
            <p:xfrm>
              <a:off x="4077" y="451"/>
              <a:ext cx="875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8" name="Equation" r:id="rId7" imgW="28346400" imgH="9448800" progId="Equation.DSMT4">
                      <p:embed/>
                    </p:oleObj>
                  </mc:Choice>
                  <mc:Fallback>
                    <p:oleObj name="Equation" r:id="rId7" imgW="28346400" imgH="9448800" progId="Equation.DSMT4">
                      <p:embed/>
                      <p:pic>
                        <p:nvPicPr>
                          <p:cNvPr id="0" name="图片 1638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077" y="451"/>
                            <a:ext cx="875" cy="29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12"/>
              <p:cNvGraphicFramePr>
                <a:graphicFrameLocks noChangeAspect="1"/>
              </p:cNvGraphicFramePr>
              <p:nvPr/>
            </p:nvGraphicFramePr>
            <p:xfrm>
              <a:off x="4068" y="867"/>
              <a:ext cx="216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89" name="Equation" r:id="rId9" imgW="7010400" imgH="9448800" progId="Equation.DSMT4">
                      <p:embed/>
                    </p:oleObj>
                  </mc:Choice>
                  <mc:Fallback>
                    <p:oleObj name="Equation" r:id="rId9" imgW="7010400" imgH="9448800" progId="Equation.DSMT4">
                      <p:embed/>
                      <p:pic>
                        <p:nvPicPr>
                          <p:cNvPr id="0" name="图片 1638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068" y="867"/>
                            <a:ext cx="216" cy="29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13"/>
            <p:cNvGrpSpPr/>
            <p:nvPr/>
          </p:nvGrpSpPr>
          <p:grpSpPr bwMode="auto">
            <a:xfrm>
              <a:off x="4111" y="1200"/>
              <a:ext cx="179" cy="364"/>
              <a:chOff x="4111" y="1200"/>
              <a:chExt cx="179" cy="364"/>
            </a:xfrm>
          </p:grpSpPr>
          <p:graphicFrame>
            <p:nvGraphicFramePr>
              <p:cNvPr id="13" name="Object 14"/>
              <p:cNvGraphicFramePr>
                <a:graphicFrameLocks noChangeAspect="1"/>
              </p:cNvGraphicFramePr>
              <p:nvPr/>
            </p:nvGraphicFramePr>
            <p:xfrm>
              <a:off x="4111" y="1405"/>
              <a:ext cx="179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0" name="Equation" r:id="rId11" imgW="3657600" imgH="3352800" progId="Equation.DSMT4">
                      <p:embed/>
                    </p:oleObj>
                  </mc:Choice>
                  <mc:Fallback>
                    <p:oleObj name="Equation" r:id="rId11" imgW="3657600" imgH="3352800" progId="Equation.DSMT4">
                      <p:embed/>
                      <p:pic>
                        <p:nvPicPr>
                          <p:cNvPr id="0" name="图片 1638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111" y="1405"/>
                            <a:ext cx="179" cy="159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" name="Freeform 15"/>
              <p:cNvSpPr/>
              <p:nvPr/>
            </p:nvSpPr>
            <p:spPr bwMode="auto">
              <a:xfrm>
                <a:off x="4224" y="1200"/>
                <a:ext cx="23" cy="61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">
                    <a:moveTo>
                      <a:pt x="0" y="0"/>
                    </a:moveTo>
                    <a:cubicBezTo>
                      <a:pt x="0" y="20"/>
                      <a:pt x="0" y="40"/>
                      <a:pt x="0" y="48"/>
                    </a:cubicBezTo>
                  </a:path>
                </a:pathLst>
              </a:custGeom>
              <a:noFill/>
              <a:ln w="28575" cmpd="sng">
                <a:solidFill>
                  <a:schemeClr val="tx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Line 16"/>
              <p:cNvSpPr>
                <a:spLocks noChangeShapeType="1"/>
              </p:cNvSpPr>
              <p:nvPr/>
            </p:nvSpPr>
            <p:spPr bwMode="auto">
              <a:xfrm flipV="1">
                <a:off x="4176" y="12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17"/>
            <p:cNvGrpSpPr/>
            <p:nvPr/>
          </p:nvGrpSpPr>
          <p:grpSpPr bwMode="auto">
            <a:xfrm>
              <a:off x="4066" y="561"/>
              <a:ext cx="1413" cy="708"/>
              <a:chOff x="4066" y="561"/>
              <a:chExt cx="1413" cy="708"/>
            </a:xfrm>
          </p:grpSpPr>
          <p:sp>
            <p:nvSpPr>
              <p:cNvPr id="11" name="Line 18"/>
              <p:cNvSpPr>
                <a:spLocks noChangeShapeType="1"/>
              </p:cNvSpPr>
              <p:nvPr/>
            </p:nvSpPr>
            <p:spPr bwMode="auto">
              <a:xfrm flipV="1">
                <a:off x="4066" y="707"/>
                <a:ext cx="1311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2" name="Object 19"/>
              <p:cNvGraphicFramePr>
                <a:graphicFrameLocks noChangeAspect="1"/>
              </p:cNvGraphicFramePr>
              <p:nvPr/>
            </p:nvGraphicFramePr>
            <p:xfrm>
              <a:off x="5282" y="561"/>
              <a:ext cx="197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1" name="Equation" r:id="rId13" imgW="6400800" imgH="9144000" progId="Equation.DSMT4">
                      <p:embed/>
                    </p:oleObj>
                  </mc:Choice>
                  <mc:Fallback>
                    <p:oleObj name="Equation" r:id="rId13" imgW="6400800" imgH="9144000" progId="Equation.DSMT4">
                      <p:embed/>
                      <p:pic>
                        <p:nvPicPr>
                          <p:cNvPr id="0" name="图片 1639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282" y="561"/>
                            <a:ext cx="197" cy="2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" name="Group 20"/>
            <p:cNvGrpSpPr/>
            <p:nvPr/>
          </p:nvGrpSpPr>
          <p:grpSpPr bwMode="auto">
            <a:xfrm>
              <a:off x="4451" y="772"/>
              <a:ext cx="308" cy="752"/>
              <a:chOff x="4451" y="772"/>
              <a:chExt cx="308" cy="752"/>
            </a:xfrm>
          </p:grpSpPr>
          <p:sp>
            <p:nvSpPr>
              <p:cNvPr id="8" name="Line 21"/>
              <p:cNvSpPr>
                <a:spLocks noChangeShapeType="1"/>
              </p:cNvSpPr>
              <p:nvPr/>
            </p:nvSpPr>
            <p:spPr bwMode="auto">
              <a:xfrm>
                <a:off x="4628" y="1019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9" name="Object 22"/>
              <p:cNvGraphicFramePr>
                <a:graphicFrameLocks noChangeAspect="1"/>
              </p:cNvGraphicFramePr>
              <p:nvPr/>
            </p:nvGraphicFramePr>
            <p:xfrm>
              <a:off x="4496" y="1204"/>
              <a:ext cx="263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2" name="Equation" r:id="rId15" imgW="8534400" imgH="10363200" progId="Equation.DSMT4">
                      <p:embed/>
                    </p:oleObj>
                  </mc:Choice>
                  <mc:Fallback>
                    <p:oleObj name="Equation" r:id="rId15" imgW="8534400" imgH="10363200" progId="Equation.DSMT4">
                      <p:embed/>
                      <p:pic>
                        <p:nvPicPr>
                          <p:cNvPr id="0" name="图片 1639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496" y="1204"/>
                            <a:ext cx="263" cy="32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23"/>
              <p:cNvGraphicFramePr>
                <a:graphicFrameLocks noChangeAspect="1"/>
              </p:cNvGraphicFramePr>
              <p:nvPr/>
            </p:nvGraphicFramePr>
            <p:xfrm>
              <a:off x="4451" y="772"/>
              <a:ext cx="301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93" name="Equation" r:id="rId17" imgW="9753600" imgH="9144000" progId="Equation.DSMT4">
                      <p:embed/>
                    </p:oleObj>
                  </mc:Choice>
                  <mc:Fallback>
                    <p:oleObj name="Equation" r:id="rId17" imgW="9753600" imgH="9144000" progId="Equation.DSMT4">
                      <p:embed/>
                      <p:pic>
                        <p:nvPicPr>
                          <p:cNvPr id="0" name="图片 1639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4451" y="772"/>
                            <a:ext cx="301" cy="28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4" name="Group 24"/>
          <p:cNvGrpSpPr/>
          <p:nvPr/>
        </p:nvGrpSpPr>
        <p:grpSpPr bwMode="auto">
          <a:xfrm>
            <a:off x="1510092" y="1149052"/>
            <a:ext cx="6831012" cy="523875"/>
            <a:chOff x="113" y="398"/>
            <a:chExt cx="4303" cy="330"/>
          </a:xfrm>
        </p:grpSpPr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113" y="399"/>
              <a:ext cx="81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曲线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6" name="Object 26"/>
            <p:cNvGraphicFramePr>
              <a:graphicFrameLocks noChangeAspect="1"/>
            </p:cNvGraphicFramePr>
            <p:nvPr/>
          </p:nvGraphicFramePr>
          <p:xfrm>
            <a:off x="672" y="437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Equation" r:id="rId19" imgW="31089600" imgH="9448800" progId="Equation.DSMT4">
                    <p:embed/>
                  </p:oleObj>
                </mc:Choice>
                <mc:Fallback>
                  <p:oleObj name="Equation" r:id="rId19" imgW="31089600" imgH="9448800" progId="Equation.DSMT4">
                    <p:embed/>
                    <p:pic>
                      <p:nvPicPr>
                        <p:cNvPr id="0" name="图片 163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72" y="437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407" y="398"/>
              <a:ext cx="76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在点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2008" y="425"/>
            <a:ext cx="6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5" name="Equation" r:id="rId21" imgW="25908000" imgH="10363200" progId="Equation.DSMT4">
                    <p:embed/>
                  </p:oleObj>
                </mc:Choice>
                <mc:Fallback>
                  <p:oleObj name="Equation" r:id="rId21" imgW="25908000" imgH="10363200" progId="Equation.DSMT4">
                    <p:embed/>
                    <p:pic>
                      <p:nvPicPr>
                        <p:cNvPr id="0" name="图片 163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08" y="425"/>
                          <a:ext cx="68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688" y="398"/>
              <a:ext cx="172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的切线斜率为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Object 30"/>
          <p:cNvGraphicFramePr>
            <a:graphicFrameLocks noChangeAspect="1"/>
          </p:cNvGraphicFramePr>
          <p:nvPr/>
        </p:nvGraphicFramePr>
        <p:xfrm>
          <a:off x="3265587" y="1768032"/>
          <a:ext cx="2494086" cy="636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21640800" imgH="5486400" progId="Equation.DSMT4">
                  <p:embed/>
                </p:oleObj>
              </mc:Choice>
              <mc:Fallback>
                <p:oleObj name="Equation" r:id="rId23" imgW="21640800" imgH="54864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65587" y="1768032"/>
                        <a:ext cx="2494086" cy="636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5"/>
          <p:cNvSpPr txBox="1">
            <a:spLocks noChangeArrowheads="1"/>
          </p:cNvSpPr>
          <p:nvPr/>
        </p:nvSpPr>
        <p:spPr bwMode="auto">
          <a:xfrm>
            <a:off x="1509713" y="2509838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56"/>
          <p:cNvGraphicFramePr>
            <a:graphicFrameLocks noChangeAspect="1"/>
          </p:cNvGraphicFramePr>
          <p:nvPr/>
        </p:nvGraphicFramePr>
        <p:xfrm>
          <a:off x="1968500" y="2554923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36576000" imgH="10363200" progId="Equation.DSMT4">
                  <p:embed/>
                </p:oleObj>
              </mc:Choice>
              <mc:Fallback>
                <p:oleObj name="Equation" r:id="rId25" imgW="36576000" imgH="103632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68500" y="2554923"/>
                        <a:ext cx="1524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57"/>
          <p:cNvSpPr txBox="1">
            <a:spLocks noChangeArrowheads="1"/>
          </p:cNvSpPr>
          <p:nvPr/>
        </p:nvSpPr>
        <p:spPr bwMode="auto">
          <a:xfrm>
            <a:off x="3588385" y="2509838"/>
            <a:ext cx="28067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切线与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轴平行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/>
        </p:nvSpPr>
        <p:spPr bwMode="auto">
          <a:xfrm>
            <a:off x="1509713" y="3215323"/>
            <a:ext cx="83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5" name="Object 63"/>
          <p:cNvGraphicFramePr>
            <a:graphicFrameLocks noChangeAspect="1"/>
          </p:cNvGraphicFramePr>
          <p:nvPr/>
        </p:nvGraphicFramePr>
        <p:xfrm>
          <a:off x="1975485" y="3260725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38709600" imgH="10363200" progId="Equation.DSMT4">
                  <p:embed/>
                </p:oleObj>
              </mc:Choice>
              <mc:Fallback>
                <p:oleObj name="Equation" r:id="rId27" imgW="38709600" imgH="103632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75485" y="3260725"/>
                        <a:ext cx="1612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64"/>
          <p:cNvSpPr txBox="1">
            <a:spLocks noChangeArrowheads="1"/>
          </p:cNvSpPr>
          <p:nvPr/>
        </p:nvSpPr>
        <p:spPr bwMode="auto">
          <a:xfrm>
            <a:off x="3588385" y="3215323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切线与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轴垂直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7" name="Group 65"/>
          <p:cNvGrpSpPr/>
          <p:nvPr/>
        </p:nvGrpSpPr>
        <p:grpSpPr bwMode="auto">
          <a:xfrm>
            <a:off x="3618865" y="3926522"/>
            <a:ext cx="3844925" cy="522287"/>
            <a:chOff x="1562" y="2736"/>
            <a:chExt cx="2422" cy="329"/>
          </a:xfrm>
        </p:grpSpPr>
        <p:sp>
          <p:nvSpPr>
            <p:cNvPr id="38" name="Text Box 66"/>
            <p:cNvSpPr txBox="1">
              <a:spLocks noChangeArrowheads="1"/>
            </p:cNvSpPr>
            <p:nvPr/>
          </p:nvSpPr>
          <p:spPr bwMode="auto">
            <a:xfrm>
              <a:off x="1562" y="2736"/>
              <a:ext cx="1152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曲线在点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67"/>
            <p:cNvSpPr txBox="1">
              <a:spLocks noChangeArrowheads="1"/>
            </p:cNvSpPr>
            <p:nvPr/>
          </p:nvSpPr>
          <p:spPr bwMode="auto">
            <a:xfrm>
              <a:off x="3264" y="2736"/>
              <a:ext cx="72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处的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Object 68"/>
            <p:cNvGraphicFramePr>
              <a:graphicFrameLocks noChangeAspect="1"/>
            </p:cNvGraphicFramePr>
            <p:nvPr/>
          </p:nvGraphicFramePr>
          <p:xfrm>
            <a:off x="2584" y="2769"/>
            <a:ext cx="6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9" name="Equation" r:id="rId29" imgW="25908000" imgH="10363200" progId="Equation.DSMT4">
                    <p:embed/>
                  </p:oleObj>
                </mc:Choice>
                <mc:Fallback>
                  <p:oleObj name="Equation" r:id="rId29" imgW="25908000" imgH="10363200" progId="Equation.DSMT4">
                    <p:embed/>
                    <p:pic>
                      <p:nvPicPr>
                        <p:cNvPr id="0" name="图片 163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84" y="2769"/>
                          <a:ext cx="68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69"/>
          <p:cNvSpPr txBox="1">
            <a:spLocks noChangeArrowheads="1"/>
          </p:cNvSpPr>
          <p:nvPr/>
        </p:nvSpPr>
        <p:spPr bwMode="auto">
          <a:xfrm>
            <a:off x="1968500" y="4656138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切线方程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2" name="Object 70"/>
          <p:cNvGraphicFramePr>
            <a:graphicFrameLocks noChangeAspect="1"/>
          </p:cNvGraphicFramePr>
          <p:nvPr/>
        </p:nvGraphicFramePr>
        <p:xfrm>
          <a:off x="4015740" y="4701540"/>
          <a:ext cx="318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1" imgW="76504800" imgH="10363200" progId="Equation.DSMT4">
                  <p:embed/>
                </p:oleObj>
              </mc:Choice>
              <mc:Fallback>
                <p:oleObj name="Equation" r:id="rId31" imgW="76504800" imgH="10363200" progId="Equation.DSMT4">
                  <p:embed/>
                  <p:pic>
                    <p:nvPicPr>
                      <p:cNvPr id="0" name="图片 16399"/>
                      <p:cNvPicPr>
                        <a:picLocks noChangeAspect="1"/>
                      </p:cNvPicPr>
                      <p:nvPr/>
                    </p:nvPicPr>
                    <p:blipFill>
                      <a:blip r:embed="rId3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015740" y="4701540"/>
                        <a:ext cx="3187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71"/>
          <p:cNvSpPr txBox="1">
            <a:spLocks noChangeArrowheads="1"/>
          </p:cNvSpPr>
          <p:nvPr/>
        </p:nvSpPr>
        <p:spPr bwMode="auto">
          <a:xfrm>
            <a:off x="1968500" y="5461000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法线方程: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4" name="Object 72"/>
          <p:cNvGraphicFramePr>
            <a:graphicFrameLocks noChangeAspect="1"/>
          </p:cNvGraphicFramePr>
          <p:nvPr/>
        </p:nvGraphicFramePr>
        <p:xfrm>
          <a:off x="3950335" y="5258118"/>
          <a:ext cx="35131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3" imgW="84429600" imgH="22250400" progId="Equation.DSMT4">
                  <p:embed/>
                </p:oleObj>
              </mc:Choice>
              <mc:Fallback>
                <p:oleObj name="Equation" r:id="rId33" imgW="84429600" imgH="22250400" progId="Equation.DSMT4">
                  <p:embed/>
                  <p:pic>
                    <p:nvPicPr>
                      <p:cNvPr id="0" name="图片 16400"/>
                      <p:cNvPicPr>
                        <a:picLocks noChangeAspect="1"/>
                      </p:cNvPicPr>
                      <p:nvPr/>
                    </p:nvPicPr>
                    <p:blipFill>
                      <a:blip r:embed="rId3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50335" y="5258118"/>
                        <a:ext cx="3513138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3"/>
          <p:cNvGraphicFramePr>
            <a:graphicFrameLocks noChangeAspect="1"/>
          </p:cNvGraphicFramePr>
          <p:nvPr/>
        </p:nvGraphicFramePr>
        <p:xfrm>
          <a:off x="7734300" y="5505768"/>
          <a:ext cx="176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Equation" r:id="rId35" imgW="42367200" imgH="10363200" progId="Equation.DSMT4">
                  <p:embed/>
                </p:oleObj>
              </mc:Choice>
              <mc:Fallback>
                <p:oleObj name="Equation" r:id="rId35" imgW="42367200" imgH="10363200" progId="Equation.DSMT4">
                  <p:embed/>
                  <p:pic>
                    <p:nvPicPr>
                      <p:cNvPr id="0" name="图片 1640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734300" y="5505768"/>
                        <a:ext cx="17653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74"/>
          <p:cNvGrpSpPr/>
          <p:nvPr/>
        </p:nvGrpSpPr>
        <p:grpSpPr bwMode="auto">
          <a:xfrm>
            <a:off x="8085138" y="2727324"/>
            <a:ext cx="2187575" cy="1587499"/>
            <a:chOff x="4286" y="2504"/>
            <a:chExt cx="1378" cy="1000"/>
          </a:xfrm>
        </p:grpSpPr>
        <p:grpSp>
          <p:nvGrpSpPr>
            <p:cNvPr id="47" name="Group 75"/>
            <p:cNvGrpSpPr/>
            <p:nvPr/>
          </p:nvGrpSpPr>
          <p:grpSpPr bwMode="auto">
            <a:xfrm>
              <a:off x="4286" y="2504"/>
              <a:ext cx="1378" cy="1000"/>
              <a:chOff x="4286" y="2504"/>
              <a:chExt cx="1378" cy="1000"/>
            </a:xfrm>
          </p:grpSpPr>
          <p:sp>
            <p:nvSpPr>
              <p:cNvPr id="52" name="Line 76"/>
              <p:cNvSpPr>
                <a:spLocks noChangeShapeType="1"/>
              </p:cNvSpPr>
              <p:nvPr/>
            </p:nvSpPr>
            <p:spPr bwMode="auto">
              <a:xfrm>
                <a:off x="4286" y="3216"/>
                <a:ext cx="13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Line 77"/>
              <p:cNvSpPr>
                <a:spLocks noChangeShapeType="1"/>
              </p:cNvSpPr>
              <p:nvPr/>
            </p:nvSpPr>
            <p:spPr bwMode="auto">
              <a:xfrm flipV="1">
                <a:off x="4320" y="2626"/>
                <a:ext cx="0" cy="8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54" name="Object 78"/>
              <p:cNvGraphicFramePr>
                <a:graphicFrameLocks noChangeAspect="1"/>
              </p:cNvGraphicFramePr>
              <p:nvPr/>
            </p:nvGraphicFramePr>
            <p:xfrm>
              <a:off x="5520" y="3226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3" name="Equation" r:id="rId37" imgW="5486400" imgH="7315200" progId="Equation.DSMT4">
                      <p:embed/>
                    </p:oleObj>
                  </mc:Choice>
                  <mc:Fallback>
                    <p:oleObj name="Equation" r:id="rId37" imgW="5486400" imgH="7315200" progId="Equation.DSMT4">
                      <p:embed/>
                      <p:pic>
                        <p:nvPicPr>
                          <p:cNvPr id="0" name="图片 1640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8"/>
                          <a:stretch>
                            <a:fillRect/>
                          </a:stretch>
                        </p:blipFill>
                        <p:spPr>
                          <a:xfrm>
                            <a:off x="5520" y="3226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79"/>
              <p:cNvGraphicFramePr>
                <a:graphicFrameLocks noChangeAspect="1"/>
              </p:cNvGraphicFramePr>
              <p:nvPr/>
            </p:nvGraphicFramePr>
            <p:xfrm>
              <a:off x="4287" y="2504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4" name="Equation" r:id="rId39" imgW="6096000" imgH="7315200" progId="Equation.DSMT4">
                      <p:embed/>
                    </p:oleObj>
                  </mc:Choice>
                  <mc:Fallback>
                    <p:oleObj name="Equation" r:id="rId39" imgW="6096000" imgH="7315200" progId="Equation.DSMT4">
                      <p:embed/>
                      <p:pic>
                        <p:nvPicPr>
                          <p:cNvPr id="0" name="图片 1640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0"/>
                          <a:stretch>
                            <a:fillRect/>
                          </a:stretch>
                        </p:blipFill>
                        <p:spPr>
                          <a:xfrm>
                            <a:off x="4287" y="2504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Object 80"/>
              <p:cNvGraphicFramePr>
                <a:graphicFrameLocks noChangeAspect="1"/>
              </p:cNvGraphicFramePr>
              <p:nvPr/>
            </p:nvGraphicFramePr>
            <p:xfrm>
              <a:off x="4323" y="3249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5" name="Equation" r:id="rId41" imgW="7010400" imgH="7620000" progId="Equation.DSMT4">
                      <p:embed/>
                    </p:oleObj>
                  </mc:Choice>
                  <mc:Fallback>
                    <p:oleObj name="Equation" r:id="rId41" imgW="7010400" imgH="7620000" progId="Equation.DSMT4">
                      <p:embed/>
                      <p:pic>
                        <p:nvPicPr>
                          <p:cNvPr id="0" name="图片 1640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4323" y="3249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Freeform 81"/>
              <p:cNvSpPr/>
              <p:nvPr/>
            </p:nvSpPr>
            <p:spPr bwMode="auto">
              <a:xfrm>
                <a:off x="4464" y="2736"/>
                <a:ext cx="960" cy="696"/>
              </a:xfrm>
              <a:custGeom>
                <a:avLst/>
                <a:gdLst>
                  <a:gd name="T0" fmla="*/ 0 w 960"/>
                  <a:gd name="T1" fmla="*/ 0 h 696"/>
                  <a:gd name="T2" fmla="*/ 144 w 960"/>
                  <a:gd name="T3" fmla="*/ 192 h 696"/>
                  <a:gd name="T4" fmla="*/ 480 w 960"/>
                  <a:gd name="T5" fmla="*/ 288 h 696"/>
                  <a:gd name="T6" fmla="*/ 624 w 960"/>
                  <a:gd name="T7" fmla="*/ 576 h 696"/>
                  <a:gd name="T8" fmla="*/ 816 w 960"/>
                  <a:gd name="T9" fmla="*/ 672 h 696"/>
                  <a:gd name="T10" fmla="*/ 960 w 960"/>
                  <a:gd name="T11" fmla="*/ 432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60" h="696">
                    <a:moveTo>
                      <a:pt x="0" y="0"/>
                    </a:moveTo>
                    <a:cubicBezTo>
                      <a:pt x="32" y="72"/>
                      <a:pt x="64" y="144"/>
                      <a:pt x="144" y="192"/>
                    </a:cubicBezTo>
                    <a:cubicBezTo>
                      <a:pt x="224" y="240"/>
                      <a:pt x="400" y="224"/>
                      <a:pt x="480" y="288"/>
                    </a:cubicBezTo>
                    <a:cubicBezTo>
                      <a:pt x="560" y="352"/>
                      <a:pt x="568" y="512"/>
                      <a:pt x="624" y="576"/>
                    </a:cubicBezTo>
                    <a:cubicBezTo>
                      <a:pt x="680" y="640"/>
                      <a:pt x="760" y="696"/>
                      <a:pt x="816" y="672"/>
                    </a:cubicBezTo>
                    <a:cubicBezTo>
                      <a:pt x="872" y="648"/>
                      <a:pt x="936" y="472"/>
                      <a:pt x="960" y="432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Group 82"/>
            <p:cNvGrpSpPr/>
            <p:nvPr/>
          </p:nvGrpSpPr>
          <p:grpSpPr bwMode="auto">
            <a:xfrm>
              <a:off x="4560" y="2976"/>
              <a:ext cx="480" cy="512"/>
              <a:chOff x="4560" y="2976"/>
              <a:chExt cx="480" cy="512"/>
            </a:xfrm>
          </p:grpSpPr>
          <p:sp>
            <p:nvSpPr>
              <p:cNvPr id="49" name="Line 83"/>
              <p:cNvSpPr>
                <a:spLocks noChangeShapeType="1"/>
              </p:cNvSpPr>
              <p:nvPr/>
            </p:nvSpPr>
            <p:spPr bwMode="auto">
              <a:xfrm flipH="1">
                <a:off x="4800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50" name="Object 84"/>
              <p:cNvGraphicFramePr>
                <a:graphicFrameLocks noChangeAspect="1"/>
              </p:cNvGraphicFramePr>
              <p:nvPr/>
            </p:nvGraphicFramePr>
            <p:xfrm>
              <a:off x="4715" y="3216"/>
              <a:ext cx="20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6" name="Equation" r:id="rId43" imgW="7620000" imgH="10363200" progId="Equation.DSMT4">
                      <p:embed/>
                    </p:oleObj>
                  </mc:Choice>
                  <mc:Fallback>
                    <p:oleObj name="Equation" r:id="rId43" imgW="7620000" imgH="10363200" progId="Equation.DSMT4">
                      <p:embed/>
                      <p:pic>
                        <p:nvPicPr>
                          <p:cNvPr id="0" name="图片 1640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4715" y="3216"/>
                            <a:ext cx="200" cy="27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" name="Line 85"/>
              <p:cNvSpPr>
                <a:spLocks noChangeShapeType="1"/>
              </p:cNvSpPr>
              <p:nvPr/>
            </p:nvSpPr>
            <p:spPr bwMode="auto">
              <a:xfrm>
                <a:off x="4560" y="297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8" name="Group 86"/>
          <p:cNvGrpSpPr/>
          <p:nvPr/>
        </p:nvGrpSpPr>
        <p:grpSpPr bwMode="auto">
          <a:xfrm>
            <a:off x="9358313" y="3857625"/>
            <a:ext cx="533400" cy="328613"/>
            <a:chOff x="5088" y="3216"/>
            <a:chExt cx="336" cy="207"/>
          </a:xfrm>
        </p:grpSpPr>
        <p:sp>
          <p:nvSpPr>
            <p:cNvPr id="59" name="Line 87"/>
            <p:cNvSpPr>
              <a:spLocks noChangeShapeType="1"/>
            </p:cNvSpPr>
            <p:nvPr/>
          </p:nvSpPr>
          <p:spPr bwMode="auto">
            <a:xfrm flipV="1">
              <a:off x="5088" y="342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Line 88"/>
            <p:cNvSpPr>
              <a:spLocks noChangeShapeType="1"/>
            </p:cNvSpPr>
            <p:nvPr/>
          </p:nvSpPr>
          <p:spPr bwMode="auto">
            <a:xfrm flipV="1">
              <a:off x="525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Object 89"/>
          <p:cNvGraphicFramePr>
            <a:graphicFrameLocks noChangeAspect="1"/>
          </p:cNvGraphicFramePr>
          <p:nvPr/>
        </p:nvGraphicFramePr>
        <p:xfrm>
          <a:off x="1509713" y="3969508"/>
          <a:ext cx="1552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45" imgW="36880800" imgH="10363200" progId="Equation.DSMT4">
                  <p:embed/>
                </p:oleObj>
              </mc:Choice>
              <mc:Fallback>
                <p:oleObj name="Equation" r:id="rId45" imgW="36880800" imgH="10363200" progId="Equation.DSMT4">
                  <p:embed/>
                  <p:pic>
                    <p:nvPicPr>
                      <p:cNvPr id="0" name="图片 16406"/>
                      <p:cNvPicPr>
                        <a:picLocks noChangeAspect="1"/>
                      </p:cNvPicPr>
                      <p:nvPr/>
                    </p:nvPicPr>
                    <p:blipFill>
                      <a:blip r:embed="rId4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09713" y="3969508"/>
                        <a:ext cx="1552575" cy="4349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2974402" y="393360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" name="Rectangle 5"/>
          <p:cNvSpPr txBox="1">
            <a:spLocks noChangeArrowheads="1"/>
          </p:cNvSpPr>
          <p:nvPr/>
        </p:nvSpPr>
        <p:spPr>
          <a:xfrm>
            <a:off x="1510009" y="510414"/>
            <a:ext cx="3615446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.可导的几何意义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 autoUpdateAnimBg="0"/>
      <p:bldP spid="33" grpId="0" bldLvl="0" animBg="1" autoUpdateAnimBg="0"/>
      <p:bldP spid="34" grpId="0" bldLvl="0" animBg="1" autoUpdateAnimBg="0"/>
      <p:bldP spid="36" grpId="0" bldLvl="0" animBg="1" autoUpdateAnimBg="0"/>
      <p:bldP spid="41" grpId="0" bldLvl="0" animBg="1" autoUpdateAnimBg="0"/>
      <p:bldP spid="43" grpId="0" bldLvl="0" animBg="1" autoUpdateAnimBg="0"/>
      <p:bldP spid="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79103" y="496942"/>
            <a:ext cx="8636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曲线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ln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上与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直线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垂直的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切线方程．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91803" y="131386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3833" y="1313545"/>
            <a:ext cx="359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已知直线斜率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/>
              </a:rPr>
              <a:t>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04755" y="1934574"/>
          <a:ext cx="1365251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32918400" imgH="15240000" progId="Equation.DSMT4">
                  <p:embed/>
                </p:oleObj>
              </mc:Choice>
              <mc:Fallback>
                <p:oleObj name="Equation" r:id="rId1" imgW="32918400" imgH="152400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4755" y="1934574"/>
                        <a:ext cx="1365251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70556" y="204126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810782" y="1856983"/>
          <a:ext cx="8175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19812000" imgH="20116800" progId="Equation.DSMT4">
                  <p:embed/>
                </p:oleObj>
              </mc:Choice>
              <mc:Fallback>
                <p:oleObj name="Equation" r:id="rId3" imgW="19812000" imgH="20116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782" y="1856983"/>
                        <a:ext cx="8175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54732" y="2041467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所以切点坐标为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447020" y="2130356"/>
          <a:ext cx="10080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24384000" imgH="9448800" progId="Equation.DSMT4">
                  <p:embed/>
                </p:oleObj>
              </mc:Choice>
              <mc:Fallback>
                <p:oleObj name="Equation" r:id="rId5" imgW="24384000" imgH="94488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47020" y="2130356"/>
                        <a:ext cx="10080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54842" y="204180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故所求切线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07786" y="2992677"/>
          <a:ext cx="23749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56997600" imgH="11582400" progId="Equation.DSMT4">
                  <p:embed/>
                </p:oleObj>
              </mc:Choice>
              <mc:Fallback>
                <p:oleObj name="Equation" r:id="rId7" imgW="56997600" imgH="115824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7786" y="2992677"/>
                        <a:ext cx="23749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86780" y="292066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84355" y="2988603"/>
          <a:ext cx="13001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31394400" imgH="9448800" progId="Equation.DSMT4">
                  <p:embed/>
                </p:oleObj>
              </mc:Choice>
              <mc:Fallback>
                <p:oleObj name="Equation" r:id="rId9" imgW="31394400" imgH="9448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84355" y="2988603"/>
                        <a:ext cx="13001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736911" y="131386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82082" y="1313862"/>
            <a:ext cx="39376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故所求切线的斜率为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0" grpId="0"/>
      <p:bldP spid="12" grpId="0"/>
      <p:bldP spid="14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274638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1834208" y="1281918"/>
            <a:ext cx="18065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等式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19"/>
          <p:cNvGrpSpPr/>
          <p:nvPr/>
        </p:nvGrpSpPr>
        <p:grpSpPr bwMode="auto">
          <a:xfrm>
            <a:off x="3216067" y="1173260"/>
            <a:ext cx="2387599" cy="830263"/>
            <a:chOff x="1048" y="3081"/>
            <a:chExt cx="1504" cy="523"/>
          </a:xfrm>
        </p:grpSpPr>
        <p:graphicFrame>
          <p:nvGraphicFramePr>
            <p:cNvPr id="5" name="Object 20"/>
            <p:cNvGraphicFramePr>
              <a:graphicFrameLocks noChangeAspect="1"/>
            </p:cNvGraphicFramePr>
            <p:nvPr/>
          </p:nvGraphicFramePr>
          <p:xfrm>
            <a:off x="1048" y="3204"/>
            <a:ext cx="15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3" name="Equation" r:id="rId1" imgW="57302400" imgH="10363200" progId="Equation.DSMT4">
                    <p:embed/>
                  </p:oleObj>
                </mc:Choice>
                <mc:Fallback>
                  <p:oleObj name="Equation" r:id="rId1" imgW="57302400" imgH="10363200" progId="Equation.DSMT4">
                    <p:embed/>
                    <p:pic>
                      <p:nvPicPr>
                        <p:cNvPr id="0" name="图片 1843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48" y="3204"/>
                          <a:ext cx="150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21"/>
            <p:cNvSpPr txBox="1">
              <a:spLocks noChangeArrowheads="1"/>
            </p:cNvSpPr>
            <p:nvPr/>
          </p:nvSpPr>
          <p:spPr bwMode="auto">
            <a:xfrm>
              <a:off x="1501" y="3081"/>
              <a:ext cx="58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4800" b="1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？</a:t>
              </a:r>
              <a:endParaRPr kumimoji="1"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8593477" y="1205476"/>
            <a:ext cx="228600" cy="762000"/>
            <a:chOff x="2160" y="3072"/>
            <a:chExt cx="144" cy="480"/>
          </a:xfrm>
        </p:grpSpPr>
        <p:sp>
          <p:nvSpPr>
            <p:cNvPr id="8" name="Line 23"/>
            <p:cNvSpPr>
              <a:spLocks noChangeShapeType="1"/>
            </p:cNvSpPr>
            <p:nvPr/>
          </p:nvSpPr>
          <p:spPr bwMode="auto">
            <a:xfrm flipH="1">
              <a:off x="2160" y="3072"/>
              <a:ext cx="144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Line 24"/>
            <p:cNvSpPr>
              <a:spLocks noChangeShapeType="1"/>
            </p:cNvSpPr>
            <p:nvPr/>
          </p:nvSpPr>
          <p:spPr bwMode="auto">
            <a:xfrm rot="8400000" flipH="1">
              <a:off x="2160" y="3072"/>
              <a:ext cx="144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1834208" y="2256891"/>
            <a:ext cx="1219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34"/>
          <p:cNvGraphicFramePr>
            <a:graphicFrameLocks noChangeAspect="1"/>
          </p:cNvGraphicFramePr>
          <p:nvPr/>
        </p:nvGraphicFramePr>
        <p:xfrm>
          <a:off x="2703513" y="2347913"/>
          <a:ext cx="914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21945600" imgH="10363200" progId="Equation.DSMT4">
                  <p:embed/>
                </p:oleObj>
              </mc:Choice>
              <mc:Fallback>
                <p:oleObj name="Equation" r:id="rId3" imgW="21945600" imgH="10363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3513" y="2347913"/>
                        <a:ext cx="914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35"/>
          <p:cNvSpPr txBox="1">
            <a:spLocks noChangeArrowheads="1"/>
          </p:cNvSpPr>
          <p:nvPr/>
        </p:nvSpPr>
        <p:spPr bwMode="auto">
          <a:xfrm>
            <a:off x="3656658" y="2287053"/>
            <a:ext cx="2057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存在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36"/>
          <p:cNvGraphicFramePr>
            <a:graphicFrameLocks noChangeAspect="1"/>
          </p:cNvGraphicFramePr>
          <p:nvPr/>
        </p:nvGraphicFramePr>
        <p:xfrm>
          <a:off x="3067050" y="2879725"/>
          <a:ext cx="50847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122224800" imgH="20116800" progId="Equation.DSMT4">
                  <p:embed/>
                </p:oleObj>
              </mc:Choice>
              <mc:Fallback>
                <p:oleObj name="Equation" r:id="rId5" imgW="122224800" imgH="20116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050" y="2879725"/>
                        <a:ext cx="5084763" cy="835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7"/>
          <p:cNvGraphicFramePr>
            <a:graphicFrameLocks noChangeAspect="1"/>
          </p:cNvGraphicFramePr>
          <p:nvPr/>
        </p:nvGraphicFramePr>
        <p:xfrm>
          <a:off x="9088650" y="2900972"/>
          <a:ext cx="128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30784800" imgH="10363200" progId="Equation.DSMT4">
                  <p:embed/>
                </p:oleObj>
              </mc:Choice>
              <mc:Fallback>
                <p:oleObj name="Equation" r:id="rId7" imgW="30784800" imgH="10363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88650" y="2900972"/>
                        <a:ext cx="1282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14058" y="1281918"/>
            <a:ext cx="17932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成立吗？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34208" y="3933056"/>
            <a:ext cx="23298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用定义讨论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39184" y="4004166"/>
          <a:ext cx="7159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17373600" imgH="9753600" progId="Equation.DSMT4">
                  <p:embed/>
                </p:oleObj>
              </mc:Choice>
              <mc:Fallback>
                <p:oleObj name="Equation" r:id="rId9" imgW="17373600" imgH="97536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39184" y="4004166"/>
                        <a:ext cx="715963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741302" y="3933056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的存在性，其中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358004" y="3513628"/>
          <a:ext cx="3033713" cy="136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72237600" imgH="34137600" progId="Equation.DSMT4">
                  <p:embed/>
                </p:oleObj>
              </mc:Choice>
              <mc:Fallback>
                <p:oleObj name="Equation" r:id="rId11" imgW="72237600" imgH="341376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58004" y="3513628"/>
                        <a:ext cx="3033713" cy="13620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608168" y="132360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12224" y="280200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16369" y="4607550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不存在，因为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754958" y="5013176"/>
          <a:ext cx="29591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70408800" imgH="29870400" progId="Equation.DSMT4">
                  <p:embed/>
                </p:oleObj>
              </mc:Choice>
              <mc:Fallback>
                <p:oleObj name="Equation" r:id="rId13" imgW="70408800" imgH="298704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54958" y="5013176"/>
                        <a:ext cx="2959100" cy="1182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691411" y="5229200"/>
          <a:ext cx="28416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67665600" imgH="21336000" progId="Equation.DSMT4">
                  <p:embed/>
                </p:oleObj>
              </mc:Choice>
              <mc:Fallback>
                <p:oleObj name="Equation" r:id="rId15" imgW="67665600" imgH="213360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91411" y="5229200"/>
                        <a:ext cx="2841625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303912" y="4973280"/>
          <a:ext cx="26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6400800" imgH="20116800" progId="Equation.DSMT4">
                  <p:embed/>
                </p:oleObj>
              </mc:Choice>
              <mc:Fallback>
                <p:oleObj name="Equation" r:id="rId17" imgW="6400800" imgH="20116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03912" y="4973280"/>
                        <a:ext cx="26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9040238" y="4973280"/>
          <a:ext cx="26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6400800" imgH="20116800" progId="Equation.DSMT4">
                  <p:embed/>
                </p:oleObj>
              </mc:Choice>
              <mc:Fallback>
                <p:oleObj name="Equation" r:id="rId19" imgW="6400800" imgH="201168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40238" y="4973280"/>
                        <a:ext cx="266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714058" y="5661248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21" imgW="13716000" imgH="7924800" progId="Equation.DSMT4">
                  <p:embed/>
                </p:oleObj>
              </mc:Choice>
              <mc:Fallback>
                <p:oleObj name="Equation" r:id="rId21" imgW="13716000" imgH="79248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14058" y="5661248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9552384" y="5589240"/>
          <a:ext cx="825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23" imgW="19812000" imgH="6096000" progId="Equation.DSMT4">
                  <p:embed/>
                </p:oleObj>
              </mc:Choice>
              <mc:Fallback>
                <p:oleObj name="Equation" r:id="rId23" imgW="19812000" imgH="6096000" progId="Equation.DSMT4">
                  <p:embed/>
                  <p:pic>
                    <p:nvPicPr>
                      <p:cNvPr id="0" name="图片 1844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52384" y="5589240"/>
                        <a:ext cx="825500" cy="25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/>
        </p:nvGraphicFramePr>
        <p:xfrm>
          <a:off x="8991600" y="1402574"/>
          <a:ext cx="167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25" imgW="40233600" imgH="10363200" progId="Equation.DSMT4">
                  <p:embed/>
                </p:oleObj>
              </mc:Choice>
              <mc:Fallback>
                <p:oleObj name="Equation" r:id="rId25" imgW="40233600" imgH="10363200" progId="Equation.DSMT4">
                  <p:embed/>
                  <p:pic>
                    <p:nvPicPr>
                      <p:cNvPr id="0" name="图片 1844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91600" y="1402574"/>
                        <a:ext cx="1676400" cy="4318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152070" y="1252900"/>
            <a:ext cx="7886006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-609600" algn="ctr"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2.1.2  函数的求导法则和公式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22830" y="1987550"/>
            <a:ext cx="3695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121660" y="2641600"/>
            <a:ext cx="594741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一．导数的四则运算法则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142402" y="3374834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二．反函数的求导法则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142402" y="4108573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三．复合函数的求导法则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142402" y="4841676"/>
            <a:ext cx="694267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四．基本求导法则与导数公式回顾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704008" y="473120"/>
            <a:ext cx="46721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导数的四则运算法则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833687" y="1223644"/>
            <a:ext cx="1731838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2.1.1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329053" y="1824205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的和、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269771" y="1824205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差、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993273" y="182467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积、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653089" y="1821200"/>
            <a:ext cx="44386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商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除分母为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的点外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都在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19536" y="2362200"/>
            <a:ext cx="16998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635070" y="237075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3712" y="1219847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59324" y="1282701"/>
          <a:ext cx="13652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32918400" imgH="9448800" progId="Equation.DSMT4">
                  <p:embed/>
                </p:oleObj>
              </mc:Choice>
              <mc:Fallback>
                <p:oleObj name="Equation" r:id="rId1" imgW="32918400" imgH="9448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59324" y="1282701"/>
                        <a:ext cx="13652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37781" y="121984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049182" y="1359695"/>
          <a:ext cx="211138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5181600" imgH="5486400" progId="Equation.DSMT4">
                  <p:embed/>
                </p:oleObj>
              </mc:Choice>
              <mc:Fallback>
                <p:oleObj name="Equation" r:id="rId3" imgW="5181600" imgH="54864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49182" y="1359695"/>
                        <a:ext cx="211138" cy="233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318156" y="122365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可导，那么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964276" y="1888470"/>
          <a:ext cx="13652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2918400" imgH="9448800" progId="Equation.DSMT4">
                  <p:embed/>
                </p:oleObj>
              </mc:Choice>
              <mc:Fallback>
                <p:oleObj name="Equation" r:id="rId5" imgW="32918400" imgH="9448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4276" y="1888470"/>
                        <a:ext cx="13652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791143" y="2872368"/>
          <a:ext cx="4648200" cy="62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6" imgW="111556800" imgH="15240000" progId="Equation.DSMT4">
                  <p:embed/>
                </p:oleObj>
              </mc:Choice>
              <mc:Fallback>
                <p:oleObj name="Equation" r:id="rId6" imgW="111556800" imgH="152400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91143" y="2872368"/>
                        <a:ext cx="4648200" cy="628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791269" y="3581653"/>
          <a:ext cx="5799138" cy="62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8" imgW="139293600" imgH="15240000" progId="Equation.DSMT4">
                  <p:embed/>
                </p:oleObj>
              </mc:Choice>
              <mc:Fallback>
                <p:oleObj name="Equation" r:id="rId8" imgW="139293600" imgH="152400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91269" y="3581653"/>
                        <a:ext cx="5799138" cy="628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791435" y="4242753"/>
          <a:ext cx="52070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0" imgW="124968000" imgH="28041600" progId="Equation.DSMT4">
                  <p:embed/>
                </p:oleObj>
              </mc:Choice>
              <mc:Fallback>
                <p:oleObj name="Equation" r:id="rId10" imgW="124968000" imgH="280416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91435" y="4242753"/>
                        <a:ext cx="520700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919536" y="5445224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对于任意固定的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625" name="Object 217"/>
          <p:cNvGraphicFramePr>
            <a:graphicFrameLocks noChangeAspect="1"/>
          </p:cNvGraphicFramePr>
          <p:nvPr/>
        </p:nvGraphicFramePr>
        <p:xfrm>
          <a:off x="8158798" y="4659948"/>
          <a:ext cx="14208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2" imgW="34442400" imgH="11582400" progId="Equation.DSMT4">
                  <p:embed/>
                </p:oleObj>
              </mc:Choice>
              <mc:Fallback>
                <p:oleObj name="Equation" r:id="rId12" imgW="34442400" imgH="115824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158798" y="4659948"/>
                        <a:ext cx="1420812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8" grpId="0"/>
      <p:bldP spid="21" grpId="0"/>
      <p:bldP spid="24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67668" y="260648"/>
          <a:ext cx="88566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212750400" imgH="21640800" progId="Equation.DSMT4">
                  <p:embed/>
                </p:oleObj>
              </mc:Choice>
              <mc:Fallback>
                <p:oleObj name="Equation" r:id="rId1" imgW="212750400" imgH="216408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67668" y="260648"/>
                        <a:ext cx="8856663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23592" y="1196752"/>
          <a:ext cx="61912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148742400" imgH="21640800" progId="Equation.DSMT4">
                  <p:embed/>
                </p:oleObj>
              </mc:Choice>
              <mc:Fallback>
                <p:oleObj name="Equation" r:id="rId3" imgW="148742400" imgH="21640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3592" y="1196752"/>
                        <a:ext cx="61912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67668" y="2204864"/>
          <a:ext cx="25130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60350400" imgH="15240000" progId="Equation.DSMT4">
                  <p:embed/>
                </p:oleObj>
              </mc:Choice>
              <mc:Fallback>
                <p:oleObj name="Equation" r:id="rId5" imgW="60350400" imgH="152400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67668" y="2204864"/>
                        <a:ext cx="2513013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584325" y="2997200"/>
          <a:ext cx="91519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219456000" imgH="19507200" progId="Equation.DSMT4">
                  <p:embed/>
                </p:oleObj>
              </mc:Choice>
              <mc:Fallback>
                <p:oleObj name="Equation" r:id="rId7" imgW="219456000" imgH="195072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4325" y="2997200"/>
                        <a:ext cx="9151938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41475" y="3860800"/>
          <a:ext cx="84455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202692000" imgH="22555200" progId="Equation.DSMT4">
                  <p:embed/>
                </p:oleObj>
              </mc:Choice>
              <mc:Fallback>
                <p:oleObj name="Equation" r:id="rId9" imgW="202692000" imgH="225552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1475" y="3860800"/>
                        <a:ext cx="84455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641633" y="4916150"/>
          <a:ext cx="3289300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78943200" imgH="9753600" progId="Equation.DSMT4">
                  <p:embed/>
                </p:oleObj>
              </mc:Choice>
              <mc:Fallback>
                <p:oleObj name="Equation" r:id="rId11" imgW="78943200" imgH="97536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41633" y="4916150"/>
                        <a:ext cx="3289300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610600" y="1484784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49377600" imgH="9753600" progId="Equation.DSMT4">
                  <p:embed/>
                </p:oleObj>
              </mc:Choice>
              <mc:Fallback>
                <p:oleObj name="Equation" r:id="rId13" imgW="49377600" imgH="97536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10600" y="1484784"/>
                        <a:ext cx="2057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197075" y="2997334"/>
          <a:ext cx="3327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79857600" imgH="10668000" progId="Equation.DSMT4">
                  <p:embed/>
                </p:oleObj>
              </mc:Choice>
              <mc:Fallback>
                <p:oleObj name="Equation" r:id="rId15" imgW="79857600" imgH="106680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97075" y="2997334"/>
                        <a:ext cx="3327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197614" y="4130412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17" imgW="32004000" imgH="9448800" progId="Equation.DSMT4">
                  <p:embed/>
                </p:oleObj>
              </mc:Choice>
              <mc:Fallback>
                <p:oleObj name="Equation" r:id="rId17" imgW="32004000" imgH="9448800" progId="Equation.DSMT4">
                  <p:embed/>
                  <p:pic>
                    <p:nvPicPr>
                      <p:cNvPr id="0" name="图片 2048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97614" y="4130412"/>
                        <a:ext cx="1333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835130" y="4130412"/>
          <a:ext cx="64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19" imgW="15544800" imgH="9448800" progId="Equation.DSMT4">
                  <p:embed/>
                </p:oleObj>
              </mc:Choice>
              <mc:Fallback>
                <p:oleObj name="Equation" r:id="rId19" imgW="15544800" imgH="9448800" progId="Equation.DSMT4">
                  <p:embed/>
                  <p:pic>
                    <p:nvPicPr>
                      <p:cNvPr id="0" name="图片 2048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35130" y="4130412"/>
                        <a:ext cx="64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47528" y="188640"/>
          <a:ext cx="186690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44805600" imgH="28041600" progId="Equation.DSMT4">
                  <p:embed/>
                </p:oleObj>
              </mc:Choice>
              <mc:Fallback>
                <p:oleObj name="Equation" r:id="rId1" imgW="44805600" imgH="280416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7528" y="188640"/>
                        <a:ext cx="1866900" cy="1173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55813" y="1484784"/>
          <a:ext cx="33147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79552800" imgH="31699200" progId="Equation.DSMT4">
                  <p:embed/>
                </p:oleObj>
              </mc:Choice>
              <mc:Fallback>
                <p:oleObj name="Equation" r:id="rId3" imgW="79552800" imgH="316992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5813" y="1484784"/>
                        <a:ext cx="3314700" cy="1320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08150" y="3068638"/>
          <a:ext cx="741680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178003200" imgH="31394400" progId="Equation.DSMT4">
                  <p:embed/>
                </p:oleObj>
              </mc:Choice>
              <mc:Fallback>
                <p:oleObj name="Equation" r:id="rId5" imgW="178003200" imgH="313944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08150" y="3068638"/>
                        <a:ext cx="7416800" cy="1314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847528" y="4653136"/>
          <a:ext cx="3360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80467200" imgH="21640800" progId="Equation.DSMT4">
                  <p:embed/>
                </p:oleObj>
              </mc:Choice>
              <mc:Fallback>
                <p:oleObj name="Equation" r:id="rId7" imgW="80467200" imgH="216408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7528" y="4653136"/>
                        <a:ext cx="33607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47528" y="558924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159896" y="1988840"/>
          <a:ext cx="5118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122834400" imgH="21640800" progId="Equation.DSMT4">
                  <p:embed/>
                </p:oleObj>
              </mc:Choice>
              <mc:Fallback>
                <p:oleObj name="Equation" r:id="rId9" imgW="122834400" imgH="216408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59896" y="1988840"/>
                        <a:ext cx="5118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/>
          <p:cNvSpPr txBox="1">
            <a:spLocks noChangeArrowheads="1"/>
          </p:cNvSpPr>
          <p:nvPr/>
        </p:nvSpPr>
        <p:spPr bwMode="auto">
          <a:xfrm>
            <a:off x="1883728" y="3168014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0"/>
          <p:cNvGraphicFramePr>
            <a:graphicFrameLocks noChangeAspect="1"/>
          </p:cNvGraphicFramePr>
          <p:nvPr/>
        </p:nvGraphicFramePr>
        <p:xfrm>
          <a:off x="3752850" y="3262313"/>
          <a:ext cx="13477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12496800" imgH="4876800" progId="Equation.DSMT4">
                  <p:embed/>
                </p:oleObj>
              </mc:Choice>
              <mc:Fallback>
                <p:oleObj name="Equation" r:id="rId1" imgW="12496800" imgH="4876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52850" y="3262313"/>
                        <a:ext cx="1347788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/>
          <p:cNvGraphicFramePr>
            <a:graphicFrameLocks noChangeAspect="1"/>
          </p:cNvGraphicFramePr>
          <p:nvPr/>
        </p:nvGraphicFramePr>
        <p:xfrm>
          <a:off x="3954046" y="2285891"/>
          <a:ext cx="1448808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30175200" imgH="9753600" progId="Equation.DSMT4">
                  <p:embed/>
                </p:oleObj>
              </mc:Choice>
              <mc:Fallback>
                <p:oleObj name="Equation" r:id="rId3" imgW="30175200" imgH="97536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4046" y="2285891"/>
                        <a:ext cx="1448808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/>
          <p:cNvGraphicFramePr>
            <a:graphicFrameLocks noChangeAspect="1"/>
          </p:cNvGraphicFramePr>
          <p:nvPr/>
        </p:nvGraphicFramePr>
        <p:xfrm>
          <a:off x="5229225" y="3293745"/>
          <a:ext cx="66833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14020800" imgH="9753600" progId="Equation.DSMT4">
                  <p:embed/>
                </p:oleObj>
              </mc:Choice>
              <mc:Fallback>
                <p:oleObj name="Equation" r:id="rId5" imgW="14020800" imgH="97536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9225" y="3293745"/>
                        <a:ext cx="668338" cy="465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3"/>
          <p:cNvGraphicFramePr>
            <a:graphicFrameLocks noChangeAspect="1"/>
          </p:cNvGraphicFramePr>
          <p:nvPr/>
        </p:nvGraphicFramePr>
        <p:xfrm>
          <a:off x="5488195" y="2285891"/>
          <a:ext cx="29835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62179200" imgH="9753600" progId="Equation.DSMT4">
                  <p:embed/>
                </p:oleObj>
              </mc:Choice>
              <mc:Fallback>
                <p:oleObj name="Equation" r:id="rId7" imgW="62179200" imgH="97536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8195" y="2285891"/>
                        <a:ext cx="29835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/>
          <p:cNvGraphicFramePr>
            <a:graphicFrameLocks noChangeAspect="1"/>
          </p:cNvGraphicFramePr>
          <p:nvPr/>
        </p:nvGraphicFramePr>
        <p:xfrm>
          <a:off x="3730625" y="5502275"/>
          <a:ext cx="18415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17068800" imgH="5486400" progId="Equation.DSMT4">
                  <p:embed/>
                </p:oleObj>
              </mc:Choice>
              <mc:Fallback>
                <p:oleObj name="Equation" r:id="rId9" imgW="17068800" imgH="54864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30625" y="5502275"/>
                        <a:ext cx="1841500" cy="593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/>
          <p:cNvGraphicFramePr>
            <a:graphicFrameLocks noChangeAspect="1"/>
          </p:cNvGraphicFramePr>
          <p:nvPr/>
        </p:nvGraphicFramePr>
        <p:xfrm>
          <a:off x="5647055" y="5163185"/>
          <a:ext cx="1066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25603200" imgH="26212800" progId="Equation.DSMT4">
                  <p:embed/>
                </p:oleObj>
              </mc:Choice>
              <mc:Fallback>
                <p:oleObj name="Equation" r:id="rId11" imgW="25603200" imgH="26212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47055" y="5163185"/>
                        <a:ext cx="10668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6"/>
          <p:cNvGraphicFramePr>
            <a:graphicFrameLocks noChangeAspect="1"/>
          </p:cNvGraphicFramePr>
          <p:nvPr/>
        </p:nvGraphicFramePr>
        <p:xfrm>
          <a:off x="6713538" y="5367655"/>
          <a:ext cx="110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26517600" imgH="20116800" progId="Equation.DSMT4">
                  <p:embed/>
                </p:oleObj>
              </mc:Choice>
              <mc:Fallback>
                <p:oleObj name="Equation" r:id="rId13" imgW="26517600" imgH="201168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13538" y="5367655"/>
                        <a:ext cx="1104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6026150" y="3255963"/>
            <a:ext cx="1906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36"/>
          <p:cNvSpPr txBox="1">
            <a:spLocks noChangeArrowheads="1"/>
          </p:cNvSpPr>
          <p:nvPr/>
        </p:nvSpPr>
        <p:spPr bwMode="auto">
          <a:xfrm>
            <a:off x="1883728" y="886778"/>
            <a:ext cx="8424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推论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和、差、积法则可推广到任意有限项的情形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38"/>
          <p:cNvSpPr txBox="1">
            <a:spLocks noChangeArrowheads="1"/>
          </p:cNvSpPr>
          <p:nvPr/>
        </p:nvSpPr>
        <p:spPr bwMode="auto">
          <a:xfrm>
            <a:off x="2475547" y="4845789"/>
            <a:ext cx="1728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39"/>
          <p:cNvGraphicFramePr>
            <a:graphicFrameLocks noChangeAspect="1"/>
          </p:cNvGraphicFramePr>
          <p:nvPr/>
        </p:nvGraphicFramePr>
        <p:xfrm>
          <a:off x="3730625" y="4084638"/>
          <a:ext cx="205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49377600" imgH="20116800" progId="Equation.DSMT4">
                  <p:embed/>
                </p:oleObj>
              </mc:Choice>
              <mc:Fallback>
                <p:oleObj name="Equation" r:id="rId15" imgW="49377600" imgH="201168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30625" y="4084638"/>
                        <a:ext cx="2057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0"/>
          <p:cNvSpPr>
            <a:spLocks noChangeArrowheads="1"/>
          </p:cNvSpPr>
          <p:nvPr/>
        </p:nvSpPr>
        <p:spPr bwMode="auto">
          <a:xfrm>
            <a:off x="6025833" y="4257040"/>
            <a:ext cx="1906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为常数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75151" y="1586865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953934" y="1613271"/>
          <a:ext cx="3805405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7" imgW="79248000" imgH="9753600" progId="Equation.DSMT4">
                  <p:embed/>
                </p:oleObj>
              </mc:Choice>
              <mc:Fallback>
                <p:oleObj name="Equation" r:id="rId17" imgW="79248000" imgH="97536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53934" y="1613271"/>
                        <a:ext cx="3805405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0" grpId="0" autoUpdateAnimBg="0" build="p"/>
      <p:bldP spid="13" grpId="0" autoUpdateAnimBg="0"/>
      <p:bldP spid="15" grpId="0" autoUpdateAnimBg="0" build="p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28800" y="620395"/>
            <a:ext cx="1219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33600" y="13858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8940800" y="3143250"/>
          <a:ext cx="1092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26212800" imgH="9448800" progId="Equation.DSMT4">
                  <p:embed/>
                </p:oleObj>
              </mc:Choice>
              <mc:Fallback>
                <p:oleObj name="Equation" r:id="rId1" imgW="26212800" imgH="94488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40800" y="3143250"/>
                        <a:ext cx="1092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211638" y="4227513"/>
          <a:ext cx="30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7315200" imgH="9448800" progId="Equation.DSMT4">
                  <p:embed/>
                </p:oleObj>
              </mc:Choice>
              <mc:Fallback>
                <p:oleObj name="Equation" r:id="rId3" imgW="7315200" imgH="94488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11638" y="4227513"/>
                        <a:ext cx="304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836988" y="3975100"/>
          <a:ext cx="279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6705600" imgH="19812000" progId="Equation.DSMT4">
                  <p:embed/>
                </p:oleObj>
              </mc:Choice>
              <mc:Fallback>
                <p:oleObj name="Equation" r:id="rId5" imgW="6705600" imgH="198120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36988" y="3975100"/>
                        <a:ext cx="279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746750" y="4227513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24079200" imgH="9448800" progId="Equation.DSMT4">
                  <p:embed/>
                </p:oleObj>
              </mc:Choice>
              <mc:Fallback>
                <p:oleObj name="Equation" r:id="rId7" imgW="24079200" imgH="94488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46750" y="4227513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965450" y="620395"/>
          <a:ext cx="3898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93573600" imgH="11887200" progId="Equation.DSMT4">
                  <p:embed/>
                </p:oleObj>
              </mc:Choice>
              <mc:Fallback>
                <p:oleObj name="Equation" r:id="rId9" imgW="93573600" imgH="118872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65450" y="620395"/>
                        <a:ext cx="3898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997700" y="671195"/>
          <a:ext cx="1943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46634400" imgH="11582400" progId="Equation.DSMT4">
                  <p:embed/>
                </p:oleObj>
              </mc:Choice>
              <mc:Fallback>
                <p:oleObj name="Equation" r:id="rId11" imgW="46634400" imgH="115824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997700" y="671195"/>
                        <a:ext cx="1943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65450" y="1495425"/>
          <a:ext cx="60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14630400" imgH="9753600" progId="Equation.DSMT4">
                  <p:embed/>
                </p:oleObj>
              </mc:Choice>
              <mc:Fallback>
                <p:oleObj name="Equation" r:id="rId13" imgW="14630400" imgH="97536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65450" y="1495425"/>
                        <a:ext cx="609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638550" y="1416050"/>
          <a:ext cx="850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20421600" imgH="11887200" progId="Equation.DSMT4">
                  <p:embed/>
                </p:oleObj>
              </mc:Choice>
              <mc:Fallback>
                <p:oleObj name="Equation" r:id="rId15" imgW="20421600" imgH="118872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38550" y="1416050"/>
                        <a:ext cx="850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286500" y="2249488"/>
          <a:ext cx="711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17068800" imgH="11887200" progId="Equation.DSMT4">
                  <p:embed/>
                </p:oleObj>
              </mc:Choice>
              <mc:Fallback>
                <p:oleObj name="Equation" r:id="rId17" imgW="17068800" imgH="118872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86500" y="2249488"/>
                        <a:ext cx="711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421063" y="2882900"/>
          <a:ext cx="40338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96926400" imgH="21336000" progId="Equation.DSMT4">
                  <p:embed/>
                </p:oleObj>
              </mc:Choice>
              <mc:Fallback>
                <p:oleObj name="Equation" r:id="rId19" imgW="96926400" imgH="213360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21063" y="2882900"/>
                        <a:ext cx="4033837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7626350" y="3079750"/>
          <a:ext cx="1143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27432000" imgH="11887200" progId="Equation.DSMT4">
                  <p:embed/>
                </p:oleObj>
              </mc:Choice>
              <mc:Fallback>
                <p:oleObj name="Equation" r:id="rId21" imgW="27432000" imgH="118872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626350" y="3079750"/>
                        <a:ext cx="11430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10136188" y="3182938"/>
          <a:ext cx="18573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3" imgW="4572000" imgH="9448800" progId="Equation.DSMT4">
                  <p:embed/>
                </p:oleObj>
              </mc:Choice>
              <mc:Fallback>
                <p:oleObj name="Equation" r:id="rId23" imgW="4572000" imgH="94488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136188" y="3182938"/>
                        <a:ext cx="185737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495600" y="4051997"/>
          <a:ext cx="1278979" cy="673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25" imgW="11887200" imgH="6096000" progId="Equation.DSMT4">
                  <p:embed/>
                </p:oleObj>
              </mc:Choice>
              <mc:Fallback>
                <p:oleObj name="Equation" r:id="rId25" imgW="11887200" imgH="6096000" progId="Equation.DSMT4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495600" y="4051997"/>
                        <a:ext cx="1278979" cy="67314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591050" y="4195763"/>
          <a:ext cx="1066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27" imgW="25603200" imgH="9448800" progId="Equation.DSMT4">
                  <p:embed/>
                </p:oleObj>
              </mc:Choice>
              <mc:Fallback>
                <p:oleObj name="Equation" r:id="rId27" imgW="25603200" imgH="9448800" progId="Equation.DSMT4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91050" y="4195763"/>
                        <a:ext cx="1066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750050" y="4227513"/>
          <a:ext cx="181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29" imgW="43586400" imgH="9448800" progId="Equation.DSMT4">
                  <p:embed/>
                </p:oleObj>
              </mc:Choice>
              <mc:Fallback>
                <p:oleObj name="Equation" r:id="rId29" imgW="43586400" imgH="9448800" progId="Equation.DSMT4">
                  <p:embed/>
                  <p:pic>
                    <p:nvPicPr>
                      <p:cNvPr id="0" name="图片 2356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750050" y="4227513"/>
                        <a:ext cx="1816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438525" y="5003800"/>
          <a:ext cx="29527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8" name="Equation" r:id="rId31" imgW="71018400" imgH="19812000" progId="Equation.DSMT4">
                  <p:embed/>
                </p:oleObj>
              </mc:Choice>
              <mc:Fallback>
                <p:oleObj name="Equation" r:id="rId31" imgW="71018400" imgH="19812000" progId="Equation.DSMT4">
                  <p:embed/>
                  <p:pic>
                    <p:nvPicPr>
                      <p:cNvPr id="0" name="图片 2356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438525" y="5003800"/>
                        <a:ext cx="2952750" cy="8223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4489450" y="1473200"/>
          <a:ext cx="276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33" imgW="66446400" imgH="10972800" progId="Equation.DSMT4">
                  <p:embed/>
                </p:oleObj>
              </mc:Choice>
              <mc:Fallback>
                <p:oleObj name="Equation" r:id="rId33" imgW="66446400" imgH="10972800" progId="Equation.DSMT4">
                  <p:embed/>
                  <p:pic>
                    <p:nvPicPr>
                      <p:cNvPr id="0" name="图片 2356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489450" y="1473200"/>
                        <a:ext cx="2768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7083425" y="2250758"/>
          <a:ext cx="284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35" imgW="68275200" imgH="10972800" progId="Equation.DSMT4">
                  <p:embed/>
                </p:oleObj>
              </mc:Choice>
              <mc:Fallback>
                <p:oleObj name="Equation" r:id="rId35" imgW="68275200" imgH="10972800" progId="Equation.DSMT4">
                  <p:embed/>
                  <p:pic>
                    <p:nvPicPr>
                      <p:cNvPr id="0" name="图片 2356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083425" y="2250758"/>
                        <a:ext cx="2844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3843" y="155367"/>
            <a:ext cx="2919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baseline="300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证明公式：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35163" y="688975"/>
          <a:ext cx="30130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72542400" imgH="15240000" progId="Equation.DSMT4">
                  <p:embed/>
                </p:oleObj>
              </mc:Choice>
              <mc:Fallback>
                <p:oleObj name="Equation" r:id="rId1" imgW="72542400" imgH="152400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5163" y="688975"/>
                        <a:ext cx="301307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69038" y="688975"/>
          <a:ext cx="33274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79857600" imgH="15240000" progId="Equation.DSMT4">
                  <p:embed/>
                </p:oleObj>
              </mc:Choice>
              <mc:Fallback>
                <p:oleObj name="Equation" r:id="rId3" imgW="79857600" imgH="152400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9038" y="688975"/>
                        <a:ext cx="332740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35163" y="1403350"/>
          <a:ext cx="36290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86868000" imgH="15240000" progId="Equation.DSMT4">
                  <p:embed/>
                </p:oleObj>
              </mc:Choice>
              <mc:Fallback>
                <p:oleObj name="Equation" r:id="rId5" imgW="86868000" imgH="152400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5163" y="1403350"/>
                        <a:ext cx="362902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269038" y="1403350"/>
          <a:ext cx="38830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92964000" imgH="15240000" progId="Equation.DSMT4">
                  <p:embed/>
                </p:oleObj>
              </mc:Choice>
              <mc:Fallback>
                <p:oleObj name="Equation" r:id="rId7" imgW="92964000" imgH="152400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69038" y="1403350"/>
                        <a:ext cx="3883025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99461" y="2108473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33088" y="2118633"/>
            <a:ext cx="5547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利用除法公式，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以（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）为例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2854394" y="5432586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31394400" imgH="9753600" progId="Equation.DSMT4">
                  <p:embed/>
                </p:oleObj>
              </mc:Choice>
              <mc:Fallback>
                <p:oleObj name="Equation" r:id="rId9" imgW="31394400" imgH="97536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54394" y="5432586"/>
                        <a:ext cx="1308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4229194" y="4930936"/>
          <a:ext cx="1193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28651200" imgH="26212800" progId="Equation.DSMT4">
                  <p:embed/>
                </p:oleObj>
              </mc:Choice>
              <mc:Fallback>
                <p:oleObj name="Equation" r:id="rId11" imgW="28651200" imgH="262128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29194" y="4930936"/>
                        <a:ext cx="11938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5308600" y="5250904"/>
          <a:ext cx="157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37795200" imgH="21945600" progId="Equation.DSMT4">
                  <p:embed/>
                </p:oleObj>
              </mc:Choice>
              <mc:Fallback>
                <p:oleObj name="Equation" r:id="rId13" imgW="37795200" imgH="219456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8600" y="5250904"/>
                        <a:ext cx="15748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5803969" y="5170649"/>
          <a:ext cx="120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5" imgW="28956000" imgH="9753600" progId="Equation.DSMT4">
                  <p:embed/>
                </p:oleObj>
              </mc:Choice>
              <mc:Fallback>
                <p:oleObj name="Equation" r:id="rId15" imgW="28956000" imgH="97536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03969" y="5170649"/>
                        <a:ext cx="1206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7104112" y="5250904"/>
          <a:ext cx="157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37795200" imgH="21945600" progId="Equation.DSMT4">
                  <p:embed/>
                </p:oleObj>
              </mc:Choice>
              <mc:Fallback>
                <p:oleObj name="Equation" r:id="rId17" imgW="37795200" imgH="219456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04112" y="5250904"/>
                        <a:ext cx="15748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"/>
          <p:cNvGraphicFramePr>
            <a:graphicFrameLocks noChangeAspect="1"/>
          </p:cNvGraphicFramePr>
          <p:nvPr/>
        </p:nvGraphicFramePr>
        <p:xfrm>
          <a:off x="2828994" y="2556036"/>
          <a:ext cx="2578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9" imgW="61874400" imgH="26212800" progId="Equation.DSMT4">
                  <p:embed/>
                </p:oleObj>
              </mc:Choice>
              <mc:Fallback>
                <p:oleObj name="Equation" r:id="rId19" imgW="61874400" imgH="262128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28994" y="2556036"/>
                        <a:ext cx="25781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5438844" y="2768761"/>
          <a:ext cx="405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21" imgW="97231200" imgH="19812000" progId="Equation.DSMT4">
                  <p:embed/>
                </p:oleObj>
              </mc:Choice>
              <mc:Fallback>
                <p:oleObj name="Equation" r:id="rId21" imgW="97231200" imgH="19812000" progId="Equation.DSMT4">
                  <p:embed/>
                  <p:pic>
                    <p:nvPicPr>
                      <p:cNvPr id="0" name="图片 2458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38844" y="2768761"/>
                        <a:ext cx="4051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7248594" y="3165636"/>
          <a:ext cx="88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3" imgW="21336000" imgH="10972800" progId="Equation.DSMT4">
                  <p:embed/>
                </p:oleObj>
              </mc:Choice>
              <mc:Fallback>
                <p:oleObj name="Equation" r:id="rId23" imgW="21336000" imgH="109728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48594" y="3165636"/>
                        <a:ext cx="889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/>
        </p:nvGraphicFramePr>
        <p:xfrm>
          <a:off x="5762694" y="2786224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25" imgW="41452800" imgH="9753600" progId="Equation.DSMT4">
                  <p:embed/>
                </p:oleObj>
              </mc:Choice>
              <mc:Fallback>
                <p:oleObj name="Equation" r:id="rId25" imgW="41452800" imgH="97536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62694" y="2786224"/>
                        <a:ext cx="1727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/>
          <p:cNvGraphicFramePr>
            <a:graphicFrameLocks noChangeAspect="1"/>
          </p:cNvGraphicFramePr>
          <p:nvPr/>
        </p:nvGraphicFramePr>
        <p:xfrm>
          <a:off x="7610544" y="2786224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27" imgW="46939200" imgH="9753600" progId="Equation.DSMT4">
                  <p:embed/>
                </p:oleObj>
              </mc:Choice>
              <mc:Fallback>
                <p:oleObj name="Equation" r:id="rId27" imgW="46939200" imgH="97536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610544" y="2786224"/>
                        <a:ext cx="1955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3991044" y="3921286"/>
          <a:ext cx="2628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29" imgW="63093600" imgH="19812000" progId="Equation.DSMT4">
                  <p:embed/>
                </p:oleObj>
              </mc:Choice>
              <mc:Fallback>
                <p:oleObj name="Equation" r:id="rId29" imgW="63093600" imgH="19812000" progId="Equation.DSMT4">
                  <p:embed/>
                  <p:pic>
                    <p:nvPicPr>
                      <p:cNvPr id="0" name="图片 2459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91044" y="3921286"/>
                        <a:ext cx="2628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7"/>
          <p:cNvGraphicFramePr>
            <a:graphicFrameLocks noChangeAspect="1"/>
          </p:cNvGraphicFramePr>
          <p:nvPr/>
        </p:nvGraphicFramePr>
        <p:xfrm>
          <a:off x="4987994" y="4308636"/>
          <a:ext cx="88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31" imgW="21336000" imgH="10972800" progId="Equation.DSMT4">
                  <p:embed/>
                </p:oleObj>
              </mc:Choice>
              <mc:Fallback>
                <p:oleObj name="Equation" r:id="rId31" imgW="21336000" imgH="10972800" progId="Equation.DSMT4">
                  <p:embed/>
                  <p:pic>
                    <p:nvPicPr>
                      <p:cNvPr id="0" name="图片 2459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987994" y="4308636"/>
                        <a:ext cx="889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"/>
          <p:cNvGraphicFramePr>
            <a:graphicFrameLocks noChangeAspect="1"/>
          </p:cNvGraphicFramePr>
          <p:nvPr/>
        </p:nvGraphicFramePr>
        <p:xfrm>
          <a:off x="4378394" y="3851436"/>
          <a:ext cx="88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33" imgW="21336000" imgH="10972800" progId="Equation.DSMT4">
                  <p:embed/>
                </p:oleObj>
              </mc:Choice>
              <mc:Fallback>
                <p:oleObj name="Equation" r:id="rId33" imgW="21336000" imgH="10972800" progId="Equation.DSMT4">
                  <p:embed/>
                  <p:pic>
                    <p:nvPicPr>
                      <p:cNvPr id="0" name="图片 24592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78394" y="3851436"/>
                        <a:ext cx="889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9"/>
          <p:cNvGraphicFramePr>
            <a:graphicFrameLocks noChangeAspect="1"/>
          </p:cNvGraphicFramePr>
          <p:nvPr/>
        </p:nvGraphicFramePr>
        <p:xfrm>
          <a:off x="5464244" y="3876836"/>
          <a:ext cx="107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35" imgW="25908000" imgH="10972800" progId="Equation.DSMT4">
                  <p:embed/>
                </p:oleObj>
              </mc:Choice>
              <mc:Fallback>
                <p:oleObj name="Equation" r:id="rId35" imgW="25908000" imgH="10972800" progId="Equation.DSMT4">
                  <p:embed/>
                  <p:pic>
                    <p:nvPicPr>
                      <p:cNvPr id="0" name="图片 24593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64244" y="3876836"/>
                        <a:ext cx="1079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0"/>
          <p:cNvGraphicFramePr>
            <a:graphicFrameLocks noChangeAspect="1"/>
          </p:cNvGraphicFramePr>
          <p:nvPr/>
        </p:nvGraphicFramePr>
        <p:xfrm>
          <a:off x="6804025" y="4029075"/>
          <a:ext cx="1181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37" imgW="28346400" imgH="10972800" progId="Equation.DSMT4">
                  <p:embed/>
                </p:oleObj>
              </mc:Choice>
              <mc:Fallback>
                <p:oleObj name="Equation" r:id="rId37" imgW="28346400" imgH="10972800" progId="Equation.DSMT4">
                  <p:embed/>
                  <p:pic>
                    <p:nvPicPr>
                      <p:cNvPr id="0" name="图片 24594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804025" y="4029075"/>
                        <a:ext cx="1181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1"/>
          <p:cNvGraphicFramePr>
            <a:graphicFrameLocks noChangeAspect="1"/>
          </p:cNvGraphicFramePr>
          <p:nvPr/>
        </p:nvGraphicFramePr>
        <p:xfrm>
          <a:off x="7631182" y="5197636"/>
          <a:ext cx="977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39" imgW="23469600" imgH="7620000" progId="Equation.DSMT4">
                  <p:embed/>
                </p:oleObj>
              </mc:Choice>
              <mc:Fallback>
                <p:oleObj name="Equation" r:id="rId39" imgW="23469600" imgH="7620000" progId="Equation.DSMT4">
                  <p:embed/>
                  <p:pic>
                    <p:nvPicPr>
                      <p:cNvPr id="0" name="图片 24595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631182" y="5197636"/>
                        <a:ext cx="977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2"/>
          <p:cNvGraphicFramePr>
            <a:graphicFrameLocks noChangeAspect="1"/>
          </p:cNvGraphicFramePr>
          <p:nvPr/>
        </p:nvGraphicFramePr>
        <p:xfrm>
          <a:off x="8724900" y="5516563"/>
          <a:ext cx="195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41" imgW="46939200" imgH="8839200" progId="Equation.DSMT4">
                  <p:embed/>
                </p:oleObj>
              </mc:Choice>
              <mc:Fallback>
                <p:oleObj name="Equation" r:id="rId41" imgW="46939200" imgH="8839200" progId="Equation.DSMT4">
                  <p:embed/>
                  <p:pic>
                    <p:nvPicPr>
                      <p:cNvPr id="0" name="图片 2459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724900" y="5516563"/>
                        <a:ext cx="19558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063552" y="6165304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1833687" y="88751"/>
            <a:ext cx="4297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求导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（先练习）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54213" y="692150"/>
          <a:ext cx="36734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88392000" imgH="11887200" progId="Equation.DSMT4">
                  <p:embed/>
                </p:oleObj>
              </mc:Choice>
              <mc:Fallback>
                <p:oleObj name="Equation" r:id="rId1" imgW="88392000" imgH="118872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4213" y="692150"/>
                        <a:ext cx="367347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072313" y="692150"/>
          <a:ext cx="26765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64008000" imgH="11582400" progId="Equation.DSMT4">
                  <p:embed/>
                </p:oleObj>
              </mc:Choice>
              <mc:Fallback>
                <p:oleObj name="Equation" r:id="rId3" imgW="64008000" imgH="115824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72313" y="692150"/>
                        <a:ext cx="2676525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35163" y="1268413"/>
          <a:ext cx="22971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54864000" imgH="20116800" progId="Equation.DSMT4">
                  <p:embed/>
                </p:oleObj>
              </mc:Choice>
              <mc:Fallback>
                <p:oleObj name="Equation" r:id="rId5" imgW="54864000" imgH="201168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5163" y="1268413"/>
                        <a:ext cx="229711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1833814" y="230610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2656767" y="2294960"/>
          <a:ext cx="21526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51511200" imgH="11887200" progId="Equation.DSMT4">
                  <p:embed/>
                </p:oleObj>
              </mc:Choice>
              <mc:Fallback>
                <p:oleObj name="Equation" r:id="rId7" imgW="51511200" imgH="118872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56767" y="2294960"/>
                        <a:ext cx="21526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656767" y="3068960"/>
          <a:ext cx="31305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74980800" imgH="11582400" progId="Equation.DSMT4">
                  <p:embed/>
                </p:oleObj>
              </mc:Choice>
              <mc:Fallback>
                <p:oleObj name="Equation" r:id="rId9" imgW="74980800" imgH="115824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6767" y="3068960"/>
                        <a:ext cx="313055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2619937" y="4011228"/>
          <a:ext cx="2527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60655200" imgH="20116800" progId="Equation.DSMT4">
                  <p:embed/>
                </p:oleObj>
              </mc:Choice>
              <mc:Fallback>
                <p:oleObj name="Equation" r:id="rId11" imgW="60655200" imgH="201168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9937" y="4011228"/>
                        <a:ext cx="2527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7131050" y="1196975"/>
          <a:ext cx="1854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44500800" imgH="20116800" progId="Equation.DSMT4">
                  <p:embed/>
                </p:oleObj>
              </mc:Choice>
              <mc:Fallback>
                <p:oleObj name="Equation" r:id="rId13" imgW="44500800" imgH="20116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31050" y="1196975"/>
                        <a:ext cx="18542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2618032" y="5085184"/>
          <a:ext cx="2603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62484000" imgH="21945600" progId="Equation.DSMT4">
                  <p:embed/>
                </p:oleObj>
              </mc:Choice>
              <mc:Fallback>
                <p:oleObj name="Equation" r:id="rId15" imgW="62484000" imgH="219456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18032" y="5085184"/>
                        <a:ext cx="2603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849639" y="2383565"/>
          <a:ext cx="546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13106400" imgH="7620000" progId="Equation.DSMT4">
                  <p:embed/>
                </p:oleObj>
              </mc:Choice>
              <mc:Fallback>
                <p:oleObj name="Equation" r:id="rId17" imgW="13106400" imgH="7620000" progId="Equation.DSMT4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49639" y="2383565"/>
                        <a:ext cx="5461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5435600" y="2354898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9" imgW="11582400" imgH="8229600" progId="Equation.DSMT4">
                  <p:embed/>
                </p:oleObj>
              </mc:Choice>
              <mc:Fallback>
                <p:oleObj name="Equation" r:id="rId19" imgW="11582400" imgH="82296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35600" y="2354898"/>
                        <a:ext cx="4826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787390" y="2889250"/>
          <a:ext cx="88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21" imgW="21336000" imgH="20116800" progId="Equation.DSMT4">
                  <p:embed/>
                </p:oleObj>
              </mc:Choice>
              <mc:Fallback>
                <p:oleObj name="Equation" r:id="rId21" imgW="21336000" imgH="20116800" progId="Equation.DSMT4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87390" y="2889250"/>
                        <a:ext cx="889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159375" y="4011228"/>
          <a:ext cx="332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3" imgW="79857600" imgH="23164800" progId="Equation.DSMT4">
                  <p:embed/>
                </p:oleObj>
              </mc:Choice>
              <mc:Fallback>
                <p:oleObj name="Equation" r:id="rId23" imgW="79857600" imgH="231648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9375" y="4011228"/>
                        <a:ext cx="3327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498780" y="4005263"/>
          <a:ext cx="1917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25" imgW="46024800" imgH="27432000" progId="Equation.DSMT4">
                  <p:embed/>
                </p:oleObj>
              </mc:Choice>
              <mc:Fallback>
                <p:oleObj name="Equation" r:id="rId25" imgW="46024800" imgH="27432000" progId="Equation.DSMT4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98780" y="4005263"/>
                        <a:ext cx="19177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96000" y="4509120"/>
          <a:ext cx="1193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27" imgW="28651200" imgH="15544800" progId="Equation.DSMT4">
                  <p:embed/>
                </p:oleObj>
              </mc:Choice>
              <mc:Fallback>
                <p:oleObj name="Equation" r:id="rId27" imgW="28651200" imgH="15544800" progId="Equation.DSMT4">
                  <p:embed/>
                  <p:pic>
                    <p:nvPicPr>
                      <p:cNvPr id="0" name="图片 2561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96000" y="4509120"/>
                        <a:ext cx="1193800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441950" y="3789040"/>
          <a:ext cx="1308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29" imgW="31394400" imgH="14020800" progId="Equation.DSMT4">
                  <p:embed/>
                </p:oleObj>
              </mc:Choice>
              <mc:Fallback>
                <p:oleObj name="Equation" r:id="rId29" imgW="31394400" imgH="14020800" progId="Equation.DSMT4">
                  <p:embed/>
                  <p:pic>
                    <p:nvPicPr>
                      <p:cNvPr id="0" name="图片 2561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41950" y="3789040"/>
                        <a:ext cx="1308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16080" y="3861048"/>
          <a:ext cx="1574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Equation" r:id="rId31" imgW="37795200" imgH="11582400" progId="Equation.DSMT4">
                  <p:embed/>
                </p:oleObj>
              </mc:Choice>
              <mc:Fallback>
                <p:oleObj name="Equation" r:id="rId31" imgW="37795200" imgH="11582400" progId="Equation.DSMT4">
                  <p:embed/>
                  <p:pic>
                    <p:nvPicPr>
                      <p:cNvPr id="0" name="图片 2561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816080" y="3861048"/>
                        <a:ext cx="1574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82107" y="566124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33" imgW="10972800" imgH="9144000" progId="Equation.DSMT4">
                  <p:embed/>
                </p:oleObj>
              </mc:Choice>
              <mc:Fallback>
                <p:oleObj name="Equation" r:id="rId33" imgW="10972800" imgH="9144000" progId="Equation.DSMT4">
                  <p:embed/>
                  <p:pic>
                    <p:nvPicPr>
                      <p:cNvPr id="0" name="图片 256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82107" y="5661248"/>
                        <a:ext cx="457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151784" y="5157192"/>
          <a:ext cx="90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5" imgW="21640800" imgH="9144000" progId="Equation.DSMT4">
                  <p:embed/>
                </p:oleObj>
              </mc:Choice>
              <mc:Fallback>
                <p:oleObj name="Equation" r:id="rId35" imgW="21640800" imgH="9144000" progId="Equation.DSMT4">
                  <p:embed/>
                  <p:pic>
                    <p:nvPicPr>
                      <p:cNvPr id="0" name="图片 2561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151784" y="5157192"/>
                        <a:ext cx="9017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65738" y="5084763"/>
          <a:ext cx="977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37" imgW="23469600" imgH="20116800" progId="Equation.DSMT4">
                  <p:embed/>
                </p:oleObj>
              </mc:Choice>
              <mc:Fallback>
                <p:oleObj name="Equation" r:id="rId37" imgW="23469600" imgH="20116800" progId="Equation.DSMT4">
                  <p:embed/>
                  <p:pic>
                    <p:nvPicPr>
                      <p:cNvPr id="0" name="图片 2561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265738" y="5084763"/>
                        <a:ext cx="977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178175" y="3119438"/>
          <a:ext cx="2489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59740800" imgH="19812000" progId="Equation.DSMT4">
                  <p:embed/>
                </p:oleObj>
              </mc:Choice>
              <mc:Fallback>
                <p:oleObj name="Equation" r:id="rId1" imgW="59740800" imgH="198120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8175" y="3119438"/>
                        <a:ext cx="2489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524000" y="650240"/>
            <a:ext cx="4724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反函数的求导法则 </a:t>
            </a:r>
            <a:endParaRPr lang="zh-CN" altLang="en-US" sz="3200" b="1" dirty="0">
              <a:solidFill>
                <a:schemeClr val="accent6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610360" y="1457325"/>
            <a:ext cx="16979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2.1.2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76400" y="2363788"/>
            <a:ext cx="38252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的某邻域内单调可导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2"/>
          <p:cNvGraphicFramePr>
            <a:graphicFrameLocks noChangeAspect="1"/>
          </p:cNvGraphicFramePr>
          <p:nvPr/>
        </p:nvGraphicFramePr>
        <p:xfrm>
          <a:off x="3246755" y="1489710"/>
          <a:ext cx="5143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123444000" imgH="10972800" progId="Equation.DSMT4">
                  <p:embed/>
                </p:oleObj>
              </mc:Choice>
              <mc:Fallback>
                <p:oleObj name="Equation" r:id="rId3" imgW="123444000" imgH="10972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46755" y="1489710"/>
                        <a:ext cx="5143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8507730" y="1489710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33832800" imgH="10972800" progId="Equation.DSMT4">
                  <p:embed/>
                </p:oleObj>
              </mc:Choice>
              <mc:Fallback>
                <p:oleObj name="Equation" r:id="rId5" imgW="33832800" imgH="10972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07730" y="1489710"/>
                        <a:ext cx="1409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5412105" y="2405063"/>
          <a:ext cx="226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54254400" imgH="10972800" progId="Equation.DSMT4">
                  <p:embed/>
                </p:oleObj>
              </mc:Choice>
              <mc:Fallback>
                <p:oleObj name="Equation" r:id="rId7" imgW="54254400" imgH="109728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12105" y="2405063"/>
                        <a:ext cx="2260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/>
          <p:cNvGraphicFramePr>
            <a:graphicFrameLocks noChangeAspect="1"/>
          </p:cNvGraphicFramePr>
          <p:nvPr/>
        </p:nvGraphicFramePr>
        <p:xfrm>
          <a:off x="6035675" y="3074988"/>
          <a:ext cx="2374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56997600" imgH="21945600" progId="Equation.DSMT4">
                  <p:embed/>
                </p:oleObj>
              </mc:Choice>
              <mc:Fallback>
                <p:oleObj name="Equation" r:id="rId9" imgW="56997600" imgH="219456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35675" y="3074988"/>
                        <a:ext cx="2374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5"/>
          <p:cNvGraphicFramePr>
            <a:graphicFrameLocks noChangeAspect="1"/>
          </p:cNvGraphicFramePr>
          <p:nvPr/>
        </p:nvGraphicFramePr>
        <p:xfrm>
          <a:off x="7648575" y="3549650"/>
          <a:ext cx="4270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8534400" imgH="12801600" progId="Equation.DSMT4">
                  <p:embed/>
                </p:oleObj>
              </mc:Choice>
              <mc:Fallback>
                <p:oleObj name="Equation" r:id="rId11" imgW="8534400" imgH="128016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48575" y="3549650"/>
                        <a:ext cx="427038" cy="641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7"/>
          <p:cNvGraphicFramePr>
            <a:graphicFrameLocks noChangeAspect="1"/>
          </p:cNvGraphicFramePr>
          <p:nvPr/>
        </p:nvGraphicFramePr>
        <p:xfrm>
          <a:off x="4829175" y="3100388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3657600" imgH="9448800" progId="Equation.DSMT4">
                  <p:embed/>
                </p:oleObj>
              </mc:Choice>
              <mc:Fallback>
                <p:oleObj name="Equation" r:id="rId13" imgW="3657600" imgH="94488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29175" y="3100388"/>
                        <a:ext cx="15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8"/>
          <p:cNvGraphicFramePr>
            <a:graphicFrameLocks noChangeAspect="1"/>
          </p:cNvGraphicFramePr>
          <p:nvPr/>
        </p:nvGraphicFramePr>
        <p:xfrm>
          <a:off x="4397375" y="3538538"/>
          <a:ext cx="127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15" imgW="30480000" imgH="10972800" progId="Equation.DSMT4">
                  <p:embed/>
                </p:oleObj>
              </mc:Choice>
              <mc:Fallback>
                <p:oleObj name="Equation" r:id="rId15" imgW="30480000" imgH="10972800" progId="Equation.DSMT4">
                  <p:embed/>
                  <p:pic>
                    <p:nvPicPr>
                      <p:cNvPr id="0" name="图片 266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97375" y="3538538"/>
                        <a:ext cx="1270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9"/>
          <p:cNvGraphicFramePr>
            <a:graphicFrameLocks noChangeAspect="1"/>
          </p:cNvGraphicFramePr>
          <p:nvPr/>
        </p:nvGraphicFramePr>
        <p:xfrm>
          <a:off x="7800975" y="3113088"/>
          <a:ext cx="15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Equation" r:id="rId17" imgW="3657600" imgH="9448800" progId="Equation.DSMT4">
                  <p:embed/>
                </p:oleObj>
              </mc:Choice>
              <mc:Fallback>
                <p:oleObj name="Equation" r:id="rId17" imgW="3657600" imgH="9448800" progId="Equation.DSMT4">
                  <p:embed/>
                  <p:pic>
                    <p:nvPicPr>
                      <p:cNvPr id="0" name="图片 266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00975" y="3113088"/>
                        <a:ext cx="15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1"/>
          <p:cNvSpPr txBox="1">
            <a:spLocks noChangeArrowheads="1"/>
          </p:cNvSpPr>
          <p:nvPr/>
        </p:nvSpPr>
        <p:spPr bwMode="auto">
          <a:xfrm>
            <a:off x="1915706" y="4202124"/>
            <a:ext cx="10634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9845" y="237267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07768" y="4581128"/>
          <a:ext cx="10556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4" name="Equation" r:id="rId19" imgW="25298400" imgH="20116800" progId="Equation.DSMT4">
                  <p:embed/>
                </p:oleObj>
              </mc:Choice>
              <mc:Fallback>
                <p:oleObj name="Equation" r:id="rId19" imgW="25298400" imgH="20116800" progId="Equation.DSMT4">
                  <p:embed/>
                  <p:pic>
                    <p:nvPicPr>
                      <p:cNvPr id="0" name="图片 2663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07768" y="4581128"/>
                        <a:ext cx="1055687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06510" y="420212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143672" y="4237236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21" imgW="38709600" imgH="10363200" progId="Equation.DSMT4">
                  <p:embed/>
                </p:oleObj>
              </mc:Choice>
              <mc:Fallback>
                <p:oleObj name="Equation" r:id="rId21" imgW="38709600" imgH="10363200" progId="Equation.DSMT4">
                  <p:embed/>
                  <p:pic>
                    <p:nvPicPr>
                      <p:cNvPr id="0" name="图片 2663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43672" y="4237236"/>
                        <a:ext cx="1612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793431" y="4797152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23" imgW="28651200" imgH="10363200" progId="Equation.DSMT4">
                  <p:embed/>
                </p:oleObj>
              </mc:Choice>
              <mc:Fallback>
                <p:oleObj name="Equation" r:id="rId23" imgW="28651200" imgH="10363200" progId="Equation.DSMT4">
                  <p:embed/>
                  <p:pic>
                    <p:nvPicPr>
                      <p:cNvPr id="0" name="图片 2663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93431" y="4797152"/>
                        <a:ext cx="1193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871864" y="420212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81200" y="5949280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119399" y="4603080"/>
          <a:ext cx="13970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25" imgW="33528000" imgH="32308800" progId="Equation.DSMT4">
                  <p:embed/>
                </p:oleObj>
              </mc:Choice>
              <mc:Fallback>
                <p:oleObj name="Equation" r:id="rId25" imgW="33528000" imgH="32308800" progId="Equation.DSMT4">
                  <p:embed/>
                  <p:pic>
                    <p:nvPicPr>
                      <p:cNvPr id="0" name="图片 266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19399" y="4603080"/>
                        <a:ext cx="13970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560261" y="4581128"/>
          <a:ext cx="1600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Equation" r:id="rId27" imgW="38404800" imgH="23774400" progId="Equation.DSMT4">
                  <p:embed/>
                </p:oleObj>
              </mc:Choice>
              <mc:Fallback>
                <p:oleObj name="Equation" r:id="rId27" imgW="38404800" imgH="23774400" progId="Equation.DSMT4">
                  <p:embed/>
                  <p:pic>
                    <p:nvPicPr>
                      <p:cNvPr id="0" name="图片 2663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560261" y="4581128"/>
                        <a:ext cx="16002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5" grpId="0" advAuto="0" autoUpdateAnimBg="0" build="p"/>
      <p:bldP spid="15" grpId="0" autoUpdateAnimBg="0" build="p"/>
      <p:bldP spid="16" grpId="0"/>
      <p:bldP spid="19" grpId="0"/>
      <p:bldP spid="23" grpId="0"/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8606" y="299130"/>
            <a:ext cx="2867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79576" y="908720"/>
          <a:ext cx="3378200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81076800" imgH="22250400" progId="Equation.DSMT4">
                  <p:embed/>
                </p:oleObj>
              </mc:Choice>
              <mc:Fallback>
                <p:oleObj name="Equation" r:id="rId1" imgW="81076800" imgH="222504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908720"/>
                        <a:ext cx="3378200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627813" y="980728"/>
          <a:ext cx="23241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55778400" imgH="15240000" progId="Equation.DSMT4">
                  <p:embed/>
                </p:oleObj>
              </mc:Choice>
              <mc:Fallback>
                <p:oleObj name="Equation" r:id="rId3" imgW="55778400" imgH="152400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27813" y="980728"/>
                        <a:ext cx="2324100" cy="630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763" y="1916832"/>
          <a:ext cx="31750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76200000" imgH="20116800" progId="Equation.DSMT4">
                  <p:embed/>
                </p:oleObj>
              </mc:Choice>
              <mc:Fallback>
                <p:oleObj name="Equation" r:id="rId5" imgW="76200000" imgH="201168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763" y="1916832"/>
                        <a:ext cx="31750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27813" y="1916832"/>
          <a:ext cx="20272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48768000" imgH="15240000" progId="Equation.DSMT4">
                  <p:embed/>
                </p:oleObj>
              </mc:Choice>
              <mc:Fallback>
                <p:oleObj name="Equation" r:id="rId7" imgW="48768000" imgH="152400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27813" y="1916832"/>
                        <a:ext cx="2027238" cy="630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351584" y="2852936"/>
          <a:ext cx="248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59740800" imgH="17678400" progId="Equation.DSMT4">
                  <p:embed/>
                </p:oleObj>
              </mc:Choice>
              <mc:Fallback>
                <p:oleObj name="Equation" r:id="rId9" imgW="59740800" imgH="176784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1584" y="2852936"/>
                        <a:ext cx="2489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891420" y="3044959"/>
            <a:ext cx="4830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（用对数函数的求导公式证）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4500563" y="4665663"/>
          <a:ext cx="1473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35356800" imgH="21945600" progId="Equation.DSMT4">
                  <p:embed/>
                </p:oleObj>
              </mc:Choice>
              <mc:Fallback>
                <p:oleObj name="Equation" r:id="rId11" imgW="35356800" imgH="219456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00563" y="4665663"/>
                        <a:ext cx="1473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2063046" y="3641669"/>
            <a:ext cx="211747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3776663" y="3725228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42062400" imgH="9448800" progId="Equation.DSMT4">
                  <p:embed/>
                </p:oleObj>
              </mc:Choice>
              <mc:Fallback>
                <p:oleObj name="Equation" r:id="rId13" imgW="42062400" imgH="9448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76663" y="3725228"/>
                        <a:ext cx="1752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5600383" y="3649289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7"/>
          <p:cNvGraphicFramePr>
            <a:graphicFrameLocks noChangeAspect="1"/>
          </p:cNvGraphicFramePr>
          <p:nvPr/>
        </p:nvGraphicFramePr>
        <p:xfrm>
          <a:off x="6094413" y="3725228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5" imgW="31699200" imgH="9448800" progId="Equation.DSMT4">
                  <p:embed/>
                </p:oleObj>
              </mc:Choice>
              <mc:Fallback>
                <p:oleObj name="Equation" r:id="rId15" imgW="31699200" imgH="94488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94413" y="3725228"/>
                        <a:ext cx="132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8"/>
          <p:cNvGraphicFramePr>
            <a:graphicFrameLocks noChangeAspect="1"/>
          </p:cNvGraphicFramePr>
          <p:nvPr/>
        </p:nvGraphicFramePr>
        <p:xfrm>
          <a:off x="7562533" y="3452178"/>
          <a:ext cx="2159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7" imgW="51816000" imgH="22555200" progId="Equation.DSMT4">
                  <p:embed/>
                </p:oleObj>
              </mc:Choice>
              <mc:Fallback>
                <p:oleObj name="Equation" r:id="rId17" imgW="51816000" imgH="225552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62533" y="3452178"/>
                        <a:ext cx="21590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9"/>
          <p:cNvGraphicFramePr>
            <a:graphicFrameLocks noChangeAspect="1"/>
          </p:cNvGraphicFramePr>
          <p:nvPr/>
        </p:nvGraphicFramePr>
        <p:xfrm>
          <a:off x="3005138" y="4902200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8" name="Equation" r:id="rId19" imgW="34442400" imgH="9753600" progId="Equation.DSMT4">
                  <p:embed/>
                </p:oleObj>
              </mc:Choice>
              <mc:Fallback>
                <p:oleObj name="Equation" r:id="rId19" imgW="34442400" imgH="9753600" progId="Equation.DSMT4">
                  <p:embed/>
                  <p:pic>
                    <p:nvPicPr>
                      <p:cNvPr id="0" name="图片 27657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05138" y="4902200"/>
                        <a:ext cx="1435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0"/>
          <p:cNvGraphicFramePr>
            <a:graphicFrameLocks noChangeAspect="1"/>
          </p:cNvGraphicFramePr>
          <p:nvPr/>
        </p:nvGraphicFramePr>
        <p:xfrm>
          <a:off x="4891088" y="5135563"/>
          <a:ext cx="10318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21" imgW="24688800" imgH="9753600" progId="Equation.DSMT4">
                  <p:embed/>
                </p:oleObj>
              </mc:Choice>
              <mc:Fallback>
                <p:oleObj name="Equation" r:id="rId21" imgW="24688800" imgH="9753600" progId="Equation.DSMT4">
                  <p:embed/>
                  <p:pic>
                    <p:nvPicPr>
                      <p:cNvPr id="0" name="图片 276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91088" y="5135563"/>
                        <a:ext cx="1031875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6094413" y="4684713"/>
          <a:ext cx="109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23" imgW="26212800" imgH="21640800" progId="Equation.DSMT4">
                  <p:embed/>
                </p:oleObj>
              </mc:Choice>
              <mc:Fallback>
                <p:oleObj name="Equation" r:id="rId23" imgW="26212800" imgH="21640800" progId="Equation.DSMT4">
                  <p:embed/>
                  <p:pic>
                    <p:nvPicPr>
                      <p:cNvPr id="0" name="图片 2765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94413" y="4684713"/>
                        <a:ext cx="1092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7307263" y="4672013"/>
          <a:ext cx="2095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25" imgW="50292000" imgH="24079200" progId="Equation.DSMT4">
                  <p:embed/>
                </p:oleObj>
              </mc:Choice>
              <mc:Fallback>
                <p:oleObj name="Equation" r:id="rId25" imgW="50292000" imgH="24079200" progId="Equation.DSMT4">
                  <p:embed/>
                  <p:pic>
                    <p:nvPicPr>
                      <p:cNvPr id="0" name="图片 276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07263" y="4672013"/>
                        <a:ext cx="20955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3"/>
          <p:cNvGraphicFramePr>
            <a:graphicFrameLocks noChangeAspect="1"/>
          </p:cNvGraphicFramePr>
          <p:nvPr/>
        </p:nvGraphicFramePr>
        <p:xfrm>
          <a:off x="4519613" y="5573713"/>
          <a:ext cx="15621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Equation" r:id="rId27" imgW="37490400" imgH="24079200" progId="Equation.DSMT4">
                  <p:embed/>
                </p:oleObj>
              </mc:Choice>
              <mc:Fallback>
                <p:oleObj name="Equation" r:id="rId27" imgW="37490400" imgH="24079200" progId="Equation.DSMT4">
                  <p:embed/>
                  <p:pic>
                    <p:nvPicPr>
                      <p:cNvPr id="0" name="图片 27661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19613" y="5573713"/>
                        <a:ext cx="15621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3"/>
          <p:cNvGraphicFramePr>
            <a:graphicFrameLocks noChangeAspect="1"/>
          </p:cNvGraphicFramePr>
          <p:nvPr/>
        </p:nvGraphicFramePr>
        <p:xfrm>
          <a:off x="3005138" y="4336098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Equation" r:id="rId29" imgW="37490400" imgH="9448800" progId="Equation.DSMT4">
                  <p:embed/>
                </p:oleObj>
              </mc:Choice>
              <mc:Fallback>
                <p:oleObj name="Equation" r:id="rId29" imgW="37490400" imgH="9448800" progId="Equation.DSMT4">
                  <p:embed/>
                  <p:pic>
                    <p:nvPicPr>
                      <p:cNvPr id="0" name="图片 2766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005138" y="4336098"/>
                        <a:ext cx="1562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4500563" y="4200787"/>
            <a:ext cx="8997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76320" y="980728"/>
          <a:ext cx="1358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Equation" r:id="rId31" imgW="32613600" imgH="22250400" progId="Equation.DSMT4">
                  <p:embed/>
                </p:oleObj>
              </mc:Choice>
              <mc:Fallback>
                <p:oleObj name="Equation" r:id="rId31" imgW="32613600" imgH="22250400" progId="Equation.DSMT4">
                  <p:embed/>
                  <p:pic>
                    <p:nvPicPr>
                      <p:cNvPr id="0" name="图片 2766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976320" y="980728"/>
                        <a:ext cx="1358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832304" y="1916832"/>
          <a:ext cx="137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33" imgW="32918400" imgH="20116800" progId="Equation.DSMT4">
                  <p:embed/>
                </p:oleObj>
              </mc:Choice>
              <mc:Fallback>
                <p:oleObj name="Equation" r:id="rId33" imgW="32918400" imgH="20116800" progId="Equation.DSMT4">
                  <p:embed/>
                  <p:pic>
                    <p:nvPicPr>
                      <p:cNvPr id="0" name="图片 2766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832304" y="1916832"/>
                        <a:ext cx="1371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utoUpdateAnimBg="0"/>
      <p:bldP spid="18" grpId="0" autoUpdateAnimBg="0"/>
      <p:bldP spid="27" grpId="0" autoUpdateAnimBg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7795315" y="750047"/>
            <a:ext cx="3657600" cy="1219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0084" y="836088"/>
            <a:ext cx="7219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20"/>
          <p:cNvGraphicFramePr>
            <a:graphicFrameLocks noChangeAspect="1"/>
          </p:cNvGraphicFramePr>
          <p:nvPr/>
        </p:nvGraphicFramePr>
        <p:xfrm>
          <a:off x="8049498" y="1162478"/>
          <a:ext cx="3149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75590400" imgH="19812000" progId="Equation.DSMT4">
                  <p:embed/>
                </p:oleObj>
              </mc:Choice>
              <mc:Fallback>
                <p:oleObj name="Equation" r:id="rId1" imgW="75590400" imgH="198120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49498" y="1162478"/>
                        <a:ext cx="3149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2"/>
          <p:cNvSpPr txBox="1">
            <a:spLocks noChangeArrowheads="1"/>
          </p:cNvSpPr>
          <p:nvPr/>
        </p:nvSpPr>
        <p:spPr bwMode="auto">
          <a:xfrm>
            <a:off x="7893669" y="836108"/>
            <a:ext cx="153553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或利用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30613" y="184128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类似地，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258168" y="735354"/>
          <a:ext cx="30368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72847200" imgH="21945600" progId="Equation.DSMT4">
                  <p:embed/>
                </p:oleObj>
              </mc:Choice>
              <mc:Fallback>
                <p:oleObj name="Equation" r:id="rId3" imgW="72847200" imgH="219456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8168" y="735354"/>
                        <a:ext cx="3036888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82963" y="1649413"/>
          <a:ext cx="20637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49682400" imgH="21945600" progId="Equation.DSMT4">
                  <p:embed/>
                </p:oleObj>
              </mc:Choice>
              <mc:Fallback>
                <p:oleObj name="Equation" r:id="rId5" imgW="49682400" imgH="219456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82963" y="1649413"/>
                        <a:ext cx="2063750" cy="909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19936" y="1606564"/>
          <a:ext cx="17303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41757600" imgH="22250400" progId="Equation.DSMT4">
                  <p:embed/>
                </p:oleObj>
              </mc:Choice>
              <mc:Fallback>
                <p:oleObj name="Equation" r:id="rId7" imgW="41757600" imgH="222504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9936" y="1606564"/>
                        <a:ext cx="1730375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1775520" y="2708920"/>
          <a:ext cx="350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84124800" imgH="21945600" progId="Equation.DSMT4">
                  <p:embed/>
                </p:oleObj>
              </mc:Choice>
              <mc:Fallback>
                <p:oleObj name="Equation" r:id="rId9" imgW="84124800" imgH="219456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5520" y="2708920"/>
                        <a:ext cx="3505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760537" y="4005064"/>
          <a:ext cx="8670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207873600" imgH="21945600" progId="Equation.DSMT4">
                  <p:embed/>
                </p:oleObj>
              </mc:Choice>
              <mc:Fallback>
                <p:oleObj name="Equation" r:id="rId11" imgW="207873600" imgH="219456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0537" y="4005064"/>
                        <a:ext cx="86709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775520" y="5200747"/>
          <a:ext cx="2832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67970400" imgH="22555200" progId="Equation.DSMT4">
                  <p:embed/>
                </p:oleObj>
              </mc:Choice>
              <mc:Fallback>
                <p:oleObj name="Equation" r:id="rId13" imgW="67970400" imgH="225552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75520" y="5200747"/>
                        <a:ext cx="28321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978111" y="6161657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109375" y="3140968"/>
          <a:ext cx="1079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25908000" imgH="15240000" progId="Equation.DSMT4">
                  <p:embed/>
                </p:oleObj>
              </mc:Choice>
              <mc:Fallback>
                <p:oleObj name="Equation" r:id="rId15" imgW="25908000" imgH="152400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09375" y="3140968"/>
                        <a:ext cx="10795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231904" y="2708920"/>
          <a:ext cx="1206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28956000" imgH="21640800" progId="Equation.DSMT4">
                  <p:embed/>
                </p:oleObj>
              </mc:Choice>
              <mc:Fallback>
                <p:oleObj name="Equation" r:id="rId17" imgW="28956000" imgH="216408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31904" y="2708920"/>
                        <a:ext cx="1206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528048" y="2708920"/>
          <a:ext cx="1651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39624000" imgH="21640800" progId="Equation.DSMT4">
                  <p:embed/>
                </p:oleObj>
              </mc:Choice>
              <mc:Fallback>
                <p:oleObj name="Equation" r:id="rId19" imgW="39624000" imgH="21640800" progId="Equation.DSMT4">
                  <p:embed/>
                  <p:pic>
                    <p:nvPicPr>
                      <p:cNvPr id="0" name="图片 286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528048" y="2708920"/>
                        <a:ext cx="16510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184232" y="2708920"/>
          <a:ext cx="124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29870400" imgH="20116800" progId="Equation.DSMT4">
                  <p:embed/>
                </p:oleObj>
              </mc:Choice>
              <mc:Fallback>
                <p:oleObj name="Equation" r:id="rId21" imgW="29870400" imgH="20116800" progId="Equation.DSMT4">
                  <p:embed/>
                  <p:pic>
                    <p:nvPicPr>
                      <p:cNvPr id="0" name="图片 2868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184232" y="2708920"/>
                        <a:ext cx="1244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151784" y="1097698"/>
          <a:ext cx="1092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23" imgW="26212800" imgH="15240000" progId="Equation.DSMT4">
                  <p:embed/>
                </p:oleObj>
              </mc:Choice>
              <mc:Fallback>
                <p:oleObj name="Equation" r:id="rId23" imgW="26212800" imgH="15240000" progId="Equation.DSMT4">
                  <p:embed/>
                  <p:pic>
                    <p:nvPicPr>
                      <p:cNvPr id="0" name="图片 286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51784" y="1097698"/>
                        <a:ext cx="10922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813664" y="1162458"/>
          <a:ext cx="927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5" name="Equation" r:id="rId25" imgW="22250400" imgH="9448800" progId="Equation.DSMT4">
                  <p:embed/>
                </p:oleObj>
              </mc:Choice>
              <mc:Fallback>
                <p:oleObj name="Equation" r:id="rId25" imgW="22250400" imgH="9448800" progId="Equation.DSMT4">
                  <p:embed/>
                  <p:pic>
                    <p:nvPicPr>
                      <p:cNvPr id="0" name="图片 286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13664" y="1162458"/>
                        <a:ext cx="927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863752" y="2060848"/>
          <a:ext cx="1587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6" name="Equation" r:id="rId27" imgW="38100000" imgH="13716000" progId="Equation.DSMT4">
                  <p:embed/>
                </p:oleObj>
              </mc:Choice>
              <mc:Fallback>
                <p:oleObj name="Equation" r:id="rId27" imgW="38100000" imgH="13716000" progId="Equation.DSMT4">
                  <p:embed/>
                  <p:pic>
                    <p:nvPicPr>
                      <p:cNvPr id="0" name="图片 286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63752" y="2060848"/>
                        <a:ext cx="15875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223792" y="4437112"/>
          <a:ext cx="1066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Equation" r:id="rId29" imgW="25603200" imgH="15240000" progId="Equation.DSMT4">
                  <p:embed/>
                </p:oleObj>
              </mc:Choice>
              <mc:Fallback>
                <p:oleObj name="Equation" r:id="rId29" imgW="25603200" imgH="15240000" progId="Equation.DSMT4">
                  <p:embed/>
                  <p:pic>
                    <p:nvPicPr>
                      <p:cNvPr id="0" name="图片 2868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223792" y="4437112"/>
                        <a:ext cx="10668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779072" y="4509120"/>
          <a:ext cx="110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31" imgW="26517600" imgH="10972800" progId="Equation.DSMT4">
                  <p:embed/>
                </p:oleObj>
              </mc:Choice>
              <mc:Fallback>
                <p:oleObj name="Equation" r:id="rId31" imgW="26517600" imgH="10972800" progId="Equation.DSMT4">
                  <p:embed/>
                  <p:pic>
                    <p:nvPicPr>
                      <p:cNvPr id="0" name="图片 2868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779072" y="4509120"/>
                        <a:ext cx="1104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7392144" y="4509120"/>
          <a:ext cx="1295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33" imgW="31089600" imgH="10972800" progId="Equation.DSMT4">
                  <p:embed/>
                </p:oleObj>
              </mc:Choice>
              <mc:Fallback>
                <p:oleObj name="Equation" r:id="rId33" imgW="31089600" imgH="10972800" progId="Equation.DSMT4">
                  <p:embed/>
                  <p:pic>
                    <p:nvPicPr>
                      <p:cNvPr id="0" name="图片 2868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392144" y="4509120"/>
                        <a:ext cx="1295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336360" y="4509120"/>
          <a:ext cx="77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5" imgW="18592800" imgH="9144000" progId="Equation.DSMT4">
                  <p:embed/>
                </p:oleObj>
              </mc:Choice>
              <mc:Fallback>
                <p:oleObj name="Equation" r:id="rId35" imgW="18592800" imgH="9144000" progId="Equation.DSMT4">
                  <p:embed/>
                  <p:pic>
                    <p:nvPicPr>
                      <p:cNvPr id="0" name="图片 2868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336360" y="4509120"/>
                        <a:ext cx="7747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655840" y="5229200"/>
          <a:ext cx="11684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Equation" r:id="rId37" imgW="28041600" imgH="32308800" progId="Equation.DSMT4">
                  <p:embed/>
                </p:oleObj>
              </mc:Choice>
              <mc:Fallback>
                <p:oleObj name="Equation" r:id="rId37" imgW="28041600" imgH="32308800" progId="Equation.DSMT4">
                  <p:embed/>
                  <p:pic>
                    <p:nvPicPr>
                      <p:cNvPr id="0" name="图片 28690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655840" y="5229200"/>
                        <a:ext cx="11684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891769" y="5445224"/>
          <a:ext cx="1054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39" imgW="25298400" imgH="9448800" progId="Equation.DSMT4">
                  <p:embed/>
                </p:oleObj>
              </mc:Choice>
              <mc:Fallback>
                <p:oleObj name="Equation" r:id="rId39" imgW="25298400" imgH="9448800" progId="Equation.DSMT4">
                  <p:embed/>
                  <p:pic>
                    <p:nvPicPr>
                      <p:cNvPr id="0" name="图片 28691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891769" y="5445224"/>
                        <a:ext cx="1054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059615" y="5373216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41" imgW="29870400" imgH="9144000" progId="Equation.DSMT4">
                  <p:embed/>
                </p:oleObj>
              </mc:Choice>
              <mc:Fallback>
                <p:oleObj name="Equation" r:id="rId41" imgW="29870400" imgH="9144000" progId="Equation.DSMT4">
                  <p:embed/>
                  <p:pic>
                    <p:nvPicPr>
                      <p:cNvPr id="0" name="图片 28692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059615" y="5373216"/>
                        <a:ext cx="12446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365750" y="697589"/>
          <a:ext cx="1460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43" imgW="35052000" imgH="21945600" progId="Equation.DSMT4">
                  <p:embed/>
                </p:oleObj>
              </mc:Choice>
              <mc:Fallback>
                <p:oleObj name="Equation" r:id="rId43" imgW="35052000" imgH="21945600" progId="Equation.DSMT4">
                  <p:embed/>
                  <p:pic>
                    <p:nvPicPr>
                      <p:cNvPr id="0" name="图片 28693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365750" y="697589"/>
                        <a:ext cx="14605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" grpId="0"/>
      <p:bldP spid="10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143" y="-87962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练习2.1.2（1）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7967" y="545097"/>
            <a:ext cx="1972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求导数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95845" y="1076587"/>
          <a:ext cx="33750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80772000" imgH="11887200" progId="Equation.DSMT4">
                  <p:embed/>
                </p:oleObj>
              </mc:Choice>
              <mc:Fallback>
                <p:oleObj name="Equation" r:id="rId1" imgW="80772000" imgH="118872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5845" y="1076587"/>
                        <a:ext cx="337502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535151" y="905137"/>
          <a:ext cx="2159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51816000" imgH="20116800" progId="Equation.DSMT4">
                  <p:embed/>
                </p:oleObj>
              </mc:Choice>
              <mc:Fallback>
                <p:oleObj name="Equation" r:id="rId3" imgW="51816000" imgH="201168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35151" y="905137"/>
                        <a:ext cx="2159000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95845" y="1663168"/>
          <a:ext cx="2222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53035200" imgH="21336000" progId="Equation.DSMT4">
                  <p:embed/>
                </p:oleObj>
              </mc:Choice>
              <mc:Fallback>
                <p:oleObj name="Equation" r:id="rId5" imgW="53035200" imgH="213360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5845" y="1663168"/>
                        <a:ext cx="2222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35151" y="1966761"/>
          <a:ext cx="3186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76200000" imgH="11582400" progId="Equation.DSMT4">
                  <p:embed/>
                </p:oleObj>
              </mc:Choice>
              <mc:Fallback>
                <p:oleObj name="Equation" r:id="rId7" imgW="76200000" imgH="115824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35151" y="1966761"/>
                        <a:ext cx="3186113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95845" y="2635511"/>
          <a:ext cx="329088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79248000" imgH="11582400" progId="Equation.DSMT4">
                  <p:embed/>
                </p:oleObj>
              </mc:Choice>
              <mc:Fallback>
                <p:oleObj name="Equation" r:id="rId9" imgW="79248000" imgH="115824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5845" y="2635511"/>
                        <a:ext cx="3290888" cy="490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535151" y="2664847"/>
          <a:ext cx="33035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79552800" imgH="11582400" progId="Equation.DSMT4">
                  <p:embed/>
                </p:oleObj>
              </mc:Choice>
              <mc:Fallback>
                <p:oleObj name="Equation" r:id="rId11" imgW="79552800" imgH="1158240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35151" y="2664847"/>
                        <a:ext cx="3303588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095845" y="3209393"/>
          <a:ext cx="26289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63093600" imgH="20116800" progId="Equation.DSMT4">
                  <p:embed/>
                </p:oleObj>
              </mc:Choice>
              <mc:Fallback>
                <p:oleObj name="Equation" r:id="rId13" imgW="63093600" imgH="201168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95845" y="3209393"/>
                        <a:ext cx="2628900" cy="846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535151" y="3353409"/>
          <a:ext cx="4130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99364800" imgH="11582400" progId="Equation.DSMT4">
                  <p:embed/>
                </p:oleObj>
              </mc:Choice>
              <mc:Fallback>
                <p:oleObj name="Equation" r:id="rId15" imgW="99364800" imgH="115824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35151" y="3353409"/>
                        <a:ext cx="4130675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49840" y="389575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005048" y="4132122"/>
          <a:ext cx="21812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7" imgW="52120800" imgH="11887200" progId="Equation.DSMT4">
                  <p:embed/>
                </p:oleObj>
              </mc:Choice>
              <mc:Fallback>
                <p:oleObj name="Equation" r:id="rId17" imgW="52120800" imgH="118872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05048" y="4132122"/>
                        <a:ext cx="2181225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032873" y="4694297"/>
          <a:ext cx="1882775" cy="996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9" imgW="45415200" imgH="24079200" progId="Equation.DSMT4">
                  <p:embed/>
                </p:oleObj>
              </mc:Choice>
              <mc:Fallback>
                <p:oleObj name="Equation" r:id="rId19" imgW="45415200" imgH="240792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32873" y="4694297"/>
                        <a:ext cx="1882775" cy="996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80902" y="5684897"/>
          <a:ext cx="2827338" cy="107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1" imgW="67665600" imgH="25908000" progId="Equation.DSMT4">
                  <p:embed/>
                </p:oleObj>
              </mc:Choice>
              <mc:Fallback>
                <p:oleObj name="Equation" r:id="rId21" imgW="67665600" imgH="259080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80902" y="5684897"/>
                        <a:ext cx="2827338" cy="1073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390108" y="4051276"/>
          <a:ext cx="29289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23" imgW="70104000" imgH="20116800" progId="Equation.DSMT4">
                  <p:embed/>
                </p:oleObj>
              </mc:Choice>
              <mc:Fallback>
                <p:oleObj name="Equation" r:id="rId23" imgW="70104000" imgH="20116800" progId="Equation.DSMT4">
                  <p:embed/>
                  <p:pic>
                    <p:nvPicPr>
                      <p:cNvPr id="0" name="图片 297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90108" y="4051276"/>
                        <a:ext cx="29289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390628" y="4948917"/>
          <a:ext cx="364966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25" imgW="87477600" imgH="11887200" progId="Equation.DSMT4">
                  <p:embed/>
                </p:oleObj>
              </mc:Choice>
              <mc:Fallback>
                <p:oleObj name="Equation" r:id="rId25" imgW="87477600" imgH="11887200" progId="Equation.DSMT4">
                  <p:embed/>
                  <p:pic>
                    <p:nvPicPr>
                      <p:cNvPr id="0" name="图片 297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90628" y="4948917"/>
                        <a:ext cx="3649663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4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936208" y="5985304"/>
          <a:ext cx="4784726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Equation" r:id="rId27" imgW="114604800" imgH="11582400" progId="Equation.DSMT4">
                  <p:embed/>
                </p:oleObj>
              </mc:Choice>
              <mc:Fallback>
                <p:oleObj name="Equation" r:id="rId27" imgW="114604800" imgH="11582400" progId="Equation.DSMT4">
                  <p:embed/>
                  <p:pic>
                    <p:nvPicPr>
                      <p:cNvPr id="0" name="图片 2970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936208" y="5985304"/>
                        <a:ext cx="4784726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8155642" y="3882747"/>
          <a:ext cx="3238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Equation" r:id="rId29" imgW="77724000" imgH="28041600" progId="Equation.DSMT4">
                  <p:embed/>
                </p:oleObj>
              </mc:Choice>
              <mc:Fallback>
                <p:oleObj name="Equation" r:id="rId29" imgW="77724000" imgH="28041600" progId="Equation.DSMT4">
                  <p:embed/>
                  <p:pic>
                    <p:nvPicPr>
                      <p:cNvPr id="0" name="图片 2971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55642" y="3882747"/>
                        <a:ext cx="323850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155658" y="4949436"/>
          <a:ext cx="1565275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Equation" r:id="rId31" imgW="37795200" imgH="22250400" progId="Equation.DSMT4">
                  <p:embed/>
                </p:oleObj>
              </mc:Choice>
              <mc:Fallback>
                <p:oleObj name="Equation" r:id="rId31" imgW="37795200" imgH="22250400" progId="Equation.DSMT4">
                  <p:embed/>
                  <p:pic>
                    <p:nvPicPr>
                      <p:cNvPr id="0" name="图片 2971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155658" y="4949436"/>
                        <a:ext cx="1565275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547849" y="1118431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34799" y="508831"/>
            <a:ext cx="4565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复合函数求导法则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34799" y="1118431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2.1.3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62079" y="1175895"/>
          <a:ext cx="12445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29870400" imgH="9448800" progId="Equation.DSMT4">
                  <p:embed/>
                </p:oleObj>
              </mc:Choice>
              <mc:Fallback>
                <p:oleObj name="Equation" r:id="rId1" imgW="29870400" imgH="9448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62079" y="1175895"/>
                        <a:ext cx="12445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719921" y="1195103"/>
          <a:ext cx="12952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31089600" imgH="9448800" progId="Equation.DSMT4">
                  <p:embed/>
                </p:oleObj>
              </mc:Choice>
              <mc:Fallback>
                <p:oleObj name="Equation" r:id="rId3" imgW="31089600" imgH="94488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19921" y="1195103"/>
                        <a:ext cx="12952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900649" y="1118431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736145" y="1183301"/>
          <a:ext cx="12445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29870400" imgH="9448800" progId="Equation.DSMT4">
                  <p:embed/>
                </p:oleObj>
              </mc:Choice>
              <mc:Fallback>
                <p:oleObj name="Equation" r:id="rId5" imgW="29870400" imgH="94488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736145" y="1183301"/>
                        <a:ext cx="12445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734799" y="2083631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715999" y="2083631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复合函数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341759" y="2146447"/>
          <a:ext cx="180324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43281600" imgH="9448800" progId="Equation.DSMT4">
                  <p:embed/>
                </p:oleObj>
              </mc:Choice>
              <mc:Fallback>
                <p:oleObj name="Equation" r:id="rId7" imgW="43281600" imgH="94488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1759" y="2146447"/>
                        <a:ext cx="180324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359881" y="2124935"/>
          <a:ext cx="6984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16764000" imgH="9448800" progId="Equation.DSMT4">
                  <p:embed/>
                </p:oleObj>
              </mc:Choice>
              <mc:Fallback>
                <p:oleObj name="Equation" r:id="rId9" imgW="16764000" imgH="94488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59881" y="2124935"/>
                        <a:ext cx="6984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9126199" y="2083631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576356" y="2581758"/>
          <a:ext cx="25288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56997600" imgH="20116800" progId="Equation.DSMT4">
                  <p:embed/>
                </p:oleObj>
              </mc:Choice>
              <mc:Fallback>
                <p:oleObj name="Equation" r:id="rId11" imgW="56997600" imgH="201168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6356" y="2581758"/>
                        <a:ext cx="2528888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144999" y="2107444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649199" y="2270956"/>
            <a:ext cx="1079500" cy="179388"/>
          </a:xfrm>
          <a:prstGeom prst="rightArrow">
            <a:avLst>
              <a:gd name="adj1" fmla="val 50000"/>
              <a:gd name="adj2" fmla="val 150442"/>
            </a:avLst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1584916" y="3429000"/>
            <a:ext cx="9093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39598" y="3429000"/>
            <a:ext cx="20585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（这里仅对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863752" y="3528684"/>
          <a:ext cx="10922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26212800" imgH="7620000" progId="Equation.DSMT4">
                  <p:embed/>
                </p:oleObj>
              </mc:Choice>
              <mc:Fallback>
                <p:oleObj name="Equation" r:id="rId13" imgW="26212800" imgH="7620000" progId="Equation.DSMT4">
                  <p:embed/>
                  <p:pic>
                    <p:nvPicPr>
                      <p:cNvPr id="0" name="图片 307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63752" y="3528684"/>
                        <a:ext cx="10922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98394" y="34290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393055" y="3528685"/>
          <a:ext cx="977900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5" imgW="23469600" imgH="7620000" progId="Equation.DSMT4">
                  <p:embed/>
                </p:oleObj>
              </mc:Choice>
              <mc:Fallback>
                <p:oleObj name="Equation" r:id="rId15" imgW="23469600" imgH="7620000" progId="Equation.DSMT4">
                  <p:embed/>
                  <p:pic>
                    <p:nvPicPr>
                      <p:cNvPr id="0" name="图片 307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93055" y="3528685"/>
                        <a:ext cx="977900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31889" y="3429000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的情况讨论）由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420599" y="3976405"/>
          <a:ext cx="28876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17" imgW="69494400" imgH="20116800" progId="Equation.DSMT4">
                  <p:embed/>
                </p:oleObj>
              </mc:Choice>
              <mc:Fallback>
                <p:oleObj name="Equation" r:id="rId17" imgW="69494400" imgH="20116800" progId="Equation.DSMT4">
                  <p:embed/>
                  <p:pic>
                    <p:nvPicPr>
                      <p:cNvPr id="0" name="图片 307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20599" y="3976405"/>
                        <a:ext cx="28876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393055" y="411307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906749" y="4129919"/>
          <a:ext cx="37385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19" imgW="89916000" imgH="11582400" progId="Equation.DSMT4">
                  <p:embed/>
                </p:oleObj>
              </mc:Choice>
              <mc:Fallback>
                <p:oleObj name="Equation" r:id="rId19" imgW="89916000" imgH="11582400" progId="Equation.DSMT4">
                  <p:embed/>
                  <p:pic>
                    <p:nvPicPr>
                      <p:cNvPr id="0" name="图片 307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906749" y="4129919"/>
                        <a:ext cx="37385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734799" y="4761148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从而，等式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两端都除以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453000" y="4867976"/>
          <a:ext cx="425451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21" imgW="10058400" imgH="7315200" progId="Equation.DSMT4">
                  <p:embed/>
                </p:oleObj>
              </mc:Choice>
              <mc:Fallback>
                <p:oleObj name="Equation" r:id="rId21" imgW="10058400" imgH="7315200" progId="Equation.DSMT4">
                  <p:embed/>
                  <p:pic>
                    <p:nvPicPr>
                      <p:cNvPr id="0" name="图片 3073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53000" y="4867976"/>
                        <a:ext cx="425451" cy="309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938397" y="476114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并令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844414" y="4860833"/>
          <a:ext cx="10922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2" name="Equation" r:id="rId23" imgW="26212800" imgH="7620000" progId="Equation.DSMT4">
                  <p:embed/>
                </p:oleObj>
              </mc:Choice>
              <mc:Fallback>
                <p:oleObj name="Equation" r:id="rId23" imgW="26212800" imgH="7620000" progId="Equation.DSMT4">
                  <p:embed/>
                  <p:pic>
                    <p:nvPicPr>
                      <p:cNvPr id="0" name="图片 3073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4414" y="4860833"/>
                        <a:ext cx="109220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003007" y="47611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2039599" y="5284368"/>
          <a:ext cx="60150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Equation" r:id="rId24" imgW="144475200" imgH="20116800" progId="Equation.DSMT4">
                  <p:embed/>
                </p:oleObj>
              </mc:Choice>
              <mc:Fallback>
                <p:oleObj name="Equation" r:id="rId24" imgW="144475200" imgH="20116800" progId="Equation.DSMT4">
                  <p:embed/>
                  <p:pic>
                    <p:nvPicPr>
                      <p:cNvPr id="0" name="图片 30732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039599" y="5284368"/>
                        <a:ext cx="60150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1847528" y="6165304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2209747" y="5445224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26" imgW="13716000" imgH="13106400" progId="Equation.DSMT4">
                  <p:embed/>
                </p:oleObj>
              </mc:Choice>
              <mc:Fallback>
                <p:oleObj name="Equation" r:id="rId26" imgW="13716000" imgH="13106400" progId="Equation.DSMT4">
                  <p:embed/>
                  <p:pic>
                    <p:nvPicPr>
                      <p:cNvPr id="0" name="图片 30733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209747" y="5445224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420849" y="5445224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28" imgW="13716000" imgH="13106400" progId="Equation.DSMT4">
                  <p:embed/>
                </p:oleObj>
              </mc:Choice>
              <mc:Fallback>
                <p:oleObj name="Equation" r:id="rId28" imgW="13716000" imgH="13106400" progId="Equation.DSMT4">
                  <p:embed/>
                  <p:pic>
                    <p:nvPicPr>
                      <p:cNvPr id="0" name="图片 30734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20849" y="5445224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5809857" y="5445224"/>
          <a:ext cx="571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29" imgW="13716000" imgH="13106400" progId="Equation.DSMT4">
                  <p:embed/>
                </p:oleObj>
              </mc:Choice>
              <mc:Fallback>
                <p:oleObj name="Equation" r:id="rId29" imgW="13716000" imgH="13106400" progId="Equation.DSMT4">
                  <p:embed/>
                  <p:pic>
                    <p:nvPicPr>
                      <p:cNvPr id="0" name="图片 30735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09857" y="5445224"/>
                        <a:ext cx="5715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8007010" y="5517232"/>
          <a:ext cx="1892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30" imgW="45415200" imgH="9753600" progId="Equation.DSMT4">
                  <p:embed/>
                </p:oleObj>
              </mc:Choice>
              <mc:Fallback>
                <p:oleObj name="Equation" r:id="rId30" imgW="45415200" imgH="9753600" progId="Equation.DSMT4">
                  <p:embed/>
                  <p:pic>
                    <p:nvPicPr>
                      <p:cNvPr id="0" name="图片 30736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007010" y="5517232"/>
                        <a:ext cx="1892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dvAuto="0" autoUpdateAnimBg="0" build="p"/>
      <p:bldP spid="4" grpId="0" autoUpdateAnimBg="0"/>
      <p:bldP spid="7" grpId="0" autoUpdateAnimBg="0"/>
      <p:bldP spid="9" grpId="0" autoUpdateAnimBg="0"/>
      <p:bldP spid="10" grpId="0" autoUpdateAnimBg="0"/>
      <p:bldP spid="13" grpId="0" autoUpdateAnimBg="0"/>
      <p:bldP spid="15" grpId="0" advAuto="0" autoUpdateAnimBg="0" build="p"/>
      <p:bldP spid="16" grpId="0" bldLvl="0" animBg="1"/>
      <p:bldP spid="17" grpId="0" autoUpdateAnimBg="0" build="p"/>
      <p:bldP spid="18" grpId="0"/>
      <p:bldP spid="21" grpId="0"/>
      <p:bldP spid="24" grpId="0"/>
      <p:bldP spid="27" grpId="0"/>
      <p:bldP spid="30" grpId="0"/>
      <p:bldP spid="33" grpId="0"/>
      <p:bldP spid="35" grpId="0"/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8610600" y="1295400"/>
            <a:ext cx="762000" cy="3200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1487488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314700" y="1581150"/>
          <a:ext cx="405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97231200" imgH="9448800" progId="Equation.DSMT4">
                  <p:embed/>
                </p:oleObj>
              </mc:Choice>
              <mc:Fallback>
                <p:oleObj name="Equation" r:id="rId1" imgW="97231200" imgH="9448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14700" y="1581150"/>
                        <a:ext cx="4051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390900" y="2132013"/>
          <a:ext cx="74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17983200" imgH="21945600" progId="Equation.DSMT4">
                  <p:embed/>
                </p:oleObj>
              </mc:Choice>
              <mc:Fallback>
                <p:oleObj name="Equation" r:id="rId3" imgW="17983200" imgH="219456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0900" y="2132013"/>
                        <a:ext cx="749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943350" y="3359150"/>
          <a:ext cx="294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70713600" imgH="9753600" progId="Equation.DSMT4">
                  <p:embed/>
                </p:oleObj>
              </mc:Choice>
              <mc:Fallback>
                <p:oleObj name="Equation" r:id="rId5" imgW="70713600" imgH="97536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43350" y="3359150"/>
                        <a:ext cx="2946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8894763" y="1466850"/>
          <a:ext cx="254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6096000" imgH="7315200" progId="Equation.DSMT4">
                  <p:embed/>
                </p:oleObj>
              </mc:Choice>
              <mc:Fallback>
                <p:oleObj name="Equation" r:id="rId7" imgW="6096000" imgH="73152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94763" y="1466850"/>
                        <a:ext cx="2540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8991600" y="17938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8901113" y="2327275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5486400" imgH="7315200" progId="Equation.DSMT4">
                  <p:embed/>
                </p:oleObj>
              </mc:Choice>
              <mc:Fallback>
                <p:oleObj name="Equation" r:id="rId9" imgW="5486400" imgH="73152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01113" y="2327275"/>
                        <a:ext cx="2286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8991600" y="27082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8907463" y="3241675"/>
          <a:ext cx="203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11" imgW="4876800" imgH="7315200" progId="Equation.DSMT4">
                  <p:embed/>
                </p:oleObj>
              </mc:Choice>
              <mc:Fallback>
                <p:oleObj name="Equation" r:id="rId11" imgW="4876800" imgH="7315200" progId="Equation.DSMT4">
                  <p:embed/>
                  <p:pic>
                    <p:nvPicPr>
                      <p:cNvPr id="0" name="图片 317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07463" y="3241675"/>
                        <a:ext cx="2032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8991600" y="35464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8901113" y="4044950"/>
          <a:ext cx="228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13" imgW="5486400" imgH="7315200" progId="Equation.DSMT4">
                  <p:embed/>
                </p:oleObj>
              </mc:Choice>
              <mc:Fallback>
                <p:oleObj name="Equation" r:id="rId13" imgW="5486400" imgH="7315200" progId="Equation.DSMT4">
                  <p:embed/>
                  <p:pic>
                    <p:nvPicPr>
                      <p:cNvPr id="0" name="图片 317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01113" y="4044950"/>
                        <a:ext cx="2286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273550" y="2132013"/>
          <a:ext cx="58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Equation" r:id="rId15" imgW="14020800" imgH="21945600" progId="Equation.DSMT4">
                  <p:embed/>
                </p:oleObj>
              </mc:Choice>
              <mc:Fallback>
                <p:oleObj name="Equation" r:id="rId15" imgW="14020800" imgH="21945600" progId="Equation.DSMT4">
                  <p:embed/>
                  <p:pic>
                    <p:nvPicPr>
                      <p:cNvPr id="0" name="图片 317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73550" y="2132013"/>
                        <a:ext cx="584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951413" y="2132013"/>
          <a:ext cx="58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17" imgW="14020800" imgH="21945600" progId="Equation.DSMT4">
                  <p:embed/>
                </p:oleObj>
              </mc:Choice>
              <mc:Fallback>
                <p:oleObj name="Equation" r:id="rId17" imgW="14020800" imgH="21945600" progId="Equation.DSMT4">
                  <p:embed/>
                  <p:pic>
                    <p:nvPicPr>
                      <p:cNvPr id="0" name="图片 317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51413" y="2132013"/>
                        <a:ext cx="584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630863" y="2132013"/>
          <a:ext cx="45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4" name="Equation" r:id="rId19" imgW="10972800" imgH="21945600" progId="Equation.DSMT4">
                  <p:embed/>
                </p:oleObj>
              </mc:Choice>
              <mc:Fallback>
                <p:oleObj name="Equation" r:id="rId19" imgW="10972800" imgH="21945600" progId="Equation.DSMT4">
                  <p:embed/>
                  <p:pic>
                    <p:nvPicPr>
                      <p:cNvPr id="0" name="图片 317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30863" y="2132013"/>
                        <a:ext cx="4572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3750" y="4495800"/>
            <a:ext cx="7543800" cy="6746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0" hangingPunct="0"/>
            <a:r>
              <a:rPr kumimoji="1"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搞清复合函数结构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由外向内逐层求导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 txBox="1">
            <a:spLocks noChangeArrowheads="1"/>
          </p:cNvSpPr>
          <p:nvPr/>
        </p:nvSpPr>
        <p:spPr>
          <a:xfrm>
            <a:off x="2063750" y="603250"/>
            <a:ext cx="72390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推广：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此法则可推广到多个中间变量的情形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autoUpdateAnimBg="0"/>
      <p:bldP spid="8" grpId="0" bldLvl="0" animBg="1"/>
      <p:bldP spid="10" grpId="0" bldLvl="0" animBg="1"/>
      <p:bldP spid="12" grpId="0" bldLvl="0" animBg="1"/>
      <p:bldP spid="17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9576" y="188640"/>
            <a:ext cx="1972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81560" y="711860"/>
          <a:ext cx="18796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45110400" imgH="11582400" progId="Equation.DSMT4">
                  <p:embed/>
                </p:oleObj>
              </mc:Choice>
              <mc:Fallback>
                <p:oleObj name="Equation" r:id="rId1" imgW="45110400" imgH="115824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1560" y="711860"/>
                        <a:ext cx="1879600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51984" y="711860"/>
          <a:ext cx="2413000" cy="552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57912000" imgH="13411200" progId="Equation.DSMT4">
                  <p:embed/>
                </p:oleObj>
              </mc:Choice>
              <mc:Fallback>
                <p:oleObj name="Equation" r:id="rId3" imgW="57912000" imgH="134112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1984" y="711860"/>
                        <a:ext cx="2413000" cy="552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51584" y="1268760"/>
          <a:ext cx="1511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36271200" imgH="11887200" progId="Equation.DSMT4">
                  <p:embed/>
                </p:oleObj>
              </mc:Choice>
              <mc:Fallback>
                <p:oleObj name="Equation" r:id="rId5" imgW="36271200" imgH="118872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584" y="1268760"/>
                        <a:ext cx="15113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51984" y="1268760"/>
          <a:ext cx="2159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51816000" imgH="14020800" progId="Equation.DSMT4">
                  <p:embed/>
                </p:oleObj>
              </mc:Choice>
              <mc:Fallback>
                <p:oleObj name="Equation" r:id="rId7" imgW="51816000" imgH="140208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51984" y="1268760"/>
                        <a:ext cx="2159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156827" y="1772816"/>
            <a:ext cx="17926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63752" y="1772816"/>
            <a:ext cx="76136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35509" y="1840750"/>
          <a:ext cx="13081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31394400" imgH="9448800" progId="Equation.DSMT4">
                  <p:embed/>
                </p:oleObj>
              </mc:Choice>
              <mc:Fallback>
                <p:oleObj name="Equation" r:id="rId9" imgW="31394400" imgH="94488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5509" y="1840750"/>
                        <a:ext cx="13081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096000" y="1866150"/>
          <a:ext cx="100806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1" imgW="24384000" imgH="7924800" progId="Equation.DSMT4">
                  <p:embed/>
                </p:oleObj>
              </mc:Choice>
              <mc:Fallback>
                <p:oleObj name="Equation" r:id="rId11" imgW="24384000" imgH="79248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0" y="1866150"/>
                        <a:ext cx="100806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176120" y="177281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540902" y="2451835"/>
          <a:ext cx="19558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3" imgW="46939200" imgH="15849600" progId="Equation.DSMT4">
                  <p:embed/>
                </p:oleObj>
              </mc:Choice>
              <mc:Fallback>
                <p:oleObj name="Equation" r:id="rId13" imgW="46939200" imgH="15849600" progId="Equation.DSMT4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40902" y="2451835"/>
                        <a:ext cx="1955800" cy="654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156827" y="3140968"/>
            <a:ext cx="14370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看作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06354" y="3206988"/>
          <a:ext cx="99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5" imgW="23774400" imgH="10972800" progId="Equation.DSMT4">
                  <p:embed/>
                </p:oleObj>
              </mc:Choice>
              <mc:Fallback>
                <p:oleObj name="Equation" r:id="rId15" imgW="23774400" imgH="10972800" progId="Equation.DSMT4">
                  <p:embed/>
                  <p:pic>
                    <p:nvPicPr>
                      <p:cNvPr id="0" name="图片 327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06354" y="3206988"/>
                        <a:ext cx="990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727848" y="314096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273190" y="3240652"/>
          <a:ext cx="13652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7" imgW="32918400" imgH="7620000" progId="Equation.DSMT4">
                  <p:embed/>
                </p:oleObj>
              </mc:Choice>
              <mc:Fallback>
                <p:oleObj name="Equation" r:id="rId17" imgW="32918400" imgH="7620000" progId="Equation.DSMT4">
                  <p:embed/>
                  <p:pic>
                    <p:nvPicPr>
                      <p:cNvPr id="0" name="图片 327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73190" y="3240652"/>
                        <a:ext cx="13652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744072" y="3140968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的复合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115405" y="3664188"/>
          <a:ext cx="30194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19" imgW="72542400" imgH="20116800" progId="Equation.DSMT4">
                  <p:embed/>
                </p:oleObj>
              </mc:Choice>
              <mc:Fallback>
                <p:oleObj name="Equation" r:id="rId19" imgW="72542400" imgH="20116800" progId="Equation.DSMT4">
                  <p:embed/>
                  <p:pic>
                    <p:nvPicPr>
                      <p:cNvPr id="0" name="图片 327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15405" y="3664188"/>
                        <a:ext cx="30194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156827" y="4437112"/>
          <a:ext cx="2473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21" imgW="59436000" imgH="17983200" progId="Equation.DSMT4">
                  <p:embed/>
                </p:oleObj>
              </mc:Choice>
              <mc:Fallback>
                <p:oleObj name="Equation" r:id="rId21" imgW="59436000" imgH="17983200" progId="Equation.DSMT4">
                  <p:embed/>
                  <p:pic>
                    <p:nvPicPr>
                      <p:cNvPr id="0" name="图片 327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56827" y="4437112"/>
                        <a:ext cx="2473325" cy="742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156827" y="5179417"/>
          <a:ext cx="31273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23" imgW="74980800" imgH="21336000" progId="Equation.DSMT4">
                  <p:embed/>
                </p:oleObj>
              </mc:Choice>
              <mc:Fallback>
                <p:oleObj name="Equation" r:id="rId23" imgW="74980800" imgH="21336000" progId="Equation.DSMT4">
                  <p:embed/>
                  <p:pic>
                    <p:nvPicPr>
                      <p:cNvPr id="0" name="图片 327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56827" y="5179417"/>
                        <a:ext cx="3127375" cy="882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5727700" y="2438400"/>
          <a:ext cx="863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25" imgW="20726400" imgH="15849600" progId="Equation.DSMT4">
                  <p:embed/>
                </p:oleObj>
              </mc:Choice>
              <mc:Fallback>
                <p:oleObj name="Equation" r:id="rId25" imgW="20726400" imgH="15849600" progId="Equation.DSMT4">
                  <p:embed/>
                  <p:pic>
                    <p:nvPicPr>
                      <p:cNvPr id="0" name="图片 3278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27700" y="2438400"/>
                        <a:ext cx="863600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642100" y="2616200"/>
          <a:ext cx="1219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27" imgW="29260800" imgH="7620000" progId="Equation.DSMT4">
                  <p:embed/>
                </p:oleObj>
              </mc:Choice>
              <mc:Fallback>
                <p:oleObj name="Equation" r:id="rId27" imgW="29260800" imgH="7620000" progId="Equation.DSMT4">
                  <p:embed/>
                  <p:pic>
                    <p:nvPicPr>
                      <p:cNvPr id="0" name="图片 3278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642100" y="2616200"/>
                        <a:ext cx="1219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7947868" y="2607410"/>
          <a:ext cx="1460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name="Equation" r:id="rId29" imgW="35052000" imgH="8229600" progId="Equation.DSMT4">
                  <p:embed/>
                </p:oleObj>
              </mc:Choice>
              <mc:Fallback>
                <p:oleObj name="Equation" r:id="rId29" imgW="35052000" imgH="8229600" progId="Equation.DSMT4">
                  <p:embed/>
                  <p:pic>
                    <p:nvPicPr>
                      <p:cNvPr id="0" name="图片 327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947868" y="2607410"/>
                        <a:ext cx="14605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148674" y="3864213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4" name="Equation" r:id="rId31" imgW="9144000" imgH="10363200" progId="Equation.DSMT4">
                  <p:embed/>
                </p:oleObj>
              </mc:Choice>
              <mc:Fallback>
                <p:oleObj name="Equation" r:id="rId31" imgW="9144000" imgH="10363200" progId="Equation.DSMT4">
                  <p:embed/>
                  <p:pic>
                    <p:nvPicPr>
                      <p:cNvPr id="0" name="图片 3278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148674" y="3864213"/>
                        <a:ext cx="3810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6543518" y="3984863"/>
          <a:ext cx="228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5" name="Equation" r:id="rId33" imgW="5486400" imgH="4572000" progId="Equation.DSMT4">
                  <p:embed/>
                </p:oleObj>
              </mc:Choice>
              <mc:Fallback>
                <p:oleObj name="Equation" r:id="rId33" imgW="5486400" imgH="4572000" progId="Equation.DSMT4">
                  <p:embed/>
                  <p:pic>
                    <p:nvPicPr>
                      <p:cNvPr id="0" name="图片 3278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543518" y="3984863"/>
                        <a:ext cx="228600" cy="190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785963" y="3889613"/>
          <a:ext cx="116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Equation" r:id="rId35" imgW="28041600" imgH="9144000" progId="Equation.DSMT4">
                  <p:embed/>
                </p:oleObj>
              </mc:Choice>
              <mc:Fallback>
                <p:oleObj name="Equation" r:id="rId35" imgW="28041600" imgH="9144000" progId="Equation.DSMT4">
                  <p:embed/>
                  <p:pic>
                    <p:nvPicPr>
                      <p:cNvPr id="0" name="图片 32785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785963" y="3889613"/>
                        <a:ext cx="11684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7968208" y="3851513"/>
          <a:ext cx="218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7" name="Equation" r:id="rId37" imgW="52425600" imgH="10972800" progId="Equation.DSMT4">
                  <p:embed/>
                </p:oleObj>
              </mc:Choice>
              <mc:Fallback>
                <p:oleObj name="Equation" r:id="rId37" imgW="52425600" imgH="10972800" progId="Equation.DSMT4">
                  <p:embed/>
                  <p:pic>
                    <p:nvPicPr>
                      <p:cNvPr id="0" name="图片 3278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968208" y="3851513"/>
                        <a:ext cx="2184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4633528" y="4581128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8" name="Equation" r:id="rId39" imgW="20726400" imgH="10363200" progId="Equation.DSMT4">
                  <p:embed/>
                </p:oleObj>
              </mc:Choice>
              <mc:Fallback>
                <p:oleObj name="Equation" r:id="rId39" imgW="20726400" imgH="10363200" progId="Equation.DSMT4">
                  <p:embed/>
                  <p:pic>
                    <p:nvPicPr>
                      <p:cNvPr id="0" name="图片 32787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633528" y="4581128"/>
                        <a:ext cx="863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5663952" y="4581128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" name="Equation" r:id="rId41" imgW="33223200" imgH="10972800" progId="Equation.DSMT4">
                  <p:embed/>
                </p:oleObj>
              </mc:Choice>
              <mc:Fallback>
                <p:oleObj name="Equation" r:id="rId41" imgW="33223200" imgH="10972800" progId="Equation.DSMT4">
                  <p:embed/>
                  <p:pic>
                    <p:nvPicPr>
                      <p:cNvPr id="0" name="图片 32788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663952" y="4581128"/>
                        <a:ext cx="1384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7219812" y="4605387"/>
          <a:ext cx="100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0" name="Equation" r:id="rId43" imgW="24079200" imgH="9753600" progId="Equation.DSMT4">
                  <p:embed/>
                </p:oleObj>
              </mc:Choice>
              <mc:Fallback>
                <p:oleObj name="Equation" r:id="rId43" imgW="24079200" imgH="9753600" progId="Equation.DSMT4">
                  <p:embed/>
                  <p:pic>
                    <p:nvPicPr>
                      <p:cNvPr id="0" name="图片 32789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219812" y="4605387"/>
                        <a:ext cx="1003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5340836" y="5252442"/>
          <a:ext cx="1244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1" name="Equation" r:id="rId45" imgW="29870400" imgH="17678400" progId="Equation.DSMT4">
                  <p:embed/>
                </p:oleObj>
              </mc:Choice>
              <mc:Fallback>
                <p:oleObj name="Equation" r:id="rId45" imgW="29870400" imgH="17678400" progId="Equation.DSMT4">
                  <p:embed/>
                  <p:pic>
                    <p:nvPicPr>
                      <p:cNvPr id="0" name="图片 32790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340836" y="5252442"/>
                        <a:ext cx="1244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6642070" y="5157192"/>
          <a:ext cx="2133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2" name="Equation" r:id="rId47" imgW="51206400" imgH="22250400" progId="Equation.DSMT4">
                  <p:embed/>
                </p:oleObj>
              </mc:Choice>
              <mc:Fallback>
                <p:oleObj name="Equation" r:id="rId47" imgW="51206400" imgH="22250400" progId="Equation.DSMT4">
                  <p:embed/>
                  <p:pic>
                    <p:nvPicPr>
                      <p:cNvPr id="0" name="图片 32791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642070" y="5157192"/>
                        <a:ext cx="21336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8832304" y="5157192"/>
          <a:ext cx="1485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Equation" r:id="rId49" imgW="35661600" imgH="22250400" progId="Equation.DSMT4">
                  <p:embed/>
                </p:oleObj>
              </mc:Choice>
              <mc:Fallback>
                <p:oleObj name="Equation" r:id="rId49" imgW="35661600" imgH="22250400" progId="Equation.DSMT4">
                  <p:embed/>
                  <p:pic>
                    <p:nvPicPr>
                      <p:cNvPr id="0" name="图片 32792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8832304" y="5157192"/>
                        <a:ext cx="1485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20" grpId="0"/>
      <p:bldP spid="23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1200" y="527050"/>
            <a:ext cx="16002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262313" y="525463"/>
          <a:ext cx="2095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50292000" imgH="10972800" progId="Equation.DSMT4">
                  <p:embed/>
                </p:oleObj>
              </mc:Choice>
              <mc:Fallback>
                <p:oleObj name="Equation" r:id="rId1" imgW="50292000" imgH="109728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62313" y="525463"/>
                        <a:ext cx="2095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410200" y="53340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969000" y="374650"/>
          <a:ext cx="546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13106400" imgH="21945600" progId="Equation.DSMT4">
                  <p:embed/>
                </p:oleObj>
              </mc:Choice>
              <mc:Fallback>
                <p:oleObj name="Equation" r:id="rId3" imgW="13106400" imgH="219456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69000" y="374650"/>
                        <a:ext cx="5461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63750" y="1385888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62313" y="1252538"/>
          <a:ext cx="46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11277600" imgH="21945600" progId="Equation.DSMT4">
                  <p:embed/>
                </p:oleObj>
              </mc:Choice>
              <mc:Fallback>
                <p:oleObj name="Equation" r:id="rId5" imgW="11277600" imgH="219456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62313" y="1252538"/>
                        <a:ext cx="469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867150" y="1295400"/>
          <a:ext cx="1397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33528000" imgH="21640800" progId="Equation.DSMT4">
                  <p:embed/>
                </p:oleObj>
              </mc:Choice>
              <mc:Fallback>
                <p:oleObj name="Equation" r:id="rId7" imgW="33528000" imgH="216408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7150" y="1295400"/>
                        <a:ext cx="13970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435600" y="1466850"/>
          <a:ext cx="153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36880800" imgH="10972800" progId="Equation.DSMT4">
                  <p:embed/>
                </p:oleObj>
              </mc:Choice>
              <mc:Fallback>
                <p:oleObj name="Equation" r:id="rId9" imgW="36880800" imgH="109728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35600" y="1466850"/>
                        <a:ext cx="1536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124700" y="146685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9144000" imgH="9144000" progId="Equation.DSMT4">
                  <p:embed/>
                </p:oleObj>
              </mc:Choice>
              <mc:Fallback>
                <p:oleObj name="Equation" r:id="rId11" imgW="9144000" imgH="91440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24700" y="1466850"/>
                        <a:ext cx="3810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879850" y="2435225"/>
          <a:ext cx="1917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46024800" imgH="10972800" progId="Equation.DSMT4">
                  <p:embed/>
                </p:oleObj>
              </mc:Choice>
              <mc:Fallback>
                <p:oleObj name="Equation" r:id="rId13" imgW="46024800" imgH="109728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79850" y="2435225"/>
                        <a:ext cx="1917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063750" y="3001963"/>
            <a:ext cx="20431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533775" y="3092450"/>
          <a:ext cx="796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19202400" imgH="9753600" progId="Equation.DSMT4">
                  <p:embed/>
                </p:oleObj>
              </mc:Choice>
              <mc:Fallback>
                <p:oleObj name="Equation" r:id="rId15" imgW="19202400" imgH="97536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33775" y="3092450"/>
                        <a:ext cx="7969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343400" y="3001963"/>
            <a:ext cx="2971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534150" y="3016250"/>
          <a:ext cx="1866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7" imgW="44805600" imgH="10972800" progId="Equation.DSMT4">
                  <p:embed/>
                </p:oleObj>
              </mc:Choice>
              <mc:Fallback>
                <p:oleObj name="Equation" r:id="rId17" imgW="44805600" imgH="10972800" progId="Equation.DSMT4">
                  <p:embed/>
                  <p:pic>
                    <p:nvPicPr>
                      <p:cNvPr id="0" name="图片 338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34150" y="3016250"/>
                        <a:ext cx="1866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458200" y="3001963"/>
            <a:ext cx="17049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的导数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359696" y="3693134"/>
          <a:ext cx="577751" cy="1032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2" name="Equation" r:id="rId19" imgW="5791200" imgH="10363200" progId="Equation.DSMT4">
                  <p:embed/>
                </p:oleObj>
              </mc:Choice>
              <mc:Fallback>
                <p:oleObj name="Equation" r:id="rId19" imgW="5791200" imgH="10363200" progId="Equation.DSMT4">
                  <p:embed/>
                  <p:pic>
                    <p:nvPicPr>
                      <p:cNvPr id="0" name="图片 338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59696" y="3693134"/>
                        <a:ext cx="577751" cy="10320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006850" y="3905250"/>
          <a:ext cx="237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21" imgW="56997600" imgH="10972800" progId="Equation.DSMT4">
                  <p:embed/>
                </p:oleObj>
              </mc:Choice>
              <mc:Fallback>
                <p:oleObj name="Equation" r:id="rId21" imgW="56997600" imgH="10972800" progId="Equation.DSMT4">
                  <p:embed/>
                  <p:pic>
                    <p:nvPicPr>
                      <p:cNvPr id="0" name="图片 3380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06850" y="3905250"/>
                        <a:ext cx="2374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515100" y="3905250"/>
          <a:ext cx="175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23" imgW="42062400" imgH="10972800" progId="Equation.DSMT4">
                  <p:embed/>
                </p:oleObj>
              </mc:Choice>
              <mc:Fallback>
                <p:oleObj name="Equation" r:id="rId23" imgW="42062400" imgH="10972800" progId="Equation.DSMT4">
                  <p:embed/>
                  <p:pic>
                    <p:nvPicPr>
                      <p:cNvPr id="0" name="图片 3380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515100" y="3905250"/>
                        <a:ext cx="1752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5867400" y="4484688"/>
            <a:ext cx="381000" cy="5334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6464300" y="4762500"/>
          <a:ext cx="1993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25" imgW="47853600" imgH="15849600" progId="Equation.DSMT4">
                  <p:embed/>
                </p:oleObj>
              </mc:Choice>
              <mc:Fallback>
                <p:oleObj name="Equation" r:id="rId25" imgW="47853600" imgH="15849600" progId="Equation.DSMT4">
                  <p:embed/>
                  <p:pic>
                    <p:nvPicPr>
                      <p:cNvPr id="0" name="图片 3380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64300" y="4762500"/>
                        <a:ext cx="1993900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2"/>
          <p:cNvGrpSpPr/>
          <p:nvPr/>
        </p:nvGrpSpPr>
        <p:grpSpPr bwMode="auto">
          <a:xfrm>
            <a:off x="2133600" y="4473575"/>
            <a:ext cx="4419600" cy="927628"/>
            <a:chOff x="192" y="2016"/>
            <a:chExt cx="2784" cy="877"/>
          </a:xfrm>
        </p:grpSpPr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1488" y="2016"/>
              <a:ext cx="14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912" y="21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 flipV="1">
              <a:off x="912" y="2064"/>
              <a:ext cx="76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192" y="2400"/>
              <a:ext cx="2544" cy="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这两个记号含义不同</a:t>
              </a:r>
              <a:endPara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Line 27"/>
          <p:cNvSpPr>
            <a:spLocks noChangeShapeType="1"/>
          </p:cNvSpPr>
          <p:nvPr/>
        </p:nvSpPr>
        <p:spPr bwMode="auto">
          <a:xfrm flipV="1">
            <a:off x="4724400" y="4367213"/>
            <a:ext cx="152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8375650" y="4052888"/>
          <a:ext cx="615950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6" name="Equation" r:id="rId27" imgW="14935200" imgH="6705600" progId="Equation.DSMT4">
                  <p:embed/>
                </p:oleObj>
              </mc:Choice>
              <mc:Fallback>
                <p:oleObj name="Equation" r:id="rId27" imgW="14935200" imgH="6705600" progId="Equation.DSMT4">
                  <p:embed/>
                  <p:pic>
                    <p:nvPicPr>
                      <p:cNvPr id="0" name="图片 3380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75650" y="4052888"/>
                        <a:ext cx="615950" cy="277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2" grpId="0" autoUpdateAnimBg="0"/>
      <p:bldP spid="14" grpId="0" autoUpdateAnimBg="0"/>
      <p:bldP spid="16" grpId="0" autoUpdateAnimBg="0"/>
      <p:bldP spid="20" grpId="0" bldLvl="0" animBg="1"/>
      <p:bldP spid="27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-99392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练习2.1.2（2）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7967" y="545097"/>
            <a:ext cx="19723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求导数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24050" y="1082675"/>
          <a:ext cx="22034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52730400" imgH="11582400" progId="Equation.DSMT4">
                  <p:embed/>
                </p:oleObj>
              </mc:Choice>
              <mc:Fallback>
                <p:oleObj name="Equation" r:id="rId1" imgW="52730400" imgH="115824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4050" y="1082675"/>
                        <a:ext cx="220345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472238" y="1077913"/>
          <a:ext cx="22860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54864000" imgH="11887200" progId="Equation.DSMT4">
                  <p:embed/>
                </p:oleObj>
              </mc:Choice>
              <mc:Fallback>
                <p:oleObj name="Equation" r:id="rId3" imgW="54864000" imgH="11887200" progId="Equation.DSMT4">
                  <p:embed/>
                  <p:pic>
                    <p:nvPicPr>
                      <p:cNvPr id="0" name="图片 348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2238" y="1077913"/>
                        <a:ext cx="2286000" cy="500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24050" y="1860550"/>
          <a:ext cx="223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53340000" imgH="11887200" progId="Equation.DSMT4">
                  <p:embed/>
                </p:oleObj>
              </mc:Choice>
              <mc:Fallback>
                <p:oleObj name="Equation" r:id="rId5" imgW="53340000" imgH="11887200" progId="Equation.DSMT4">
                  <p:embed/>
                  <p:pic>
                    <p:nvPicPr>
                      <p:cNvPr id="0" name="图片 348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4050" y="1860550"/>
                        <a:ext cx="22352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72238" y="1960563"/>
          <a:ext cx="20002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7" imgW="47853600" imgH="11887200" progId="Equation.DSMT4">
                  <p:embed/>
                </p:oleObj>
              </mc:Choice>
              <mc:Fallback>
                <p:oleObj name="Equation" r:id="rId7" imgW="47853600" imgH="11887200" progId="Equation.DSMT4">
                  <p:embed/>
                  <p:pic>
                    <p:nvPicPr>
                      <p:cNvPr id="0" name="图片 348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2238" y="1960563"/>
                        <a:ext cx="200025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24050" y="2582863"/>
          <a:ext cx="2417762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9" imgW="58216800" imgH="14020800" progId="Equation.DSMT4">
                  <p:embed/>
                </p:oleObj>
              </mc:Choice>
              <mc:Fallback>
                <p:oleObj name="Equation" r:id="rId9" imgW="58216800" imgH="14020800" progId="Equation.DSMT4">
                  <p:embed/>
                  <p:pic>
                    <p:nvPicPr>
                      <p:cNvPr id="0" name="图片 348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24050" y="2582863"/>
                        <a:ext cx="2417762" cy="595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72238" y="2641600"/>
          <a:ext cx="26193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11" imgW="63093600" imgH="12801600" progId="Equation.DSMT4">
                  <p:embed/>
                </p:oleObj>
              </mc:Choice>
              <mc:Fallback>
                <p:oleObj name="Equation" r:id="rId11" imgW="63093600" imgH="12801600" progId="Equation.DSMT4">
                  <p:embed/>
                  <p:pic>
                    <p:nvPicPr>
                      <p:cNvPr id="0" name="图片 348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72238" y="2641600"/>
                        <a:ext cx="2619375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24050" y="3351213"/>
          <a:ext cx="29718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13" imgW="71323200" imgH="13411200" progId="Equation.DSMT4">
                  <p:embed/>
                </p:oleObj>
              </mc:Choice>
              <mc:Fallback>
                <p:oleObj name="Equation" r:id="rId13" imgW="71323200" imgH="13411200" progId="Equation.DSMT4">
                  <p:embed/>
                  <p:pic>
                    <p:nvPicPr>
                      <p:cNvPr id="0" name="图片 348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24050" y="3351213"/>
                        <a:ext cx="2971800" cy="563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484938" y="3181350"/>
          <a:ext cx="25844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15" imgW="62179200" imgH="19812000" progId="Equation.DSMT4">
                  <p:embed/>
                </p:oleObj>
              </mc:Choice>
              <mc:Fallback>
                <p:oleObj name="Equation" r:id="rId15" imgW="62179200" imgH="19812000" progId="Equation.DSMT4">
                  <p:embed/>
                  <p:pic>
                    <p:nvPicPr>
                      <p:cNvPr id="0" name="图片 348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84938" y="3181350"/>
                        <a:ext cx="258445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31504" y="3933056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47528" y="4540414"/>
          <a:ext cx="15446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17" imgW="36880800" imgH="11582400" progId="Equation.DSMT4">
                  <p:embed/>
                </p:oleObj>
              </mc:Choice>
              <mc:Fallback>
                <p:oleObj name="Equation" r:id="rId17" imgW="36880800" imgH="11582400" progId="Equation.DSMT4">
                  <p:embed/>
                  <p:pic>
                    <p:nvPicPr>
                      <p:cNvPr id="0" name="图片 348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47528" y="4540414"/>
                        <a:ext cx="1544637" cy="474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552387" y="4531683"/>
          <a:ext cx="25019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Equation" r:id="rId19" imgW="60350400" imgH="11887200" progId="Equation.DSMT4">
                  <p:embed/>
                </p:oleObj>
              </mc:Choice>
              <mc:Fallback>
                <p:oleObj name="Equation" r:id="rId19" imgW="60350400" imgH="11887200" progId="Equation.DSMT4">
                  <p:embed/>
                  <p:pic>
                    <p:nvPicPr>
                      <p:cNvPr id="0" name="图片 348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52387" y="4531683"/>
                        <a:ext cx="2501900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214509" y="4456276"/>
          <a:ext cx="22415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21" imgW="53644800" imgH="15544800" progId="Equation.DSMT4">
                  <p:embed/>
                </p:oleObj>
              </mc:Choice>
              <mc:Fallback>
                <p:oleObj name="Equation" r:id="rId21" imgW="53644800" imgH="15544800" progId="Equation.DSMT4">
                  <p:embed/>
                  <p:pic>
                    <p:nvPicPr>
                      <p:cNvPr id="0" name="图片 348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214509" y="4456276"/>
                        <a:ext cx="2241550" cy="642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616280" y="4531683"/>
          <a:ext cx="18208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23" imgW="43586400" imgH="11887200" progId="Equation.DSMT4">
                  <p:embed/>
                </p:oleObj>
              </mc:Choice>
              <mc:Fallback>
                <p:oleObj name="Equation" r:id="rId23" imgW="43586400" imgH="11887200" progId="Equation.DSMT4">
                  <p:embed/>
                  <p:pic>
                    <p:nvPicPr>
                      <p:cNvPr id="0" name="图片 348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616280" y="4531683"/>
                        <a:ext cx="1820863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847528" y="5103726"/>
          <a:ext cx="17541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Equation" r:id="rId25" imgW="42062400" imgH="23469600" progId="Equation.DSMT4">
                  <p:embed/>
                </p:oleObj>
              </mc:Choice>
              <mc:Fallback>
                <p:oleObj name="Equation" r:id="rId25" imgW="42062400" imgH="23469600" progId="Equation.DSMT4">
                  <p:embed/>
                  <p:pic>
                    <p:nvPicPr>
                      <p:cNvPr id="0" name="图片 348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47528" y="5103726"/>
                        <a:ext cx="1754188" cy="962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552387" y="5148969"/>
          <a:ext cx="21510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Equation" r:id="rId27" imgW="51511200" imgH="21336000" progId="Equation.DSMT4">
                  <p:embed/>
                </p:oleObj>
              </mc:Choice>
              <mc:Fallback>
                <p:oleObj name="Equation" r:id="rId27" imgW="51511200" imgH="21336000" progId="Equation.DSMT4">
                  <p:embed/>
                  <p:pic>
                    <p:nvPicPr>
                      <p:cNvPr id="0" name="图片 3482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52387" y="5148969"/>
                        <a:ext cx="2151063" cy="871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214509" y="5121188"/>
          <a:ext cx="1866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name="Equation" r:id="rId29" imgW="44805600" imgH="22250400" progId="Equation.DSMT4">
                  <p:embed/>
                </p:oleObj>
              </mc:Choice>
              <mc:Fallback>
                <p:oleObj name="Equation" r:id="rId29" imgW="44805600" imgH="22250400" progId="Equation.DSMT4">
                  <p:embed/>
                  <p:pic>
                    <p:nvPicPr>
                      <p:cNvPr id="0" name="图片 3483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214509" y="5121188"/>
                        <a:ext cx="18669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616280" y="5168020"/>
          <a:ext cx="137636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2" name="Equation" r:id="rId31" imgW="33223200" imgH="20116800" progId="Equation.DSMT4">
                  <p:embed/>
                </p:oleObj>
              </mc:Choice>
              <mc:Fallback>
                <p:oleObj name="Equation" r:id="rId31" imgW="33223200" imgH="20116800" progId="Equation.DSMT4">
                  <p:embed/>
                  <p:pic>
                    <p:nvPicPr>
                      <p:cNvPr id="0" name="图片 3483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616280" y="5168020"/>
                        <a:ext cx="1376363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544" y="188640"/>
            <a:ext cx="26892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09903" y="908720"/>
          <a:ext cx="2019301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48768000" imgH="11582400" progId="Equation.DSMT4">
                  <p:embed/>
                </p:oleObj>
              </mc:Choice>
              <mc:Fallback>
                <p:oleObj name="Equation" r:id="rId1" imgW="48768000" imgH="115824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9903" y="908720"/>
                        <a:ext cx="2019301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384032" y="836712"/>
          <a:ext cx="3603625" cy="73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8" name="Equation" r:id="rId3" imgW="86258400" imgH="17678400" progId="Equation.DSMT4">
                  <p:embed/>
                </p:oleObj>
              </mc:Choice>
              <mc:Fallback>
                <p:oleObj name="Equation" r:id="rId3" imgW="86258400" imgH="17678400" progId="Equation.DSMT4">
                  <p:embed/>
                  <p:pic>
                    <p:nvPicPr>
                      <p:cNvPr id="0" name="图片 361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4032" y="836712"/>
                        <a:ext cx="3603625" cy="730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23592" y="141277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35263" y="1930400"/>
          <a:ext cx="6697662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9" name="Equation" r:id="rId5" imgW="160934400" imgH="46329600" progId="Equation.DSMT4">
                  <p:embed/>
                </p:oleObj>
              </mc:Choice>
              <mc:Fallback>
                <p:oleObj name="Equation" r:id="rId5" imgW="160934400" imgH="46329600" progId="Equation.DSMT4">
                  <p:embed/>
                  <p:pic>
                    <p:nvPicPr>
                      <p:cNvPr id="0" name="图片 361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5263" y="1930400"/>
                        <a:ext cx="6697662" cy="1922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071664" y="141277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7608" y="3861048"/>
            <a:ext cx="80479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这个结果并不是“不连续函数的导数”，而是两个</a:t>
            </a:r>
            <a:endParaRPr lang="zh-CN" altLang="en-US" sz="2800" b="1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7528" y="4306684"/>
            <a:ext cx="8978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endParaRPr lang="zh-CN" altLang="en-US" sz="2800" b="1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34891" y="4293096"/>
          <a:ext cx="2785045" cy="540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0" name="Equation" r:id="rId7" imgW="65532000" imgH="9448800" progId="Equation.DSMT4">
                  <p:embed/>
                </p:oleObj>
              </mc:Choice>
              <mc:Fallback>
                <p:oleObj name="Equation" r:id="rId7" imgW="65532000" imgH="9448800" progId="Equation.DSMT4">
                  <p:embed/>
                  <p:pic>
                    <p:nvPicPr>
                      <p:cNvPr id="0" name="图片 361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4891" y="4293096"/>
                        <a:ext cx="2785045" cy="540632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519409" y="4317480"/>
            <a:ext cx="37579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的导数结果可以统一为</a:t>
            </a:r>
            <a:endParaRPr lang="zh-CN" altLang="en-US" sz="2800" b="1" dirty="0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9277642" y="4317226"/>
          <a:ext cx="1252756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1" name="Equation" r:id="rId9" imgW="23774400" imgH="20116800" progId="Equation.DSMT4">
                  <p:embed/>
                </p:oleObj>
              </mc:Choice>
              <mc:Fallback>
                <p:oleObj name="Equation" r:id="rId9" imgW="23774400" imgH="20116800" progId="Equation.DSMT4">
                  <p:embed/>
                  <p:pic>
                    <p:nvPicPr>
                      <p:cNvPr id="0" name="图片 361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77642" y="4317226"/>
                        <a:ext cx="1252756" cy="838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847528" y="4907488"/>
          <a:ext cx="26717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2" name="Equation" r:id="rId11" imgW="67665600" imgH="22250400" progId="Equation.DSMT4">
                  <p:embed/>
                </p:oleObj>
              </mc:Choice>
              <mc:Fallback>
                <p:oleObj name="Equation" r:id="rId11" imgW="67665600" imgH="22250400" progId="Equation.DSMT4">
                  <p:embed/>
                  <p:pic>
                    <p:nvPicPr>
                      <p:cNvPr id="0" name="图片 361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47528" y="4907488"/>
                        <a:ext cx="2671762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46413" y="5883275"/>
          <a:ext cx="15573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3" name="Equation" r:id="rId13" imgW="37185600" imgH="21945600" progId="Equation.DSMT4">
                  <p:embed/>
                </p:oleObj>
              </mc:Choice>
              <mc:Fallback>
                <p:oleObj name="Equation" r:id="rId13" imgW="37185600" imgH="21945600" progId="Equation.DSMT4">
                  <p:embed/>
                  <p:pic>
                    <p:nvPicPr>
                      <p:cNvPr id="0" name="图片 361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46413" y="5883275"/>
                        <a:ext cx="1557337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436086" y="3356992"/>
          <a:ext cx="41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4" name="Equation" r:id="rId15" imgW="10058400" imgH="5486400" progId="Equation.DSMT4">
                  <p:embed/>
                </p:oleObj>
              </mc:Choice>
              <mc:Fallback>
                <p:oleObj name="Equation" r:id="rId15" imgW="10058400" imgH="5486400" progId="Equation.DSMT4">
                  <p:embed/>
                  <p:pic>
                    <p:nvPicPr>
                      <p:cNvPr id="0" name="图片 361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36086" y="3356992"/>
                        <a:ext cx="4191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430984" y="2996952"/>
          <a:ext cx="381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5" name="Equation" r:id="rId17" imgW="9144000" imgH="7315200" progId="Equation.DSMT4">
                  <p:embed/>
                </p:oleObj>
              </mc:Choice>
              <mc:Fallback>
                <p:oleObj name="Equation" r:id="rId17" imgW="9144000" imgH="7315200" progId="Equation.DSMT4">
                  <p:embed/>
                  <p:pic>
                    <p:nvPicPr>
                      <p:cNvPr id="0" name="图片 361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30984" y="2996952"/>
                        <a:ext cx="3810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240016" y="2924944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6" name="Equation" r:id="rId19" imgW="6705600" imgH="20116800" progId="Equation.DSMT4">
                  <p:embed/>
                </p:oleObj>
              </mc:Choice>
              <mc:Fallback>
                <p:oleObj name="Equation" r:id="rId19" imgW="6705600" imgH="20116800" progId="Equation.DSMT4">
                  <p:embed/>
                  <p:pic>
                    <p:nvPicPr>
                      <p:cNvPr id="0" name="图片 361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40016" y="2924944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824192" y="2492896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7" name="Equation" r:id="rId21" imgW="6705600" imgH="20116800" progId="Equation.DSMT4">
                  <p:embed/>
                </p:oleObj>
              </mc:Choice>
              <mc:Fallback>
                <p:oleObj name="Equation" r:id="rId21" imgW="6705600" imgH="20116800" progId="Equation.DSMT4">
                  <p:embed/>
                  <p:pic>
                    <p:nvPicPr>
                      <p:cNvPr id="0" name="图片 3618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824192" y="2492896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608073" y="4797152"/>
          <a:ext cx="2019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8" name="Equation" r:id="rId23" imgW="48463200" imgH="21336000" progId="Equation.DSMT4">
                  <p:embed/>
                </p:oleObj>
              </mc:Choice>
              <mc:Fallback>
                <p:oleObj name="Equation" r:id="rId23" imgW="48463200" imgH="21336000" progId="Equation.DSMT4">
                  <p:embed/>
                  <p:pic>
                    <p:nvPicPr>
                      <p:cNvPr id="0" name="图片 361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608073" y="4797152"/>
                        <a:ext cx="2019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544272" y="4907488"/>
          <a:ext cx="2032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9" name="Equation" r:id="rId25" imgW="48768000" imgH="24993600" progId="Equation.DSMT4">
                  <p:embed/>
                </p:oleObj>
              </mc:Choice>
              <mc:Fallback>
                <p:oleObj name="Equation" r:id="rId25" imgW="48768000" imgH="24993600" progId="Equation.DSMT4">
                  <p:embed/>
                  <p:pic>
                    <p:nvPicPr>
                      <p:cNvPr id="0" name="图片 361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44272" y="4907488"/>
                        <a:ext cx="20320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627373" y="4915009"/>
          <a:ext cx="1905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0" name="Equation" r:id="rId27" imgW="45720000" imgH="22250400" progId="Equation.DSMT4">
                  <p:embed/>
                </p:oleObj>
              </mc:Choice>
              <mc:Fallback>
                <p:oleObj name="Equation" r:id="rId27" imgW="45720000" imgH="22250400" progId="Equation.DSMT4">
                  <p:embed/>
                  <p:pic>
                    <p:nvPicPr>
                      <p:cNvPr id="0" name="图片 361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627373" y="4915009"/>
                        <a:ext cx="19050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347845" y="6344898"/>
          <a:ext cx="1066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1" name="Equation" r:id="rId29" imgW="25603200" imgH="11887200" progId="Equation.DSMT4">
                  <p:embed/>
                </p:oleObj>
              </mc:Choice>
              <mc:Fallback>
                <p:oleObj name="Equation" r:id="rId29" imgW="25603200" imgH="11887200" progId="Equation.DSMT4">
                  <p:embed/>
                  <p:pic>
                    <p:nvPicPr>
                      <p:cNvPr id="0" name="图片 3619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347845" y="6344898"/>
                        <a:ext cx="10668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863752" y="5949280"/>
          <a:ext cx="139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2" name="Equation" r:id="rId31" imgW="3352800" imgH="7315200" progId="Equation.DSMT4">
                  <p:embed/>
                </p:oleObj>
              </mc:Choice>
              <mc:Fallback>
                <p:oleObj name="Equation" r:id="rId31" imgW="3352800" imgH="7315200" progId="Equation.DSMT4">
                  <p:embed/>
                  <p:pic>
                    <p:nvPicPr>
                      <p:cNvPr id="0" name="图片 36191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863752" y="5949280"/>
                        <a:ext cx="1397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 bldLvl="0" animBg="1"/>
      <p:bldP spid="13" grpId="0" bldLvl="0" animBg="1"/>
      <p:bldP spid="15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544" y="188640"/>
            <a:ext cx="64807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11.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用复合函数法则求对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的导数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54213" y="836613"/>
          <a:ext cx="14636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35356800" imgH="11887200" progId="Equation.DSMT4">
                  <p:embed/>
                </p:oleObj>
              </mc:Choice>
              <mc:Fallback>
                <p:oleObj name="Equation" r:id="rId1" imgW="35356800" imgH="118872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4213" y="836613"/>
                        <a:ext cx="146367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003675" y="808038"/>
          <a:ext cx="16271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89" name="Equation" r:id="rId3" imgW="39319200" imgH="13106400" progId="Equation.DSMT4">
                  <p:embed/>
                </p:oleObj>
              </mc:Choice>
              <mc:Fallback>
                <p:oleObj name="Equation" r:id="rId3" imgW="39319200" imgH="13106400" progId="Equation.DSMT4">
                  <p:embed/>
                  <p:pic>
                    <p:nvPicPr>
                      <p:cNvPr id="0" name="图片 3718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3675" y="808038"/>
                        <a:ext cx="1627188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218238" y="836613"/>
          <a:ext cx="1485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0" name="Equation" r:id="rId5" imgW="35661600" imgH="11887200" progId="Equation.DSMT4">
                  <p:embed/>
                </p:oleObj>
              </mc:Choice>
              <mc:Fallback>
                <p:oleObj name="Equation" r:id="rId5" imgW="35661600" imgH="11887200" progId="Equation.DSMT4">
                  <p:embed/>
                  <p:pic>
                    <p:nvPicPr>
                      <p:cNvPr id="0" name="图片 3718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18238" y="836613"/>
                        <a:ext cx="1485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283575" y="808038"/>
          <a:ext cx="1612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1" name="Equation" r:id="rId7" imgW="38709600" imgH="13106400" progId="Equation.DSMT4">
                  <p:embed/>
                </p:oleObj>
              </mc:Choice>
              <mc:Fallback>
                <p:oleObj name="Equation" r:id="rId7" imgW="38709600" imgH="13106400" progId="Equation.DSMT4">
                  <p:embed/>
                  <p:pic>
                    <p:nvPicPr>
                      <p:cNvPr id="0" name="图片 371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83575" y="808038"/>
                        <a:ext cx="1612900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79576" y="134076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91544" y="1863988"/>
          <a:ext cx="15081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2" name="Equation" r:id="rId9" imgW="36271200" imgH="17678400" progId="Equation.DSMT4">
                  <p:embed/>
                </p:oleObj>
              </mc:Choice>
              <mc:Fallback>
                <p:oleObj name="Equation" r:id="rId9" imgW="36271200" imgH="17678400" progId="Equation.DSMT4">
                  <p:embed/>
                  <p:pic>
                    <p:nvPicPr>
                      <p:cNvPr id="0" name="图片 3719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91544" y="1863988"/>
                        <a:ext cx="1508125" cy="731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991544" y="2780928"/>
          <a:ext cx="13700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3" name="Equation" r:id="rId11" imgW="32918400" imgH="20116800" progId="Equation.DSMT4">
                  <p:embed/>
                </p:oleObj>
              </mc:Choice>
              <mc:Fallback>
                <p:oleObj name="Equation" r:id="rId11" imgW="32918400" imgH="20116800" progId="Equation.DSMT4">
                  <p:embed/>
                  <p:pic>
                    <p:nvPicPr>
                      <p:cNvPr id="0" name="图片 3719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91544" y="2780928"/>
                        <a:ext cx="137001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991544" y="3789040"/>
          <a:ext cx="15224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4" name="Equation" r:id="rId13" imgW="36576000" imgH="17678400" progId="Equation.DSMT4">
                  <p:embed/>
                </p:oleObj>
              </mc:Choice>
              <mc:Fallback>
                <p:oleObj name="Equation" r:id="rId13" imgW="36576000" imgH="17678400" progId="Equation.DSMT4">
                  <p:embed/>
                  <p:pic>
                    <p:nvPicPr>
                      <p:cNvPr id="0" name="图片 3719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91544" y="3789040"/>
                        <a:ext cx="1522412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735997" y="4653136"/>
            <a:ext cx="41173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）的结果，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751241" y="5301208"/>
          <a:ext cx="22590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5" name="Equation" r:id="rId15" imgW="54254400" imgH="20116800" progId="Equation.DSMT4">
                  <p:embed/>
                </p:oleObj>
              </mc:Choice>
              <mc:Fallback>
                <p:oleObj name="Equation" r:id="rId15" imgW="54254400" imgH="20116800" progId="Equation.DSMT4">
                  <p:embed/>
                  <p:pic>
                    <p:nvPicPr>
                      <p:cNvPr id="0" name="图片 3719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51241" y="5301208"/>
                        <a:ext cx="225901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350000" y="5501233"/>
          <a:ext cx="723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6" name="Equation" r:id="rId17" imgW="17373600" imgH="10363200" progId="Equation.DSMT4">
                  <p:embed/>
                </p:oleObj>
              </mc:Choice>
              <mc:Fallback>
                <p:oleObj name="Equation" r:id="rId17" imgW="17373600" imgH="10363200" progId="Equation.DSMT4">
                  <p:embed/>
                  <p:pic>
                    <p:nvPicPr>
                      <p:cNvPr id="0" name="图片 3719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50000" y="5501233"/>
                        <a:ext cx="723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575720" y="1863988"/>
          <a:ext cx="102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7" name="Equation" r:id="rId19" imgW="24688800" imgH="17678400" progId="Equation.DSMT4">
                  <p:embed/>
                </p:oleObj>
              </mc:Choice>
              <mc:Fallback>
                <p:oleObj name="Equation" r:id="rId19" imgW="24688800" imgH="17678400" progId="Equation.DSMT4">
                  <p:embed/>
                  <p:pic>
                    <p:nvPicPr>
                      <p:cNvPr id="0" name="图片 3719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75720" y="1863988"/>
                        <a:ext cx="1028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660900" y="1828070"/>
          <a:ext cx="1435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8" name="Equation" r:id="rId21" imgW="34442400" imgH="20116800" progId="Equation.DSMT4">
                  <p:embed/>
                </p:oleObj>
              </mc:Choice>
              <mc:Fallback>
                <p:oleObj name="Equation" r:id="rId21" imgW="34442400" imgH="20116800" progId="Equation.DSMT4">
                  <p:embed/>
                  <p:pic>
                    <p:nvPicPr>
                      <p:cNvPr id="0" name="图片 3719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60900" y="1828070"/>
                        <a:ext cx="1435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051550" y="1976438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9" name="Equation" r:id="rId23" imgW="27736800" imgH="9753600" progId="Equation.DSMT4">
                  <p:embed/>
                </p:oleObj>
              </mc:Choice>
              <mc:Fallback>
                <p:oleObj name="Equation" r:id="rId23" imgW="27736800" imgH="9753600" progId="Equation.DSMT4">
                  <p:embed/>
                  <p:pic>
                    <p:nvPicPr>
                      <p:cNvPr id="0" name="图片 3719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51550" y="1976438"/>
                        <a:ext cx="1155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575720" y="2828553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0" name="Equation" r:id="rId25" imgW="53035200" imgH="17678400" progId="Equation.DSMT4">
                  <p:embed/>
                </p:oleObj>
              </mc:Choice>
              <mc:Fallback>
                <p:oleObj name="Equation" r:id="rId25" imgW="53035200" imgH="17678400" progId="Equation.DSMT4">
                  <p:embed/>
                  <p:pic>
                    <p:nvPicPr>
                      <p:cNvPr id="0" name="图片 3719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575720" y="2828553"/>
                        <a:ext cx="2209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770563" y="2924175"/>
          <a:ext cx="2451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1" name="Equation" r:id="rId27" imgW="58826400" imgH="13106400" progId="Equation.DSMT4">
                  <p:embed/>
                </p:oleObj>
              </mc:Choice>
              <mc:Fallback>
                <p:oleObj name="Equation" r:id="rId27" imgW="58826400" imgH="13106400" progId="Equation.DSMT4">
                  <p:embed/>
                  <p:pic>
                    <p:nvPicPr>
                      <p:cNvPr id="0" name="图片 3720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770563" y="2924175"/>
                        <a:ext cx="24511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647728" y="3789040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2" name="Equation" r:id="rId29" imgW="31089600" imgH="17678400" progId="Equation.DSMT4">
                  <p:embed/>
                </p:oleObj>
              </mc:Choice>
              <mc:Fallback>
                <p:oleObj name="Equation" r:id="rId29" imgW="31089600" imgH="17678400" progId="Equation.DSMT4">
                  <p:embed/>
                  <p:pic>
                    <p:nvPicPr>
                      <p:cNvPr id="0" name="图片 3720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647728" y="3789040"/>
                        <a:ext cx="12954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015880" y="3861048"/>
          <a:ext cx="2057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3" name="Equation" r:id="rId31" imgW="49377600" imgH="15240000" progId="Equation.DSMT4">
                  <p:embed/>
                </p:oleObj>
              </mc:Choice>
              <mc:Fallback>
                <p:oleObj name="Equation" r:id="rId31" imgW="49377600" imgH="15240000" progId="Equation.DSMT4">
                  <p:embed/>
                  <p:pic>
                    <p:nvPicPr>
                      <p:cNvPr id="0" name="图片 3720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015880" y="3861048"/>
                        <a:ext cx="20574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7053263" y="3933825"/>
          <a:ext cx="1714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4" name="Equation" r:id="rId33" imgW="41148000" imgH="11887200" progId="Equation.DSMT4">
                  <p:embed/>
                </p:oleObj>
              </mc:Choice>
              <mc:Fallback>
                <p:oleObj name="Equation" r:id="rId33" imgW="41148000" imgH="11887200" progId="Equation.DSMT4">
                  <p:embed/>
                  <p:pic>
                    <p:nvPicPr>
                      <p:cNvPr id="0" name="图片 3720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053263" y="3933825"/>
                        <a:ext cx="17145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007768" y="5348833"/>
          <a:ext cx="227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5" name="Equation" r:id="rId35" imgW="54559200" imgH="17678400" progId="Equation.DSMT4">
                  <p:embed/>
                </p:oleObj>
              </mc:Choice>
              <mc:Fallback>
                <p:oleObj name="Equation" r:id="rId35" imgW="54559200" imgH="17678400" progId="Equation.DSMT4">
                  <p:embed/>
                  <p:pic>
                    <p:nvPicPr>
                      <p:cNvPr id="0" name="图片 3720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007768" y="5348833"/>
                        <a:ext cx="2273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032104" y="5445224"/>
          <a:ext cx="3403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6" name="Equation" r:id="rId37" imgW="81686400" imgH="14020800" progId="Equation.DSMT4">
                  <p:embed/>
                </p:oleObj>
              </mc:Choice>
              <mc:Fallback>
                <p:oleObj name="Equation" r:id="rId37" imgW="81686400" imgH="14020800" progId="Equation.DSMT4">
                  <p:embed/>
                  <p:pic>
                    <p:nvPicPr>
                      <p:cNvPr id="0" name="图片 37205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032104" y="5445224"/>
                        <a:ext cx="3403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544" y="404664"/>
            <a:ext cx="24482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设函数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79776" y="158274"/>
          <a:ext cx="3746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89916000" imgH="24384000" progId="Equation.DSMT4">
                  <p:embed/>
                </p:oleObj>
              </mc:Choice>
              <mc:Fallback>
                <p:oleObj name="Equation" r:id="rId1" imgW="89916000" imgH="243840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9776" y="158274"/>
                        <a:ext cx="37465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8208" y="40466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491566" y="527833"/>
          <a:ext cx="8715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5" name="Equation" r:id="rId3" imgW="20726400" imgH="9753600" progId="Equation.DSMT4">
                  <p:embed/>
                </p:oleObj>
              </mc:Choice>
              <mc:Fallback>
                <p:oleObj name="Equation" r:id="rId3" imgW="20726400" imgH="9753600" progId="Equation.DSMT4">
                  <p:embed/>
                  <p:pic>
                    <p:nvPicPr>
                      <p:cNvPr id="0" name="图片 382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91566" y="527833"/>
                        <a:ext cx="8715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07568" y="126876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13584" y="1268760"/>
            <a:ext cx="723088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必须先确定分段函数在节点处的连续性，</a:t>
            </a:r>
            <a:r>
              <a:rPr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</a:t>
            </a:r>
            <a:endParaRPr lang="zh-CN" altLang="en-US" sz="2800" b="1" dirty="0" smtClean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7528" y="1700808"/>
            <a:ext cx="51879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用定义讨论在此点处的可导性．</a:t>
            </a:r>
            <a:endParaRPr lang="zh-CN" altLang="en-US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85749" y="2277343"/>
            <a:ext cx="44170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易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知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处连续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207568" y="2852936"/>
          <a:ext cx="4348163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6" name="Equation" r:id="rId5" imgW="104241600" imgH="20116800" progId="Equation.DSMT4">
                  <p:embed/>
                </p:oleObj>
              </mc:Choice>
              <mc:Fallback>
                <p:oleObj name="Equation" r:id="rId5" imgW="104241600" imgH="20116800" progId="Equation.DSMT4">
                  <p:embed/>
                  <p:pic>
                    <p:nvPicPr>
                      <p:cNvPr id="0" name="图片 382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7568" y="2852936"/>
                        <a:ext cx="4348163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207568" y="3770716"/>
          <a:ext cx="66992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7" name="Equation" r:id="rId7" imgW="160934400" imgH="20116800" progId="Equation.DSMT4">
                  <p:embed/>
                </p:oleObj>
              </mc:Choice>
              <mc:Fallback>
                <p:oleObj name="Equation" r:id="rId7" imgW="160934400" imgH="20116800" progId="Equation.DSMT4">
                  <p:embed/>
                  <p:pic>
                    <p:nvPicPr>
                      <p:cNvPr id="0" name="图片 382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7568" y="3770716"/>
                        <a:ext cx="669925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991319" y="464728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263700" y="5445224"/>
          <a:ext cx="793751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8" name="Equation" r:id="rId9" imgW="18897600" imgH="9753600" progId="Equation.DSMT4">
                  <p:embed/>
                </p:oleObj>
              </mc:Choice>
              <mc:Fallback>
                <p:oleObj name="Equation" r:id="rId9" imgW="18897600" imgH="9753600" progId="Equation.DSMT4">
                  <p:embed/>
                  <p:pic>
                    <p:nvPicPr>
                      <p:cNvPr id="0" name="图片 382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63700" y="5445224"/>
                        <a:ext cx="793751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101975" y="4868863"/>
          <a:ext cx="2725738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9" name="Equation" r:id="rId11" imgW="65227200" imgH="37185600" progId="Equation.DSMT4">
                  <p:embed/>
                </p:oleObj>
              </mc:Choice>
              <mc:Fallback>
                <p:oleObj name="Equation" r:id="rId11" imgW="65227200" imgH="37185600" progId="Equation.DSMT4">
                  <p:embed/>
                  <p:pic>
                    <p:nvPicPr>
                      <p:cNvPr id="0" name="图片 382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1975" y="4868863"/>
                        <a:ext cx="2725738" cy="154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935760" y="4789003"/>
          <a:ext cx="22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0" name="Equation" r:id="rId13" imgW="5486400" imgH="8839200" progId="Equation.DSMT4">
                  <p:embed/>
                </p:oleObj>
              </mc:Choice>
              <mc:Fallback>
                <p:oleObj name="Equation" r:id="rId13" imgW="5486400" imgH="8839200" progId="Equation.DSMT4">
                  <p:embed/>
                  <p:pic>
                    <p:nvPicPr>
                      <p:cNvPr id="0" name="图片 382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35760" y="4789003"/>
                        <a:ext cx="2286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47728" y="5445224"/>
          <a:ext cx="1168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1" name="Equation" r:id="rId15" imgW="28041600" imgH="10058400" progId="Equation.DSMT4">
                  <p:embed/>
                </p:oleObj>
              </mc:Choice>
              <mc:Fallback>
                <p:oleObj name="Equation" r:id="rId15" imgW="28041600" imgH="10058400" progId="Equation.DSMT4">
                  <p:embed/>
                  <p:pic>
                    <p:nvPicPr>
                      <p:cNvPr id="0" name="图片 382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7728" y="5445224"/>
                        <a:ext cx="11684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764001" y="5877272"/>
          <a:ext cx="96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2" name="Equation" r:id="rId17" imgW="23164800" imgH="20116800" progId="Equation.DSMT4">
                  <p:embed/>
                </p:oleObj>
              </mc:Choice>
              <mc:Fallback>
                <p:oleObj name="Equation" r:id="rId17" imgW="23164800" imgH="20116800" progId="Equation.DSMT4">
                  <p:embed/>
                  <p:pic>
                    <p:nvPicPr>
                      <p:cNvPr id="0" name="图片 382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64001" y="5877272"/>
                        <a:ext cx="965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472238" y="2924175"/>
          <a:ext cx="1003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3" name="Equation" r:id="rId19" imgW="24079200" imgH="20116800" progId="Equation.DSMT4">
                  <p:embed/>
                </p:oleObj>
              </mc:Choice>
              <mc:Fallback>
                <p:oleObj name="Equation" r:id="rId19" imgW="24079200" imgH="20116800" progId="Equation.DSMT4">
                  <p:embed/>
                  <p:pic>
                    <p:nvPicPr>
                      <p:cNvPr id="0" name="图片 3822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472238" y="2924175"/>
                        <a:ext cx="1003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460208" y="3140968"/>
          <a:ext cx="508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4" name="Equation" r:id="rId21" imgW="12192000" imgH="7924800" progId="Equation.DSMT4">
                  <p:embed/>
                </p:oleObj>
              </mc:Choice>
              <mc:Fallback>
                <p:oleObj name="Equation" r:id="rId21" imgW="12192000" imgH="7924800" progId="Equation.DSMT4">
                  <p:embed/>
                  <p:pic>
                    <p:nvPicPr>
                      <p:cNvPr id="0" name="图片 3822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60208" y="3140968"/>
                        <a:ext cx="5080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7081653" y="2996952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5" name="Equation" r:id="rId23" imgW="4876800" imgH="7620000" progId="Equation.DSMT4">
                  <p:embed/>
                </p:oleObj>
              </mc:Choice>
              <mc:Fallback>
                <p:oleObj name="Equation" r:id="rId23" imgW="4876800" imgH="7620000" progId="Equation.DSMT4">
                  <p:embed/>
                  <p:pic>
                    <p:nvPicPr>
                      <p:cNvPr id="0" name="图片 3822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81653" y="2996952"/>
                        <a:ext cx="203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602594" y="3717032"/>
          <a:ext cx="1320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6" name="Equation" r:id="rId25" imgW="31699200" imgH="10972800" progId="Equation.DSMT4">
                  <p:embed/>
                </p:oleObj>
              </mc:Choice>
              <mc:Fallback>
                <p:oleObj name="Equation" r:id="rId25" imgW="31699200" imgH="10972800" progId="Equation.DSMT4">
                  <p:embed/>
                  <p:pic>
                    <p:nvPicPr>
                      <p:cNvPr id="0" name="图片 3822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02594" y="3717032"/>
                        <a:ext cx="1320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8183917" y="3789040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7" name="Equation" r:id="rId27" imgW="4876800" imgH="7620000" progId="Equation.DSMT4">
                  <p:embed/>
                </p:oleObj>
              </mc:Choice>
              <mc:Fallback>
                <p:oleObj name="Equation" r:id="rId27" imgW="4876800" imgH="7620000" progId="Equation.DSMT4">
                  <p:embed/>
                  <p:pic>
                    <p:nvPicPr>
                      <p:cNvPr id="0" name="图片 3822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183917" y="3789040"/>
                        <a:ext cx="203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921895" y="4005064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8" name="Equation" r:id="rId29" imgW="4876800" imgH="7620000" progId="Equation.DSMT4">
                  <p:embed/>
                </p:oleObj>
              </mc:Choice>
              <mc:Fallback>
                <p:oleObj name="Equation" r:id="rId29" imgW="4876800" imgH="7620000" progId="Equation.DSMT4">
                  <p:embed/>
                  <p:pic>
                    <p:nvPicPr>
                      <p:cNvPr id="0" name="图片 38227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21895" y="4005064"/>
                        <a:ext cx="203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209927" y="3933056"/>
          <a:ext cx="115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9" name="Equation" r:id="rId31" imgW="27736800" imgH="10363200" progId="Equation.DSMT4">
                  <p:embed/>
                </p:oleObj>
              </mc:Choice>
              <mc:Fallback>
                <p:oleObj name="Equation" r:id="rId31" imgW="27736800" imgH="10363200" progId="Equation.DSMT4">
                  <p:embed/>
                  <p:pic>
                    <p:nvPicPr>
                      <p:cNvPr id="0" name="图片 3822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9209927" y="3933056"/>
                        <a:ext cx="1155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6621077" y="306896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0" name="Equation" r:id="rId33" imgW="5181600" imgH="5486400" progId="Equation.DSMT4">
                  <p:embed/>
                </p:oleObj>
              </mc:Choice>
              <mc:Fallback>
                <p:oleObj name="Equation" r:id="rId33" imgW="5181600" imgH="5486400" progId="Equation.DSMT4">
                  <p:embed/>
                  <p:pic>
                    <p:nvPicPr>
                      <p:cNvPr id="0" name="图片 38229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6621077" y="3068960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5015880" y="5445224"/>
          <a:ext cx="825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1" name="Equation" r:id="rId35" imgW="19812000" imgH="8839200" progId="Equation.DSMT4">
                  <p:embed/>
                </p:oleObj>
              </mc:Choice>
              <mc:Fallback>
                <p:oleObj name="Equation" r:id="rId35" imgW="19812000" imgH="8839200" progId="Equation.DSMT4">
                  <p:embed/>
                  <p:pic>
                    <p:nvPicPr>
                      <p:cNvPr id="0" name="图片 38230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015880" y="5445224"/>
                        <a:ext cx="8255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762103" y="334841"/>
            <a:ext cx="816085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基本求导法则与导数公式回顾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39598" y="829506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小结一下法则和公式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>
          <a:xfrm>
            <a:off x="1704096" y="1313566"/>
            <a:ext cx="5976079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基本求导法则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/>
        </p:nvGraphicFramePr>
        <p:xfrm>
          <a:off x="2301121" y="2524679"/>
          <a:ext cx="1307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31394400" imgH="9753600" progId="Equation.DSMT4">
                  <p:embed/>
                </p:oleObj>
              </mc:Choice>
              <mc:Fallback>
                <p:oleObj name="Equation" r:id="rId1" imgW="31394400" imgH="97536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1121" y="2524679"/>
                        <a:ext cx="1307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3627615" y="2508335"/>
          <a:ext cx="863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6" name="Equation" r:id="rId3" imgW="20726400" imgH="9753600" progId="Equation.DSMT4">
                  <p:embed/>
                </p:oleObj>
              </mc:Choice>
              <mc:Fallback>
                <p:oleObj name="Equation" r:id="rId3" imgW="20726400" imgH="9753600" progId="Equation.DSMT4">
                  <p:embed/>
                  <p:pic>
                    <p:nvPicPr>
                      <p:cNvPr id="0" name="图片 392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7615" y="2508335"/>
                        <a:ext cx="863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"/>
          <p:cNvGraphicFramePr>
            <a:graphicFrameLocks noChangeAspect="1"/>
          </p:cNvGraphicFramePr>
          <p:nvPr/>
        </p:nvGraphicFramePr>
        <p:xfrm>
          <a:off x="5735960" y="2435134"/>
          <a:ext cx="10666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7" name="Equation" r:id="rId5" imgW="25603200" imgH="9753600" progId="Equation.DSMT4">
                  <p:embed/>
                </p:oleObj>
              </mc:Choice>
              <mc:Fallback>
                <p:oleObj name="Equation" r:id="rId5" imgW="25603200" imgH="9753600" progId="Equation.DSMT4">
                  <p:embed/>
                  <p:pic>
                    <p:nvPicPr>
                      <p:cNvPr id="0" name="图片 392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5960" y="2435134"/>
                        <a:ext cx="10666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6"/>
          <p:cNvGraphicFramePr>
            <a:graphicFrameLocks noChangeAspect="1"/>
          </p:cNvGraphicFramePr>
          <p:nvPr/>
        </p:nvGraphicFramePr>
        <p:xfrm>
          <a:off x="6888088" y="2451819"/>
          <a:ext cx="545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8" name="Equation" r:id="rId7" imgW="13106400" imgH="9753600" progId="Equation.DSMT4">
                  <p:embed/>
                </p:oleObj>
              </mc:Choice>
              <mc:Fallback>
                <p:oleObj name="Equation" r:id="rId7" imgW="13106400" imgH="9753600" progId="Equation.DSMT4">
                  <p:embed/>
                  <p:pic>
                    <p:nvPicPr>
                      <p:cNvPr id="0" name="图片 392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88088" y="2451819"/>
                        <a:ext cx="5457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7"/>
          <p:cNvGraphicFramePr>
            <a:graphicFrameLocks noChangeAspect="1"/>
          </p:cNvGraphicFramePr>
          <p:nvPr/>
        </p:nvGraphicFramePr>
        <p:xfrm>
          <a:off x="2351584" y="3140968"/>
          <a:ext cx="977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49" name="Equation" r:id="rId9" imgW="23469600" imgH="9753600" progId="Equation.DSMT4">
                  <p:embed/>
                </p:oleObj>
              </mc:Choice>
              <mc:Fallback>
                <p:oleObj name="Equation" r:id="rId9" imgW="23469600" imgH="9753600" progId="Equation.DSMT4">
                  <p:embed/>
                  <p:pic>
                    <p:nvPicPr>
                      <p:cNvPr id="0" name="图片 392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1584" y="3140968"/>
                        <a:ext cx="9777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"/>
          <p:cNvGraphicFramePr>
            <a:graphicFrameLocks noChangeAspect="1"/>
          </p:cNvGraphicFramePr>
          <p:nvPr/>
        </p:nvGraphicFramePr>
        <p:xfrm>
          <a:off x="3359696" y="3140968"/>
          <a:ext cx="118080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0" name="Equation" r:id="rId11" imgW="28346400" imgH="9753600" progId="Equation.DSMT4">
                  <p:embed/>
                </p:oleObj>
              </mc:Choice>
              <mc:Fallback>
                <p:oleObj name="Equation" r:id="rId11" imgW="28346400" imgH="9753600" progId="Equation.DSMT4">
                  <p:embed/>
                  <p:pic>
                    <p:nvPicPr>
                      <p:cNvPr id="0" name="图片 392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59696" y="3140968"/>
                        <a:ext cx="118080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9"/>
          <p:cNvGraphicFramePr>
            <a:graphicFrameLocks noChangeAspect="1"/>
          </p:cNvGraphicFramePr>
          <p:nvPr/>
        </p:nvGraphicFramePr>
        <p:xfrm>
          <a:off x="5735960" y="2852936"/>
          <a:ext cx="11300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1" name="Equation" r:id="rId13" imgW="27127200" imgH="20116800" progId="Equation.DSMT4">
                  <p:embed/>
                </p:oleObj>
              </mc:Choice>
              <mc:Fallback>
                <p:oleObj name="Equation" r:id="rId13" imgW="27127200" imgH="20116800" progId="Equation.DSMT4">
                  <p:embed/>
                  <p:pic>
                    <p:nvPicPr>
                      <p:cNvPr id="0" name="图片 392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35960" y="2852936"/>
                        <a:ext cx="11300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"/>
          <p:cNvGraphicFramePr>
            <a:graphicFrameLocks noChangeAspect="1"/>
          </p:cNvGraphicFramePr>
          <p:nvPr/>
        </p:nvGraphicFramePr>
        <p:xfrm>
          <a:off x="7064395" y="2852936"/>
          <a:ext cx="12315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2" name="Equation" r:id="rId15" imgW="29565600" imgH="20116800" progId="Equation.DSMT4">
                  <p:embed/>
                </p:oleObj>
              </mc:Choice>
              <mc:Fallback>
                <p:oleObj name="Equation" r:id="rId15" imgW="29565600" imgH="20116800" progId="Equation.DSMT4">
                  <p:embed/>
                  <p:pic>
                    <p:nvPicPr>
                      <p:cNvPr id="0" name="图片 392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4395" y="2852936"/>
                        <a:ext cx="123156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7865882" y="2451819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为常数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8544272" y="3000249"/>
          <a:ext cx="9903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3" name="Equation" r:id="rId17" imgW="23774400" imgH="9448800" progId="Equation.DSMT4">
                  <p:embed/>
                </p:oleObj>
              </mc:Choice>
              <mc:Fallback>
                <p:oleObj name="Equation" r:id="rId17" imgW="23774400" imgH="9448800" progId="Equation.DSMT4">
                  <p:embed/>
                  <p:pic>
                    <p:nvPicPr>
                      <p:cNvPr id="0" name="图片 392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44272" y="3000249"/>
                        <a:ext cx="9903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2039675" y="5169988"/>
            <a:ext cx="46810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复合函数求导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法则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9" name="Object 14"/>
          <p:cNvGraphicFramePr>
            <a:graphicFrameLocks noChangeAspect="1"/>
          </p:cNvGraphicFramePr>
          <p:nvPr/>
        </p:nvGraphicFramePr>
        <p:xfrm>
          <a:off x="6365767" y="5234223"/>
          <a:ext cx="26287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4" name="Equation" r:id="rId19" imgW="63093600" imgH="9448800" progId="Equation.DSMT4">
                  <p:embed/>
                </p:oleObj>
              </mc:Choice>
              <mc:Fallback>
                <p:oleObj name="Equation" r:id="rId19" imgW="63093600" imgH="9448800" progId="Equation.DSMT4">
                  <p:embed/>
                  <p:pic>
                    <p:nvPicPr>
                      <p:cNvPr id="0" name="图片 392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65767" y="5234223"/>
                        <a:ext cx="26287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5"/>
          <p:cNvGraphicFramePr>
            <a:graphicFrameLocks noChangeAspect="1"/>
          </p:cNvGraphicFramePr>
          <p:nvPr/>
        </p:nvGraphicFramePr>
        <p:xfrm>
          <a:off x="3143658" y="5603875"/>
          <a:ext cx="7524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5" name="Equation" r:id="rId21" imgW="17983200" imgH="21945600" progId="Equation.DSMT4">
                  <p:embed/>
                </p:oleObj>
              </mc:Choice>
              <mc:Fallback>
                <p:oleObj name="Equation" r:id="rId21" imgW="17983200" imgH="21945600" progId="Equation.DSMT4">
                  <p:embed/>
                  <p:pic>
                    <p:nvPicPr>
                      <p:cNvPr id="0" name="图片 392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43658" y="5603875"/>
                        <a:ext cx="752475" cy="917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6"/>
          <p:cNvGraphicFramePr>
            <a:graphicFrameLocks noChangeAspect="1"/>
          </p:cNvGraphicFramePr>
          <p:nvPr/>
        </p:nvGraphicFramePr>
        <p:xfrm>
          <a:off x="5254853" y="5805264"/>
          <a:ext cx="19810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6" name="Equation" r:id="rId23" imgW="47548800" imgH="9753600" progId="Equation.DSMT4">
                  <p:embed/>
                </p:oleObj>
              </mc:Choice>
              <mc:Fallback>
                <p:oleObj name="Equation" r:id="rId23" imgW="47548800" imgH="9753600" progId="Equation.DSMT4">
                  <p:embed/>
                  <p:pic>
                    <p:nvPicPr>
                      <p:cNvPr id="0" name="图片 392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254853" y="5805264"/>
                        <a:ext cx="19810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7"/>
          <p:cNvGraphicFramePr>
            <a:graphicFrameLocks noChangeAspect="1"/>
          </p:cNvGraphicFramePr>
          <p:nvPr/>
        </p:nvGraphicFramePr>
        <p:xfrm>
          <a:off x="4016783" y="5608638"/>
          <a:ext cx="4699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7" name="Equation" r:id="rId25" imgW="11277600" imgH="21945600" progId="Equation.DSMT4">
                  <p:embed/>
                </p:oleObj>
              </mc:Choice>
              <mc:Fallback>
                <p:oleObj name="Equation" r:id="rId25" imgW="11277600" imgH="21945600" progId="Equation.DSMT4">
                  <p:embed/>
                  <p:pic>
                    <p:nvPicPr>
                      <p:cNvPr id="0" name="图片 392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16783" y="5608638"/>
                        <a:ext cx="469900" cy="912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8"/>
          <p:cNvGraphicFramePr>
            <a:graphicFrameLocks noChangeAspect="1"/>
          </p:cNvGraphicFramePr>
          <p:nvPr/>
        </p:nvGraphicFramePr>
        <p:xfrm>
          <a:off x="4600983" y="5610225"/>
          <a:ext cx="5445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8" name="Equation" r:id="rId27" imgW="13106400" imgH="21945600" progId="Equation.DSMT4">
                  <p:embed/>
                </p:oleObj>
              </mc:Choice>
              <mc:Fallback>
                <p:oleObj name="Equation" r:id="rId27" imgW="13106400" imgH="21945600" progId="Equation.DSMT4">
                  <p:embed/>
                  <p:pic>
                    <p:nvPicPr>
                      <p:cNvPr id="0" name="图片 3925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600983" y="5610225"/>
                        <a:ext cx="544513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2"/>
          <p:cNvSpPr txBox="1">
            <a:spLocks noChangeArrowheads="1"/>
          </p:cNvSpPr>
          <p:nvPr/>
        </p:nvSpPr>
        <p:spPr>
          <a:xfrm>
            <a:off x="1889803" y="1820771"/>
            <a:ext cx="5976079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）四则运算的求导法则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Rectangle 2"/>
          <p:cNvSpPr txBox="1">
            <a:spLocks noChangeArrowheads="1"/>
          </p:cNvSpPr>
          <p:nvPr/>
        </p:nvSpPr>
        <p:spPr>
          <a:xfrm>
            <a:off x="1902203" y="3743067"/>
            <a:ext cx="4094873" cy="6143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）反函数求导法则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6240016" y="3830212"/>
          <a:ext cx="12446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9" name="Equation" r:id="rId29" imgW="29870400" imgH="32308800" progId="Equation.DSMT4">
                  <p:embed/>
                </p:oleObj>
              </mc:Choice>
              <mc:Fallback>
                <p:oleObj name="Equation" r:id="rId29" imgW="29870400" imgH="32308800" progId="Equation.DSMT4">
                  <p:embed/>
                  <p:pic>
                    <p:nvPicPr>
                      <p:cNvPr id="0" name="图片 3925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240016" y="3830212"/>
                        <a:ext cx="12446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8" grpId="0" autoUpdateAnimBg="0"/>
      <p:bldP spid="56" grpId="0"/>
      <p:bldP spid="5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072378" y="188640"/>
            <a:ext cx="58674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基本初等函数的导数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2587625" y="914400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21336000" imgH="9753600" progId="Equation.DSMT4">
                  <p:embed/>
                </p:oleObj>
              </mc:Choice>
              <mc:Fallback>
                <p:oleObj name="Equation" r:id="rId1" imgW="21336000" imgH="97536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7625" y="914400"/>
                        <a:ext cx="889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3589338" y="927100"/>
          <a:ext cx="21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3" name="Equation" r:id="rId3" imgW="5181600" imgH="9448800" progId="Equation.DSMT4">
                  <p:embed/>
                </p:oleObj>
              </mc:Choice>
              <mc:Fallback>
                <p:oleObj name="Equation" r:id="rId3" imgW="5181600" imgH="9448800" progId="Equation.DSMT4">
                  <p:embed/>
                  <p:pic>
                    <p:nvPicPr>
                      <p:cNvPr id="0" name="图片 404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89338" y="927100"/>
                        <a:ext cx="215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334125" y="844550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4" name="Equation" r:id="rId5" imgW="24079200" imgH="10972800" progId="Equation.DSMT4">
                  <p:embed/>
                </p:oleObj>
              </mc:Choice>
              <mc:Fallback>
                <p:oleObj name="Equation" r:id="rId5" imgW="24079200" imgH="10972800" progId="Equation.DSMT4">
                  <p:embed/>
                  <p:pic>
                    <p:nvPicPr>
                      <p:cNvPr id="0" name="图片 4048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34125" y="844550"/>
                        <a:ext cx="100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7513638" y="819150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5" name="Equation" r:id="rId7" imgW="21031200" imgH="10972800" progId="Equation.DSMT4">
                  <p:embed/>
                </p:oleObj>
              </mc:Choice>
              <mc:Fallback>
                <p:oleObj name="Equation" r:id="rId7" imgW="21031200" imgH="10972800" progId="Equation.DSMT4">
                  <p:embed/>
                  <p:pic>
                    <p:nvPicPr>
                      <p:cNvPr id="0" name="图片 4048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13638" y="819150"/>
                        <a:ext cx="876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2600325" y="1447800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6" name="Equation" r:id="rId9" imgW="30784800" imgH="9753600" progId="Equation.DSMT4">
                  <p:embed/>
                </p:oleObj>
              </mc:Choice>
              <mc:Fallback>
                <p:oleObj name="Equation" r:id="rId9" imgW="30784800" imgH="9753600" progId="Equation.DSMT4">
                  <p:embed/>
                  <p:pic>
                    <p:nvPicPr>
                      <p:cNvPr id="0" name="图片 4048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00325" y="1447800"/>
                        <a:ext cx="1282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3983038" y="1482725"/>
          <a:ext cx="736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7" name="Equation" r:id="rId11" imgW="17678400" imgH="7620000" progId="Equation.DSMT4">
                  <p:embed/>
                </p:oleObj>
              </mc:Choice>
              <mc:Fallback>
                <p:oleObj name="Equation" r:id="rId11" imgW="17678400" imgH="7620000" progId="Equation.DSMT4">
                  <p:embed/>
                  <p:pic>
                    <p:nvPicPr>
                      <p:cNvPr id="0" name="图片 404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83038" y="1482725"/>
                        <a:ext cx="736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6315075" y="1447800"/>
          <a:ext cx="1333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8" name="Equation" r:id="rId13" imgW="32004000" imgH="9753600" progId="Equation.DSMT4">
                  <p:embed/>
                </p:oleObj>
              </mc:Choice>
              <mc:Fallback>
                <p:oleObj name="Equation" r:id="rId13" imgW="32004000" imgH="9753600" progId="Equation.DSMT4">
                  <p:embed/>
                  <p:pic>
                    <p:nvPicPr>
                      <p:cNvPr id="0" name="图片 4048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15075" y="1447800"/>
                        <a:ext cx="1333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7735888" y="1455738"/>
          <a:ext cx="914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89" name="Equation" r:id="rId15" imgW="21945600" imgH="7620000" progId="Equation.DSMT4">
                  <p:embed/>
                </p:oleObj>
              </mc:Choice>
              <mc:Fallback>
                <p:oleObj name="Equation" r:id="rId15" imgW="21945600" imgH="7620000" progId="Equation.DSMT4">
                  <p:embed/>
                  <p:pic>
                    <p:nvPicPr>
                      <p:cNvPr id="0" name="图片 4048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5888" y="1455738"/>
                        <a:ext cx="914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2600325" y="1981200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0" name="Equation" r:id="rId17" imgW="31089600" imgH="9753600" progId="Equation.DSMT4">
                  <p:embed/>
                </p:oleObj>
              </mc:Choice>
              <mc:Fallback>
                <p:oleObj name="Equation" r:id="rId17" imgW="31089600" imgH="9753600" progId="Equation.DSMT4">
                  <p:embed/>
                  <p:pic>
                    <p:nvPicPr>
                      <p:cNvPr id="0" name="图片 404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00325" y="1981200"/>
                        <a:ext cx="1295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078288" y="1870075"/>
          <a:ext cx="850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1" name="Equation" r:id="rId19" imgW="20421600" imgH="10972800" progId="Equation.DSMT4">
                  <p:embed/>
                </p:oleObj>
              </mc:Choice>
              <mc:Fallback>
                <p:oleObj name="Equation" r:id="rId19" imgW="20421600" imgH="10972800" progId="Equation.DSMT4">
                  <p:embed/>
                  <p:pic>
                    <p:nvPicPr>
                      <p:cNvPr id="0" name="图片 404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78288" y="1870075"/>
                        <a:ext cx="850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6321425" y="1981200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2" name="Equation" r:id="rId21" imgW="31089600" imgH="9753600" progId="Equation.DSMT4">
                  <p:embed/>
                </p:oleObj>
              </mc:Choice>
              <mc:Fallback>
                <p:oleObj name="Equation" r:id="rId21" imgW="31089600" imgH="9753600" progId="Equation.DSMT4">
                  <p:embed/>
                  <p:pic>
                    <p:nvPicPr>
                      <p:cNvPr id="0" name="图片 404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21425" y="1981200"/>
                        <a:ext cx="1295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7824192" y="1904928"/>
          <a:ext cx="1118319" cy="45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3" name="Equation" r:id="rId23" imgW="12192000" imgH="4876800" progId="Equation.DSMT4">
                  <p:embed/>
                </p:oleObj>
              </mc:Choice>
              <mc:Fallback>
                <p:oleObj name="Equation" r:id="rId23" imgW="12192000" imgH="4876800" progId="Equation.DSMT4">
                  <p:embed/>
                  <p:pic>
                    <p:nvPicPr>
                      <p:cNvPr id="0" name="图片 4049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824192" y="1904928"/>
                        <a:ext cx="1118319" cy="455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2600325" y="2514600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4" name="Equation" r:id="rId25" imgW="31394400" imgH="9753600" progId="Equation.DSMT4">
                  <p:embed/>
                </p:oleObj>
              </mc:Choice>
              <mc:Fallback>
                <p:oleObj name="Equation" r:id="rId25" imgW="31394400" imgH="9753600" progId="Equation.DSMT4">
                  <p:embed/>
                  <p:pic>
                    <p:nvPicPr>
                      <p:cNvPr id="0" name="图片 4049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00325" y="2514600"/>
                        <a:ext cx="1308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/>
        </p:nvGraphicFramePr>
        <p:xfrm>
          <a:off x="4122738" y="2482850"/>
          <a:ext cx="1422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5" name="Equation" r:id="rId27" imgW="34137600" imgH="8839200" progId="Equation.DSMT4">
                  <p:embed/>
                </p:oleObj>
              </mc:Choice>
              <mc:Fallback>
                <p:oleObj name="Equation" r:id="rId27" imgW="34137600" imgH="8839200" progId="Equation.DSMT4">
                  <p:embed/>
                  <p:pic>
                    <p:nvPicPr>
                      <p:cNvPr id="0" name="图片 4049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22738" y="2482850"/>
                        <a:ext cx="14224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8"/>
          <p:cNvGraphicFramePr>
            <a:graphicFrameLocks noChangeAspect="1"/>
          </p:cNvGraphicFramePr>
          <p:nvPr/>
        </p:nvGraphicFramePr>
        <p:xfrm>
          <a:off x="6321425" y="2476500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6" name="Equation" r:id="rId29" imgW="31394400" imgH="9753600" progId="Equation.DSMT4">
                  <p:embed/>
                </p:oleObj>
              </mc:Choice>
              <mc:Fallback>
                <p:oleObj name="Equation" r:id="rId29" imgW="31394400" imgH="9753600" progId="Equation.DSMT4">
                  <p:embed/>
                  <p:pic>
                    <p:nvPicPr>
                      <p:cNvPr id="0" name="图片 4049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21425" y="2476500"/>
                        <a:ext cx="1308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/>
          <p:cNvGraphicFramePr>
            <a:graphicFrameLocks noChangeAspect="1"/>
          </p:cNvGraphicFramePr>
          <p:nvPr/>
        </p:nvGraphicFramePr>
        <p:xfrm>
          <a:off x="7802563" y="2441575"/>
          <a:ext cx="17303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7" name="Equation" r:id="rId31" imgW="17983200" imgH="3962400" progId="Equation.DSMT4">
                  <p:embed/>
                </p:oleObj>
              </mc:Choice>
              <mc:Fallback>
                <p:oleObj name="Equation" r:id="rId31" imgW="17983200" imgH="3962400" progId="Equation.DSMT4">
                  <p:embed/>
                  <p:pic>
                    <p:nvPicPr>
                      <p:cNvPr id="0" name="图片 4049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02563" y="2441575"/>
                        <a:ext cx="1730375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2613025" y="2978150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8" name="Equation" r:id="rId33" imgW="23469600" imgH="10972800" progId="Equation.DSMT4">
                  <p:embed/>
                </p:oleObj>
              </mc:Choice>
              <mc:Fallback>
                <p:oleObj name="Equation" r:id="rId33" imgW="23469600" imgH="10972800" progId="Equation.DSMT4">
                  <p:embed/>
                  <p:pic>
                    <p:nvPicPr>
                      <p:cNvPr id="0" name="图片 40497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13025" y="2978150"/>
                        <a:ext cx="977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3690938" y="2932113"/>
          <a:ext cx="92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99" name="Equation" r:id="rId35" imgW="22250400" imgH="10972800" progId="Equation.DSMT4">
                  <p:embed/>
                </p:oleObj>
              </mc:Choice>
              <mc:Fallback>
                <p:oleObj name="Equation" r:id="rId35" imgW="22250400" imgH="10972800" progId="Equation.DSMT4">
                  <p:embed/>
                  <p:pic>
                    <p:nvPicPr>
                      <p:cNvPr id="0" name="图片 40498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690938" y="2932113"/>
                        <a:ext cx="9271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6334125" y="2978150"/>
          <a:ext cx="939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0" name="Equation" r:id="rId37" imgW="22555200" imgH="10972800" progId="Equation.DSMT4">
                  <p:embed/>
                </p:oleObj>
              </mc:Choice>
              <mc:Fallback>
                <p:oleObj name="Equation" r:id="rId37" imgW="22555200" imgH="10972800" progId="Equation.DSMT4">
                  <p:embed/>
                  <p:pic>
                    <p:nvPicPr>
                      <p:cNvPr id="0" name="图片 4049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334125" y="2978150"/>
                        <a:ext cx="939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3"/>
          <p:cNvGraphicFramePr>
            <a:graphicFrameLocks noChangeAspect="1"/>
          </p:cNvGraphicFramePr>
          <p:nvPr/>
        </p:nvGraphicFramePr>
        <p:xfrm>
          <a:off x="7412038" y="297815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1" name="Equation" r:id="rId39" imgW="7620000" imgH="9144000" progId="Equation.DSMT4">
                  <p:embed/>
                </p:oleObj>
              </mc:Choice>
              <mc:Fallback>
                <p:oleObj name="Equation" r:id="rId39" imgW="7620000" imgH="9144000" progId="Equation.DSMT4">
                  <p:embed/>
                  <p:pic>
                    <p:nvPicPr>
                      <p:cNvPr id="0" name="图片 40500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7412038" y="2978150"/>
                        <a:ext cx="3175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4"/>
          <p:cNvGraphicFramePr>
            <a:graphicFrameLocks noChangeAspect="1"/>
          </p:cNvGraphicFramePr>
          <p:nvPr/>
        </p:nvGraphicFramePr>
        <p:xfrm>
          <a:off x="2619375" y="3643313"/>
          <a:ext cx="1458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2" name="Equation" r:id="rId41" imgW="35052000" imgH="10363200" progId="Equation.DSMT4">
                  <p:embed/>
                </p:oleObj>
              </mc:Choice>
              <mc:Fallback>
                <p:oleObj name="Equation" r:id="rId41" imgW="35052000" imgH="10363200" progId="Equation.DSMT4">
                  <p:embed/>
                  <p:pic>
                    <p:nvPicPr>
                      <p:cNvPr id="0" name="图片 40501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619375" y="3643313"/>
                        <a:ext cx="14589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4198938" y="3463925"/>
          <a:ext cx="7413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3" name="Equation" r:id="rId43" imgW="19812000" imgH="20116800" progId="Equation.DSMT4">
                  <p:embed/>
                </p:oleObj>
              </mc:Choice>
              <mc:Fallback>
                <p:oleObj name="Equation" r:id="rId43" imgW="19812000" imgH="20116800" progId="Equation.DSMT4">
                  <p:embed/>
                  <p:pic>
                    <p:nvPicPr>
                      <p:cNvPr id="0" name="图片 40502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198938" y="3463925"/>
                        <a:ext cx="741362" cy="752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6315075" y="3657600"/>
          <a:ext cx="1143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4" name="Equation" r:id="rId45" imgW="27432000" imgH="9753600" progId="Equation.DSMT4">
                  <p:embed/>
                </p:oleObj>
              </mc:Choice>
              <mc:Fallback>
                <p:oleObj name="Equation" r:id="rId45" imgW="27432000" imgH="9753600" progId="Equation.DSMT4">
                  <p:embed/>
                  <p:pic>
                    <p:nvPicPr>
                      <p:cNvPr id="0" name="图片 40503"/>
                      <p:cNvPicPr>
                        <a:picLocks noChangeAspect="1"/>
                      </p:cNvPicPr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6315075" y="3657600"/>
                        <a:ext cx="1143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7612063" y="3462338"/>
          <a:ext cx="2619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5" name="Equation" r:id="rId47" imgW="7010400" imgH="20116800" progId="Equation.DSMT4">
                  <p:embed/>
                </p:oleObj>
              </mc:Choice>
              <mc:Fallback>
                <p:oleObj name="Equation" r:id="rId47" imgW="7010400" imgH="20116800" progId="Equation.DSMT4">
                  <p:embed/>
                  <p:pic>
                    <p:nvPicPr>
                      <p:cNvPr id="0" name="图片 40504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7612063" y="3462338"/>
                        <a:ext cx="261937" cy="752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8"/>
          <p:cNvGraphicFramePr>
            <a:graphicFrameLocks noChangeAspect="1"/>
          </p:cNvGraphicFramePr>
          <p:nvPr/>
        </p:nvGraphicFramePr>
        <p:xfrm>
          <a:off x="2606675" y="4419600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6" name="Equation" r:id="rId49" imgW="41148000" imgH="9753600" progId="Equation.DSMT4">
                  <p:embed/>
                </p:oleObj>
              </mc:Choice>
              <mc:Fallback>
                <p:oleObj name="Equation" r:id="rId49" imgW="41148000" imgH="9753600" progId="Equation.DSMT4">
                  <p:embed/>
                  <p:pic>
                    <p:nvPicPr>
                      <p:cNvPr id="0" name="图片 40505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606675" y="4419600"/>
                        <a:ext cx="1714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9"/>
          <p:cNvGraphicFramePr>
            <a:graphicFrameLocks noChangeAspect="1"/>
          </p:cNvGraphicFramePr>
          <p:nvPr/>
        </p:nvGraphicFramePr>
        <p:xfrm>
          <a:off x="4406900" y="4222750"/>
          <a:ext cx="10175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7" name="Equation" r:id="rId51" imgW="27127200" imgH="22250400" progId="Equation.DSMT4">
                  <p:embed/>
                </p:oleObj>
              </mc:Choice>
              <mc:Fallback>
                <p:oleObj name="Equation" r:id="rId51" imgW="27127200" imgH="22250400" progId="Equation.DSMT4">
                  <p:embed/>
                  <p:pic>
                    <p:nvPicPr>
                      <p:cNvPr id="0" name="图片 40506"/>
                      <p:cNvPicPr>
                        <a:picLocks noChangeAspect="1"/>
                      </p:cNvPicPr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4406900" y="4222750"/>
                        <a:ext cx="1017588" cy="833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0"/>
          <p:cNvGraphicFramePr>
            <a:graphicFrameLocks noChangeAspect="1"/>
          </p:cNvGraphicFramePr>
          <p:nvPr/>
        </p:nvGraphicFramePr>
        <p:xfrm>
          <a:off x="6327775" y="4419600"/>
          <a:ext cx="175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8" name="Equation" r:id="rId53" imgW="42062400" imgH="9753600" progId="Equation.DSMT4">
                  <p:embed/>
                </p:oleObj>
              </mc:Choice>
              <mc:Fallback>
                <p:oleObj name="Equation" r:id="rId53" imgW="42062400" imgH="9753600" progId="Equation.DSMT4">
                  <p:embed/>
                  <p:pic>
                    <p:nvPicPr>
                      <p:cNvPr id="0" name="图片 40507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327775" y="4419600"/>
                        <a:ext cx="1752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1"/>
          <p:cNvGraphicFramePr>
            <a:graphicFrameLocks noChangeAspect="1"/>
          </p:cNvGraphicFramePr>
          <p:nvPr/>
        </p:nvGraphicFramePr>
        <p:xfrm>
          <a:off x="8265196" y="4216709"/>
          <a:ext cx="1195584" cy="849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09" name="Equation" r:id="rId55" imgW="14630400" imgH="10363200" progId="Equation.DSMT4">
                  <p:embed/>
                </p:oleObj>
              </mc:Choice>
              <mc:Fallback>
                <p:oleObj name="Equation" r:id="rId55" imgW="14630400" imgH="10363200" progId="Equation.DSMT4">
                  <p:embed/>
                  <p:pic>
                    <p:nvPicPr>
                      <p:cNvPr id="0" name="图片 40508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8265196" y="4216709"/>
                        <a:ext cx="1195584" cy="84992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2"/>
          <p:cNvGraphicFramePr>
            <a:graphicFrameLocks noChangeAspect="1"/>
          </p:cNvGraphicFramePr>
          <p:nvPr/>
        </p:nvGraphicFramePr>
        <p:xfrm>
          <a:off x="2606675" y="5334000"/>
          <a:ext cx="172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0" name="Equation" r:id="rId57" imgW="41452800" imgH="9753600" progId="Equation.DSMT4">
                  <p:embed/>
                </p:oleObj>
              </mc:Choice>
              <mc:Fallback>
                <p:oleObj name="Equation" r:id="rId57" imgW="41452800" imgH="9753600" progId="Equation.DSMT4">
                  <p:embed/>
                  <p:pic>
                    <p:nvPicPr>
                      <p:cNvPr id="0" name="图片 40509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606675" y="5334000"/>
                        <a:ext cx="1727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3"/>
          <p:cNvGraphicFramePr>
            <a:graphicFrameLocks noChangeAspect="1"/>
          </p:cNvGraphicFramePr>
          <p:nvPr/>
        </p:nvGraphicFramePr>
        <p:xfrm>
          <a:off x="4476750" y="5153025"/>
          <a:ext cx="7778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1" name="Equation" r:id="rId59" imgW="20726400" imgH="20116800" progId="Equation.DSMT4">
                  <p:embed/>
                </p:oleObj>
              </mc:Choice>
              <mc:Fallback>
                <p:oleObj name="Equation" r:id="rId59" imgW="20726400" imgH="20116800" progId="Equation.DSMT4">
                  <p:embed/>
                  <p:pic>
                    <p:nvPicPr>
                      <p:cNvPr id="0" name="图片 40510"/>
                      <p:cNvPicPr>
                        <a:picLocks noChangeAspect="1"/>
                      </p:cNvPicPr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476750" y="5153025"/>
                        <a:ext cx="777875" cy="755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4"/>
          <p:cNvGraphicFramePr>
            <a:graphicFrameLocks noChangeAspect="1"/>
          </p:cNvGraphicFramePr>
          <p:nvPr/>
        </p:nvGraphicFramePr>
        <p:xfrm>
          <a:off x="6327775" y="5334000"/>
          <a:ext cx="1765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2" name="Equation" r:id="rId61" imgW="42367200" imgH="9753600" progId="Equation.DSMT4">
                  <p:embed/>
                </p:oleObj>
              </mc:Choice>
              <mc:Fallback>
                <p:oleObj name="Equation" r:id="rId61" imgW="42367200" imgH="9753600" progId="Equation.DSMT4">
                  <p:embed/>
                  <p:pic>
                    <p:nvPicPr>
                      <p:cNvPr id="0" name="图片 40511"/>
                      <p:cNvPicPr>
                        <a:picLocks noChangeAspect="1"/>
                      </p:cNvPicPr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6327775" y="5334000"/>
                        <a:ext cx="1765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5"/>
          <p:cNvGraphicFramePr>
            <a:graphicFrameLocks noChangeAspect="1"/>
          </p:cNvGraphicFramePr>
          <p:nvPr/>
        </p:nvGraphicFramePr>
        <p:xfrm>
          <a:off x="8184232" y="5168491"/>
          <a:ext cx="992253" cy="780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3" name="Equation" r:id="rId63" imgW="12192000" imgH="9448800" progId="Equation.DSMT4">
                  <p:embed/>
                </p:oleObj>
              </mc:Choice>
              <mc:Fallback>
                <p:oleObj name="Equation" r:id="rId63" imgW="12192000" imgH="9448800" progId="Equation.DSMT4">
                  <p:embed/>
                  <p:pic>
                    <p:nvPicPr>
                      <p:cNvPr id="0" name="图片 40512"/>
                      <p:cNvPicPr>
                        <a:picLocks noChangeAspect="1"/>
                      </p:cNvPicPr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8184232" y="5168491"/>
                        <a:ext cx="992253" cy="7807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47222" y="609600"/>
            <a:ext cx="1143000" cy="5397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937250" y="533400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57400" y="19192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990222" y="304076"/>
          <a:ext cx="29080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69799200" imgH="23469600" progId="Equation.DSMT4">
                  <p:embed/>
                </p:oleObj>
              </mc:Choice>
              <mc:Fallback>
                <p:oleObj name="Equation" r:id="rId1" imgW="69799200" imgH="234696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90222" y="304076"/>
                        <a:ext cx="29080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456040" y="624048"/>
          <a:ext cx="368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8" name="Equation" r:id="rId3" imgW="8839200" imgH="9753600" progId="Equation.DSMT4">
                  <p:embed/>
                </p:oleObj>
              </mc:Choice>
              <mc:Fallback>
                <p:oleObj name="Equation" r:id="rId3" imgW="8839200" imgH="9753600" progId="Equation.DSMT4">
                  <p:embed/>
                  <p:pic>
                    <p:nvPicPr>
                      <p:cNvPr id="0" name="图片 41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040" y="624048"/>
                        <a:ext cx="368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431704" y="1702594"/>
          <a:ext cx="2667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9" name="Equation" r:id="rId5" imgW="64008000" imgH="22860000" progId="Equation.DSMT4">
                  <p:embed/>
                </p:oleObj>
              </mc:Choice>
              <mc:Fallback>
                <p:oleObj name="Equation" r:id="rId5" imgW="64008000" imgH="22860000" progId="Equation.DSMT4">
                  <p:embed/>
                  <p:pic>
                    <p:nvPicPr>
                      <p:cNvPr id="0" name="图片 41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31704" y="1702594"/>
                        <a:ext cx="26670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096000" y="1892640"/>
          <a:ext cx="185400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0" name="Equation" r:id="rId7" imgW="44500800" imgH="13106400" progId="Equation.DSMT4">
                  <p:embed/>
                </p:oleObj>
              </mc:Choice>
              <mc:Fallback>
                <p:oleObj name="Equation" r:id="rId7" imgW="44500800" imgH="13106400" progId="Equation.DSMT4">
                  <p:embed/>
                  <p:pic>
                    <p:nvPicPr>
                      <p:cNvPr id="0" name="图片 41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1892640"/>
                        <a:ext cx="185400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20078" y="2996952"/>
          <a:ext cx="7743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1" name="Equation" r:id="rId9" imgW="18592800" imgH="9753600" progId="Equation.DSMT4">
                  <p:embed/>
                </p:oleObj>
              </mc:Choice>
              <mc:Fallback>
                <p:oleObj name="Equation" r:id="rId9" imgW="18592800" imgH="9753600" progId="Equation.DSMT4">
                  <p:embed/>
                  <p:pic>
                    <p:nvPicPr>
                      <p:cNvPr id="0" name="图片 41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20078" y="2996952"/>
                        <a:ext cx="77436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007768" y="2780928"/>
          <a:ext cx="154908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2" name="Equation" r:id="rId11" imgW="37185600" imgH="22250400" progId="Equation.DSMT4">
                  <p:embed/>
                </p:oleObj>
              </mc:Choice>
              <mc:Fallback>
                <p:oleObj name="Equation" r:id="rId11" imgW="37185600" imgH="22250400" progId="Equation.DSMT4">
                  <p:embed/>
                  <p:pic>
                    <p:nvPicPr>
                      <p:cNvPr id="0" name="图片 41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7768" y="2780928"/>
                        <a:ext cx="154908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75450" y="2996952"/>
          <a:ext cx="7236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3" name="Equation" r:id="rId13" imgW="17373600" imgH="9448800" progId="Equation.DSMT4">
                  <p:embed/>
                </p:oleObj>
              </mc:Choice>
              <mc:Fallback>
                <p:oleObj name="Equation" r:id="rId13" imgW="17373600" imgH="9448800" progId="Equation.DSMT4">
                  <p:embed/>
                  <p:pic>
                    <p:nvPicPr>
                      <p:cNvPr id="0" name="图片 41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75450" y="2996952"/>
                        <a:ext cx="7236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318250" y="2708920"/>
          <a:ext cx="184140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" name="Equation" r:id="rId15" imgW="44196000" imgH="22250400" progId="Equation.DSMT4">
                  <p:embed/>
                </p:oleObj>
              </mc:Choice>
              <mc:Fallback>
                <p:oleObj name="Equation" r:id="rId15" imgW="44196000" imgH="22250400" progId="Equation.DSMT4">
                  <p:embed/>
                  <p:pic>
                    <p:nvPicPr>
                      <p:cNvPr id="0" name="图片 41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18250" y="2708920"/>
                        <a:ext cx="184140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991544" y="4046538"/>
            <a:ext cx="120885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889250" y="40386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460304" y="4006850"/>
          <a:ext cx="36702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5" name="Equation" r:id="rId17" imgW="88087200" imgH="12192000" progId="Equation.DSMT4">
                  <p:embed/>
                </p:oleObj>
              </mc:Choice>
              <mc:Fallback>
                <p:oleObj name="Equation" r:id="rId17" imgW="88087200" imgH="12192000" progId="Equation.DSMT4">
                  <p:embed/>
                  <p:pic>
                    <p:nvPicPr>
                      <p:cNvPr id="0" name="图片 41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60304" y="4006850"/>
                        <a:ext cx="367020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133600" y="4906963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316943" y="4906963"/>
          <a:ext cx="16380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6" name="Equation" r:id="rId19" imgW="39319200" imgH="12192000" progId="Equation.DSMT4">
                  <p:embed/>
                </p:oleObj>
              </mc:Choice>
              <mc:Fallback>
                <p:oleObj name="Equation" r:id="rId19" imgW="39319200" imgH="12192000" progId="Equation.DSMT4">
                  <p:embed/>
                  <p:pic>
                    <p:nvPicPr>
                      <p:cNvPr id="0" name="图片 412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16943" y="4906963"/>
                        <a:ext cx="163800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5159896" y="4906963"/>
          <a:ext cx="12445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7" name="Equation" r:id="rId21" imgW="29870400" imgH="12192000" progId="Equation.DSMT4">
                  <p:embed/>
                </p:oleObj>
              </mc:Choice>
              <mc:Fallback>
                <p:oleObj name="Equation" r:id="rId21" imgW="29870400" imgH="12192000" progId="Equation.DSMT4">
                  <p:embed/>
                  <p:pic>
                    <p:nvPicPr>
                      <p:cNvPr id="0" name="图片 412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59896" y="4906963"/>
                        <a:ext cx="124452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600825" y="4852988"/>
          <a:ext cx="8064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8" name="Equation" r:id="rId23" imgW="8839200" imgH="5486400" progId="Equation.DSMT4">
                  <p:embed/>
                </p:oleObj>
              </mc:Choice>
              <mc:Fallback>
                <p:oleObj name="Equation" r:id="rId23" imgW="8839200" imgH="5486400" progId="Equation.DSMT4">
                  <p:embed/>
                  <p:pic>
                    <p:nvPicPr>
                      <p:cNvPr id="0" name="图片 412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00825" y="4852988"/>
                        <a:ext cx="806450" cy="490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5159896" y="5733256"/>
          <a:ext cx="12445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9" name="Equation" r:id="rId25" imgW="29870400" imgH="12192000" progId="Equation.DSMT4">
                  <p:embed/>
                </p:oleObj>
              </mc:Choice>
              <mc:Fallback>
                <p:oleObj name="Equation" r:id="rId25" imgW="29870400" imgH="12192000" progId="Equation.DSMT4">
                  <p:embed/>
                  <p:pic>
                    <p:nvPicPr>
                      <p:cNvPr id="0" name="图片 412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59896" y="5733256"/>
                        <a:ext cx="1244520" cy="507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7508875" y="400685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035665" y="4038600"/>
          <a:ext cx="380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0" name="Equation" r:id="rId27" imgW="9144000" imgH="9753600" progId="Equation.DSMT4">
                  <p:embed/>
                </p:oleObj>
              </mc:Choice>
              <mc:Fallback>
                <p:oleObj name="Equation" r:id="rId27" imgW="9144000" imgH="9753600" progId="Equation.DSMT4">
                  <p:embed/>
                  <p:pic>
                    <p:nvPicPr>
                      <p:cNvPr id="0" name="图片 4122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35665" y="4038600"/>
                        <a:ext cx="380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524625" y="5699125"/>
          <a:ext cx="984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1" name="Equation" r:id="rId29" imgW="10972800" imgH="4876800" progId="Equation.DSMT4">
                  <p:embed/>
                </p:oleObj>
              </mc:Choice>
              <mc:Fallback>
                <p:oleObj name="Equation" r:id="rId29" imgW="10972800" imgH="4876800" progId="Equation.DSMT4">
                  <p:embed/>
                  <p:pic>
                    <p:nvPicPr>
                      <p:cNvPr id="0" name="图片 4123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524625" y="5699125"/>
                        <a:ext cx="98425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889250" y="1919288"/>
            <a:ext cx="5424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292494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3" grpId="0" bldLvl="0" animBg="1" autoUpdateAnimBg="0"/>
      <p:bldP spid="14" grpId="0" autoUpdateAnimBg="0"/>
      <p:bldP spid="16" grpId="0" autoUpdateAnimBg="0"/>
      <p:bldP spid="21" grpId="0" autoUpdateAnimBg="0" build="p"/>
      <p:bldP spid="24" grpId="0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5520" y="381000"/>
            <a:ext cx="127248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 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858000" y="307975"/>
            <a:ext cx="5810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3600" y="12334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075633" y="338495"/>
          <a:ext cx="3390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81381600" imgH="13106400" progId="Equation.DSMT4">
                  <p:embed/>
                </p:oleObj>
              </mc:Choice>
              <mc:Fallback>
                <p:oleObj name="Equation" r:id="rId1" imgW="81381600" imgH="131064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5633" y="338495"/>
                        <a:ext cx="3390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405448" y="381000"/>
          <a:ext cx="3682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8839200" imgH="9753600" progId="Equation.DSMT4">
                  <p:embed/>
                </p:oleObj>
              </mc:Choice>
              <mc:Fallback>
                <p:oleObj name="Equation" r:id="rId3" imgW="8839200" imgH="97536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05448" y="381000"/>
                        <a:ext cx="3682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927648" y="1220164"/>
          <a:ext cx="5460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131064000" imgH="13106400" progId="Equation.DSMT4">
                  <p:embed/>
                </p:oleObj>
              </mc:Choice>
              <mc:Fallback>
                <p:oleObj name="Equation" r:id="rId5" imgW="131064000" imgH="131064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648" y="1220164"/>
                        <a:ext cx="5460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244975" y="1944688"/>
          <a:ext cx="557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133807200" imgH="14325600" progId="Equation.DSMT4">
                  <p:embed/>
                </p:oleObj>
              </mc:Choice>
              <mc:Fallback>
                <p:oleObj name="Equation" r:id="rId7" imgW="133807200" imgH="143256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44975" y="1944688"/>
                        <a:ext cx="55753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719736" y="1306901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16154400" imgH="10363200" progId="Equation.DSMT4">
                  <p:embed/>
                </p:oleObj>
              </mc:Choice>
              <mc:Fallback>
                <p:oleObj name="Equation" r:id="rId9" imgW="16154400" imgH="103632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19736" y="1306901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511675" y="1293813"/>
          <a:ext cx="9969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10668000" imgH="4876800" progId="Equation.DSMT4">
                  <p:embed/>
                </p:oleObj>
              </mc:Choice>
              <mc:Fallback>
                <p:oleObj name="Equation" r:id="rId11" imgW="10668000" imgH="48768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11675" y="1293813"/>
                        <a:ext cx="99695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519936" y="1430295"/>
          <a:ext cx="469800" cy="317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11277600" imgH="7620000" progId="Equation.DSMT4">
                  <p:embed/>
                </p:oleObj>
              </mc:Choice>
              <mc:Fallback>
                <p:oleObj name="Equation" r:id="rId13" imgW="11277600" imgH="76200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19936" y="1430295"/>
                        <a:ext cx="469800" cy="317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591944" y="1844824"/>
          <a:ext cx="1701720" cy="100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Equation" r:id="rId15" imgW="40843200" imgH="24079200" progId="Equation.DSMT4">
                  <p:embed/>
                </p:oleObj>
              </mc:Choice>
              <mc:Fallback>
                <p:oleObj name="Equation" r:id="rId15" imgW="40843200" imgH="24079200" progId="Equation.DSMT4">
                  <p:embed/>
                  <p:pic>
                    <p:nvPicPr>
                      <p:cNvPr id="0" name="图片 419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91944" y="1844824"/>
                        <a:ext cx="1701720" cy="1002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369175" y="1844675"/>
          <a:ext cx="14287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Equation" r:id="rId17" imgW="15240000" imgH="10363200" progId="Equation.DSMT4">
                  <p:embed/>
                </p:oleObj>
              </mc:Choice>
              <mc:Fallback>
                <p:oleObj name="Equation" r:id="rId17" imgW="15240000" imgH="10363200" progId="Equation.DSMT4">
                  <p:embed/>
                  <p:pic>
                    <p:nvPicPr>
                      <p:cNvPr id="0" name="图片 4199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69175" y="1844675"/>
                        <a:ext cx="1428750" cy="957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8958263" y="2084388"/>
          <a:ext cx="5349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Equation" r:id="rId19" imgW="5791200" imgH="4267200" progId="Equation.DSMT4">
                  <p:embed/>
                </p:oleObj>
              </mc:Choice>
              <mc:Fallback>
                <p:oleObj name="Equation" r:id="rId19" imgW="5791200" imgH="4267200" progId="Equation.DSMT4">
                  <p:embed/>
                  <p:pic>
                    <p:nvPicPr>
                      <p:cNvPr id="0" name="图片 4199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58263" y="2084388"/>
                        <a:ext cx="534987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287688" y="3479736"/>
          <a:ext cx="6984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5" name="Equation" r:id="rId21" imgW="16764000" imgH="9448800" progId="Equation.DSMT4">
                  <p:embed/>
                </p:oleObj>
              </mc:Choice>
              <mc:Fallback>
                <p:oleObj name="Equation" r:id="rId21" imgW="16764000" imgH="9448800" progId="Equation.DSMT4">
                  <p:embed/>
                  <p:pic>
                    <p:nvPicPr>
                      <p:cNvPr id="0" name="图片 419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87688" y="3479736"/>
                        <a:ext cx="6984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789022" y="3403596"/>
          <a:ext cx="19684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6" name="Equation" r:id="rId23" imgW="47244000" imgH="13106400" progId="Equation.DSMT4">
                  <p:embed/>
                </p:oleObj>
              </mc:Choice>
              <mc:Fallback>
                <p:oleObj name="Equation" r:id="rId23" imgW="47244000" imgH="13106400" progId="Equation.DSMT4">
                  <p:embed/>
                  <p:pic>
                    <p:nvPicPr>
                      <p:cNvPr id="0" name="图片 419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789022" y="3403596"/>
                        <a:ext cx="196848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035764" y="3460656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25" imgW="16154400" imgH="10363200" progId="Equation.DSMT4">
                  <p:embed/>
                </p:oleObj>
              </mc:Choice>
              <mc:Fallback>
                <p:oleObj name="Equation" r:id="rId25" imgW="16154400" imgH="10363200" progId="Equation.DSMT4">
                  <p:embed/>
                  <p:pic>
                    <p:nvPicPr>
                      <p:cNvPr id="0" name="图片 419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35764" y="3460656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066506" y="3447876"/>
          <a:ext cx="8888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8" name="Equation" r:id="rId27" imgW="21336000" imgH="10972800" progId="Equation.DSMT4">
                  <p:embed/>
                </p:oleObj>
              </mc:Choice>
              <mc:Fallback>
                <p:oleObj name="Equation" r:id="rId27" imgW="21336000" imgH="10972800" progId="Equation.DSMT4">
                  <p:embed/>
                  <p:pic>
                    <p:nvPicPr>
                      <p:cNvPr id="0" name="图片 419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066506" y="3447876"/>
                        <a:ext cx="88884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9480376" y="3460656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9" name="Equation" r:id="rId29" imgW="16154400" imgH="10363200" progId="Equation.DSMT4">
                  <p:embed/>
                </p:oleObj>
              </mc:Choice>
              <mc:Fallback>
                <p:oleObj name="Equation" r:id="rId29" imgW="16154400" imgH="10363200" progId="Equation.DSMT4">
                  <p:embed/>
                  <p:pic>
                    <p:nvPicPr>
                      <p:cNvPr id="0" name="图片 4199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480376" y="3460656"/>
                        <a:ext cx="672840" cy="4316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7837920" y="3212976"/>
          <a:ext cx="156204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0" name="Equation" r:id="rId31" imgW="37490400" imgH="22250400" progId="Equation.DSMT4">
                  <p:embed/>
                </p:oleObj>
              </mc:Choice>
              <mc:Fallback>
                <p:oleObj name="Equation" r:id="rId31" imgW="37490400" imgH="22250400" progId="Equation.DSMT4">
                  <p:embed/>
                  <p:pic>
                    <p:nvPicPr>
                      <p:cNvPr id="0" name="图片 4199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37920" y="3212976"/>
                        <a:ext cx="156204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3070504" y="4585257"/>
            <a:ext cx="4419600" cy="1038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搞清复合函数结构 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外向内逐层求导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1" grpId="0" animBg="1" autoUpdateAnimBg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>
            <a:spLocks noChangeShapeType="1"/>
          </p:cNvSpPr>
          <p:nvPr/>
        </p:nvSpPr>
        <p:spPr bwMode="auto">
          <a:xfrm>
            <a:off x="8256240" y="1412776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847528" y="488950"/>
            <a:ext cx="2045022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779556" y="545053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87688" y="253216"/>
          <a:ext cx="5410080" cy="1054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129844800" imgH="25298400" progId="Equation.DSMT4">
                  <p:embed/>
                </p:oleObj>
              </mc:Choice>
              <mc:Fallback>
                <p:oleObj name="Equation" r:id="rId1" imgW="129844800" imgH="25298400" progId="Equation.DSMT4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688" y="253216"/>
                        <a:ext cx="5410080" cy="1054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9274916" y="604204"/>
          <a:ext cx="3808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9144000" imgH="9753600" progId="Equation.DSMT4">
                  <p:embed/>
                </p:oleObj>
              </mc:Choice>
              <mc:Fallback>
                <p:oleObj name="Equation" r:id="rId3" imgW="9144000" imgH="9753600" progId="Equation.DSMT4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74916" y="604204"/>
                        <a:ext cx="3808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63750" y="1660525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11624" y="1717041"/>
          <a:ext cx="6094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14630400" imgH="9753600" progId="Equation.DSMT4">
                  <p:embed/>
                </p:oleObj>
              </mc:Choice>
              <mc:Fallback>
                <p:oleObj name="Equation" r:id="rId5" imgW="14630400" imgH="9753600" progId="Equation.DSMT4">
                  <p:embed/>
                  <p:pic>
                    <p:nvPicPr>
                      <p:cNvPr id="0" name="图片 430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1717041"/>
                        <a:ext cx="60948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6888088" y="1412776"/>
            <a:ext cx="1751856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454560" y="1431201"/>
          <a:ext cx="22348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53644800" imgH="23469600" progId="Equation.DSMT4">
                  <p:embed/>
                </p:oleObj>
              </mc:Choice>
              <mc:Fallback>
                <p:oleObj name="Equation" r:id="rId7" imgW="53644800" imgH="23469600" progId="Equation.DSMT4">
                  <p:embed/>
                  <p:pic>
                    <p:nvPicPr>
                      <p:cNvPr id="0" name="图片 430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54560" y="1431201"/>
                        <a:ext cx="22348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711050" y="1456581"/>
          <a:ext cx="12315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29565600" imgH="22250400" progId="Equation.DSMT4">
                  <p:embed/>
                </p:oleObj>
              </mc:Choice>
              <mc:Fallback>
                <p:oleObj name="Equation" r:id="rId9" imgW="29565600" imgH="22250400" progId="Equation.DSMT4">
                  <p:embed/>
                  <p:pic>
                    <p:nvPicPr>
                      <p:cNvPr id="0" name="图片 430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11050" y="1456581"/>
                        <a:ext cx="12315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6096000" y="5525716"/>
          <a:ext cx="431784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103632000" imgH="13106400" progId="Equation.DSMT4">
                  <p:embed/>
                </p:oleObj>
              </mc:Choice>
              <mc:Fallback>
                <p:oleObj name="Equation" r:id="rId11" imgW="103632000" imgH="13106400" progId="Equation.DSMT4">
                  <p:embed/>
                  <p:pic>
                    <p:nvPicPr>
                      <p:cNvPr id="0" name="图片 430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0" y="5525716"/>
                        <a:ext cx="431784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125344" y="6248400"/>
            <a:ext cx="2057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007109" y="2780928"/>
          <a:ext cx="231120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55473600" imgH="22250400" progId="Equation.DSMT4">
                  <p:embed/>
                </p:oleObj>
              </mc:Choice>
              <mc:Fallback>
                <p:oleObj name="Equation" r:id="rId13" imgW="55473600" imgH="22250400" progId="Equation.DSMT4">
                  <p:embed/>
                  <p:pic>
                    <p:nvPicPr>
                      <p:cNvPr id="0" name="图片 430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07109" y="2780928"/>
                        <a:ext cx="231120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410200" y="2780928"/>
          <a:ext cx="12315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15" imgW="29565600" imgH="22250400" progId="Equation.DSMT4">
                  <p:embed/>
                </p:oleObj>
              </mc:Choice>
              <mc:Fallback>
                <p:oleObj name="Equation" r:id="rId15" imgW="29565600" imgH="22250400" progId="Equation.DSMT4">
                  <p:embed/>
                  <p:pic>
                    <p:nvPicPr>
                      <p:cNvPr id="0" name="图片 430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10200" y="2780928"/>
                        <a:ext cx="12315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6744072" y="2780928"/>
          <a:ext cx="180324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17" imgW="43281600" imgH="22250400" progId="Equation.DSMT4">
                  <p:embed/>
                </p:oleObj>
              </mc:Choice>
              <mc:Fallback>
                <p:oleObj name="Equation" r:id="rId17" imgW="43281600" imgH="22250400" progId="Equation.DSMT4">
                  <p:embed/>
                  <p:pic>
                    <p:nvPicPr>
                      <p:cNvPr id="0" name="图片 430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44072" y="2780928"/>
                        <a:ext cx="180324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8256240" y="6248400"/>
            <a:ext cx="2057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8544272" y="2780928"/>
          <a:ext cx="147312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19" imgW="35356800" imgH="22250400" progId="Equation.DSMT4">
                  <p:embed/>
                </p:oleObj>
              </mc:Choice>
              <mc:Fallback>
                <p:oleObj name="Equation" r:id="rId19" imgW="35356800" imgH="22250400" progId="Equation.DSMT4">
                  <p:embed/>
                  <p:pic>
                    <p:nvPicPr>
                      <p:cNvPr id="0" name="图片 430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44272" y="2780928"/>
                        <a:ext cx="147312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215680" y="4005064"/>
          <a:ext cx="191736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21" imgW="46024800" imgH="22250400" progId="Equation.DSMT4">
                  <p:embed/>
                </p:oleObj>
              </mc:Choice>
              <mc:Fallback>
                <p:oleObj name="Equation" r:id="rId21" imgW="46024800" imgH="22250400" progId="Equation.DSMT4">
                  <p:embed/>
                  <p:pic>
                    <p:nvPicPr>
                      <p:cNvPr id="0" name="图片 430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15680" y="4005064"/>
                        <a:ext cx="1917360" cy="927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5087888" y="4005064"/>
          <a:ext cx="9396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name="Equation" r:id="rId23" imgW="22555200" imgH="20116800" progId="Equation.DSMT4">
                  <p:embed/>
                </p:oleObj>
              </mc:Choice>
              <mc:Fallback>
                <p:oleObj name="Equation" r:id="rId23" imgW="22555200" imgH="20116800" progId="Equation.DSMT4">
                  <p:embed/>
                  <p:pic>
                    <p:nvPicPr>
                      <p:cNvPr id="0" name="图片 430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87888" y="4005064"/>
                        <a:ext cx="93960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6045360" y="4005064"/>
          <a:ext cx="8888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25" imgW="21336000" imgH="20116800" progId="Equation.DSMT4">
                  <p:embed/>
                </p:oleObj>
              </mc:Choice>
              <mc:Fallback>
                <p:oleObj name="Equation" r:id="rId25" imgW="21336000" imgH="20116800" progId="Equation.DSMT4">
                  <p:embed/>
                  <p:pic>
                    <p:nvPicPr>
                      <p:cNvPr id="0" name="图片 430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45360" y="4005064"/>
                        <a:ext cx="8888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232260" y="4915495"/>
          <a:ext cx="2679480" cy="977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27" imgW="64312800" imgH="23469600" progId="Equation.DSMT4">
                  <p:embed/>
                </p:oleObj>
              </mc:Choice>
              <mc:Fallback>
                <p:oleObj name="Equation" r:id="rId27" imgW="64312800" imgH="23469600" progId="Equation.DSMT4">
                  <p:embed/>
                  <p:pic>
                    <p:nvPicPr>
                      <p:cNvPr id="0" name="图片 430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32260" y="4915495"/>
                        <a:ext cx="2679480" cy="977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bldLvl="0" animBg="1"/>
      <p:bldP spid="7" grpId="0" bldLvl="0" animBg="1" autoUpdateAnimBg="0"/>
      <p:bldP spid="9" grpId="0" bldLvl="0" animBg="1"/>
      <p:bldP spid="13" grpId="0" bldLvl="0" animBg="1"/>
      <p:bldP spid="13" grpId="1" bldLvl="0" animBg="1"/>
      <p:bldP spid="17" grpId="0" bldLvl="0" animBg="1"/>
      <p:bldP spid="17" grpId="1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847528" y="488950"/>
            <a:ext cx="2520280" cy="63658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007768" y="130175"/>
          <a:ext cx="3662363" cy="135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86868000" imgH="34137600" progId="Equation.DSMT4">
                  <p:embed/>
                </p:oleObj>
              </mc:Choice>
              <mc:Fallback>
                <p:oleObj name="Equation" r:id="rId1" imgW="86868000" imgH="341376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7768" y="130175"/>
                        <a:ext cx="3662363" cy="1354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767638" y="541338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6" name="Equation" r:id="rId3" imgW="34137600" imgH="14020800" progId="Equation.DSMT4">
                  <p:embed/>
                </p:oleObj>
              </mc:Choice>
              <mc:Fallback>
                <p:oleObj name="Equation" r:id="rId3" imgW="34137600" imgH="14020800" progId="Equation.DSMT4">
                  <p:embed/>
                  <p:pic>
                    <p:nvPicPr>
                      <p:cNvPr id="0" name="图片 441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7638" y="541338"/>
                        <a:ext cx="1422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47528" y="1412776"/>
            <a:ext cx="3497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为何值时：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19536" y="1935996"/>
            <a:ext cx="64496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点处连续但不可导；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0331" y="2459216"/>
            <a:ext cx="75222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处可导但导函数不连续；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7320" y="3005045"/>
            <a:ext cx="59143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f(x)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x=0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处导函数连续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7528" y="352826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94918" y="3636681"/>
          <a:ext cx="8255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7" name="Equation" r:id="rId5" imgW="19812000" imgH="7620000" progId="Equation.DSMT4">
                  <p:embed/>
                </p:oleObj>
              </mc:Choice>
              <mc:Fallback>
                <p:oleObj name="Equation" r:id="rId5" imgW="19812000" imgH="7620000" progId="Equation.DSMT4">
                  <p:embed/>
                  <p:pic>
                    <p:nvPicPr>
                      <p:cNvPr id="0" name="图片 441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94918" y="3636681"/>
                        <a:ext cx="825500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4273" y="3528265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59696" y="3997824"/>
          <a:ext cx="2219325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8" name="Equation" r:id="rId7" imgW="52730400" imgH="29870400" progId="Equation.DSMT4">
                  <p:embed/>
                </p:oleObj>
              </mc:Choice>
              <mc:Fallback>
                <p:oleObj name="Equation" r:id="rId7" imgW="52730400" imgH="29870400" progId="Equation.DSMT4">
                  <p:embed/>
                  <p:pic>
                    <p:nvPicPr>
                      <p:cNvPr id="0" name="图片 441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9696" y="3997824"/>
                        <a:ext cx="2219325" cy="1182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684703" y="4391000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9" name="Equation" r:id="rId9" imgW="50901600" imgH="20116800" progId="Equation.DSMT4">
                  <p:embed/>
                </p:oleObj>
              </mc:Choice>
              <mc:Fallback>
                <p:oleObj name="Equation" r:id="rId9" imgW="50901600" imgH="20116800" progId="Equation.DSMT4">
                  <p:embed/>
                  <p:pic>
                    <p:nvPicPr>
                      <p:cNvPr id="0" name="图片 441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84703" y="4391000"/>
                        <a:ext cx="212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40638" y="4653136"/>
          <a:ext cx="571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0" name="Equation" r:id="rId11" imgW="13716000" imgH="7924800" progId="Equation.DSMT4">
                  <p:embed/>
                </p:oleObj>
              </mc:Choice>
              <mc:Fallback>
                <p:oleObj name="Equation" r:id="rId11" imgW="13716000" imgH="7924800" progId="Equation.DSMT4">
                  <p:embed/>
                  <p:pic>
                    <p:nvPicPr>
                      <p:cNvPr id="0" name="图片 441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40638" y="4653136"/>
                        <a:ext cx="571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300536" y="52292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841906" y="5287610"/>
          <a:ext cx="139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1" name="Equation" r:id="rId13" imgW="33528000" imgH="9753600" progId="Equation.DSMT4">
                  <p:embed/>
                </p:oleObj>
              </mc:Choice>
              <mc:Fallback>
                <p:oleObj name="Equation" r:id="rId13" imgW="33528000" imgH="9753600" progId="Equation.DSMT4">
                  <p:embed/>
                  <p:pic>
                    <p:nvPicPr>
                      <p:cNvPr id="0" name="图片 441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1906" y="5287610"/>
                        <a:ext cx="1397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367808" y="522920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因此，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34501" y="522920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导函数为：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3" grpId="0"/>
      <p:bldP spid="18" grpId="0"/>
      <p:bldP spid="20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957513" y="404813"/>
          <a:ext cx="6167437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" imgW="146913600" imgH="34137600" progId="Equation.DSMT4">
                  <p:embed/>
                </p:oleObj>
              </mc:Choice>
              <mc:Fallback>
                <p:oleObj name="Equation" r:id="rId1" imgW="146913600" imgH="341376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57513" y="404813"/>
                        <a:ext cx="6167437" cy="1354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63552" y="1916832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显然，这个函数当且仅当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96000" y="2025248"/>
          <a:ext cx="8001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6" name="Equation" r:id="rId3" imgW="19202400" imgH="7620000" progId="Equation.DSMT4">
                  <p:embed/>
                </p:oleObj>
              </mc:Choice>
              <mc:Fallback>
                <p:oleObj name="Equation" r:id="rId3" imgW="19202400" imgH="7620000" progId="Equation.DSMT4">
                  <p:embed/>
                  <p:pic>
                    <p:nvPicPr>
                      <p:cNvPr id="0" name="图片 451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0" y="2025248"/>
                        <a:ext cx="800100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60096" y="1916832"/>
            <a:ext cx="14351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时连续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63552" y="2492896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综上可得：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0" y="3031984"/>
            <a:ext cx="752802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时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点处连续但不可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导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23592" y="3140400"/>
          <a:ext cx="776288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7" name="Equation" r:id="rId5" imgW="18288000" imgH="7620000" progId="Equation.DSMT4">
                  <p:embed/>
                </p:oleObj>
              </mc:Choice>
              <mc:Fallback>
                <p:oleObj name="Equation" r:id="rId5" imgW="18288000" imgH="7620000" progId="Equation.DSMT4">
                  <p:embed/>
                  <p:pic>
                    <p:nvPicPr>
                      <p:cNvPr id="0" name="图片 451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3592" y="3140400"/>
                        <a:ext cx="776288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532628" y="4194466"/>
            <a:ext cx="856895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     时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点处可导但导函数不连续；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32220" y="4302882"/>
          <a:ext cx="8397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8" name="Equation" r:id="rId7" imgW="19812000" imgH="7620000" progId="Equation.DSMT4">
                  <p:embed/>
                </p:oleObj>
              </mc:Choice>
              <mc:Fallback>
                <p:oleObj name="Equation" r:id="rId7" imgW="19812000" imgH="7620000" progId="Equation.DSMT4">
                  <p:embed/>
                  <p:pic>
                    <p:nvPicPr>
                      <p:cNvPr id="0" name="图片 451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2220" y="4302882"/>
                        <a:ext cx="839787" cy="3063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46327" y="4849996"/>
            <a:ext cx="74625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    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时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点处导函数连续．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32220" y="4958412"/>
          <a:ext cx="8143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9" name="Equation" r:id="rId9" imgW="19202400" imgH="7620000" progId="Equation.DSMT4">
                  <p:embed/>
                </p:oleObj>
              </mc:Choice>
              <mc:Fallback>
                <p:oleObj name="Equation" r:id="rId9" imgW="19202400" imgH="7620000" progId="Equation.DSMT4">
                  <p:embed/>
                  <p:pic>
                    <p:nvPicPr>
                      <p:cNvPr id="0" name="图片 451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32220" y="4958412"/>
                        <a:ext cx="814387" cy="306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988828" y="620688"/>
          <a:ext cx="838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0" name="Equation" r:id="rId11" imgW="20116800" imgH="8839200" progId="Equation.DSMT4">
                  <p:embed/>
                </p:oleObj>
              </mc:Choice>
              <mc:Fallback>
                <p:oleObj name="Equation" r:id="rId11" imgW="20116800" imgH="8839200" progId="Equation.DSMT4">
                  <p:embed/>
                  <p:pic>
                    <p:nvPicPr>
                      <p:cNvPr id="0" name="图片 451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88828" y="620688"/>
                        <a:ext cx="8382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001528" y="1340768"/>
          <a:ext cx="812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91" name="Equation" r:id="rId13" imgW="19507200" imgH="7620000" progId="Equation.DSMT4">
                  <p:embed/>
                </p:oleObj>
              </mc:Choice>
              <mc:Fallback>
                <p:oleObj name="Equation" r:id="rId13" imgW="19507200" imgH="7620000" progId="Equation.DSMT4">
                  <p:embed/>
                  <p:pic>
                    <p:nvPicPr>
                      <p:cNvPr id="0" name="图片 451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01528" y="1340768"/>
                        <a:ext cx="812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71664" y="3555204"/>
            <a:ext cx="25076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（例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已证）；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3" grpId="0"/>
      <p:bldP spid="15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练习2.1.2（3）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9044" y="2784177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求函数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63805" y="2364749"/>
          <a:ext cx="3003550" cy="1362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1" name="Equation" r:id="rId1" imgW="71323200" imgH="34137600" progId="Equation.DSMT4">
                  <p:embed/>
                </p:oleObj>
              </mc:Choice>
              <mc:Fallback>
                <p:oleObj name="Equation" r:id="rId1" imgW="71323200" imgH="34137600" progId="Equation.DSMT4">
                  <p:embed/>
                  <p:pic>
                    <p:nvPicPr>
                      <p:cNvPr id="0" name="图片 460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63805" y="2364749"/>
                        <a:ext cx="3003550" cy="13620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733144" y="2784177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的导函数．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2624" y="4008313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319317" y="4019079"/>
          <a:ext cx="4325938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3" imgW="103022400" imgH="34137600" progId="Equation.DSMT4">
                  <p:embed/>
                </p:oleObj>
              </mc:Choice>
              <mc:Fallback>
                <p:oleObj name="Equation" r:id="rId3" imgW="103022400" imgH="34137600" progId="Equation.DSMT4">
                  <p:embed/>
                  <p:pic>
                    <p:nvPicPr>
                      <p:cNvPr id="0" name="图片 460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9317" y="4019079"/>
                        <a:ext cx="4325938" cy="1354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9"/>
          <p:cNvSpPr txBox="1">
            <a:spLocks noChangeArrowheads="1"/>
          </p:cNvSpPr>
          <p:nvPr/>
        </p:nvSpPr>
        <p:spPr bwMode="auto">
          <a:xfrm>
            <a:off x="1997426" y="901755"/>
            <a:ext cx="8959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" name="Object 30"/>
          <p:cNvGraphicFramePr>
            <a:graphicFrameLocks noChangeAspect="1"/>
          </p:cNvGraphicFramePr>
          <p:nvPr/>
        </p:nvGraphicFramePr>
        <p:xfrm>
          <a:off x="2901841" y="919608"/>
          <a:ext cx="234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3" name="Equation" r:id="rId5" imgW="56388000" imgH="9448800" progId="Equation.DSMT4">
                  <p:embed/>
                </p:oleObj>
              </mc:Choice>
              <mc:Fallback>
                <p:oleObj name="Equation" r:id="rId5" imgW="56388000" imgH="9448800" progId="Equation.DSMT4">
                  <p:embed/>
                  <p:pic>
                    <p:nvPicPr>
                      <p:cNvPr id="0" name="图片 460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01841" y="919608"/>
                        <a:ext cx="2349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1"/>
          <p:cNvGraphicFramePr>
            <a:graphicFrameLocks noChangeAspect="1"/>
          </p:cNvGraphicFramePr>
          <p:nvPr/>
        </p:nvGraphicFramePr>
        <p:xfrm>
          <a:off x="5303912" y="859318"/>
          <a:ext cx="3035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Equation" r:id="rId7" imgW="72847200" imgH="10668000" progId="Equation.DSMT4">
                  <p:embed/>
                </p:oleObj>
              </mc:Choice>
              <mc:Fallback>
                <p:oleObj name="Equation" r:id="rId7" imgW="72847200" imgH="10668000" progId="Equation.DSMT4">
                  <p:embed/>
                  <p:pic>
                    <p:nvPicPr>
                      <p:cNvPr id="0" name="图片 460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03912" y="859318"/>
                        <a:ext cx="3035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052624" y="1556792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答案：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215680" y="1615202"/>
          <a:ext cx="478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Equation" r:id="rId9" imgW="114909600" imgH="9753600" progId="Equation.DSMT4">
                  <p:embed/>
                </p:oleObj>
              </mc:Choice>
              <mc:Fallback>
                <p:oleObj name="Equation" r:id="rId9" imgW="114909600" imgH="9753600" progId="Equation.DSMT4">
                  <p:embed/>
                  <p:pic>
                    <p:nvPicPr>
                      <p:cNvPr id="0" name="图片 460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15680" y="1615202"/>
                        <a:ext cx="4787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8" name="文本框 200707"/>
          <p:cNvSpPr txBox="1"/>
          <p:nvPr/>
        </p:nvSpPr>
        <p:spPr>
          <a:xfrm>
            <a:off x="1451610" y="1178560"/>
            <a:ext cx="910463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作业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P100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习题</a:t>
            </a:r>
            <a:r>
              <a:rPr lang="en-US" altLang="zh-CN"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</a:t>
            </a:r>
            <a:r>
              <a:rPr lang="en-US" altLang="zh-CN" sz="3200">
                <a:latin typeface="Times New Roman" panose="02020603050405020304" pitchFamily="18" charset="0"/>
              </a:rPr>
              <a:t>     4. (9),(11),(12)</a:t>
            </a:r>
            <a:endParaRPr lang="en-US" altLang="zh-CN" sz="3200">
              <a:latin typeface="Times New Roman" panose="02020603050405020304" pitchFamily="18" charset="0"/>
            </a:endParaRPr>
          </a:p>
          <a:p>
            <a:r>
              <a:rPr lang="en-US" altLang="zh-CN" sz="3200">
                <a:latin typeface="Times New Roman" panose="02020603050405020304" pitchFamily="18" charset="0"/>
              </a:rPr>
              <a:t>                  </a:t>
            </a:r>
            <a:r>
              <a:rPr lang="en-US" altLang="zh-CN" sz="3200">
                <a:latin typeface="Times New Roman" panose="02020603050405020304" pitchFamily="18" charset="0"/>
                <a:sym typeface="+mn-ea"/>
              </a:rPr>
              <a:t>6,</a:t>
            </a:r>
            <a:r>
              <a:rPr lang="en-US" altLang="zh-CN" sz="3200">
                <a:latin typeface="Times New Roman" panose="02020603050405020304" pitchFamily="18" charset="0"/>
              </a:rPr>
              <a:t>    7. (1),(4),(7),(10),    9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618c19d0-cb2d-4619-9305-9900679b53e8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WPS 演示</Application>
  <PresentationFormat>宽屏</PresentationFormat>
  <Paragraphs>650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672</vt:i4>
      </vt:variant>
      <vt:variant>
        <vt:lpstr>幻灯片标题</vt:lpstr>
      </vt:variant>
      <vt:variant>
        <vt:i4>49</vt:i4>
      </vt:variant>
    </vt:vector>
  </HeadingPairs>
  <TitlesOfParts>
    <vt:vector size="737" baseType="lpstr">
      <vt:lpstr>Arial</vt:lpstr>
      <vt:lpstr>宋体</vt:lpstr>
      <vt:lpstr>Wingdings</vt:lpstr>
      <vt:lpstr>Wingdings</vt:lpstr>
      <vt:lpstr>微软雅黑</vt:lpstr>
      <vt:lpstr>黑体</vt:lpstr>
      <vt:lpstr>华文新魏</vt:lpstr>
      <vt:lpstr>华文琥珀</vt:lpstr>
      <vt:lpstr>楷体</vt:lpstr>
      <vt:lpstr>Times New Roman</vt:lpstr>
      <vt:lpstr>Arial Unicode MS</vt:lpstr>
      <vt:lpstr>Calibri</vt:lpstr>
      <vt:lpstr>Symbol</vt:lpstr>
      <vt:lpstr>隶书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183</cp:revision>
  <dcterms:created xsi:type="dcterms:W3CDTF">2019-06-19T02:08:00Z</dcterms:created>
  <dcterms:modified xsi:type="dcterms:W3CDTF">2022-10-28T12:09:23Z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6719FA678B2342FF9E1E5F69515DA84A</vt:lpwstr>
  </property>
</Properties>
</file>