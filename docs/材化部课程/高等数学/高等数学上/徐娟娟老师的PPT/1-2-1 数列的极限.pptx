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0"/>
  </p:notesMasterIdLst>
  <p:sldIdLst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310" r:id="rId18"/>
    <p:sldId id="273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78"/>
        <p:guide pos="379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25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8" Type="http://schemas.openxmlformats.org/officeDocument/2006/relationships/image" Target="../media/image44.wmf"/><Relationship Id="rId17" Type="http://schemas.openxmlformats.org/officeDocument/2006/relationships/image" Target="../media/image43.wmf"/><Relationship Id="rId16" Type="http://schemas.openxmlformats.org/officeDocument/2006/relationships/image" Target="../media/image42.wmf"/><Relationship Id="rId15" Type="http://schemas.openxmlformats.org/officeDocument/2006/relationships/image" Target="../media/image41.wmf"/><Relationship Id="rId14" Type="http://schemas.openxmlformats.org/officeDocument/2006/relationships/image" Target="../media/image40.wmf"/><Relationship Id="rId13" Type="http://schemas.openxmlformats.org/officeDocument/2006/relationships/image" Target="../media/image39.wmf"/><Relationship Id="rId12" Type="http://schemas.openxmlformats.org/officeDocument/2006/relationships/image" Target="../media/image38.wmf"/><Relationship Id="rId11" Type="http://schemas.openxmlformats.org/officeDocument/2006/relationships/image" Target="../media/image37.wmf"/><Relationship Id="rId10" Type="http://schemas.openxmlformats.org/officeDocument/2006/relationships/image" Target="../media/image36.wmf"/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image" Target="../media/image52.wmf"/><Relationship Id="rId7" Type="http://schemas.openxmlformats.org/officeDocument/2006/relationships/image" Target="../media/image51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1" Type="http://schemas.openxmlformats.org/officeDocument/2006/relationships/image" Target="../media/image55.wmf"/><Relationship Id="rId10" Type="http://schemas.openxmlformats.org/officeDocument/2006/relationships/image" Target="../media/image54.wmf"/><Relationship Id="rId1" Type="http://schemas.openxmlformats.org/officeDocument/2006/relationships/image" Target="../media/image4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.wmf"/><Relationship Id="rId8" Type="http://schemas.openxmlformats.org/officeDocument/2006/relationships/image" Target="../media/image63.wmf"/><Relationship Id="rId7" Type="http://schemas.openxmlformats.org/officeDocument/2006/relationships/image" Target="../media/image62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3" Type="http://schemas.openxmlformats.org/officeDocument/2006/relationships/image" Target="../media/image68.wmf"/><Relationship Id="rId12" Type="http://schemas.openxmlformats.org/officeDocument/2006/relationships/image" Target="../media/image67.wmf"/><Relationship Id="rId11" Type="http://schemas.openxmlformats.org/officeDocument/2006/relationships/image" Target="../media/image66.wmf"/><Relationship Id="rId10" Type="http://schemas.openxmlformats.org/officeDocument/2006/relationships/image" Target="../media/image65.wmf"/><Relationship Id="rId1" Type="http://schemas.openxmlformats.org/officeDocument/2006/relationships/image" Target="../media/image56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9" Type="http://schemas.openxmlformats.org/officeDocument/2006/relationships/image" Target="../media/image87.wmf"/><Relationship Id="rId18" Type="http://schemas.openxmlformats.org/officeDocument/2006/relationships/image" Target="../media/image86.wmf"/><Relationship Id="rId17" Type="http://schemas.openxmlformats.org/officeDocument/2006/relationships/image" Target="../media/image85.wmf"/><Relationship Id="rId16" Type="http://schemas.openxmlformats.org/officeDocument/2006/relationships/image" Target="../media/image84.wmf"/><Relationship Id="rId15" Type="http://schemas.openxmlformats.org/officeDocument/2006/relationships/image" Target="../media/image83.wmf"/><Relationship Id="rId14" Type="http://schemas.openxmlformats.org/officeDocument/2006/relationships/image" Target="../media/image82.wmf"/><Relationship Id="rId13" Type="http://schemas.openxmlformats.org/officeDocument/2006/relationships/image" Target="../media/image81.wmf"/><Relationship Id="rId12" Type="http://schemas.openxmlformats.org/officeDocument/2006/relationships/image" Target="../media/image80.wmf"/><Relationship Id="rId11" Type="http://schemas.openxmlformats.org/officeDocument/2006/relationships/image" Target="../media/image79.wmf"/><Relationship Id="rId10" Type="http://schemas.openxmlformats.org/officeDocument/2006/relationships/image" Target="../media/image78.wmf"/><Relationship Id="rId1" Type="http://schemas.openxmlformats.org/officeDocument/2006/relationships/image" Target="../media/image69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96.wmf"/><Relationship Id="rId8" Type="http://schemas.openxmlformats.org/officeDocument/2006/relationships/image" Target="../media/image95.wmf"/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3" Type="http://schemas.openxmlformats.org/officeDocument/2006/relationships/image" Target="../media/image100.wmf"/><Relationship Id="rId12" Type="http://schemas.openxmlformats.org/officeDocument/2006/relationships/image" Target="../media/image99.wmf"/><Relationship Id="rId11" Type="http://schemas.openxmlformats.org/officeDocument/2006/relationships/image" Target="../media/image98.wmf"/><Relationship Id="rId10" Type="http://schemas.openxmlformats.org/officeDocument/2006/relationships/image" Target="../media/image97.wmf"/><Relationship Id="rId1" Type="http://schemas.openxmlformats.org/officeDocument/2006/relationships/image" Target="../media/image88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7" Type="http://schemas.openxmlformats.org/officeDocument/2006/relationships/image" Target="../media/image124.wmf"/><Relationship Id="rId16" Type="http://schemas.openxmlformats.org/officeDocument/2006/relationships/image" Target="../media/image123.wmf"/><Relationship Id="rId15" Type="http://schemas.openxmlformats.org/officeDocument/2006/relationships/image" Target="../media/image122.wmf"/><Relationship Id="rId14" Type="http://schemas.openxmlformats.org/officeDocument/2006/relationships/image" Target="../media/image121.wmf"/><Relationship Id="rId13" Type="http://schemas.openxmlformats.org/officeDocument/2006/relationships/image" Target="../media/image120.wmf"/><Relationship Id="rId12" Type="http://schemas.openxmlformats.org/officeDocument/2006/relationships/image" Target="../media/image119.wmf"/><Relationship Id="rId11" Type="http://schemas.openxmlformats.org/officeDocument/2006/relationships/image" Target="../media/image118.wmf"/><Relationship Id="rId10" Type="http://schemas.openxmlformats.org/officeDocument/2006/relationships/image" Target="../media/image117.wmf"/><Relationship Id="rId1" Type="http://schemas.openxmlformats.org/officeDocument/2006/relationships/image" Target="../media/image108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wmf"/><Relationship Id="rId8" Type="http://schemas.openxmlformats.org/officeDocument/2006/relationships/image" Target="../media/image132.wmf"/><Relationship Id="rId7" Type="http://schemas.openxmlformats.org/officeDocument/2006/relationships/image" Target="../media/image131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2.wmf"/><Relationship Id="rId8" Type="http://schemas.openxmlformats.org/officeDocument/2006/relationships/image" Target="../media/image141.wmf"/><Relationship Id="rId7" Type="http://schemas.openxmlformats.org/officeDocument/2006/relationships/image" Target="../media/image140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3" Type="http://schemas.openxmlformats.org/officeDocument/2006/relationships/image" Target="../media/image146.wmf"/><Relationship Id="rId12" Type="http://schemas.openxmlformats.org/officeDocument/2006/relationships/image" Target="../media/image145.wmf"/><Relationship Id="rId11" Type="http://schemas.openxmlformats.org/officeDocument/2006/relationships/image" Target="../media/image144.wmf"/><Relationship Id="rId10" Type="http://schemas.openxmlformats.org/officeDocument/2006/relationships/image" Target="../media/image143.wmf"/><Relationship Id="rId1" Type="http://schemas.openxmlformats.org/officeDocument/2006/relationships/image" Target="../media/image134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wmf"/><Relationship Id="rId8" Type="http://schemas.openxmlformats.org/officeDocument/2006/relationships/image" Target="../media/image154.wmf"/><Relationship Id="rId7" Type="http://schemas.openxmlformats.org/officeDocument/2006/relationships/image" Target="../media/image153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2" Type="http://schemas.openxmlformats.org/officeDocument/2006/relationships/image" Target="../media/image168.wmf"/><Relationship Id="rId21" Type="http://schemas.openxmlformats.org/officeDocument/2006/relationships/image" Target="../media/image167.wmf"/><Relationship Id="rId20" Type="http://schemas.openxmlformats.org/officeDocument/2006/relationships/image" Target="../media/image166.wmf"/><Relationship Id="rId2" Type="http://schemas.openxmlformats.org/officeDocument/2006/relationships/image" Target="../media/image148.wmf"/><Relationship Id="rId19" Type="http://schemas.openxmlformats.org/officeDocument/2006/relationships/image" Target="../media/image165.wmf"/><Relationship Id="rId18" Type="http://schemas.openxmlformats.org/officeDocument/2006/relationships/image" Target="../media/image164.wmf"/><Relationship Id="rId17" Type="http://schemas.openxmlformats.org/officeDocument/2006/relationships/image" Target="../media/image163.wmf"/><Relationship Id="rId16" Type="http://schemas.openxmlformats.org/officeDocument/2006/relationships/image" Target="../media/image162.wmf"/><Relationship Id="rId15" Type="http://schemas.openxmlformats.org/officeDocument/2006/relationships/image" Target="../media/image161.wmf"/><Relationship Id="rId14" Type="http://schemas.openxmlformats.org/officeDocument/2006/relationships/image" Target="../media/image160.wmf"/><Relationship Id="rId13" Type="http://schemas.openxmlformats.org/officeDocument/2006/relationships/image" Target="../media/image159.wmf"/><Relationship Id="rId12" Type="http://schemas.openxmlformats.org/officeDocument/2006/relationships/image" Target="../media/image158.wmf"/><Relationship Id="rId11" Type="http://schemas.openxmlformats.org/officeDocument/2006/relationships/image" Target="../media/image157.wmf"/><Relationship Id="rId10" Type="http://schemas.openxmlformats.org/officeDocument/2006/relationships/image" Target="../media/image156.wmf"/><Relationship Id="rId1" Type="http://schemas.openxmlformats.org/officeDocument/2006/relationships/image" Target="../media/image147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wmf"/><Relationship Id="rId8" Type="http://schemas.openxmlformats.org/officeDocument/2006/relationships/image" Target="../media/image176.wmf"/><Relationship Id="rId7" Type="http://schemas.openxmlformats.org/officeDocument/2006/relationships/image" Target="../media/image175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8" Type="http://schemas.openxmlformats.org/officeDocument/2006/relationships/image" Target="../media/image186.wmf"/><Relationship Id="rId17" Type="http://schemas.openxmlformats.org/officeDocument/2006/relationships/image" Target="../media/image185.wmf"/><Relationship Id="rId16" Type="http://schemas.openxmlformats.org/officeDocument/2006/relationships/image" Target="../media/image184.wmf"/><Relationship Id="rId15" Type="http://schemas.openxmlformats.org/officeDocument/2006/relationships/image" Target="../media/image183.wmf"/><Relationship Id="rId14" Type="http://schemas.openxmlformats.org/officeDocument/2006/relationships/image" Target="../media/image182.wmf"/><Relationship Id="rId13" Type="http://schemas.openxmlformats.org/officeDocument/2006/relationships/image" Target="../media/image181.wmf"/><Relationship Id="rId12" Type="http://schemas.openxmlformats.org/officeDocument/2006/relationships/image" Target="../media/image180.wmf"/><Relationship Id="rId11" Type="http://schemas.openxmlformats.org/officeDocument/2006/relationships/image" Target="../media/image179.wmf"/><Relationship Id="rId10" Type="http://schemas.openxmlformats.org/officeDocument/2006/relationships/image" Target="../media/image178.wmf"/><Relationship Id="rId1" Type="http://schemas.openxmlformats.org/officeDocument/2006/relationships/image" Target="../media/image16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wmf"/><Relationship Id="rId2" Type="http://schemas.openxmlformats.org/officeDocument/2006/relationships/image" Target="../media/image187.wmf"/><Relationship Id="rId1" Type="http://schemas.openxmlformats.org/officeDocument/2006/relationships/image" Target="../media/image14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7.wmf"/><Relationship Id="rId8" Type="http://schemas.openxmlformats.org/officeDocument/2006/relationships/image" Target="../media/image196.wmf"/><Relationship Id="rId7" Type="http://schemas.openxmlformats.org/officeDocument/2006/relationships/image" Target="../media/image195.wmf"/><Relationship Id="rId6" Type="http://schemas.openxmlformats.org/officeDocument/2006/relationships/image" Target="../media/image194.wmf"/><Relationship Id="rId5" Type="http://schemas.openxmlformats.org/officeDocument/2006/relationships/image" Target="../media/image193.wmf"/><Relationship Id="rId4" Type="http://schemas.openxmlformats.org/officeDocument/2006/relationships/image" Target="../media/image192.wmf"/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2" Type="http://schemas.openxmlformats.org/officeDocument/2006/relationships/image" Target="../media/image200.wmf"/><Relationship Id="rId11" Type="http://schemas.openxmlformats.org/officeDocument/2006/relationships/image" Target="../media/image199.wmf"/><Relationship Id="rId10" Type="http://schemas.openxmlformats.org/officeDocument/2006/relationships/image" Target="../media/image198.wmf"/><Relationship Id="rId1" Type="http://schemas.openxmlformats.org/officeDocument/2006/relationships/image" Target="../media/image1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4" Type="http://schemas.openxmlformats.org/officeDocument/2006/relationships/vmlDrawing" Target="../drawings/vmlDrawing1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15.wmf"/><Relationship Id="rId31" Type="http://schemas.openxmlformats.org/officeDocument/2006/relationships/oleObject" Target="../embeddings/oleObject17.bin"/><Relationship Id="rId30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6.bin"/><Relationship Id="rId28" Type="http://schemas.openxmlformats.org/officeDocument/2006/relationships/image" Target="../media/image13.wmf"/><Relationship Id="rId27" Type="http://schemas.openxmlformats.org/officeDocument/2006/relationships/oleObject" Target="../embeddings/oleObject15.bin"/><Relationship Id="rId26" Type="http://schemas.openxmlformats.org/officeDocument/2006/relationships/image" Target="../media/image12.wmf"/><Relationship Id="rId25" Type="http://schemas.openxmlformats.org/officeDocument/2006/relationships/oleObject" Target="../embeddings/oleObject14.bin"/><Relationship Id="rId24" Type="http://schemas.openxmlformats.org/officeDocument/2006/relationships/oleObject" Target="../embeddings/oleObject13.bin"/><Relationship Id="rId23" Type="http://schemas.openxmlformats.org/officeDocument/2006/relationships/image" Target="../media/image11.wmf"/><Relationship Id="rId22" Type="http://schemas.openxmlformats.org/officeDocument/2006/relationships/oleObject" Target="../embeddings/oleObject12.bin"/><Relationship Id="rId21" Type="http://schemas.openxmlformats.org/officeDocument/2006/relationships/image" Target="../media/image10.wmf"/><Relationship Id="rId20" Type="http://schemas.openxmlformats.org/officeDocument/2006/relationships/oleObject" Target="../embeddings/oleObject11.bin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9.bin"/><Relationship Id="rId24" Type="http://schemas.openxmlformats.org/officeDocument/2006/relationships/vmlDrawing" Target="../drawings/vmlDrawing2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6.wmf"/><Relationship Id="rId21" Type="http://schemas.openxmlformats.org/officeDocument/2006/relationships/oleObject" Target="../embeddings/oleObject28.bin"/><Relationship Id="rId20" Type="http://schemas.openxmlformats.org/officeDocument/2006/relationships/image" Target="../media/image25.wmf"/><Relationship Id="rId2" Type="http://schemas.openxmlformats.org/officeDocument/2006/relationships/image" Target="../media/image16.wmf"/><Relationship Id="rId19" Type="http://schemas.openxmlformats.org/officeDocument/2006/relationships/oleObject" Target="../embeddings/oleObject27.bin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26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25.bin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24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8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8.wmf"/><Relationship Id="rId38" Type="http://schemas.openxmlformats.org/officeDocument/2006/relationships/vmlDrawing" Target="../drawings/vmlDrawing3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44.wmf"/><Relationship Id="rId35" Type="http://schemas.openxmlformats.org/officeDocument/2006/relationships/oleObject" Target="../embeddings/oleObject46.bin"/><Relationship Id="rId34" Type="http://schemas.openxmlformats.org/officeDocument/2006/relationships/image" Target="../media/image43.wmf"/><Relationship Id="rId33" Type="http://schemas.openxmlformats.org/officeDocument/2006/relationships/oleObject" Target="../embeddings/oleObject45.bin"/><Relationship Id="rId32" Type="http://schemas.openxmlformats.org/officeDocument/2006/relationships/image" Target="../media/image42.wmf"/><Relationship Id="rId31" Type="http://schemas.openxmlformats.org/officeDocument/2006/relationships/oleObject" Target="../embeddings/oleObject44.bin"/><Relationship Id="rId30" Type="http://schemas.openxmlformats.org/officeDocument/2006/relationships/image" Target="../media/image41.wmf"/><Relationship Id="rId3" Type="http://schemas.openxmlformats.org/officeDocument/2006/relationships/oleObject" Target="../embeddings/oleObject30.bin"/><Relationship Id="rId29" Type="http://schemas.openxmlformats.org/officeDocument/2006/relationships/oleObject" Target="../embeddings/oleObject43.bin"/><Relationship Id="rId28" Type="http://schemas.openxmlformats.org/officeDocument/2006/relationships/image" Target="../media/image40.wmf"/><Relationship Id="rId27" Type="http://schemas.openxmlformats.org/officeDocument/2006/relationships/oleObject" Target="../embeddings/oleObject42.bin"/><Relationship Id="rId26" Type="http://schemas.openxmlformats.org/officeDocument/2006/relationships/image" Target="../media/image39.wmf"/><Relationship Id="rId25" Type="http://schemas.openxmlformats.org/officeDocument/2006/relationships/oleObject" Target="../embeddings/oleObject41.bin"/><Relationship Id="rId24" Type="http://schemas.openxmlformats.org/officeDocument/2006/relationships/image" Target="../media/image38.wmf"/><Relationship Id="rId23" Type="http://schemas.openxmlformats.org/officeDocument/2006/relationships/oleObject" Target="../embeddings/oleObject40.bin"/><Relationship Id="rId22" Type="http://schemas.openxmlformats.org/officeDocument/2006/relationships/image" Target="../media/image37.wmf"/><Relationship Id="rId21" Type="http://schemas.openxmlformats.org/officeDocument/2006/relationships/oleObject" Target="../embeddings/oleObject39.bin"/><Relationship Id="rId20" Type="http://schemas.openxmlformats.org/officeDocument/2006/relationships/image" Target="../media/image36.wmf"/><Relationship Id="rId2" Type="http://schemas.openxmlformats.org/officeDocument/2006/relationships/image" Target="../media/image27.wmf"/><Relationship Id="rId19" Type="http://schemas.openxmlformats.org/officeDocument/2006/relationships/oleObject" Target="../embeddings/oleObject38.bin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37.bin"/><Relationship Id="rId16" Type="http://schemas.openxmlformats.org/officeDocument/2006/relationships/image" Target="../media/image34.wmf"/><Relationship Id="rId15" Type="http://schemas.openxmlformats.org/officeDocument/2006/relationships/oleObject" Target="../embeddings/oleObject36.bin"/><Relationship Id="rId14" Type="http://schemas.openxmlformats.org/officeDocument/2006/relationships/image" Target="../media/image33.wmf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29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48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8.bin"/><Relationship Id="rId24" Type="http://schemas.openxmlformats.org/officeDocument/2006/relationships/vmlDrawing" Target="../drawings/vmlDrawing4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55.wmf"/><Relationship Id="rId21" Type="http://schemas.openxmlformats.org/officeDocument/2006/relationships/oleObject" Target="../embeddings/oleObject57.bin"/><Relationship Id="rId20" Type="http://schemas.openxmlformats.org/officeDocument/2006/relationships/image" Target="../media/image54.wmf"/><Relationship Id="rId2" Type="http://schemas.openxmlformats.org/officeDocument/2006/relationships/image" Target="../media/image45.wmf"/><Relationship Id="rId19" Type="http://schemas.openxmlformats.org/officeDocument/2006/relationships/oleObject" Target="../embeddings/oleObject56.bin"/><Relationship Id="rId18" Type="http://schemas.openxmlformats.org/officeDocument/2006/relationships/image" Target="../media/image53.wmf"/><Relationship Id="rId17" Type="http://schemas.openxmlformats.org/officeDocument/2006/relationships/oleObject" Target="../embeddings/oleObject55.bin"/><Relationship Id="rId16" Type="http://schemas.openxmlformats.org/officeDocument/2006/relationships/image" Target="../media/image52.wmf"/><Relationship Id="rId15" Type="http://schemas.openxmlformats.org/officeDocument/2006/relationships/oleObject" Target="../embeddings/oleObject54.bin"/><Relationship Id="rId14" Type="http://schemas.openxmlformats.org/officeDocument/2006/relationships/image" Target="../media/image51.wmf"/><Relationship Id="rId13" Type="http://schemas.openxmlformats.org/officeDocument/2006/relationships/oleObject" Target="../embeddings/oleObject53.bin"/><Relationship Id="rId12" Type="http://schemas.openxmlformats.org/officeDocument/2006/relationships/image" Target="../media/image50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49.wmf"/><Relationship Id="rId1" Type="http://schemas.openxmlformats.org/officeDocument/2006/relationships/oleObject" Target="../embeddings/oleObject47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59.bin"/><Relationship Id="rId28" Type="http://schemas.openxmlformats.org/officeDocument/2006/relationships/vmlDrawing" Target="../drawings/vmlDrawing5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68.wmf"/><Relationship Id="rId25" Type="http://schemas.openxmlformats.org/officeDocument/2006/relationships/oleObject" Target="../embeddings/oleObject70.bin"/><Relationship Id="rId24" Type="http://schemas.openxmlformats.org/officeDocument/2006/relationships/image" Target="../media/image67.wmf"/><Relationship Id="rId23" Type="http://schemas.openxmlformats.org/officeDocument/2006/relationships/oleObject" Target="../embeddings/oleObject69.bin"/><Relationship Id="rId22" Type="http://schemas.openxmlformats.org/officeDocument/2006/relationships/image" Target="../media/image66.wmf"/><Relationship Id="rId21" Type="http://schemas.openxmlformats.org/officeDocument/2006/relationships/oleObject" Target="../embeddings/oleObject68.bin"/><Relationship Id="rId20" Type="http://schemas.openxmlformats.org/officeDocument/2006/relationships/image" Target="../media/image65.wmf"/><Relationship Id="rId2" Type="http://schemas.openxmlformats.org/officeDocument/2006/relationships/image" Target="../media/image56.wmf"/><Relationship Id="rId19" Type="http://schemas.openxmlformats.org/officeDocument/2006/relationships/oleObject" Target="../embeddings/oleObject67.bin"/><Relationship Id="rId18" Type="http://schemas.openxmlformats.org/officeDocument/2006/relationships/image" Target="../media/image64.wmf"/><Relationship Id="rId17" Type="http://schemas.openxmlformats.org/officeDocument/2006/relationships/oleObject" Target="../embeddings/oleObject66.bin"/><Relationship Id="rId16" Type="http://schemas.openxmlformats.org/officeDocument/2006/relationships/image" Target="../media/image63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62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61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60.wmf"/><Relationship Id="rId1" Type="http://schemas.openxmlformats.org/officeDocument/2006/relationships/oleObject" Target="../embeddings/oleObject58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3.bin"/><Relationship Id="rId40" Type="http://schemas.openxmlformats.org/officeDocument/2006/relationships/vmlDrawing" Target="../drawings/vmlDrawing6.vml"/><Relationship Id="rId4" Type="http://schemas.openxmlformats.org/officeDocument/2006/relationships/image" Target="../media/image70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87.wmf"/><Relationship Id="rId37" Type="http://schemas.openxmlformats.org/officeDocument/2006/relationships/oleObject" Target="../embeddings/oleObject89.bin"/><Relationship Id="rId36" Type="http://schemas.openxmlformats.org/officeDocument/2006/relationships/image" Target="../media/image86.wmf"/><Relationship Id="rId35" Type="http://schemas.openxmlformats.org/officeDocument/2006/relationships/oleObject" Target="../embeddings/oleObject88.bin"/><Relationship Id="rId34" Type="http://schemas.openxmlformats.org/officeDocument/2006/relationships/image" Target="../media/image85.wmf"/><Relationship Id="rId33" Type="http://schemas.openxmlformats.org/officeDocument/2006/relationships/oleObject" Target="../embeddings/oleObject87.bin"/><Relationship Id="rId32" Type="http://schemas.openxmlformats.org/officeDocument/2006/relationships/image" Target="../media/image84.wmf"/><Relationship Id="rId31" Type="http://schemas.openxmlformats.org/officeDocument/2006/relationships/oleObject" Target="../embeddings/oleObject86.bin"/><Relationship Id="rId30" Type="http://schemas.openxmlformats.org/officeDocument/2006/relationships/image" Target="../media/image83.wmf"/><Relationship Id="rId3" Type="http://schemas.openxmlformats.org/officeDocument/2006/relationships/oleObject" Target="../embeddings/oleObject72.bin"/><Relationship Id="rId29" Type="http://schemas.openxmlformats.org/officeDocument/2006/relationships/oleObject" Target="../embeddings/oleObject85.bin"/><Relationship Id="rId28" Type="http://schemas.openxmlformats.org/officeDocument/2006/relationships/image" Target="../media/image82.wmf"/><Relationship Id="rId27" Type="http://schemas.openxmlformats.org/officeDocument/2006/relationships/oleObject" Target="../embeddings/oleObject84.bin"/><Relationship Id="rId26" Type="http://schemas.openxmlformats.org/officeDocument/2006/relationships/image" Target="../media/image81.wmf"/><Relationship Id="rId25" Type="http://schemas.openxmlformats.org/officeDocument/2006/relationships/oleObject" Target="../embeddings/oleObject83.bin"/><Relationship Id="rId24" Type="http://schemas.openxmlformats.org/officeDocument/2006/relationships/image" Target="../media/image80.wmf"/><Relationship Id="rId23" Type="http://schemas.openxmlformats.org/officeDocument/2006/relationships/oleObject" Target="../embeddings/oleObject82.bin"/><Relationship Id="rId22" Type="http://schemas.openxmlformats.org/officeDocument/2006/relationships/image" Target="../media/image79.wmf"/><Relationship Id="rId21" Type="http://schemas.openxmlformats.org/officeDocument/2006/relationships/oleObject" Target="../embeddings/oleObject81.bin"/><Relationship Id="rId20" Type="http://schemas.openxmlformats.org/officeDocument/2006/relationships/image" Target="../media/image78.wmf"/><Relationship Id="rId2" Type="http://schemas.openxmlformats.org/officeDocument/2006/relationships/image" Target="../media/image69.wmf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77.w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75.wmf"/><Relationship Id="rId13" Type="http://schemas.openxmlformats.org/officeDocument/2006/relationships/oleObject" Target="../embeddings/oleObject77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7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91.bin"/><Relationship Id="rId28" Type="http://schemas.openxmlformats.org/officeDocument/2006/relationships/vmlDrawing" Target="../drawings/vmlDrawing7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00.wmf"/><Relationship Id="rId25" Type="http://schemas.openxmlformats.org/officeDocument/2006/relationships/oleObject" Target="../embeddings/oleObject102.bin"/><Relationship Id="rId24" Type="http://schemas.openxmlformats.org/officeDocument/2006/relationships/image" Target="../media/image99.wmf"/><Relationship Id="rId23" Type="http://schemas.openxmlformats.org/officeDocument/2006/relationships/oleObject" Target="../embeddings/oleObject101.bin"/><Relationship Id="rId22" Type="http://schemas.openxmlformats.org/officeDocument/2006/relationships/image" Target="../media/image98.wmf"/><Relationship Id="rId21" Type="http://schemas.openxmlformats.org/officeDocument/2006/relationships/oleObject" Target="../embeddings/oleObject100.bin"/><Relationship Id="rId20" Type="http://schemas.openxmlformats.org/officeDocument/2006/relationships/image" Target="../media/image97.wmf"/><Relationship Id="rId2" Type="http://schemas.openxmlformats.org/officeDocument/2006/relationships/image" Target="../media/image88.wmf"/><Relationship Id="rId19" Type="http://schemas.openxmlformats.org/officeDocument/2006/relationships/oleObject" Target="../embeddings/oleObject99.bin"/><Relationship Id="rId18" Type="http://schemas.openxmlformats.org/officeDocument/2006/relationships/image" Target="../media/image96.wmf"/><Relationship Id="rId17" Type="http://schemas.openxmlformats.org/officeDocument/2006/relationships/oleObject" Target="../embeddings/oleObject98.bin"/><Relationship Id="rId16" Type="http://schemas.openxmlformats.org/officeDocument/2006/relationships/image" Target="../media/image95.w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94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93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90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7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06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101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09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08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0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09.wmf"/><Relationship Id="rId36" Type="http://schemas.openxmlformats.org/officeDocument/2006/relationships/vmlDrawing" Target="../drawings/vmlDrawing9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124.wmf"/><Relationship Id="rId33" Type="http://schemas.openxmlformats.org/officeDocument/2006/relationships/oleObject" Target="../embeddings/oleObject126.bin"/><Relationship Id="rId32" Type="http://schemas.openxmlformats.org/officeDocument/2006/relationships/image" Target="../media/image123.wmf"/><Relationship Id="rId31" Type="http://schemas.openxmlformats.org/officeDocument/2006/relationships/oleObject" Target="../embeddings/oleObject125.bin"/><Relationship Id="rId30" Type="http://schemas.openxmlformats.org/officeDocument/2006/relationships/image" Target="../media/image122.wmf"/><Relationship Id="rId3" Type="http://schemas.openxmlformats.org/officeDocument/2006/relationships/oleObject" Target="../embeddings/oleObject111.bin"/><Relationship Id="rId29" Type="http://schemas.openxmlformats.org/officeDocument/2006/relationships/oleObject" Target="../embeddings/oleObject124.bin"/><Relationship Id="rId28" Type="http://schemas.openxmlformats.org/officeDocument/2006/relationships/image" Target="../media/image121.wmf"/><Relationship Id="rId27" Type="http://schemas.openxmlformats.org/officeDocument/2006/relationships/oleObject" Target="../embeddings/oleObject123.bin"/><Relationship Id="rId26" Type="http://schemas.openxmlformats.org/officeDocument/2006/relationships/image" Target="../media/image120.wmf"/><Relationship Id="rId25" Type="http://schemas.openxmlformats.org/officeDocument/2006/relationships/oleObject" Target="../embeddings/oleObject122.bin"/><Relationship Id="rId24" Type="http://schemas.openxmlformats.org/officeDocument/2006/relationships/image" Target="../media/image119.wmf"/><Relationship Id="rId23" Type="http://schemas.openxmlformats.org/officeDocument/2006/relationships/oleObject" Target="../embeddings/oleObject121.bin"/><Relationship Id="rId22" Type="http://schemas.openxmlformats.org/officeDocument/2006/relationships/image" Target="../media/image118.wmf"/><Relationship Id="rId21" Type="http://schemas.openxmlformats.org/officeDocument/2006/relationships/oleObject" Target="../embeddings/oleObject120.bin"/><Relationship Id="rId20" Type="http://schemas.openxmlformats.org/officeDocument/2006/relationships/image" Target="../media/image117.wmf"/><Relationship Id="rId2" Type="http://schemas.openxmlformats.org/officeDocument/2006/relationships/image" Target="../media/image108.wmf"/><Relationship Id="rId19" Type="http://schemas.openxmlformats.org/officeDocument/2006/relationships/oleObject" Target="../embeddings/oleObject119.bin"/><Relationship Id="rId18" Type="http://schemas.openxmlformats.org/officeDocument/2006/relationships/image" Target="../media/image116.wmf"/><Relationship Id="rId17" Type="http://schemas.openxmlformats.org/officeDocument/2006/relationships/oleObject" Target="../embeddings/oleObject118.bin"/><Relationship Id="rId16" Type="http://schemas.openxmlformats.org/officeDocument/2006/relationships/image" Target="../media/image115.wmf"/><Relationship Id="rId15" Type="http://schemas.openxmlformats.org/officeDocument/2006/relationships/oleObject" Target="../embeddings/oleObject117.bin"/><Relationship Id="rId14" Type="http://schemas.openxmlformats.org/officeDocument/2006/relationships/image" Target="../media/image114.wmf"/><Relationship Id="rId13" Type="http://schemas.openxmlformats.org/officeDocument/2006/relationships/oleObject" Target="../embeddings/oleObject116.bin"/><Relationship Id="rId12" Type="http://schemas.openxmlformats.org/officeDocument/2006/relationships/image" Target="../media/image113.wmf"/><Relationship Id="rId11" Type="http://schemas.openxmlformats.org/officeDocument/2006/relationships/oleObject" Target="../embeddings/oleObject115.bin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110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1.bin"/><Relationship Id="rId8" Type="http://schemas.openxmlformats.org/officeDocument/2006/relationships/image" Target="../media/image128.wmf"/><Relationship Id="rId7" Type="http://schemas.openxmlformats.org/officeDocument/2006/relationships/oleObject" Target="../embeddings/oleObject130.bin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128.bin"/><Relationship Id="rId20" Type="http://schemas.openxmlformats.org/officeDocument/2006/relationships/vmlDrawing" Target="../drawings/vmlDrawing10.vml"/><Relationship Id="rId2" Type="http://schemas.openxmlformats.org/officeDocument/2006/relationships/image" Target="../media/image125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33.wmf"/><Relationship Id="rId17" Type="http://schemas.openxmlformats.org/officeDocument/2006/relationships/oleObject" Target="../embeddings/oleObject135.bin"/><Relationship Id="rId16" Type="http://schemas.openxmlformats.org/officeDocument/2006/relationships/image" Target="../media/image132.wmf"/><Relationship Id="rId15" Type="http://schemas.openxmlformats.org/officeDocument/2006/relationships/oleObject" Target="../embeddings/oleObject134.bin"/><Relationship Id="rId14" Type="http://schemas.openxmlformats.org/officeDocument/2006/relationships/image" Target="../media/image131.wmf"/><Relationship Id="rId13" Type="http://schemas.openxmlformats.org/officeDocument/2006/relationships/oleObject" Target="../embeddings/oleObject133.bin"/><Relationship Id="rId12" Type="http://schemas.openxmlformats.org/officeDocument/2006/relationships/image" Target="../media/image130.wmf"/><Relationship Id="rId11" Type="http://schemas.openxmlformats.org/officeDocument/2006/relationships/oleObject" Target="../embeddings/oleObject132.bin"/><Relationship Id="rId10" Type="http://schemas.openxmlformats.org/officeDocument/2006/relationships/image" Target="../media/image129.wmf"/><Relationship Id="rId1" Type="http://schemas.openxmlformats.org/officeDocument/2006/relationships/oleObject" Target="../embeddings/oleObject127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0.bin"/><Relationship Id="rId8" Type="http://schemas.openxmlformats.org/officeDocument/2006/relationships/image" Target="../media/image137.wmf"/><Relationship Id="rId7" Type="http://schemas.openxmlformats.org/officeDocument/2006/relationships/oleObject" Target="../embeddings/oleObject139.bin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37.bin"/><Relationship Id="rId28" Type="http://schemas.openxmlformats.org/officeDocument/2006/relationships/vmlDrawing" Target="../drawings/vmlDrawing11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46.wmf"/><Relationship Id="rId25" Type="http://schemas.openxmlformats.org/officeDocument/2006/relationships/oleObject" Target="../embeddings/oleObject148.bin"/><Relationship Id="rId24" Type="http://schemas.openxmlformats.org/officeDocument/2006/relationships/image" Target="../media/image145.wmf"/><Relationship Id="rId23" Type="http://schemas.openxmlformats.org/officeDocument/2006/relationships/oleObject" Target="../embeddings/oleObject147.bin"/><Relationship Id="rId22" Type="http://schemas.openxmlformats.org/officeDocument/2006/relationships/image" Target="../media/image144.wmf"/><Relationship Id="rId21" Type="http://schemas.openxmlformats.org/officeDocument/2006/relationships/oleObject" Target="../embeddings/oleObject146.bin"/><Relationship Id="rId20" Type="http://schemas.openxmlformats.org/officeDocument/2006/relationships/image" Target="../media/image143.wmf"/><Relationship Id="rId2" Type="http://schemas.openxmlformats.org/officeDocument/2006/relationships/image" Target="../media/image134.wmf"/><Relationship Id="rId19" Type="http://schemas.openxmlformats.org/officeDocument/2006/relationships/oleObject" Target="../embeddings/oleObject145.bin"/><Relationship Id="rId18" Type="http://schemas.openxmlformats.org/officeDocument/2006/relationships/image" Target="../media/image142.wmf"/><Relationship Id="rId17" Type="http://schemas.openxmlformats.org/officeDocument/2006/relationships/oleObject" Target="../embeddings/oleObject144.bin"/><Relationship Id="rId16" Type="http://schemas.openxmlformats.org/officeDocument/2006/relationships/image" Target="../media/image141.wmf"/><Relationship Id="rId15" Type="http://schemas.openxmlformats.org/officeDocument/2006/relationships/oleObject" Target="../embeddings/oleObject143.bin"/><Relationship Id="rId14" Type="http://schemas.openxmlformats.org/officeDocument/2006/relationships/image" Target="../media/image140.wmf"/><Relationship Id="rId13" Type="http://schemas.openxmlformats.org/officeDocument/2006/relationships/oleObject" Target="../embeddings/oleObject142.bin"/><Relationship Id="rId12" Type="http://schemas.openxmlformats.org/officeDocument/2006/relationships/image" Target="../media/image139.wmf"/><Relationship Id="rId11" Type="http://schemas.openxmlformats.org/officeDocument/2006/relationships/oleObject" Target="../embeddings/oleObject141.bin"/><Relationship Id="rId10" Type="http://schemas.openxmlformats.org/officeDocument/2006/relationships/image" Target="../media/image138.wmf"/><Relationship Id="rId1" Type="http://schemas.openxmlformats.org/officeDocument/2006/relationships/oleObject" Target="../embeddings/oleObject13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51.bin"/><Relationship Id="rId47" Type="http://schemas.openxmlformats.org/officeDocument/2006/relationships/vmlDrawing" Target="../drawings/vmlDrawing12.vml"/><Relationship Id="rId46" Type="http://schemas.openxmlformats.org/officeDocument/2006/relationships/slideLayout" Target="../slideLayouts/slideLayout18.xml"/><Relationship Id="rId45" Type="http://schemas.openxmlformats.org/officeDocument/2006/relationships/oleObject" Target="../embeddings/oleObject171.bin"/><Relationship Id="rId44" Type="http://schemas.openxmlformats.org/officeDocument/2006/relationships/image" Target="../media/image168.wmf"/><Relationship Id="rId43" Type="http://schemas.openxmlformats.org/officeDocument/2006/relationships/oleObject" Target="../embeddings/oleObject170.bin"/><Relationship Id="rId42" Type="http://schemas.openxmlformats.org/officeDocument/2006/relationships/image" Target="../media/image167.wmf"/><Relationship Id="rId41" Type="http://schemas.openxmlformats.org/officeDocument/2006/relationships/oleObject" Target="../embeddings/oleObject169.bin"/><Relationship Id="rId40" Type="http://schemas.openxmlformats.org/officeDocument/2006/relationships/image" Target="../media/image166.wmf"/><Relationship Id="rId4" Type="http://schemas.openxmlformats.org/officeDocument/2006/relationships/image" Target="../media/image148.wmf"/><Relationship Id="rId39" Type="http://schemas.openxmlformats.org/officeDocument/2006/relationships/oleObject" Target="../embeddings/oleObject168.bin"/><Relationship Id="rId38" Type="http://schemas.openxmlformats.org/officeDocument/2006/relationships/image" Target="../media/image165.wmf"/><Relationship Id="rId37" Type="http://schemas.openxmlformats.org/officeDocument/2006/relationships/oleObject" Target="../embeddings/oleObject167.bin"/><Relationship Id="rId36" Type="http://schemas.openxmlformats.org/officeDocument/2006/relationships/image" Target="../media/image164.wmf"/><Relationship Id="rId35" Type="http://schemas.openxmlformats.org/officeDocument/2006/relationships/oleObject" Target="../embeddings/oleObject166.bin"/><Relationship Id="rId34" Type="http://schemas.openxmlformats.org/officeDocument/2006/relationships/image" Target="../media/image163.wmf"/><Relationship Id="rId33" Type="http://schemas.openxmlformats.org/officeDocument/2006/relationships/oleObject" Target="../embeddings/oleObject165.bin"/><Relationship Id="rId32" Type="http://schemas.openxmlformats.org/officeDocument/2006/relationships/image" Target="../media/image162.wmf"/><Relationship Id="rId31" Type="http://schemas.openxmlformats.org/officeDocument/2006/relationships/oleObject" Target="../embeddings/oleObject164.bin"/><Relationship Id="rId30" Type="http://schemas.openxmlformats.org/officeDocument/2006/relationships/image" Target="../media/image161.wmf"/><Relationship Id="rId3" Type="http://schemas.openxmlformats.org/officeDocument/2006/relationships/oleObject" Target="../embeddings/oleObject150.bin"/><Relationship Id="rId29" Type="http://schemas.openxmlformats.org/officeDocument/2006/relationships/oleObject" Target="../embeddings/oleObject163.bin"/><Relationship Id="rId28" Type="http://schemas.openxmlformats.org/officeDocument/2006/relationships/image" Target="../media/image160.wmf"/><Relationship Id="rId27" Type="http://schemas.openxmlformats.org/officeDocument/2006/relationships/oleObject" Target="../embeddings/oleObject162.bin"/><Relationship Id="rId26" Type="http://schemas.openxmlformats.org/officeDocument/2006/relationships/image" Target="../media/image159.wmf"/><Relationship Id="rId25" Type="http://schemas.openxmlformats.org/officeDocument/2006/relationships/oleObject" Target="../embeddings/oleObject161.bin"/><Relationship Id="rId24" Type="http://schemas.openxmlformats.org/officeDocument/2006/relationships/image" Target="../media/image158.wmf"/><Relationship Id="rId23" Type="http://schemas.openxmlformats.org/officeDocument/2006/relationships/oleObject" Target="../embeddings/oleObject160.bin"/><Relationship Id="rId22" Type="http://schemas.openxmlformats.org/officeDocument/2006/relationships/image" Target="../media/image157.wmf"/><Relationship Id="rId21" Type="http://schemas.openxmlformats.org/officeDocument/2006/relationships/oleObject" Target="../embeddings/oleObject159.bin"/><Relationship Id="rId20" Type="http://schemas.openxmlformats.org/officeDocument/2006/relationships/image" Target="../media/image156.wmf"/><Relationship Id="rId2" Type="http://schemas.openxmlformats.org/officeDocument/2006/relationships/image" Target="../media/image147.wmf"/><Relationship Id="rId19" Type="http://schemas.openxmlformats.org/officeDocument/2006/relationships/oleObject" Target="../embeddings/oleObject158.bin"/><Relationship Id="rId18" Type="http://schemas.openxmlformats.org/officeDocument/2006/relationships/image" Target="../media/image155.wmf"/><Relationship Id="rId17" Type="http://schemas.openxmlformats.org/officeDocument/2006/relationships/oleObject" Target="../embeddings/oleObject157.bin"/><Relationship Id="rId16" Type="http://schemas.openxmlformats.org/officeDocument/2006/relationships/image" Target="../media/image154.wmf"/><Relationship Id="rId15" Type="http://schemas.openxmlformats.org/officeDocument/2006/relationships/oleObject" Target="../embeddings/oleObject156.bin"/><Relationship Id="rId14" Type="http://schemas.openxmlformats.org/officeDocument/2006/relationships/image" Target="../media/image153.wmf"/><Relationship Id="rId13" Type="http://schemas.openxmlformats.org/officeDocument/2006/relationships/oleObject" Target="../embeddings/oleObject155.bin"/><Relationship Id="rId12" Type="http://schemas.openxmlformats.org/officeDocument/2006/relationships/image" Target="../media/image152.wmf"/><Relationship Id="rId11" Type="http://schemas.openxmlformats.org/officeDocument/2006/relationships/oleObject" Target="../embeddings/oleObject154.bin"/><Relationship Id="rId10" Type="http://schemas.openxmlformats.org/officeDocument/2006/relationships/image" Target="../media/image151.wmf"/><Relationship Id="rId1" Type="http://schemas.openxmlformats.org/officeDocument/2006/relationships/oleObject" Target="../embeddings/oleObject14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6.bin"/><Relationship Id="rId8" Type="http://schemas.openxmlformats.org/officeDocument/2006/relationships/image" Target="../media/image172.wmf"/><Relationship Id="rId7" Type="http://schemas.openxmlformats.org/officeDocument/2006/relationships/oleObject" Target="../embeddings/oleObject175.bin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70.wmf"/><Relationship Id="rId38" Type="http://schemas.openxmlformats.org/officeDocument/2006/relationships/vmlDrawing" Target="../drawings/vmlDrawing13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186.wmf"/><Relationship Id="rId35" Type="http://schemas.openxmlformats.org/officeDocument/2006/relationships/oleObject" Target="../embeddings/oleObject189.bin"/><Relationship Id="rId34" Type="http://schemas.openxmlformats.org/officeDocument/2006/relationships/image" Target="../media/image185.wmf"/><Relationship Id="rId33" Type="http://schemas.openxmlformats.org/officeDocument/2006/relationships/oleObject" Target="../embeddings/oleObject188.bin"/><Relationship Id="rId32" Type="http://schemas.openxmlformats.org/officeDocument/2006/relationships/image" Target="../media/image184.wmf"/><Relationship Id="rId31" Type="http://schemas.openxmlformats.org/officeDocument/2006/relationships/oleObject" Target="../embeddings/oleObject187.bin"/><Relationship Id="rId30" Type="http://schemas.openxmlformats.org/officeDocument/2006/relationships/image" Target="../media/image183.wmf"/><Relationship Id="rId3" Type="http://schemas.openxmlformats.org/officeDocument/2006/relationships/oleObject" Target="../embeddings/oleObject173.bin"/><Relationship Id="rId29" Type="http://schemas.openxmlformats.org/officeDocument/2006/relationships/oleObject" Target="../embeddings/oleObject186.bin"/><Relationship Id="rId28" Type="http://schemas.openxmlformats.org/officeDocument/2006/relationships/image" Target="../media/image182.wmf"/><Relationship Id="rId27" Type="http://schemas.openxmlformats.org/officeDocument/2006/relationships/oleObject" Target="../embeddings/oleObject185.bin"/><Relationship Id="rId26" Type="http://schemas.openxmlformats.org/officeDocument/2006/relationships/image" Target="../media/image181.wmf"/><Relationship Id="rId25" Type="http://schemas.openxmlformats.org/officeDocument/2006/relationships/oleObject" Target="../embeddings/oleObject184.bin"/><Relationship Id="rId24" Type="http://schemas.openxmlformats.org/officeDocument/2006/relationships/image" Target="../media/image180.wmf"/><Relationship Id="rId23" Type="http://schemas.openxmlformats.org/officeDocument/2006/relationships/oleObject" Target="../embeddings/oleObject183.bin"/><Relationship Id="rId22" Type="http://schemas.openxmlformats.org/officeDocument/2006/relationships/image" Target="../media/image179.wmf"/><Relationship Id="rId21" Type="http://schemas.openxmlformats.org/officeDocument/2006/relationships/oleObject" Target="../embeddings/oleObject182.bin"/><Relationship Id="rId20" Type="http://schemas.openxmlformats.org/officeDocument/2006/relationships/image" Target="../media/image178.wmf"/><Relationship Id="rId2" Type="http://schemas.openxmlformats.org/officeDocument/2006/relationships/image" Target="../media/image169.wmf"/><Relationship Id="rId19" Type="http://schemas.openxmlformats.org/officeDocument/2006/relationships/oleObject" Target="../embeddings/oleObject181.bin"/><Relationship Id="rId18" Type="http://schemas.openxmlformats.org/officeDocument/2006/relationships/image" Target="../media/image177.wmf"/><Relationship Id="rId17" Type="http://schemas.openxmlformats.org/officeDocument/2006/relationships/oleObject" Target="../embeddings/oleObject180.bin"/><Relationship Id="rId16" Type="http://schemas.openxmlformats.org/officeDocument/2006/relationships/image" Target="../media/image176.wmf"/><Relationship Id="rId15" Type="http://schemas.openxmlformats.org/officeDocument/2006/relationships/oleObject" Target="../embeddings/oleObject179.bin"/><Relationship Id="rId14" Type="http://schemas.openxmlformats.org/officeDocument/2006/relationships/image" Target="../media/image175.wmf"/><Relationship Id="rId13" Type="http://schemas.openxmlformats.org/officeDocument/2006/relationships/oleObject" Target="../embeddings/oleObject178.bin"/><Relationship Id="rId12" Type="http://schemas.openxmlformats.org/officeDocument/2006/relationships/image" Target="../media/image174.wmf"/><Relationship Id="rId11" Type="http://schemas.openxmlformats.org/officeDocument/2006/relationships/oleObject" Target="../embeddings/oleObject177.bin"/><Relationship Id="rId10" Type="http://schemas.openxmlformats.org/officeDocument/2006/relationships/image" Target="../media/image173.wmf"/><Relationship Id="rId1" Type="http://schemas.openxmlformats.org/officeDocument/2006/relationships/oleObject" Target="../embeddings/oleObject17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192.bin"/><Relationship Id="rId4" Type="http://schemas.openxmlformats.org/officeDocument/2006/relationships/image" Target="../media/image187.wmf"/><Relationship Id="rId3" Type="http://schemas.openxmlformats.org/officeDocument/2006/relationships/oleObject" Target="../embeddings/oleObject191.bin"/><Relationship Id="rId2" Type="http://schemas.openxmlformats.org/officeDocument/2006/relationships/image" Target="../media/image144.wmf"/><Relationship Id="rId1" Type="http://schemas.openxmlformats.org/officeDocument/2006/relationships/oleObject" Target="../embeddings/oleObject190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7.bin"/><Relationship Id="rId8" Type="http://schemas.openxmlformats.org/officeDocument/2006/relationships/image" Target="../media/image192.wmf"/><Relationship Id="rId7" Type="http://schemas.openxmlformats.org/officeDocument/2006/relationships/oleObject" Target="../embeddings/oleObject196.bin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0.wmf"/><Relationship Id="rId3" Type="http://schemas.openxmlformats.org/officeDocument/2006/relationships/oleObject" Target="../embeddings/oleObject194.bin"/><Relationship Id="rId27" Type="http://schemas.openxmlformats.org/officeDocument/2006/relationships/notesSlide" Target="../notesSlides/notesSlide1.xml"/><Relationship Id="rId26" Type="http://schemas.openxmlformats.org/officeDocument/2006/relationships/vmlDrawing" Target="../drawings/vmlDrawing15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00.wmf"/><Relationship Id="rId23" Type="http://schemas.openxmlformats.org/officeDocument/2006/relationships/oleObject" Target="../embeddings/oleObject204.bin"/><Relationship Id="rId22" Type="http://schemas.openxmlformats.org/officeDocument/2006/relationships/image" Target="../media/image199.wmf"/><Relationship Id="rId21" Type="http://schemas.openxmlformats.org/officeDocument/2006/relationships/oleObject" Target="../embeddings/oleObject203.bin"/><Relationship Id="rId20" Type="http://schemas.openxmlformats.org/officeDocument/2006/relationships/image" Target="../media/image198.wmf"/><Relationship Id="rId2" Type="http://schemas.openxmlformats.org/officeDocument/2006/relationships/image" Target="../media/image189.wmf"/><Relationship Id="rId19" Type="http://schemas.openxmlformats.org/officeDocument/2006/relationships/oleObject" Target="../embeddings/oleObject202.bin"/><Relationship Id="rId18" Type="http://schemas.openxmlformats.org/officeDocument/2006/relationships/image" Target="../media/image197.wmf"/><Relationship Id="rId17" Type="http://schemas.openxmlformats.org/officeDocument/2006/relationships/oleObject" Target="../embeddings/oleObject201.bin"/><Relationship Id="rId16" Type="http://schemas.openxmlformats.org/officeDocument/2006/relationships/image" Target="../media/image196.wmf"/><Relationship Id="rId15" Type="http://schemas.openxmlformats.org/officeDocument/2006/relationships/oleObject" Target="../embeddings/oleObject200.bin"/><Relationship Id="rId14" Type="http://schemas.openxmlformats.org/officeDocument/2006/relationships/image" Target="../media/image195.wmf"/><Relationship Id="rId13" Type="http://schemas.openxmlformats.org/officeDocument/2006/relationships/oleObject" Target="../embeddings/oleObject199.bin"/><Relationship Id="rId12" Type="http://schemas.openxmlformats.org/officeDocument/2006/relationships/image" Target="../media/image194.wmf"/><Relationship Id="rId11" Type="http://schemas.openxmlformats.org/officeDocument/2006/relationships/oleObject" Target="../embeddings/oleObject198.bin"/><Relationship Id="rId10" Type="http://schemas.openxmlformats.org/officeDocument/2006/relationships/image" Target="../media/image193.wmf"/><Relationship Id="rId1" Type="http://schemas.openxmlformats.org/officeDocument/2006/relationships/oleObject" Target="../embeddings/oleObject19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0884" y="509186"/>
            <a:ext cx="8229600" cy="114300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1.2.1 数列的极限</a:t>
            </a:r>
            <a:endParaRPr lang="en-US" altLang="zh-CN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58085" y="1570003"/>
            <a:ext cx="36358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本小节内容提要：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>
            <a:hlinkClick r:id="rId1" action="ppaction://hlinksldjump"/>
          </p:cNvPr>
          <p:cNvSpPr txBox="1"/>
          <p:nvPr/>
        </p:nvSpPr>
        <p:spPr>
          <a:xfrm>
            <a:off x="2918123" y="2375401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一.数列的有关概念</a:t>
            </a:r>
            <a:endParaRPr lang="zh-CN" altLang="en-US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8">
            <a:hlinkClick r:id="rId2" action="ppaction://hlinksldjump"/>
          </p:cNvPr>
          <p:cNvSpPr txBox="1">
            <a:spLocks noChangeArrowheads="1"/>
          </p:cNvSpPr>
          <p:nvPr/>
        </p:nvSpPr>
        <p:spPr>
          <a:xfrm>
            <a:off x="2908598" y="3092027"/>
            <a:ext cx="4038600" cy="76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二.数列极限的定义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Rectangle 11">
            <a:hlinkClick r:id="rId3" action="ppaction://hlinksldjump"/>
          </p:cNvPr>
          <p:cNvSpPr txBox="1">
            <a:spLocks noChangeArrowheads="1"/>
          </p:cNvSpPr>
          <p:nvPr/>
        </p:nvSpPr>
        <p:spPr>
          <a:xfrm>
            <a:off x="2908598" y="3858880"/>
            <a:ext cx="4987925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三.数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列极限的基本性质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8"/>
          <p:cNvSpPr txBox="1">
            <a:spLocks noChangeArrowheads="1"/>
          </p:cNvSpPr>
          <p:nvPr/>
        </p:nvSpPr>
        <p:spPr bwMode="auto">
          <a:xfrm>
            <a:off x="1400913" y="508561"/>
            <a:ext cx="8286750" cy="63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buNone/>
            </a:pPr>
            <a:r>
              <a:rPr lang="zh-CN" altLang="zh-CN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数列的有关概念</a:t>
            </a:r>
            <a:endParaRPr lang="zh-CN" altLang="zh-CN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TextBox 4"/>
          <p:cNvSpPr txBox="1">
            <a:spLocks noChangeArrowheads="1"/>
          </p:cNvSpPr>
          <p:nvPr/>
        </p:nvSpPr>
        <p:spPr bwMode="auto">
          <a:xfrm>
            <a:off x="1523683" y="2264093"/>
            <a:ext cx="23034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）有界性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7" name="对象 6"/>
          <p:cNvGraphicFramePr>
            <a:graphicFrameLocks noChangeAspect="1"/>
          </p:cNvGraphicFramePr>
          <p:nvPr/>
        </p:nvGraphicFramePr>
        <p:xfrm>
          <a:off x="2628900" y="2914650"/>
          <a:ext cx="10874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26517600" imgH="7620000" progId="Equation.DSMT4">
                  <p:embed/>
                </p:oleObj>
              </mc:Choice>
              <mc:Fallback>
                <p:oleObj name="Equation" r:id="rId1" imgW="26517600" imgH="76200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8900" y="2914650"/>
                        <a:ext cx="1087438" cy="309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Box 7"/>
          <p:cNvSpPr txBox="1">
            <a:spLocks noChangeArrowheads="1"/>
          </p:cNvSpPr>
          <p:nvPr/>
        </p:nvSpPr>
        <p:spPr bwMode="auto">
          <a:xfrm>
            <a:off x="3760788" y="2786063"/>
            <a:ext cx="12969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，使得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0" name="对象 9"/>
          <p:cNvGraphicFramePr>
            <a:graphicFrameLocks noChangeAspect="1"/>
          </p:cNvGraphicFramePr>
          <p:nvPr/>
        </p:nvGraphicFramePr>
        <p:xfrm>
          <a:off x="7144068" y="2786380"/>
          <a:ext cx="12366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2" name="Equation" r:id="rId3" imgW="29870400" imgH="11582400" progId="Equation.DSMT4">
                  <p:embed/>
                </p:oleObj>
              </mc:Choice>
              <mc:Fallback>
                <p:oleObj name="Equation" r:id="rId3" imgW="29870400" imgH="11582400" progId="Equation.DSMT4">
                  <p:embed/>
                  <p:pic>
                    <p:nvPicPr>
                      <p:cNvPr id="0" name="图片 16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44068" y="2786380"/>
                        <a:ext cx="1236662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" name="对象 11"/>
          <p:cNvGraphicFramePr>
            <a:graphicFrameLocks noChangeAspect="1"/>
          </p:cNvGraphicFramePr>
          <p:nvPr/>
        </p:nvGraphicFramePr>
        <p:xfrm>
          <a:off x="5057775" y="2891790"/>
          <a:ext cx="10922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3" name="Equation" r:id="rId5" imgW="26822400" imgH="7315200" progId="Equation.DSMT4">
                  <p:embed/>
                </p:oleObj>
              </mc:Choice>
              <mc:Fallback>
                <p:oleObj name="Equation" r:id="rId5" imgW="26822400" imgH="7315200" progId="Equation.DSMT4">
                  <p:embed/>
                  <p:pic>
                    <p:nvPicPr>
                      <p:cNvPr id="0" name="图片 16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57775" y="2891790"/>
                        <a:ext cx="1092200" cy="311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Box 14"/>
          <p:cNvSpPr txBox="1">
            <a:spLocks noChangeArrowheads="1"/>
          </p:cNvSpPr>
          <p:nvPr/>
        </p:nvSpPr>
        <p:spPr bwMode="auto">
          <a:xfrm>
            <a:off x="1524000" y="3336925"/>
            <a:ext cx="23034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）单调性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5" name="对象 13"/>
          <p:cNvGraphicFramePr>
            <a:graphicFrameLocks noChangeAspect="1"/>
          </p:cNvGraphicFramePr>
          <p:nvPr/>
        </p:nvGraphicFramePr>
        <p:xfrm>
          <a:off x="2542223" y="3894773"/>
          <a:ext cx="294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4" name="Equation" r:id="rId7" imgW="70713600" imgH="10363200" progId="Equation.DSMT4">
                  <p:embed/>
                </p:oleObj>
              </mc:Choice>
              <mc:Fallback>
                <p:oleObj name="Equation" r:id="rId7" imgW="70713600" imgH="10363200" progId="Equation.DSMT4">
                  <p:embed/>
                  <p:pic>
                    <p:nvPicPr>
                      <p:cNvPr id="0" name="图片 16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42223" y="3894773"/>
                        <a:ext cx="2946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7" name="对象 16"/>
          <p:cNvGraphicFramePr>
            <a:graphicFrameLocks noChangeAspect="1"/>
          </p:cNvGraphicFramePr>
          <p:nvPr/>
        </p:nvGraphicFramePr>
        <p:xfrm>
          <a:off x="2542540" y="4437380"/>
          <a:ext cx="294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5" name="Equation" r:id="rId9" imgW="70713600" imgH="10363200" progId="Equation.DSMT4">
                  <p:embed/>
                </p:oleObj>
              </mc:Choice>
              <mc:Fallback>
                <p:oleObj name="Equation" r:id="rId9" imgW="70713600" imgH="10363200" progId="Equation.DSMT4">
                  <p:embed/>
                  <p:pic>
                    <p:nvPicPr>
                      <p:cNvPr id="0" name="图片 16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42540" y="4437380"/>
                        <a:ext cx="2946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19"/>
          <p:cNvSpPr txBox="1">
            <a:spLocks noChangeArrowheads="1"/>
          </p:cNvSpPr>
          <p:nvPr/>
        </p:nvSpPr>
        <p:spPr bwMode="auto">
          <a:xfrm>
            <a:off x="6357362" y="3876977"/>
            <a:ext cx="28082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单调递增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9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0" name="对象 18"/>
          <p:cNvGraphicFramePr>
            <a:graphicFrameLocks noChangeAspect="1"/>
          </p:cNvGraphicFramePr>
          <p:nvPr/>
        </p:nvGraphicFramePr>
        <p:xfrm>
          <a:off x="5337314" y="5442512"/>
          <a:ext cx="60779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6" name="Equation" r:id="rId11" imgW="15240000" imgH="11582400" progId="Equation.DSMT4">
                  <p:embed/>
                </p:oleObj>
              </mc:Choice>
              <mc:Fallback>
                <p:oleObj name="Equation" r:id="rId11" imgW="15240000" imgH="11582400" progId="Equation.DSMT4">
                  <p:embed/>
                  <p:pic>
                    <p:nvPicPr>
                      <p:cNvPr id="0" name="图片 16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37314" y="5442512"/>
                        <a:ext cx="60779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20"/>
          <p:cNvGraphicFramePr>
            <a:graphicFrameLocks noChangeAspect="1"/>
          </p:cNvGraphicFramePr>
          <p:nvPr/>
        </p:nvGraphicFramePr>
        <p:xfrm>
          <a:off x="6081078" y="4424998"/>
          <a:ext cx="60779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" name="Equation" r:id="rId13" imgW="15240000" imgH="11582400" progId="Equation.DSMT4">
                  <p:embed/>
                </p:oleObj>
              </mc:Choice>
              <mc:Fallback>
                <p:oleObj name="Equation" r:id="rId13" imgW="15240000" imgH="11582400" progId="Equation.DSMT4">
                  <p:embed/>
                  <p:pic>
                    <p:nvPicPr>
                      <p:cNvPr id="0" name="图片 16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81078" y="4424998"/>
                        <a:ext cx="60779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23"/>
          <p:cNvSpPr txBox="1">
            <a:spLocks noChangeArrowheads="1"/>
          </p:cNvSpPr>
          <p:nvPr/>
        </p:nvSpPr>
        <p:spPr bwMode="auto">
          <a:xfrm>
            <a:off x="6384032" y="4398804"/>
            <a:ext cx="2755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单调递减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3" name="TextBox 25"/>
          <p:cNvSpPr txBox="1">
            <a:spLocks noChangeArrowheads="1"/>
          </p:cNvSpPr>
          <p:nvPr/>
        </p:nvSpPr>
        <p:spPr bwMode="auto">
          <a:xfrm>
            <a:off x="1624648" y="4920298"/>
            <a:ext cx="2305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）子列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4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5" name="对象 24"/>
          <p:cNvGraphicFramePr>
            <a:graphicFrameLocks noChangeAspect="1"/>
          </p:cNvGraphicFramePr>
          <p:nvPr/>
        </p:nvGraphicFramePr>
        <p:xfrm>
          <a:off x="2542223" y="5387023"/>
          <a:ext cx="23368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" name="Equation" r:id="rId15" imgW="56083200" imgH="11582400" progId="Equation.DSMT4">
                  <p:embed/>
                </p:oleObj>
              </mc:Choice>
              <mc:Fallback>
                <p:oleObj name="Equation" r:id="rId15" imgW="56083200" imgH="11582400" progId="Equation.DSMT4">
                  <p:embed/>
                  <p:pic>
                    <p:nvPicPr>
                      <p:cNvPr id="0" name="图片 16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42223" y="5387023"/>
                        <a:ext cx="2336800" cy="476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Box 28"/>
          <p:cNvSpPr txBox="1">
            <a:spLocks noChangeArrowheads="1"/>
          </p:cNvSpPr>
          <p:nvPr/>
        </p:nvSpPr>
        <p:spPr bwMode="auto">
          <a:xfrm>
            <a:off x="4879257" y="5415420"/>
            <a:ext cx="477345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       的子数列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，记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       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" name="Rectangle 2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8" name="对象 27"/>
          <p:cNvGraphicFramePr>
            <a:graphicFrameLocks noChangeAspect="1"/>
          </p:cNvGraphicFramePr>
          <p:nvPr/>
        </p:nvGraphicFramePr>
        <p:xfrm>
          <a:off x="8531426" y="5424646"/>
          <a:ext cx="609000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" name="Equation" r:id="rId17" imgW="17678400" imgH="14630400" progId="Equation.DSMT4">
                  <p:embed/>
                </p:oleObj>
              </mc:Choice>
              <mc:Fallback>
                <p:oleObj name="Equation" r:id="rId17" imgW="17678400" imgH="14630400" progId="Equation.DSMT4">
                  <p:embed/>
                  <p:pic>
                    <p:nvPicPr>
                      <p:cNvPr id="0" name="图片 16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531426" y="5424646"/>
                        <a:ext cx="609000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29"/>
          <p:cNvGraphicFramePr>
            <a:graphicFrameLocks noChangeAspect="1"/>
          </p:cNvGraphicFramePr>
          <p:nvPr/>
        </p:nvGraphicFramePr>
        <p:xfrm>
          <a:off x="6081078" y="3876675"/>
          <a:ext cx="60779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0" name="Equation" r:id="rId19" imgW="15240000" imgH="11582400" progId="Equation.DSMT4">
                  <p:embed/>
                </p:oleObj>
              </mc:Choice>
              <mc:Fallback>
                <p:oleObj name="Equation" r:id="rId19" imgW="15240000" imgH="11582400" progId="Equation.DSMT4">
                  <p:embed/>
                  <p:pic>
                    <p:nvPicPr>
                      <p:cNvPr id="0" name="图片 162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81078" y="3876675"/>
                        <a:ext cx="60779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Rectangle 4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1" name="对象 439295"/>
          <p:cNvGraphicFramePr>
            <a:graphicFrameLocks noChangeAspect="1"/>
          </p:cNvGraphicFramePr>
          <p:nvPr/>
        </p:nvGraphicFramePr>
        <p:xfrm>
          <a:off x="3205798" y="5943600"/>
          <a:ext cx="7556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" name="Equation" r:id="rId20" imgW="18288000" imgH="11582400" progId="Equation.DSMT4">
                  <p:embed/>
                </p:oleObj>
              </mc:Choice>
              <mc:Fallback>
                <p:oleObj name="Equation" r:id="rId20" imgW="18288000" imgH="11582400" progId="Equation.DSMT4">
                  <p:embed/>
                  <p:pic>
                    <p:nvPicPr>
                      <p:cNvPr id="0" name="图片 1630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05798" y="5943600"/>
                        <a:ext cx="7556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4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3" name="对象 439297"/>
          <p:cNvGraphicFramePr>
            <a:graphicFrameLocks noChangeAspect="1"/>
          </p:cNvGraphicFramePr>
          <p:nvPr/>
        </p:nvGraphicFramePr>
        <p:xfrm>
          <a:off x="4175601" y="5920740"/>
          <a:ext cx="958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" name="Equation" r:id="rId22" imgW="22860000" imgH="11582400" progId="Equation.DSMT4">
                  <p:embed/>
                </p:oleObj>
              </mc:Choice>
              <mc:Fallback>
                <p:oleObj name="Equation" r:id="rId22" imgW="22860000" imgH="11582400" progId="Equation.DSMT4">
                  <p:embed/>
                  <p:pic>
                    <p:nvPicPr>
                      <p:cNvPr id="0" name="图片 1631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175601" y="5920740"/>
                        <a:ext cx="9588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Box 36"/>
          <p:cNvSpPr txBox="1">
            <a:spLocks noChangeArrowheads="1"/>
          </p:cNvSpPr>
          <p:nvPr/>
        </p:nvSpPr>
        <p:spPr bwMode="auto">
          <a:xfrm>
            <a:off x="1833826" y="5910374"/>
            <a:ext cx="914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特别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地，     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 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分别称为      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偶数列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奇数列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5" name="对象 439298"/>
          <p:cNvGraphicFramePr>
            <a:graphicFrameLocks noChangeAspect="1"/>
          </p:cNvGraphicFramePr>
          <p:nvPr/>
        </p:nvGraphicFramePr>
        <p:xfrm>
          <a:off x="6606798" y="5928154"/>
          <a:ext cx="635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3" name="Equation" r:id="rId24" imgW="15240000" imgH="11582400" progId="Equation.DSMT4">
                  <p:embed/>
                </p:oleObj>
              </mc:Choice>
              <mc:Fallback>
                <p:oleObj name="Equation" r:id="rId24" imgW="15240000" imgH="11582400" progId="Equation.DSMT4">
                  <p:embed/>
                  <p:pic>
                    <p:nvPicPr>
                      <p:cNvPr id="0" name="图片 163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06798" y="5928154"/>
                        <a:ext cx="6350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Box 38"/>
          <p:cNvSpPr txBox="1">
            <a:spLocks noChangeArrowheads="1"/>
          </p:cNvSpPr>
          <p:nvPr/>
        </p:nvSpPr>
        <p:spPr bwMode="auto">
          <a:xfrm>
            <a:off x="1833982" y="1141636"/>
            <a:ext cx="862319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  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排列的一列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" name="Rectangle 7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8" name="对象 439300"/>
          <p:cNvGraphicFramePr>
            <a:graphicFrameLocks noChangeAspect="1"/>
          </p:cNvGraphicFramePr>
          <p:nvPr/>
        </p:nvGraphicFramePr>
        <p:xfrm>
          <a:off x="3206143" y="1209114"/>
          <a:ext cx="7239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4" name="Equation" r:id="rId25" imgW="17373600" imgH="9448800" progId="Equation.DSMT4">
                  <p:embed/>
                </p:oleObj>
              </mc:Choice>
              <mc:Fallback>
                <p:oleObj name="Equation" r:id="rId25" imgW="17373600" imgH="9448800" progId="Equation.DSMT4">
                  <p:embed/>
                  <p:pic>
                    <p:nvPicPr>
                      <p:cNvPr id="0" name="图片 163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06143" y="1209114"/>
                        <a:ext cx="7239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ctangle 7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0" name="对象 439302"/>
          <p:cNvGraphicFramePr>
            <a:graphicFrameLocks noChangeAspect="1"/>
          </p:cNvGraphicFramePr>
          <p:nvPr/>
        </p:nvGraphicFramePr>
        <p:xfrm>
          <a:off x="4256518" y="1209014"/>
          <a:ext cx="3454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5" name="Equation" r:id="rId27" imgW="82905600" imgH="9448800" progId="Equation.DSMT4">
                  <p:embed/>
                </p:oleObj>
              </mc:Choice>
              <mc:Fallback>
                <p:oleObj name="Equation" r:id="rId27" imgW="82905600" imgH="9448800" progId="Equation.DSMT4">
                  <p:embed/>
                  <p:pic>
                    <p:nvPicPr>
                      <p:cNvPr id="0" name="图片 163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56518" y="1209014"/>
                        <a:ext cx="34544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Rectangle 7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2" name="对象 439304"/>
          <p:cNvGraphicFramePr>
            <a:graphicFrameLocks noChangeAspect="1"/>
          </p:cNvGraphicFramePr>
          <p:nvPr/>
        </p:nvGraphicFramePr>
        <p:xfrm>
          <a:off x="4751447" y="1673902"/>
          <a:ext cx="2051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" name="Equation" r:id="rId29" imgW="49072800" imgH="10363200" progId="Equation.DSMT4">
                  <p:embed/>
                </p:oleObj>
              </mc:Choice>
              <mc:Fallback>
                <p:oleObj name="Equation" r:id="rId29" imgW="49072800" imgH="10363200" progId="Equation.DSMT4">
                  <p:embed/>
                  <p:pic>
                    <p:nvPicPr>
                      <p:cNvPr id="0" name="图片 163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751447" y="1673902"/>
                        <a:ext cx="20510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439305"/>
          <p:cNvGraphicFramePr>
            <a:graphicFrameLocks noChangeAspect="1"/>
          </p:cNvGraphicFramePr>
          <p:nvPr/>
        </p:nvGraphicFramePr>
        <p:xfrm>
          <a:off x="9291638" y="1663700"/>
          <a:ext cx="7239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7" name="Equation" r:id="rId31" imgW="17373600" imgH="11582400" progId="Equation.DSMT4">
                  <p:embed/>
                </p:oleObj>
              </mc:Choice>
              <mc:Fallback>
                <p:oleObj name="Equation" r:id="rId31" imgW="17373600" imgH="11582400" progId="Equation.DSMT4">
                  <p:embed/>
                  <p:pic>
                    <p:nvPicPr>
                      <p:cNvPr id="0" name="图片 163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291638" y="1663700"/>
                        <a:ext cx="7239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矩形 83"/>
          <p:cNvSpPr/>
          <p:nvPr/>
        </p:nvSpPr>
        <p:spPr>
          <a:xfrm>
            <a:off x="6880126" y="1628800"/>
            <a:ext cx="245623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简记为 </a:t>
            </a:r>
            <a:endParaRPr lang="zh-CN" altLang="en-US" sz="2800" dirty="0"/>
          </a:p>
        </p:txBody>
      </p:sp>
      <p:sp>
        <p:nvSpPr>
          <p:cNvPr id="86" name="TextBox 85"/>
          <p:cNvSpPr txBox="1"/>
          <p:nvPr/>
        </p:nvSpPr>
        <p:spPr>
          <a:xfrm>
            <a:off x="1708731" y="1628800"/>
            <a:ext cx="307019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通常用</a:t>
            </a:r>
            <a:endParaRPr lang="zh-CN" altLang="en-US" sz="2800" dirty="0"/>
          </a:p>
        </p:txBody>
      </p:sp>
      <p:sp>
        <p:nvSpPr>
          <p:cNvPr id="2" name="TextBox 7"/>
          <p:cNvSpPr txBox="1">
            <a:spLocks noChangeArrowheads="1"/>
          </p:cNvSpPr>
          <p:nvPr/>
        </p:nvSpPr>
        <p:spPr bwMode="auto">
          <a:xfrm>
            <a:off x="5944553" y="2769553"/>
            <a:ext cx="12969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恒有</a:t>
            </a:r>
            <a:endParaRPr lang="zh-CN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8" grpId="0"/>
      <p:bldP spid="53" grpId="0"/>
      <p:bldP spid="58" grpId="0"/>
      <p:bldP spid="62" grpId="0"/>
      <p:bldP spid="63" grpId="0"/>
      <p:bldP spid="66" grpId="0"/>
      <p:bldP spid="74" grpId="0"/>
      <p:bldP spid="76" grpId="0"/>
      <p:bldP spid="84" grpId="0"/>
      <p:bldP spid="86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98625" y="4990465"/>
            <a:ext cx="2514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数学语言描述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 bwMode="auto">
          <a:xfrm>
            <a:off x="8839200" y="2895600"/>
            <a:ext cx="914400" cy="792163"/>
          </a:xfrm>
          <a:custGeom>
            <a:avLst/>
            <a:gdLst>
              <a:gd name="T0" fmla="*/ 457200 w 576"/>
              <a:gd name="T1" fmla="*/ 0 h 480"/>
              <a:gd name="T2" fmla="*/ 914400 w 576"/>
              <a:gd name="T3" fmla="*/ 792163 h 480"/>
              <a:gd name="T4" fmla="*/ 0 w 576"/>
              <a:gd name="T5" fmla="*/ 792163 h 480"/>
              <a:gd name="T6" fmla="*/ 457200 w 576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" h="480">
                <a:moveTo>
                  <a:pt x="288" y="0"/>
                </a:moveTo>
                <a:lnTo>
                  <a:pt x="576" y="480"/>
                </a:lnTo>
                <a:lnTo>
                  <a:pt x="0" y="480"/>
                </a:lnTo>
                <a:lnTo>
                  <a:pt x="288" y="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8382000" y="1981200"/>
            <a:ext cx="18288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5"/>
          <p:cNvGrpSpPr/>
          <p:nvPr/>
        </p:nvGrpSpPr>
        <p:grpSpPr bwMode="auto">
          <a:xfrm>
            <a:off x="9296400" y="2890839"/>
            <a:ext cx="549275" cy="796926"/>
            <a:chOff x="4896" y="1917"/>
            <a:chExt cx="346" cy="502"/>
          </a:xfrm>
        </p:grpSpPr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4896" y="1920"/>
              <a:ext cx="288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4990" y="1917"/>
            <a:ext cx="25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" name="Equation" r:id="rId1" imgW="2743200" imgH="3048000" progId="Equation.DSMT4">
                    <p:embed/>
                  </p:oleObj>
                </mc:Choice>
                <mc:Fallback>
                  <p:oleObj name="Equation" r:id="rId1" imgW="2743200" imgH="3048000" progId="Equation.DSMT4">
                    <p:embed/>
                    <p:pic>
                      <p:nvPicPr>
                        <p:cNvPr id="0" name="图片 20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990" y="1917"/>
                          <a:ext cx="252" cy="2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8"/>
          <p:cNvSpPr txBox="1">
            <a:spLocks noChangeArrowheads="1"/>
          </p:cNvSpPr>
          <p:nvPr/>
        </p:nvSpPr>
        <p:spPr>
          <a:xfrm>
            <a:off x="1508125" y="438468"/>
            <a:ext cx="4038600" cy="76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数列极限的定义</a:t>
            </a:r>
            <a:endParaRPr lang="zh-CN" altLang="en-US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695450" y="1099185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引例</a:t>
            </a:r>
            <a:r>
              <a:rPr kumimoji="1" lang="en-US" altLang="zh-CN" sz="28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39365" y="1092835"/>
            <a:ext cx="3429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设有半径为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的圆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9677084" y="1137170"/>
          <a:ext cx="36828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" name="Equation" r:id="rId3" imgW="8839200" imgH="10363200" progId="Equation.DSMT4">
                  <p:embed/>
                </p:oleObj>
              </mc:Choice>
              <mc:Fallback>
                <p:oleObj name="Equation" r:id="rId3" imgW="8839200" imgH="10363200" progId="Equation.DSMT4">
                  <p:embed/>
                  <p:pic>
                    <p:nvPicPr>
                      <p:cNvPr id="0" name="图片 236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677084" y="1137170"/>
                        <a:ext cx="36828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695450" y="1614805"/>
            <a:ext cx="2667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逼近圆面积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3"/>
          <p:cNvGrpSpPr/>
          <p:nvPr/>
        </p:nvGrpSpPr>
        <p:grpSpPr bwMode="auto">
          <a:xfrm>
            <a:off x="9220200" y="2151063"/>
            <a:ext cx="533400" cy="1527175"/>
            <a:chOff x="4848" y="1438"/>
            <a:chExt cx="336" cy="962"/>
          </a:xfrm>
        </p:grpSpPr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4896" y="1920"/>
              <a:ext cx="0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15"/>
            <p:cNvGrpSpPr/>
            <p:nvPr/>
          </p:nvGrpSpPr>
          <p:grpSpPr bwMode="auto">
            <a:xfrm>
              <a:off x="4944" y="1438"/>
              <a:ext cx="240" cy="346"/>
              <a:chOff x="3792" y="2448"/>
              <a:chExt cx="240" cy="346"/>
            </a:xfrm>
          </p:grpSpPr>
          <p:graphicFrame>
            <p:nvGraphicFramePr>
              <p:cNvPr id="18" name="Object 16"/>
              <p:cNvGraphicFramePr>
                <a:graphicFrameLocks noChangeAspect="1"/>
              </p:cNvGraphicFramePr>
              <p:nvPr/>
            </p:nvGraphicFramePr>
            <p:xfrm>
              <a:off x="3840" y="2448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71" name="Equation" r:id="rId5" imgW="5486400" imgH="5486400" progId="Equation.DSMT4">
                      <p:embed/>
                    </p:oleObj>
                  </mc:Choice>
                  <mc:Fallback>
                    <p:oleObj name="Equation" r:id="rId5" imgW="5486400" imgH="5486400" progId="Equation.DSMT4">
                      <p:embed/>
                      <p:pic>
                        <p:nvPicPr>
                          <p:cNvPr id="0" name="图片 237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840" y="2448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17"/>
              <p:cNvGraphicFramePr>
                <a:graphicFrameLocks noChangeAspect="1"/>
              </p:cNvGraphicFramePr>
              <p:nvPr/>
            </p:nvGraphicFramePr>
            <p:xfrm>
              <a:off x="3840" y="2602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72" name="Equation" r:id="rId7" imgW="5486400" imgH="7315200" progId="Equation.DSMT4">
                      <p:embed/>
                    </p:oleObj>
                  </mc:Choice>
                  <mc:Fallback>
                    <p:oleObj name="Equation" r:id="rId7" imgW="5486400" imgH="7315200" progId="Equation.DSMT4">
                      <p:embed/>
                      <p:pic>
                        <p:nvPicPr>
                          <p:cNvPr id="0" name="图片 237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840" y="2602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3792" y="259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Arc 19"/>
            <p:cNvSpPr/>
            <p:nvPr/>
          </p:nvSpPr>
          <p:spPr bwMode="auto">
            <a:xfrm>
              <a:off x="4848" y="1925"/>
              <a:ext cx="116" cy="137"/>
            </a:xfrm>
            <a:custGeom>
              <a:avLst/>
              <a:gdLst>
                <a:gd name="T0" fmla="*/ 116 w 17320"/>
                <a:gd name="T1" fmla="*/ 87 h 20301"/>
                <a:gd name="T2" fmla="*/ 49 w 17320"/>
                <a:gd name="T3" fmla="*/ 137 h 20301"/>
                <a:gd name="T4" fmla="*/ 0 w 17320"/>
                <a:gd name="T5" fmla="*/ 0 h 203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320" h="20301" fill="none" extrusionOk="0">
                  <a:moveTo>
                    <a:pt x="17319" y="12906"/>
                  </a:moveTo>
                  <a:cubicBezTo>
                    <a:pt x="14798" y="16289"/>
                    <a:pt x="11341" y="18860"/>
                    <a:pt x="7376" y="20301"/>
                  </a:cubicBezTo>
                </a:path>
                <a:path w="17320" h="20301" stroke="0" extrusionOk="0">
                  <a:moveTo>
                    <a:pt x="17319" y="12906"/>
                  </a:moveTo>
                  <a:cubicBezTo>
                    <a:pt x="14798" y="16289"/>
                    <a:pt x="11341" y="18860"/>
                    <a:pt x="7376" y="20301"/>
                  </a:cubicBezTo>
                  <a:lnTo>
                    <a:pt x="0" y="0"/>
                  </a:lnTo>
                  <a:lnTo>
                    <a:pt x="17319" y="12906"/>
                  </a:lnTo>
                  <a:close/>
                </a:path>
              </a:pathLst>
            </a:custGeom>
            <a:noFill/>
            <a:ln w="31750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 flipH="1">
              <a:off x="4919" y="1776"/>
              <a:ext cx="121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365375" y="2169160"/>
            <a:ext cx="2819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如图所示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438655" y="2925844"/>
          <a:ext cx="672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" name="Equation" r:id="rId9" imgW="16154400" imgH="10363200" progId="Equation.DSMT4">
                  <p:embed/>
                </p:oleObj>
              </mc:Choice>
              <mc:Fallback>
                <p:oleObj name="Equation" r:id="rId9" imgW="16154400" imgH="10363200" progId="Equation.DSMT4">
                  <p:embed/>
                  <p:pic>
                    <p:nvPicPr>
                      <p:cNvPr id="0" name="图片 237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38655" y="2925844"/>
                        <a:ext cx="672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4189413" y="2722563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" name="Equation" r:id="rId11" imgW="49377600" imgH="20116800" progId="Equation.DSMT4">
                  <p:embed/>
                </p:oleObj>
              </mc:Choice>
              <mc:Fallback>
                <p:oleObj name="Equation" r:id="rId11" imgW="49377600" imgH="20116800" progId="Equation.DSMT4">
                  <p:embed/>
                  <p:pic>
                    <p:nvPicPr>
                      <p:cNvPr id="0" name="图片 237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89413" y="2722563"/>
                        <a:ext cx="2057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5149850" y="3810110"/>
          <a:ext cx="22860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" name="Equation" r:id="rId13" imgW="54864000" imgH="9448800" progId="Equation.DSMT4">
                  <p:embed/>
                </p:oleObj>
              </mc:Choice>
              <mc:Fallback>
                <p:oleObj name="Equation" r:id="rId13" imgW="54864000" imgH="9448800" progId="Equation.DSMT4">
                  <p:embed/>
                  <p:pic>
                    <p:nvPicPr>
                      <p:cNvPr id="0" name="图片 237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49850" y="3810110"/>
                        <a:ext cx="22860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357755" y="4355465"/>
            <a:ext cx="31178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kumimoji="1"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无限增大时,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5223520" y="4411017"/>
          <a:ext cx="36828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" name="Equation" r:id="rId15" imgW="8839200" imgH="10363200" progId="Equation.DSMT4">
                  <p:embed/>
                </p:oleObj>
              </mc:Choice>
              <mc:Fallback>
                <p:oleObj name="Equation" r:id="rId15" imgW="8839200" imgH="10363200" progId="Equation.DSMT4">
                  <p:embed/>
                  <p:pic>
                    <p:nvPicPr>
                      <p:cNvPr id="0" name="图片 237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23520" y="4411017"/>
                        <a:ext cx="36828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585143" y="4362450"/>
            <a:ext cx="437038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无限逼近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刘徽割圆术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. 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4213225" y="5049471"/>
          <a:ext cx="11430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" name="Equation" r:id="rId17" imgW="27432000" imgH="9448800" progId="Equation.DSMT4">
                  <p:embed/>
                </p:oleObj>
              </mc:Choice>
              <mc:Fallback>
                <p:oleObj name="Equation" r:id="rId17" imgW="27432000" imgH="9448800" progId="Equation.DSMT4">
                  <p:embed/>
                  <p:pic>
                    <p:nvPicPr>
                      <p:cNvPr id="0" name="图片 23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13225" y="5049471"/>
                        <a:ext cx="11430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5546859" y="5022850"/>
          <a:ext cx="1701720" cy="44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" name="Equation" r:id="rId19" imgW="40843200" imgH="10668000" progId="Equation.DSMT4">
                  <p:embed/>
                </p:oleObj>
              </mc:Choice>
              <mc:Fallback>
                <p:oleObj name="Equation" r:id="rId19" imgW="40843200" imgH="10668000" progId="Equation.DSMT4">
                  <p:embed/>
                  <p:pic>
                    <p:nvPicPr>
                      <p:cNvPr id="0" name="图片 23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46859" y="5022850"/>
                        <a:ext cx="1701720" cy="444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7439025" y="4996815"/>
            <a:ext cx="205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&gt;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N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5064140" y="5605760"/>
          <a:ext cx="168876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" name="Equation" r:id="rId21" imgW="40538400" imgH="11582400" progId="Equation.DSMT4">
                  <p:embed/>
                </p:oleObj>
              </mc:Choice>
              <mc:Fallback>
                <p:oleObj name="Equation" r:id="rId21" imgW="40538400" imgH="11582400" progId="Equation.DSMT4">
                  <p:embed/>
                  <p:pic>
                    <p:nvPicPr>
                      <p:cNvPr id="0" name="图片 23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64140" y="5605760"/>
                        <a:ext cx="168876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5636895" y="1099185"/>
            <a:ext cx="4267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用其内接正</a:t>
            </a:r>
            <a:r>
              <a:rPr kumimoji="1"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边形的面积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9496425" y="4986338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3" grpId="0" bldLvl="0" animBg="1"/>
      <p:bldP spid="4" grpId="0" bldLvl="0" animBg="1"/>
      <p:bldP spid="9" grpId="0" bldLvl="0" animBg="1" autoUpdateAnimBg="0"/>
      <p:bldP spid="10" grpId="0" bldLvl="0" animBg="1" autoUpdateAnimBg="0"/>
      <p:bldP spid="12" grpId="0" bldLvl="0" animBg="1" autoUpdateAnimBg="0"/>
      <p:bldP spid="21" grpId="0" bldLvl="0" animBg="1" autoUpdateAnimBg="0"/>
      <p:bldP spid="26" grpId="0" bldLvl="0" animBg="1" autoUpdateAnimBg="0"/>
      <p:bldP spid="28" grpId="0" bldLvl="0" animBg="1" autoUpdateAnimBg="0"/>
      <p:bldP spid="31" grpId="0" bldLvl="0" animBg="1" autoUpdateAnimBg="0"/>
      <p:bldP spid="33" grpId="0" bldLvl="0" animBg="1" autoUpdateAnimBg="0"/>
      <p:bldP spid="34" grpId="0" advAuto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736205" y="3038475"/>
            <a:ext cx="2879725" cy="19431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476500" y="1133158"/>
            <a:ext cx="7239000" cy="6699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868805" y="468630"/>
            <a:ext cx="2368550" cy="5238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定义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1.2.1</a:t>
            </a:r>
            <a:endParaRPr lang="en-US" altLang="zh-CN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3790950" y="470218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若数列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5013008" y="484188"/>
          <a:ext cx="64611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5240000" imgH="11582400" progId="Equation.DSMT4">
                  <p:embed/>
                </p:oleObj>
              </mc:Choice>
              <mc:Fallback>
                <p:oleObj name="Equation" r:id="rId1" imgW="15240000" imgH="11582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13008" y="484188"/>
                        <a:ext cx="646112" cy="4968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5588000" y="472123"/>
            <a:ext cx="3886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及常数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有下列关系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i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/>
        </p:nvGraphicFramePr>
        <p:xfrm>
          <a:off x="2663825" y="1265873"/>
          <a:ext cx="11271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1" name="Equation" r:id="rId3" imgW="26822400" imgH="9448800" progId="Equation.DSMT4">
                  <p:embed/>
                </p:oleObj>
              </mc:Choice>
              <mc:Fallback>
                <p:oleObj name="Equation" r:id="rId3" imgW="26822400" imgH="9448800" progId="Equation.DSMT4">
                  <p:embed/>
                  <p:pic>
                    <p:nvPicPr>
                      <p:cNvPr id="0" name="图片 3560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63825" y="1265873"/>
                        <a:ext cx="1127125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/>
        </p:nvGraphicFramePr>
        <p:xfrm>
          <a:off x="3881438" y="1238885"/>
          <a:ext cx="13557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2" name="Equation" r:id="rId5" imgW="32308800" imgH="10668000" progId="Equation.DSMT4">
                  <p:embed/>
                </p:oleObj>
              </mc:Choice>
              <mc:Fallback>
                <p:oleObj name="Equation" r:id="rId5" imgW="32308800" imgH="10668000" progId="Equation.DSMT4">
                  <p:embed/>
                  <p:pic>
                    <p:nvPicPr>
                      <p:cNvPr id="0" name="图片 3561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81438" y="1238885"/>
                        <a:ext cx="1355725" cy="454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5238750" y="1196023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&gt;</a:t>
            </a:r>
            <a:r>
              <a: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7162800" y="1204913"/>
            <a:ext cx="11080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6610350" y="1881188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记作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1868488" y="3151188"/>
            <a:ext cx="6194425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此时也称数列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收敛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否则称数列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发散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1868488" y="3748088"/>
            <a:ext cx="20796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几何解释: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Group 22"/>
          <p:cNvGrpSpPr/>
          <p:nvPr/>
        </p:nvGrpSpPr>
        <p:grpSpPr bwMode="auto">
          <a:xfrm>
            <a:off x="2495550" y="4525943"/>
            <a:ext cx="5105400" cy="415790"/>
            <a:chOff x="576" y="3958"/>
            <a:chExt cx="3216" cy="261"/>
          </a:xfrm>
        </p:grpSpPr>
        <p:sp>
          <p:nvSpPr>
            <p:cNvPr id="16" name="Line 23"/>
            <p:cNvSpPr>
              <a:spLocks noChangeShapeType="1"/>
            </p:cNvSpPr>
            <p:nvPr/>
          </p:nvSpPr>
          <p:spPr bwMode="auto">
            <a:xfrm>
              <a:off x="576" y="3984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Oval 24"/>
            <p:cNvSpPr>
              <a:spLocks noChangeArrowheads="1"/>
            </p:cNvSpPr>
            <p:nvPr/>
          </p:nvSpPr>
          <p:spPr bwMode="auto">
            <a:xfrm>
              <a:off x="1920" y="395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Object 25"/>
            <p:cNvGraphicFramePr>
              <a:graphicFrameLocks noChangeAspect="1"/>
            </p:cNvGraphicFramePr>
            <p:nvPr/>
          </p:nvGraphicFramePr>
          <p:xfrm>
            <a:off x="1871" y="4076"/>
            <a:ext cx="144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3" name="Equation" r:id="rId7" imgW="5486400" imgH="5486400" progId="Equation.DSMT4">
                    <p:embed/>
                  </p:oleObj>
                </mc:Choice>
                <mc:Fallback>
                  <p:oleObj name="Equation" r:id="rId7" imgW="5486400" imgH="5486400" progId="Equation.DSMT4">
                    <p:embed/>
                    <p:pic>
                      <p:nvPicPr>
                        <p:cNvPr id="0" name="图片 35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71" y="4076"/>
                          <a:ext cx="144" cy="1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26"/>
          <p:cNvGrpSpPr/>
          <p:nvPr/>
        </p:nvGrpSpPr>
        <p:grpSpPr bwMode="auto">
          <a:xfrm>
            <a:off x="2693987" y="4376738"/>
            <a:ext cx="4008438" cy="723900"/>
            <a:chOff x="701" y="3796"/>
            <a:chExt cx="2525" cy="456"/>
          </a:xfrm>
        </p:grpSpPr>
        <p:graphicFrame>
          <p:nvGraphicFramePr>
            <p:cNvPr id="20" name="Object 27"/>
            <p:cNvGraphicFramePr>
              <a:graphicFrameLocks noChangeAspect="1"/>
            </p:cNvGraphicFramePr>
            <p:nvPr/>
          </p:nvGraphicFramePr>
          <p:xfrm>
            <a:off x="2765" y="4034"/>
            <a:ext cx="46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" name="Equation" r:id="rId9" imgW="8229600" imgH="3657600" progId="Equation.DSMT4">
                    <p:embed/>
                  </p:oleObj>
                </mc:Choice>
                <mc:Fallback>
                  <p:oleObj name="Equation" r:id="rId9" imgW="8229600" imgH="3657600" progId="Equation.DSMT4">
                    <p:embed/>
                    <p:pic>
                      <p:nvPicPr>
                        <p:cNvPr id="0" name="图片 356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65" y="4034"/>
                          <a:ext cx="461" cy="2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8"/>
            <p:cNvGraphicFramePr>
              <a:graphicFrameLocks noChangeAspect="1"/>
            </p:cNvGraphicFramePr>
            <p:nvPr/>
          </p:nvGraphicFramePr>
          <p:xfrm>
            <a:off x="701" y="4043"/>
            <a:ext cx="46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5" name="Equation" r:id="rId11" imgW="8229600" imgH="3352800" progId="Equation.DSMT4">
                    <p:embed/>
                  </p:oleObj>
                </mc:Choice>
                <mc:Fallback>
                  <p:oleObj name="Equation" r:id="rId11" imgW="8229600" imgH="3352800" progId="Equation.DSMT4">
                    <p:embed/>
                    <p:pic>
                      <p:nvPicPr>
                        <p:cNvPr id="0" name="图片 35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01" y="4043"/>
                          <a:ext cx="461" cy="19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9"/>
            <p:cNvGraphicFramePr>
              <a:graphicFrameLocks noChangeAspect="1"/>
            </p:cNvGraphicFramePr>
            <p:nvPr/>
          </p:nvGraphicFramePr>
          <p:xfrm>
            <a:off x="2955" y="3796"/>
            <a:ext cx="106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6" name="Equation" r:id="rId13" imgW="2438400" imgH="4876800" progId="Equation.DSMT4">
                    <p:embed/>
                  </p:oleObj>
                </mc:Choice>
                <mc:Fallback>
                  <p:oleObj name="Equation" r:id="rId13" imgW="2438400" imgH="4876800" progId="Equation.DSMT4">
                    <p:embed/>
                    <p:pic>
                      <p:nvPicPr>
                        <p:cNvPr id="0" name="图片 35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55" y="3796"/>
                          <a:ext cx="106" cy="21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0"/>
            <p:cNvGraphicFramePr>
              <a:graphicFrameLocks noChangeAspect="1"/>
            </p:cNvGraphicFramePr>
            <p:nvPr/>
          </p:nvGraphicFramePr>
          <p:xfrm>
            <a:off x="859" y="3804"/>
            <a:ext cx="106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7" name="Equation" r:id="rId15" imgW="2438400" imgH="4876800" progId="Equation.DSMT4">
                    <p:embed/>
                  </p:oleObj>
                </mc:Choice>
                <mc:Fallback>
                  <p:oleObj name="Equation" r:id="rId15" imgW="2438400" imgH="4876800" progId="Equation.DSMT4">
                    <p:embed/>
                    <p:pic>
                      <p:nvPicPr>
                        <p:cNvPr id="0" name="图片 35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59" y="3804"/>
                          <a:ext cx="106" cy="21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31"/>
          <p:cNvGraphicFramePr>
            <a:graphicFrameLocks noChangeAspect="1"/>
          </p:cNvGraphicFramePr>
          <p:nvPr/>
        </p:nvGraphicFramePr>
        <p:xfrm>
          <a:off x="7800975" y="3062288"/>
          <a:ext cx="25463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8" name="Equation" r:id="rId17" imgW="60960000" imgH="10363200" progId="Equation.DSMT4">
                  <p:embed/>
                </p:oleObj>
              </mc:Choice>
              <mc:Fallback>
                <p:oleObj name="Equation" r:id="rId17" imgW="60960000" imgH="10363200" progId="Equation.DSMT4">
                  <p:embed/>
                  <p:pic>
                    <p:nvPicPr>
                      <p:cNvPr id="0" name="图片 356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00975" y="3062288"/>
                        <a:ext cx="2546350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/>
          <p:cNvGraphicFramePr>
            <a:graphicFrameLocks noChangeAspect="1"/>
          </p:cNvGraphicFramePr>
          <p:nvPr/>
        </p:nvGraphicFramePr>
        <p:xfrm>
          <a:off x="9166225" y="3535363"/>
          <a:ext cx="11477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9" name="Equation" r:id="rId19" imgW="27432000" imgH="9448800" progId="Equation.DSMT4">
                  <p:embed/>
                </p:oleObj>
              </mc:Choice>
              <mc:Fallback>
                <p:oleObj name="Equation" r:id="rId19" imgW="27432000" imgH="9448800" progId="Equation.DSMT4">
                  <p:embed/>
                  <p:pic>
                    <p:nvPicPr>
                      <p:cNvPr id="0" name="图片 356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166225" y="3535363"/>
                        <a:ext cx="1147763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3"/>
          <p:cNvSpPr txBox="1">
            <a:spLocks noChangeArrowheads="1"/>
          </p:cNvSpPr>
          <p:nvPr/>
        </p:nvSpPr>
        <p:spPr bwMode="auto">
          <a:xfrm>
            <a:off x="7734300" y="396081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35"/>
          <p:cNvGraphicFramePr>
            <a:graphicFrameLocks noChangeAspect="1"/>
          </p:cNvGraphicFramePr>
          <p:nvPr/>
        </p:nvGraphicFramePr>
        <p:xfrm>
          <a:off x="9229725" y="4500563"/>
          <a:ext cx="11493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1" name="Equation" r:id="rId21" imgW="27432000" imgH="9448800" progId="Equation.DSMT4">
                  <p:embed/>
                </p:oleObj>
              </mc:Choice>
              <mc:Fallback>
                <p:oleObj name="Equation" r:id="rId21" imgW="27432000" imgH="9448800" progId="Equation.DSMT4">
                  <p:embed/>
                  <p:pic>
                    <p:nvPicPr>
                      <p:cNvPr id="0" name="图片 357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229725" y="4500563"/>
                        <a:ext cx="114935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6"/>
          <p:cNvGraphicFramePr>
            <a:graphicFrameLocks noChangeAspect="1"/>
          </p:cNvGraphicFramePr>
          <p:nvPr/>
        </p:nvGraphicFramePr>
        <p:xfrm>
          <a:off x="3102610" y="2516188"/>
          <a:ext cx="14033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2" name="Equation" r:id="rId23" imgW="33528000" imgH="13106400" progId="Equation.DSMT4">
                  <p:embed/>
                </p:oleObj>
              </mc:Choice>
              <mc:Fallback>
                <p:oleObj name="Equation" r:id="rId23" imgW="33528000" imgH="13106400" progId="Equation.DSMT4">
                  <p:embed/>
                  <p:pic>
                    <p:nvPicPr>
                      <p:cNvPr id="0" name="图片 357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02610" y="2516188"/>
                        <a:ext cx="1403350" cy="550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7"/>
          <p:cNvSpPr txBox="1">
            <a:spLocks noChangeArrowheads="1"/>
          </p:cNvSpPr>
          <p:nvPr/>
        </p:nvSpPr>
        <p:spPr bwMode="auto">
          <a:xfrm>
            <a:off x="4592003" y="2516188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38"/>
          <p:cNvGraphicFramePr>
            <a:graphicFrameLocks noChangeAspect="1"/>
          </p:cNvGraphicFramePr>
          <p:nvPr/>
        </p:nvGraphicFramePr>
        <p:xfrm>
          <a:off x="5237480" y="2533968"/>
          <a:ext cx="23114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" name="Equation" r:id="rId25" imgW="55168800" imgH="10363200" progId="Equation.DSMT4">
                  <p:embed/>
                </p:oleObj>
              </mc:Choice>
              <mc:Fallback>
                <p:oleObj name="Equation" r:id="rId25" imgW="55168800" imgH="10363200" progId="Equation.DSMT4">
                  <p:embed/>
                  <p:pic>
                    <p:nvPicPr>
                      <p:cNvPr id="0" name="图片 35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237480" y="2533968"/>
                        <a:ext cx="2311400" cy="449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Oval 39"/>
          <p:cNvSpPr>
            <a:spLocks noChangeArrowheads="1"/>
          </p:cNvSpPr>
          <p:nvPr/>
        </p:nvSpPr>
        <p:spPr bwMode="auto">
          <a:xfrm>
            <a:off x="4248150" y="4510088"/>
            <a:ext cx="90488" cy="889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3" name="Group 40"/>
          <p:cNvGrpSpPr/>
          <p:nvPr/>
        </p:nvGrpSpPr>
        <p:grpSpPr bwMode="auto">
          <a:xfrm>
            <a:off x="3624263" y="4522795"/>
            <a:ext cx="647700" cy="468313"/>
            <a:chOff x="1287" y="3888"/>
            <a:chExt cx="408" cy="295"/>
          </a:xfrm>
        </p:grpSpPr>
        <p:graphicFrame>
          <p:nvGraphicFramePr>
            <p:cNvPr id="34" name="Object 41"/>
            <p:cNvGraphicFramePr>
              <a:graphicFrameLocks noChangeAspect="1"/>
            </p:cNvGraphicFramePr>
            <p:nvPr/>
          </p:nvGraphicFramePr>
          <p:xfrm>
            <a:off x="1287" y="3911"/>
            <a:ext cx="4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4" name="Equation" r:id="rId27" imgW="15544800" imgH="10363200" progId="Equation.DSMT4">
                    <p:embed/>
                  </p:oleObj>
                </mc:Choice>
                <mc:Fallback>
                  <p:oleObj name="Equation" r:id="rId27" imgW="15544800" imgH="10363200" progId="Equation.DSMT4">
                    <p:embed/>
                    <p:pic>
                      <p:nvPicPr>
                        <p:cNvPr id="0" name="图片 35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287" y="3911"/>
                          <a:ext cx="408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Oval 42"/>
            <p:cNvSpPr>
              <a:spLocks noChangeArrowheads="1"/>
            </p:cNvSpPr>
            <p:nvPr/>
          </p:nvSpPr>
          <p:spPr bwMode="auto">
            <a:xfrm>
              <a:off x="1392" y="3888"/>
              <a:ext cx="57" cy="57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Oval 43"/>
          <p:cNvSpPr>
            <a:spLocks noChangeArrowheads="1"/>
          </p:cNvSpPr>
          <p:nvPr/>
        </p:nvSpPr>
        <p:spPr bwMode="auto">
          <a:xfrm>
            <a:off x="5848350" y="4522788"/>
            <a:ext cx="90488" cy="92075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7" name="Group 44"/>
          <p:cNvGrpSpPr/>
          <p:nvPr/>
        </p:nvGrpSpPr>
        <p:grpSpPr bwMode="auto">
          <a:xfrm>
            <a:off x="4889504" y="4522788"/>
            <a:ext cx="698500" cy="476250"/>
            <a:chOff x="2084" y="3888"/>
            <a:chExt cx="440" cy="300"/>
          </a:xfrm>
        </p:grpSpPr>
        <p:graphicFrame>
          <p:nvGraphicFramePr>
            <p:cNvPr id="38" name="Object 45"/>
            <p:cNvGraphicFramePr>
              <a:graphicFrameLocks noChangeAspect="1"/>
            </p:cNvGraphicFramePr>
            <p:nvPr/>
          </p:nvGraphicFramePr>
          <p:xfrm>
            <a:off x="2084" y="3916"/>
            <a:ext cx="4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5" name="Equation" r:id="rId29" imgW="16764000" imgH="10363200" progId="Equation.DSMT4">
                    <p:embed/>
                  </p:oleObj>
                </mc:Choice>
                <mc:Fallback>
                  <p:oleObj name="Equation" r:id="rId29" imgW="16764000" imgH="10363200" progId="Equation.DSMT4">
                    <p:embed/>
                    <p:pic>
                      <p:nvPicPr>
                        <p:cNvPr id="0" name="图片 35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084" y="3916"/>
                          <a:ext cx="440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Oval 46"/>
            <p:cNvSpPr>
              <a:spLocks noChangeArrowheads="1"/>
            </p:cNvSpPr>
            <p:nvPr/>
          </p:nvSpPr>
          <p:spPr bwMode="auto">
            <a:xfrm>
              <a:off x="2151" y="3888"/>
              <a:ext cx="57" cy="57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0" name="Object 47"/>
          <p:cNvGraphicFramePr>
            <a:graphicFrameLocks noChangeAspect="1"/>
          </p:cNvGraphicFramePr>
          <p:nvPr/>
        </p:nvGraphicFramePr>
        <p:xfrm>
          <a:off x="8063230" y="1238885"/>
          <a:ext cx="15748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6" name="Equation" r:id="rId31" imgW="37490400" imgH="11582400" progId="Equation.DSMT4">
                  <p:embed/>
                </p:oleObj>
              </mc:Choice>
              <mc:Fallback>
                <p:oleObj name="Equation" r:id="rId31" imgW="37490400" imgH="11582400" progId="Equation.DSMT4">
                  <p:embed/>
                  <p:pic>
                    <p:nvPicPr>
                      <p:cNvPr id="0" name="图片 3575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063230" y="1238885"/>
                        <a:ext cx="1574800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48"/>
          <p:cNvSpPr txBox="1">
            <a:spLocks noChangeArrowheads="1"/>
          </p:cNvSpPr>
          <p:nvPr/>
        </p:nvSpPr>
        <p:spPr bwMode="auto">
          <a:xfrm>
            <a:off x="1868488" y="1872298"/>
            <a:ext cx="2232025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则称该数列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2" name="Object 49"/>
          <p:cNvGraphicFramePr>
            <a:graphicFrameLocks noChangeAspect="1"/>
          </p:cNvGraphicFramePr>
          <p:nvPr/>
        </p:nvGraphicFramePr>
        <p:xfrm>
          <a:off x="3871012" y="1906768"/>
          <a:ext cx="63468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7" name="Equation" r:id="rId33" imgW="15240000" imgH="11582400" progId="Equation.DSMT4">
                  <p:embed/>
                </p:oleObj>
              </mc:Choice>
              <mc:Fallback>
                <p:oleObj name="Equation" r:id="rId33" imgW="15240000" imgH="11582400" progId="Equation.DSMT4">
                  <p:embed/>
                  <p:pic>
                    <p:nvPicPr>
                      <p:cNvPr id="0" name="图片 3576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71012" y="1906768"/>
                        <a:ext cx="63468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Oval 50"/>
          <p:cNvSpPr>
            <a:spLocks noChangeArrowheads="1"/>
          </p:cNvSpPr>
          <p:nvPr/>
        </p:nvSpPr>
        <p:spPr bwMode="auto">
          <a:xfrm>
            <a:off x="7960995" y="844967"/>
            <a:ext cx="2022475" cy="1285776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Line 51"/>
          <p:cNvSpPr>
            <a:spLocks noChangeShapeType="1"/>
          </p:cNvSpPr>
          <p:nvPr/>
        </p:nvSpPr>
        <p:spPr bwMode="auto">
          <a:xfrm>
            <a:off x="8972550" y="1855788"/>
            <a:ext cx="0" cy="1219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 Box 52"/>
          <p:cNvSpPr txBox="1">
            <a:spLocks noChangeArrowheads="1"/>
          </p:cNvSpPr>
          <p:nvPr/>
        </p:nvSpPr>
        <p:spPr bwMode="auto">
          <a:xfrm>
            <a:off x="4529455" y="1881188"/>
            <a:ext cx="205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的极限为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285798" y="3984625"/>
          <a:ext cx="15847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5" imgW="774065" imgH="228600" progId="Equation.KSEE3">
                  <p:embed/>
                </p:oleObj>
              </mc:Choice>
              <mc:Fallback>
                <p:oleObj name="" r:id="rId35" imgW="7740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285798" y="3984625"/>
                        <a:ext cx="1584700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5" grpId="0" bldLvl="0" animBg="1" autoUpdateAnimBg="0"/>
      <p:bldP spid="7" grpId="0" bldLvl="0" animBg="1" autoUpdateAnimBg="0"/>
      <p:bldP spid="10" grpId="0" bldLvl="0" animBg="1" autoUpdateAnimBg="0"/>
      <p:bldP spid="11" grpId="0" bldLvl="0" animBg="1" autoUpdateAnimBg="0"/>
      <p:bldP spid="12" grpId="0" bldLvl="0" animBg="1" autoUpdateAnimBg="0"/>
      <p:bldP spid="13" grpId="0" bldLvl="0" animBg="1" autoUpdateAnimBg="0"/>
      <p:bldP spid="14" grpId="0" bldLvl="0" animBg="1" autoUpdateAnimBg="0"/>
      <p:bldP spid="26" grpId="0" bldLvl="0" animBg="1" autoUpdateAnimBg="0"/>
      <p:bldP spid="30" grpId="0" bldLvl="0" animBg="1" autoUpdateAnimBg="0"/>
      <p:bldP spid="32" grpId="0" bldLvl="0" animBg="1"/>
      <p:bldP spid="36" grpId="0" bldLvl="0" animBg="1"/>
      <p:bldP spid="41" grpId="0" autoUpdateAnimBg="0" build="p"/>
      <p:bldP spid="43" grpId="0" bldLvl="0" animBg="1"/>
      <p:bldP spid="44" grpId="0" bldLvl="0" animBg="1"/>
      <p:bldP spid="45" grpId="0" advAuto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82675" y="620713"/>
            <a:ext cx="1219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smtClean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sz="2800" b="1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301558" y="462280"/>
          <a:ext cx="32480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77724000" imgH="20116800" progId="Equation.DSMT4">
                  <p:embed/>
                </p:oleObj>
              </mc:Choice>
              <mc:Fallback>
                <p:oleObj name="Equation" r:id="rId1" imgW="77724000" imgH="20116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1558" y="462280"/>
                        <a:ext cx="324802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099685" y="1154430"/>
          <a:ext cx="1447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5" name="Equation" r:id="rId3" imgW="34442400" imgH="20116800" progId="Equation.DSMT4">
                  <p:embed/>
                </p:oleObj>
              </mc:Choice>
              <mc:Fallback>
                <p:oleObj name="Equation" r:id="rId3" imgW="34442400" imgH="20116800" progId="Equation.DSMT4">
                  <p:embed/>
                  <p:pic>
                    <p:nvPicPr>
                      <p:cNvPr id="0" name="图片 438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99685" y="1154430"/>
                        <a:ext cx="14478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595745" y="1379855"/>
          <a:ext cx="19351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6" name="Equation" r:id="rId5" imgW="46329600" imgH="9448800" progId="Equation.DSMT4">
                  <p:embed/>
                </p:oleObj>
              </mc:Choice>
              <mc:Fallback>
                <p:oleObj name="Equation" r:id="rId5" imgW="46329600" imgH="9448800" progId="Equation.DSMT4">
                  <p:embed/>
                  <p:pic>
                    <p:nvPicPr>
                      <p:cNvPr id="0" name="图片 438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95745" y="1379855"/>
                        <a:ext cx="1935163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277745" y="2185035"/>
          <a:ext cx="4475163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7" name="Equation" r:id="rId7" imgW="107594400" imgH="21336000" progId="Equation.DSMT4">
                  <p:embed/>
                </p:oleObj>
              </mc:Choice>
              <mc:Fallback>
                <p:oleObj name="Equation" r:id="rId7" imgW="107594400" imgH="21336000" progId="Equation.DSMT4">
                  <p:embed/>
                  <p:pic>
                    <p:nvPicPr>
                      <p:cNvPr id="0" name="图片 4386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77745" y="2185035"/>
                        <a:ext cx="4475163" cy="896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486275" y="3164840"/>
          <a:ext cx="226695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8" name="Equation" r:id="rId9" imgW="54254400" imgH="21336000" progId="Equation.DSMT4">
                  <p:embed/>
                </p:oleObj>
              </mc:Choice>
              <mc:Fallback>
                <p:oleObj name="Equation" r:id="rId9" imgW="54254400" imgH="21336000" progId="Equation.DSMT4">
                  <p:embed/>
                  <p:pic>
                    <p:nvPicPr>
                      <p:cNvPr id="0" name="图片 438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86275" y="3164840"/>
                        <a:ext cx="2266950" cy="900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753225" y="3448685"/>
          <a:ext cx="1936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9" name="Equation" r:id="rId11" imgW="46329600" imgH="9448800" progId="Equation.DSMT4">
                  <p:embed/>
                </p:oleObj>
              </mc:Choice>
              <mc:Fallback>
                <p:oleObj name="Equation" r:id="rId11" imgW="46329600" imgH="9448800" progId="Equation.DSMT4">
                  <p:embed/>
                  <p:pic>
                    <p:nvPicPr>
                      <p:cNvPr id="0" name="图片 438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53225" y="3448685"/>
                        <a:ext cx="193675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265363" y="4148138"/>
          <a:ext cx="28971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" name="Equation" r:id="rId13" imgW="69494400" imgH="10972800" progId="Equation.DSMT4">
                  <p:embed/>
                </p:oleObj>
              </mc:Choice>
              <mc:Fallback>
                <p:oleObj name="Equation" r:id="rId13" imgW="69494400" imgH="10972800" progId="Equation.DSMT4">
                  <p:embed/>
                  <p:pic>
                    <p:nvPicPr>
                      <p:cNvPr id="0" name="图片 438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65363" y="4148138"/>
                        <a:ext cx="2897187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092700" y="4603750"/>
          <a:ext cx="1143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1" name="Equation" r:id="rId15" imgW="27127200" imgH="11277600" progId="Equation.DSMT4">
                  <p:embed/>
                </p:oleObj>
              </mc:Choice>
              <mc:Fallback>
                <p:oleObj name="Equation" r:id="rId15" imgW="27127200" imgH="11277600" progId="Equation.DSMT4">
                  <p:embed/>
                  <p:pic>
                    <p:nvPicPr>
                      <p:cNvPr id="0" name="图片 439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92700" y="4603750"/>
                        <a:ext cx="1143000" cy="481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454775" y="4684713"/>
          <a:ext cx="20764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2" name="Equation" r:id="rId17" imgW="49682400" imgH="9448800" progId="Equation.DSMT4">
                  <p:embed/>
                </p:oleObj>
              </mc:Choice>
              <mc:Fallback>
                <p:oleObj name="Equation" r:id="rId17" imgW="49682400" imgH="9448800" progId="Equation.DSMT4">
                  <p:embed/>
                  <p:pic>
                    <p:nvPicPr>
                      <p:cNvPr id="0" name="图片 439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454775" y="4684713"/>
                        <a:ext cx="207645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332038" y="5291138"/>
          <a:ext cx="35258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3" name="Equation" r:id="rId19" imgW="85039200" imgH="10972800" progId="Equation.DSMT4">
                  <p:embed/>
                </p:oleObj>
              </mc:Choice>
              <mc:Fallback>
                <p:oleObj name="Equation" r:id="rId19" imgW="85039200" imgH="10972800" progId="Equation.DSMT4">
                  <p:embed/>
                  <p:pic>
                    <p:nvPicPr>
                      <p:cNvPr id="0" name="图片 4392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32038" y="5291138"/>
                        <a:ext cx="3525837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153025" y="5842000"/>
          <a:ext cx="174466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4" name="Equation" r:id="rId21" imgW="41757600" imgH="11277600" progId="Equation.DSMT4">
                  <p:embed/>
                </p:oleObj>
              </mc:Choice>
              <mc:Fallback>
                <p:oleObj name="Equation" r:id="rId21" imgW="41757600" imgH="11277600" progId="Equation.DSMT4">
                  <p:embed/>
                  <p:pic>
                    <p:nvPicPr>
                      <p:cNvPr id="0" name="图片 439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53025" y="5842000"/>
                        <a:ext cx="1744663" cy="481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162800" y="5805488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趋势不定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9140190" y="1981200"/>
            <a:ext cx="61341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收   敛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8987790" y="4800600"/>
            <a:ext cx="61341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发   散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AutoShape 17"/>
          <p:cNvSpPr/>
          <p:nvPr/>
        </p:nvSpPr>
        <p:spPr bwMode="auto">
          <a:xfrm>
            <a:off x="8915400" y="1371600"/>
            <a:ext cx="228600" cy="2362200"/>
          </a:xfrm>
          <a:prstGeom prst="rightBrace">
            <a:avLst>
              <a:gd name="adj1" fmla="val 8611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AutoShape 18"/>
          <p:cNvSpPr/>
          <p:nvPr/>
        </p:nvSpPr>
        <p:spPr bwMode="auto">
          <a:xfrm>
            <a:off x="8763000" y="4724400"/>
            <a:ext cx="152400" cy="1447800"/>
          </a:xfrm>
          <a:prstGeom prst="rightBrace">
            <a:avLst>
              <a:gd name="adj1" fmla="val 791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 autoUpdateAnimBg="0"/>
      <p:bldP spid="15" grpId="0" bldLvl="0" animBg="1" autoUpdateAnimBg="0"/>
      <p:bldP spid="16" grpId="0" bldLvl="0" animBg="1" autoUpdateAnimBg="0"/>
      <p:bldP spid="17" grpId="0" bldLvl="0" animBg="1"/>
      <p:bldP spid="1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52600" y="454025"/>
            <a:ext cx="1905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581400" y="236855"/>
          <a:ext cx="21272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50901600" imgH="21336000" progId="Equation.DSMT4">
                  <p:embed/>
                </p:oleObj>
              </mc:Choice>
              <mc:Fallback>
                <p:oleObj name="Equation" r:id="rId1" imgW="50901600" imgH="213360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81400" y="236855"/>
                        <a:ext cx="2127250" cy="895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716270" y="451803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证明数列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356158" y="468630"/>
          <a:ext cx="6445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" name="Equation" r:id="rId3" imgW="15240000" imgH="11582400" progId="Equation.DSMT4">
                  <p:embed/>
                </p:oleObj>
              </mc:Choice>
              <mc:Fallback>
                <p:oleObj name="Equation" r:id="rId3" imgW="15240000" imgH="11582400" progId="Equation.DSMT4">
                  <p:embed/>
                  <p:pic>
                    <p:nvPicPr>
                      <p:cNvPr id="0" name="图片 5460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56158" y="468630"/>
                        <a:ext cx="644525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931150" y="428308"/>
            <a:ext cx="2514600" cy="995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的极限为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905000" y="1563688"/>
            <a:ext cx="10668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32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844800" y="1638300"/>
          <a:ext cx="1231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2" name="Equation" r:id="rId5" imgW="29260800" imgH="11582400" progId="Equation.DSMT4">
                  <p:embed/>
                </p:oleObj>
              </mc:Choice>
              <mc:Fallback>
                <p:oleObj name="Equation" r:id="rId5" imgW="29260800" imgH="11582400" progId="Equation.DSMT4">
                  <p:embed/>
                  <p:pic>
                    <p:nvPicPr>
                      <p:cNvPr id="0" name="图片 546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4800" y="1638300"/>
                        <a:ext cx="12319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286250" y="1308100"/>
          <a:ext cx="20066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3" name="Equation" r:id="rId7" imgW="47853600" imgH="24384000" progId="Equation.DSMT4">
                  <p:embed/>
                </p:oleObj>
              </mc:Choice>
              <mc:Fallback>
                <p:oleObj name="Equation" r:id="rId7" imgW="47853600" imgH="24384000" progId="Equation.DSMT4">
                  <p:embed/>
                  <p:pic>
                    <p:nvPicPr>
                      <p:cNvPr id="0" name="图片 546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6250" y="1308100"/>
                        <a:ext cx="2006600" cy="1027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357938" y="1423988"/>
          <a:ext cx="6207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4" name="Equation" r:id="rId9" imgW="14630400" imgH="20116800" progId="Equation.DSMT4">
                  <p:embed/>
                </p:oleObj>
              </mc:Choice>
              <mc:Fallback>
                <p:oleObj name="Equation" r:id="rId9" imgW="14630400" imgH="20116800" progId="Equation.DSMT4">
                  <p:embed/>
                  <p:pic>
                    <p:nvPicPr>
                      <p:cNvPr id="0" name="图片 5463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57938" y="1423988"/>
                        <a:ext cx="620712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524125" y="2724150"/>
          <a:ext cx="11112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5" name="Equation" r:id="rId11" imgW="26517600" imgH="9448800" progId="Equation.DSMT4">
                  <p:embed/>
                </p:oleObj>
              </mc:Choice>
              <mc:Fallback>
                <p:oleObj name="Equation" r:id="rId11" imgW="26517600" imgH="9448800" progId="Equation.DSMT4">
                  <p:embed/>
                  <p:pic>
                    <p:nvPicPr>
                      <p:cNvPr id="0" name="图片 546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24125" y="2724150"/>
                        <a:ext cx="1111250" cy="407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657600" y="2611755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欲使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565650" y="2641600"/>
          <a:ext cx="1638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" name="Equation" r:id="rId13" imgW="39014400" imgH="11582400" progId="Equation.DSMT4">
                  <p:embed/>
                </p:oleObj>
              </mc:Choice>
              <mc:Fallback>
                <p:oleObj name="Equation" r:id="rId13" imgW="39014400" imgH="11582400" progId="Equation.DSMT4">
                  <p:embed/>
                  <p:pic>
                    <p:nvPicPr>
                      <p:cNvPr id="0" name="图片 5465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65650" y="2641600"/>
                        <a:ext cx="16383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6324600" y="2617788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954838" y="2438400"/>
          <a:ext cx="9112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7" name="Equation" r:id="rId15" imgW="21640800" imgH="20116800" progId="Equation.DSMT4">
                  <p:embed/>
                </p:oleObj>
              </mc:Choice>
              <mc:Fallback>
                <p:oleObj name="Equation" r:id="rId15" imgW="21640800" imgH="20116800" progId="Equation.DSMT4">
                  <p:embed/>
                  <p:pic>
                    <p:nvPicPr>
                      <p:cNvPr id="0" name="图片 5466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54838" y="2438400"/>
                        <a:ext cx="91122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8001000" y="2595563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只要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8855075" y="2698750"/>
          <a:ext cx="87153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8" name="Equation" r:id="rId17" imgW="20726400" imgH="10363200" progId="Equation.DSMT4">
                  <p:embed/>
                </p:oleObj>
              </mc:Choice>
              <mc:Fallback>
                <p:oleObj name="Equation" r:id="rId17" imgW="20726400" imgH="10363200" progId="Equation.DSMT4">
                  <p:embed/>
                  <p:pic>
                    <p:nvPicPr>
                      <p:cNvPr id="0" name="图片 546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855075" y="2698750"/>
                        <a:ext cx="871538" cy="442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1905000" y="3409633"/>
            <a:ext cx="175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635375" y="3245485"/>
          <a:ext cx="1346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" name="Equation" r:id="rId19" imgW="32004000" imgH="20116800" progId="Equation.DSMT4">
                  <p:embed/>
                </p:oleObj>
              </mc:Choice>
              <mc:Fallback>
                <p:oleObj name="Equation" r:id="rId19" imgW="32004000" imgH="20116800" progId="Equation.DSMT4">
                  <p:embed/>
                  <p:pic>
                    <p:nvPicPr>
                      <p:cNvPr id="0" name="图片 546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35375" y="3245485"/>
                        <a:ext cx="13462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062855" y="3407093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则当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5984875" y="3501073"/>
          <a:ext cx="876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0" name="Equation" r:id="rId21" imgW="20726400" imgH="7315200" progId="Equation.DSMT4">
                  <p:embed/>
                </p:oleObj>
              </mc:Choice>
              <mc:Fallback>
                <p:oleObj name="Equation" r:id="rId21" imgW="20726400" imgH="7315200" progId="Equation.DSMT4">
                  <p:embed/>
                  <p:pic>
                    <p:nvPicPr>
                      <p:cNvPr id="0" name="图片 546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984875" y="3501073"/>
                        <a:ext cx="8763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6861175" y="3409315"/>
            <a:ext cx="175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4342765" y="4215130"/>
          <a:ext cx="24320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1" name="Equation" r:id="rId23" imgW="58216800" imgH="24384000" progId="Equation.DSMT4">
                  <p:embed/>
                </p:oleObj>
              </mc:Choice>
              <mc:Fallback>
                <p:oleObj name="Equation" r:id="rId23" imgW="58216800" imgH="24384000" progId="Equation.DSMT4">
                  <p:embed/>
                  <p:pic>
                    <p:nvPicPr>
                      <p:cNvPr id="0" name="图片 547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342765" y="4215130"/>
                        <a:ext cx="2432050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1854200" y="5542598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635375" y="5356225"/>
          <a:ext cx="35623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2" name="Equation" r:id="rId25" imgW="85344000" imgH="21336000" progId="Equation.DSMT4">
                  <p:embed/>
                </p:oleObj>
              </mc:Choice>
              <mc:Fallback>
                <p:oleObj name="Equation" r:id="rId25" imgW="85344000" imgH="21336000" progId="Equation.DSMT4">
                  <p:embed/>
                  <p:pic>
                    <p:nvPicPr>
                      <p:cNvPr id="0" name="图片 547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35375" y="5356225"/>
                        <a:ext cx="3562350" cy="895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6" grpId="0" advAuto="0" autoUpdateAnimBg="0" uiExpand="1" build="p"/>
      <p:bldP spid="7" grpId="0" bldLvl="0" animBg="1" autoUpdateAnimBg="0"/>
      <p:bldP spid="12" grpId="0" bldLvl="0" animBg="1" autoUpdateAnimBg="0"/>
      <p:bldP spid="14" grpId="0" bldLvl="0" animBg="1" autoUpdateAnimBg="0"/>
      <p:bldP spid="16" grpId="0" bldLvl="0" animBg="1" autoUpdateAnimBg="0"/>
      <p:bldP spid="18" grpId="0" bldLvl="0" animBg="1" autoUpdateAnimBg="0"/>
      <p:bldP spid="20" grpId="0" bldLvl="0" animBg="1" autoUpdateAnimBg="0"/>
      <p:bldP spid="22" grpId="0" bldLvl="0" animBg="1" autoUpdateAnimBg="0"/>
      <p:bldP spid="24" grpId="0" bldLvl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28470" y="360045"/>
            <a:ext cx="1828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5486400" y="354013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6421438" y="406083"/>
          <a:ext cx="14652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35052000" imgH="13106400" progId="Equation.DSMT4">
                  <p:embed/>
                </p:oleObj>
              </mc:Choice>
              <mc:Fallback>
                <p:oleObj name="Equation" r:id="rId1" imgW="35052000" imgH="131064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21438" y="406083"/>
                        <a:ext cx="1465262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3875" y="1402715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2611438" y="1454785"/>
          <a:ext cx="12922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2" name="Equation" r:id="rId3" imgW="30784800" imgH="11582400" progId="Equation.DSMT4">
                  <p:embed/>
                </p:oleObj>
              </mc:Choice>
              <mc:Fallback>
                <p:oleObj name="Equation" r:id="rId3" imgW="30784800" imgH="11582400" progId="Equation.DSMT4">
                  <p:embed/>
                  <p:pic>
                    <p:nvPicPr>
                      <p:cNvPr id="0" name="图片 683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1438" y="1454785"/>
                        <a:ext cx="129222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4017963" y="1210945"/>
          <a:ext cx="20081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3" name="Equation" r:id="rId5" imgW="47853600" imgH="24384000" progId="Equation.DSMT4">
                  <p:embed/>
                </p:oleObj>
              </mc:Choice>
              <mc:Fallback>
                <p:oleObj name="Equation" r:id="rId5" imgW="47853600" imgH="24384000" progId="Equation.DSMT4">
                  <p:embed/>
                  <p:pic>
                    <p:nvPicPr>
                      <p:cNvPr id="0" name="图片 683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17963" y="1210945"/>
                        <a:ext cx="2008187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5951220" y="1243013"/>
          <a:ext cx="14319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4" name="Equation" r:id="rId7" imgW="34137600" imgH="21640800" progId="Equation.DSMT4">
                  <p:embed/>
                </p:oleObj>
              </mc:Choice>
              <mc:Fallback>
                <p:oleObj name="Equation" r:id="rId7" imgW="34137600" imgH="21640800" progId="Equation.DSMT4">
                  <p:embed/>
                  <p:pic>
                    <p:nvPicPr>
                      <p:cNvPr id="0" name="图片 683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51220" y="1243013"/>
                        <a:ext cx="1431925" cy="911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7483475" y="1238885"/>
          <a:ext cx="10477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5" name="Equation" r:id="rId9" imgW="24993600" imgH="20116800" progId="Equation.DSMT4">
                  <p:embed/>
                </p:oleObj>
              </mc:Choice>
              <mc:Fallback>
                <p:oleObj name="Equation" r:id="rId9" imgW="24993600" imgH="20116800" progId="Equation.DSMT4">
                  <p:embed/>
                  <p:pic>
                    <p:nvPicPr>
                      <p:cNvPr id="0" name="图片 683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83475" y="1238885"/>
                        <a:ext cx="104775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1855788" y="2479675"/>
          <a:ext cx="16224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6" name="Equation" r:id="rId11" imgW="38709600" imgH="9448800" progId="Equation.DSMT4">
                  <p:embed/>
                </p:oleObj>
              </mc:Choice>
              <mc:Fallback>
                <p:oleObj name="Equation" r:id="rId11" imgW="38709600" imgH="9448800" progId="Equation.DSMT4">
                  <p:embed/>
                  <p:pic>
                    <p:nvPicPr>
                      <p:cNvPr id="0" name="图片 683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55788" y="2479675"/>
                        <a:ext cx="1622425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505200" y="2376488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欲使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4459288" y="2413000"/>
          <a:ext cx="16605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7" name="Equation" r:id="rId13" imgW="39624000" imgH="11582400" progId="Equation.DSMT4">
                  <p:embed/>
                </p:oleObj>
              </mc:Choice>
              <mc:Fallback>
                <p:oleObj name="Equation" r:id="rId13" imgW="39624000" imgH="11582400" progId="Equation.DSMT4">
                  <p:embed/>
                  <p:pic>
                    <p:nvPicPr>
                      <p:cNvPr id="0" name="图片 6836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59288" y="2413000"/>
                        <a:ext cx="166052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6207125" y="2376488"/>
            <a:ext cx="12604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只要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7191375" y="2257425"/>
          <a:ext cx="13398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8" name="Equation" r:id="rId15" imgW="32004000" imgH="20116800" progId="Equation.DSMT4">
                  <p:embed/>
                </p:oleObj>
              </mc:Choice>
              <mc:Fallback>
                <p:oleObj name="Equation" r:id="rId15" imgW="32004000" imgH="20116800" progId="Equation.DSMT4">
                  <p:embed/>
                  <p:pic>
                    <p:nvPicPr>
                      <p:cNvPr id="0" name="图片 683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91375" y="2257425"/>
                        <a:ext cx="133985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8610600" y="2439988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7"/>
          <p:cNvGraphicFramePr>
            <a:graphicFrameLocks noChangeAspect="1"/>
          </p:cNvGraphicFramePr>
          <p:nvPr/>
        </p:nvGraphicFramePr>
        <p:xfrm>
          <a:off x="9144000" y="2632075"/>
          <a:ext cx="50800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9" name="Equation" r:id="rId17" imgW="11887200" imgH="5791200" progId="Equation.DSMT4">
                  <p:embed/>
                </p:oleObj>
              </mc:Choice>
              <mc:Fallback>
                <p:oleObj name="Equation" r:id="rId17" imgW="11887200" imgH="5791200" progId="Equation.DSMT4">
                  <p:embed/>
                  <p:pic>
                    <p:nvPicPr>
                      <p:cNvPr id="0" name="图片 683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144000" y="2632075"/>
                        <a:ext cx="508000" cy="246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1773238" y="3151188"/>
            <a:ext cx="1981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9"/>
          <p:cNvGraphicFramePr>
            <a:graphicFrameLocks noChangeAspect="1"/>
          </p:cNvGraphicFramePr>
          <p:nvPr/>
        </p:nvGraphicFramePr>
        <p:xfrm>
          <a:off x="2395538" y="3048000"/>
          <a:ext cx="17240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0" name="Equation" r:id="rId19" imgW="41148000" imgH="20116800" progId="Equation.DSMT4">
                  <p:embed/>
                </p:oleObj>
              </mc:Choice>
              <mc:Fallback>
                <p:oleObj name="Equation" r:id="rId19" imgW="41148000" imgH="20116800" progId="Equation.DSMT4">
                  <p:embed/>
                  <p:pic>
                    <p:nvPicPr>
                      <p:cNvPr id="0" name="图片 683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95538" y="3048000"/>
                        <a:ext cx="172402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4229100" y="3200400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则当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5149850" y="3340100"/>
          <a:ext cx="876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1" name="Equation" r:id="rId21" imgW="20726400" imgH="7315200" progId="Equation.DSMT4">
                  <p:embed/>
                </p:oleObj>
              </mc:Choice>
              <mc:Fallback>
                <p:oleObj name="Equation" r:id="rId21" imgW="20726400" imgH="7315200" progId="Equation.DSMT4">
                  <p:embed/>
                  <p:pic>
                    <p:nvPicPr>
                      <p:cNvPr id="0" name="图片 684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49850" y="3340100"/>
                        <a:ext cx="8763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6057900" y="3214688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7551738" y="3251200"/>
          <a:ext cx="16605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2" name="Equation" r:id="rId23" imgW="39624000" imgH="11582400" progId="Equation.DSMT4">
                  <p:embed/>
                </p:oleObj>
              </mc:Choice>
              <mc:Fallback>
                <p:oleObj name="Equation" r:id="rId23" imgW="39624000" imgH="11582400" progId="Equation.DSMT4">
                  <p:embed/>
                  <p:pic>
                    <p:nvPicPr>
                      <p:cNvPr id="0" name="图片 684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51738" y="3251200"/>
                        <a:ext cx="1660525" cy="496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1793875" y="4035103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2855913" y="3789040"/>
          <a:ext cx="33210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3" name="Equation" r:id="rId25" imgW="79552800" imgH="22860000" progId="Equation.DSMT4">
                  <p:embed/>
                </p:oleObj>
              </mc:Choice>
              <mc:Fallback>
                <p:oleObj name="Equation" r:id="rId25" imgW="79552800" imgH="22860000" progId="Equation.DSMT4">
                  <p:embed/>
                  <p:pic>
                    <p:nvPicPr>
                      <p:cNvPr id="0" name="图片 684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855913" y="3789040"/>
                        <a:ext cx="332105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2790825" y="5409565"/>
          <a:ext cx="23590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4" name="Equation" r:id="rId27" imgW="56388000" imgH="11582400" progId="Equation.DSMT4">
                  <p:embed/>
                </p:oleObj>
              </mc:Choice>
              <mc:Fallback>
                <p:oleObj name="Equation" r:id="rId27" imgW="56388000" imgH="11582400" progId="Equation.DSMT4">
                  <p:embed/>
                  <p:pic>
                    <p:nvPicPr>
                      <p:cNvPr id="0" name="图片 6843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90825" y="5409565"/>
                        <a:ext cx="235902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5257800" y="5397818"/>
            <a:ext cx="2209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故也可取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8"/>
          <p:cNvGraphicFramePr>
            <a:graphicFrameLocks noChangeAspect="1"/>
          </p:cNvGraphicFramePr>
          <p:nvPr/>
        </p:nvGraphicFramePr>
        <p:xfrm>
          <a:off x="6813550" y="5437823"/>
          <a:ext cx="10731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5" name="Equation" r:id="rId29" imgW="25603200" imgH="10363200" progId="Equation.DSMT4">
                  <p:embed/>
                </p:oleObj>
              </mc:Choice>
              <mc:Fallback>
                <p:oleObj name="Equation" r:id="rId29" imgW="25603200" imgH="10363200" progId="Equation.DSMT4">
                  <p:embed/>
                  <p:pic>
                    <p:nvPicPr>
                      <p:cNvPr id="0" name="图片 684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813550" y="5437823"/>
                        <a:ext cx="1073150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1"/>
          <p:cNvGraphicFramePr>
            <a:graphicFrameLocks noChangeAspect="1"/>
          </p:cNvGraphicFramePr>
          <p:nvPr/>
        </p:nvGraphicFramePr>
        <p:xfrm>
          <a:off x="9728200" y="2273300"/>
          <a:ext cx="825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" name="Equation" r:id="rId31" imgW="19507200" imgH="20116800" progId="Equation.DSMT4">
                  <p:embed/>
                </p:oleObj>
              </mc:Choice>
              <mc:Fallback>
                <p:oleObj name="Equation" r:id="rId31" imgW="19507200" imgH="20116800" progId="Equation.DSMT4">
                  <p:embed/>
                  <p:pic>
                    <p:nvPicPr>
                      <p:cNvPr id="0" name="图片 684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728200" y="2273300"/>
                        <a:ext cx="8255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2611755" y="5409565"/>
            <a:ext cx="6781800" cy="9906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 Box 33"/>
          <p:cNvSpPr txBox="1">
            <a:spLocks noChangeArrowheads="1"/>
          </p:cNvSpPr>
          <p:nvPr/>
        </p:nvSpPr>
        <p:spPr bwMode="auto">
          <a:xfrm>
            <a:off x="2712720" y="4797152"/>
            <a:ext cx="3962400" cy="52197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有关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但不唯一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34"/>
          <p:cNvSpPr txBox="1">
            <a:spLocks noChangeArrowheads="1"/>
          </p:cNvSpPr>
          <p:nvPr/>
        </p:nvSpPr>
        <p:spPr bwMode="auto">
          <a:xfrm>
            <a:off x="6370320" y="4813528"/>
            <a:ext cx="335756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不一定取最小的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35"/>
          <p:cNvSpPr txBox="1">
            <a:spLocks noChangeArrowheads="1"/>
          </p:cNvSpPr>
          <p:nvPr/>
        </p:nvSpPr>
        <p:spPr bwMode="auto">
          <a:xfrm>
            <a:off x="1793875" y="4820647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705100" y="505460"/>
            <a:ext cx="9699625" cy="6065203"/>
            <a:chOff x="-492125" y="-485140"/>
            <a:chExt cx="9699625" cy="6065203"/>
          </a:xfrm>
        </p:grpSpPr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-492125" y="5004435"/>
              <a:ext cx="1524000" cy="5219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也可由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Object 30"/>
            <p:cNvGraphicFramePr>
              <a:graphicFrameLocks noChangeAspect="1"/>
            </p:cNvGraphicFramePr>
            <p:nvPr/>
          </p:nvGraphicFramePr>
          <p:xfrm>
            <a:off x="706755" y="4978718"/>
            <a:ext cx="2005013" cy="566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6" name="Equation" r:id="rId33" imgW="47853600" imgH="13411200" progId="Equation.DSMT4">
                    <p:embed/>
                  </p:oleObj>
                </mc:Choice>
                <mc:Fallback>
                  <p:oleObj name="Equation" r:id="rId33" imgW="47853600" imgH="13411200" progId="Equation.DSMT4">
                    <p:embed/>
                    <p:pic>
                      <p:nvPicPr>
                        <p:cNvPr id="0" name="图片 68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706755" y="4978718"/>
                          <a:ext cx="2005013" cy="5667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Text Box 36"/>
            <p:cNvSpPr txBox="1">
              <a:spLocks noChangeArrowheads="1"/>
            </p:cNvSpPr>
            <p:nvPr/>
          </p:nvSpPr>
          <p:spPr bwMode="auto">
            <a:xfrm>
              <a:off x="2712085" y="4992370"/>
              <a:ext cx="914400" cy="5219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取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5549900" y="-485140"/>
              <a:ext cx="3657600" cy="1600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7" name="Object 38"/>
            <p:cNvGraphicFramePr>
              <a:graphicFrameLocks noChangeAspect="1"/>
            </p:cNvGraphicFramePr>
            <p:nvPr/>
          </p:nvGraphicFramePr>
          <p:xfrm>
            <a:off x="3392170" y="5049838"/>
            <a:ext cx="1873250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" name="Equation" r:id="rId35" imgW="44805600" imgH="12496800" progId="Equation.DSMT4">
                    <p:embed/>
                  </p:oleObj>
                </mc:Choice>
                <mc:Fallback>
                  <p:oleObj name="Equation" r:id="rId35" imgW="44805600" imgH="12496800" progId="Equation.DSMT4">
                    <p:embed/>
                    <p:pic>
                      <p:nvPicPr>
                        <p:cNvPr id="0" name="图片 68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392170" y="5049838"/>
                          <a:ext cx="1873250" cy="5302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3478213" y="100648"/>
          <a:ext cx="1900237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9" name="Equation" r:id="rId37" imgW="45110400" imgH="22860000" progId="Equation.DSMT4">
                  <p:embed/>
                </p:oleObj>
              </mc:Choice>
              <mc:Fallback>
                <p:oleObj name="Equation" r:id="rId37" imgW="45110400" imgH="22860000" progId="Equation.DSMT4">
                  <p:embed/>
                  <p:pic>
                    <p:nvPicPr>
                      <p:cNvPr id="0" name="图片 6848"/>
                      <p:cNvPicPr>
                        <a:picLocks noChangeAspect="1"/>
                      </p:cNvPicPr>
                      <p:nvPr/>
                    </p:nvPicPr>
                    <p:blipFill>
                      <a:blip r:embed="rId3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78213" y="100648"/>
                        <a:ext cx="1900237" cy="973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5" grpId="0" bldLvl="0" animBg="1" autoUpdateAnimBg="0"/>
      <p:bldP spid="11" grpId="0" bldLvl="0" animBg="1" autoUpdateAnimBg="0"/>
      <p:bldP spid="13" grpId="0" bldLvl="0" animBg="1" autoUpdateAnimBg="0"/>
      <p:bldP spid="15" grpId="0" bldLvl="0" animBg="1" autoUpdateAnimBg="0"/>
      <p:bldP spid="17" grpId="0" bldLvl="0" animBg="1" autoUpdateAnimBg="0"/>
      <p:bldP spid="19" grpId="0" bldLvl="0" animBg="1" autoUpdateAnimBg="0"/>
      <p:bldP spid="21" grpId="0" bldLvl="0" animBg="1" autoUpdateAnimBg="0"/>
      <p:bldP spid="23" grpId="0" bldLvl="0" animBg="1" autoUpdateAnimBg="0"/>
      <p:bldP spid="26" grpId="0" bldLvl="0" animBg="1"/>
      <p:bldP spid="32" grpId="0" bldLvl="0" animBg="1"/>
      <p:bldP spid="33" grpId="0" bldLvl="0" animBg="1"/>
      <p:bldP spid="34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20850" y="631190"/>
            <a:ext cx="1949450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008630" y="611188"/>
          <a:ext cx="10096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24079200" imgH="11582400" progId="Equation.DSMT4">
                  <p:embed/>
                </p:oleObj>
              </mc:Choice>
              <mc:Fallback>
                <p:oleObj name="Equation" r:id="rId1" imgW="24079200" imgH="115824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8630" y="611188"/>
                        <a:ext cx="100965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083050" y="600393"/>
            <a:ext cx="2590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证明等比数列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381750" y="609600"/>
          <a:ext cx="27051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9" name="Equation" r:id="rId3" imgW="64617600" imgH="10972800" progId="Equation.DSMT4">
                  <p:embed/>
                </p:oleObj>
              </mc:Choice>
              <mc:Fallback>
                <p:oleObj name="Equation" r:id="rId3" imgW="64617600" imgH="10972800" progId="Equation.DSMT4">
                  <p:embed/>
                  <p:pic>
                    <p:nvPicPr>
                      <p:cNvPr id="0" name="图片 750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81750" y="609600"/>
                        <a:ext cx="270510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20850" y="1775460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511108" y="1801495"/>
          <a:ext cx="10096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0" name="Equation" r:id="rId5" imgW="24079200" imgH="11582400" progId="Equation.DSMT4">
                  <p:embed/>
                </p:oleObj>
              </mc:Choice>
              <mc:Fallback>
                <p:oleObj name="Equation" r:id="rId5" imgW="24079200" imgH="11582400" progId="Equation.DSMT4">
                  <p:embed/>
                  <p:pic>
                    <p:nvPicPr>
                      <p:cNvPr id="0" name="图片 750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1108" y="1801495"/>
                        <a:ext cx="1009650" cy="496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549650" y="1765300"/>
          <a:ext cx="15065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1" name="Equation" r:id="rId7" imgW="35966400" imgH="14020800" progId="Equation.DSMT4">
                  <p:embed/>
                </p:oleObj>
              </mc:Choice>
              <mc:Fallback>
                <p:oleObj name="Equation" r:id="rId7" imgW="35966400" imgH="14020800" progId="Equation.DSMT4">
                  <p:embed/>
                  <p:pic>
                    <p:nvPicPr>
                      <p:cNvPr id="0" name="图片 751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49650" y="1765300"/>
                        <a:ext cx="1506538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174558" y="2570163"/>
          <a:ext cx="16160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2" name="Equation" r:id="rId9" imgW="38709600" imgH="9448800" progId="Equation.DSMT4">
                  <p:embed/>
                </p:oleObj>
              </mc:Choice>
              <mc:Fallback>
                <p:oleObj name="Equation" r:id="rId9" imgW="38709600" imgH="9448800" progId="Equation.DSMT4">
                  <p:embed/>
                  <p:pic>
                    <p:nvPicPr>
                      <p:cNvPr id="0" name="图片 7511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74558" y="2570163"/>
                        <a:ext cx="1616075" cy="396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886200" y="2507298"/>
            <a:ext cx="10985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欲使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787900" y="2519045"/>
          <a:ext cx="17224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3" name="Equation" r:id="rId11" imgW="40843200" imgH="11582400" progId="Equation.DSMT4">
                  <p:embed/>
                </p:oleObj>
              </mc:Choice>
              <mc:Fallback>
                <p:oleObj name="Equation" r:id="rId11" imgW="40843200" imgH="11582400" progId="Equation.DSMT4">
                  <p:embed/>
                  <p:pic>
                    <p:nvPicPr>
                      <p:cNvPr id="0" name="图片 7512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2519045"/>
                        <a:ext cx="1722438" cy="500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6510655" y="2516823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只要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402830" y="2428240"/>
          <a:ext cx="13906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4" name="Equation" r:id="rId13" imgW="33223200" imgH="13411200" progId="Equation.DSMT4">
                  <p:embed/>
                </p:oleObj>
              </mc:Choice>
              <mc:Fallback>
                <p:oleObj name="Equation" r:id="rId13" imgW="33223200" imgH="13411200" progId="Equation.DSMT4">
                  <p:embed/>
                  <p:pic>
                    <p:nvPicPr>
                      <p:cNvPr id="0" name="图片 7513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402830" y="2428240"/>
                        <a:ext cx="1390650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8877300" y="2449513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174875" y="3251835"/>
          <a:ext cx="26098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" name="Equation" r:id="rId15" imgW="62484000" imgH="11582400" progId="Equation.DSMT4">
                  <p:embed/>
                </p:oleObj>
              </mc:Choice>
              <mc:Fallback>
                <p:oleObj name="Equation" r:id="rId15" imgW="62484000" imgH="11582400" progId="Equation.DSMT4">
                  <p:embed/>
                  <p:pic>
                    <p:nvPicPr>
                      <p:cNvPr id="0" name="图片 7514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74875" y="3251835"/>
                        <a:ext cx="2609850" cy="496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4787900" y="3226118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亦即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063750" y="4205605"/>
            <a:ext cx="1981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549650" y="3981768"/>
          <a:ext cx="25082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6" name="Equation" r:id="rId17" imgW="60045600" imgH="24688800" progId="Equation.DSMT4">
                  <p:embed/>
                </p:oleObj>
              </mc:Choice>
              <mc:Fallback>
                <p:oleObj name="Equation" r:id="rId17" imgW="60045600" imgH="24688800" progId="Equation.DSMT4">
                  <p:embed/>
                  <p:pic>
                    <p:nvPicPr>
                      <p:cNvPr id="0" name="图片 751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49650" y="3981768"/>
                        <a:ext cx="2508250" cy="1039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6115050" y="4240530"/>
            <a:ext cx="2971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则当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&gt;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8686800" y="4205288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504055" y="5193348"/>
          <a:ext cx="20066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" name="Equation" r:id="rId19" imgW="47853600" imgH="11887200" progId="Equation.DSMT4">
                  <p:embed/>
                </p:oleObj>
              </mc:Choice>
              <mc:Fallback>
                <p:oleObj name="Equation" r:id="rId19" imgW="47853600" imgH="11887200" progId="Equation.DSMT4">
                  <p:embed/>
                  <p:pic>
                    <p:nvPicPr>
                      <p:cNvPr id="0" name="图片 75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04055" y="5193348"/>
                        <a:ext cx="2006600" cy="503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2170430" y="5796280"/>
            <a:ext cx="30429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.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2728595" y="5795963"/>
          <a:ext cx="170815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" name="Equation" r:id="rId21" imgW="40843200" imgH="14020800" progId="Equation.DSMT4">
                  <p:embed/>
                </p:oleObj>
              </mc:Choice>
              <mc:Fallback>
                <p:oleObj name="Equation" r:id="rId21" imgW="40843200" imgH="14020800" progId="Equation.DSMT4">
                  <p:embed/>
                  <p:pic>
                    <p:nvPicPr>
                      <p:cNvPr id="0" name="图片 751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28595" y="5795963"/>
                        <a:ext cx="1708150" cy="592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5682615" y="3025458"/>
          <a:ext cx="18923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9" name="Equation" r:id="rId23" imgW="45110400" imgH="22860000" progId="Equation.DSMT4">
                  <p:embed/>
                </p:oleObj>
              </mc:Choice>
              <mc:Fallback>
                <p:oleObj name="Equation" r:id="rId23" imgW="45110400" imgH="22860000" progId="Equation.DSMT4">
                  <p:embed/>
                  <p:pic>
                    <p:nvPicPr>
                      <p:cNvPr id="0" name="图片 751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82615" y="3025458"/>
                        <a:ext cx="1892300" cy="962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2446655" y="1165543"/>
            <a:ext cx="43751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的极限为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0 . 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5133658" y="1746885"/>
          <a:ext cx="10255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" name="Equation" r:id="rId25" imgW="24384000" imgH="13411200" progId="Equation.DSMT4">
                  <p:embed/>
                </p:oleObj>
              </mc:Choice>
              <mc:Fallback>
                <p:oleObj name="Equation" r:id="rId25" imgW="24384000" imgH="13411200" progId="Equation.DSMT4">
                  <p:embed/>
                  <p:pic>
                    <p:nvPicPr>
                      <p:cNvPr id="0" name="图片 7519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33658" y="1746885"/>
                        <a:ext cx="1025525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6" grpId="0" bldLvl="0" animBg="1" autoUpdateAnimBg="0"/>
      <p:bldP spid="10" grpId="0" bldLvl="0" animBg="1" autoUpdateAnimBg="0"/>
      <p:bldP spid="12" grpId="0" bldLvl="0" animBg="1" autoUpdateAnimBg="0"/>
      <p:bldP spid="14" grpId="0" bldLvl="0" animBg="1" autoUpdateAnimBg="0"/>
      <p:bldP spid="16" grpId="0" bldLvl="0" animBg="1" autoUpdateAnimBg="0"/>
      <p:bldP spid="17" grpId="0" bldLvl="0" animBg="1" autoUpdateAnimBg="0"/>
      <p:bldP spid="19" grpId="0" bldLvl="0" animBg="1" autoUpdateAnimBg="0"/>
      <p:bldP spid="20" grpId="0" bldLvl="0" animBg="1" autoUpdateAnimBg="0"/>
      <p:bldP spid="22" grpId="0" bldLvl="0" animBg="1" autoUpdateAnimBg="0"/>
      <p:bldP spid="25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417320" y="474663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说明：记住书上例</a:t>
            </a:r>
            <a:r>
              <a:rPr lang="en-US" altLang="zh-CN" sz="40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1.2.2</a:t>
            </a:r>
            <a:r>
              <a:rPr lang="en-US" altLang="zh-CN" sz="40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的结论：</a:t>
            </a:r>
            <a:endParaRPr lang="en-US" altLang="zh-CN" sz="40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144713" y="1484313"/>
            <a:ext cx="14398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48025" y="1510665"/>
          <a:ext cx="14033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33528000" imgH="13106400" progId="Equation.DSMT4">
                  <p:embed/>
                </p:oleObj>
              </mc:Choice>
              <mc:Fallback>
                <p:oleObj name="Equation" r:id="rId1" imgW="33528000" imgH="131064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48025" y="1510665"/>
                        <a:ext cx="14033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9"/>
          <p:cNvSpPr txBox="1">
            <a:spLocks noChangeArrowheads="1"/>
          </p:cNvSpPr>
          <p:nvPr/>
        </p:nvSpPr>
        <p:spPr bwMode="auto">
          <a:xfrm>
            <a:off x="4727575" y="1484313"/>
            <a:ext cx="22320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为常数）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2144713" y="2475865"/>
            <a:ext cx="14398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12"/>
          <p:cNvGraphicFramePr>
            <a:graphicFrameLocks noChangeAspect="1"/>
          </p:cNvGraphicFramePr>
          <p:nvPr/>
        </p:nvGraphicFramePr>
        <p:xfrm>
          <a:off x="3149600" y="2266950"/>
          <a:ext cx="16002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4" name="Equation" r:id="rId3" imgW="38404800" imgH="20116800" progId="Equation.DSMT4">
                  <p:embed/>
                </p:oleObj>
              </mc:Choice>
              <mc:Fallback>
                <p:oleObj name="Equation" r:id="rId3" imgW="38404800" imgH="20116800" progId="Equation.DSMT4">
                  <p:embed/>
                  <p:pic>
                    <p:nvPicPr>
                      <p:cNvPr id="0" name="图片 838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9600" y="2266950"/>
                        <a:ext cx="16002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4"/>
          <p:cNvGraphicFramePr>
            <a:graphicFrameLocks noChangeAspect="1"/>
          </p:cNvGraphicFramePr>
          <p:nvPr/>
        </p:nvGraphicFramePr>
        <p:xfrm>
          <a:off x="5074603" y="2521585"/>
          <a:ext cx="10477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5" name="Equation" r:id="rId5" imgW="24993600" imgH="9448800" progId="Equation.DSMT4">
                  <p:embed/>
                </p:oleObj>
              </mc:Choice>
              <mc:Fallback>
                <p:oleObj name="Equation" r:id="rId5" imgW="24993600" imgH="9448800" progId="Equation.DSMT4">
                  <p:embed/>
                  <p:pic>
                    <p:nvPicPr>
                      <p:cNvPr id="0" name="图片 838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4603" y="2521585"/>
                        <a:ext cx="10477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145030" y="4572635"/>
            <a:ext cx="1439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2144713" y="3501073"/>
            <a:ext cx="14398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8"/>
          <p:cNvGraphicFramePr>
            <a:graphicFrameLocks noChangeAspect="1"/>
          </p:cNvGraphicFramePr>
          <p:nvPr/>
        </p:nvGraphicFramePr>
        <p:xfrm>
          <a:off x="3149600" y="3467100"/>
          <a:ext cx="15113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6" name="Equation" r:id="rId7" imgW="36271200" imgH="14020800" progId="Equation.DSMT4">
                  <p:embed/>
                </p:oleObj>
              </mc:Choice>
              <mc:Fallback>
                <p:oleObj name="Equation" r:id="rId7" imgW="36271200" imgH="14020800" progId="Equation.DSMT4">
                  <p:embed/>
                  <p:pic>
                    <p:nvPicPr>
                      <p:cNvPr id="0" name="图片 838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9600" y="3467100"/>
                        <a:ext cx="1511300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20"/>
          <p:cNvGraphicFramePr>
            <a:graphicFrameLocks noChangeAspect="1"/>
          </p:cNvGraphicFramePr>
          <p:nvPr/>
        </p:nvGraphicFramePr>
        <p:xfrm>
          <a:off x="5159375" y="3500755"/>
          <a:ext cx="1117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" name="Equation" r:id="rId9" imgW="24993600" imgH="11582400" progId="Equation.DSMT4">
                  <p:embed/>
                </p:oleObj>
              </mc:Choice>
              <mc:Fallback>
                <p:oleObj name="Equation" r:id="rId9" imgW="24993600" imgH="11582400" progId="Equation.DSMT4">
                  <p:embed/>
                  <p:pic>
                    <p:nvPicPr>
                      <p:cNvPr id="0" name="图片 838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59375" y="3500755"/>
                        <a:ext cx="11176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22"/>
          <p:cNvGraphicFramePr>
            <a:graphicFrameLocks noChangeAspect="1"/>
          </p:cNvGraphicFramePr>
          <p:nvPr/>
        </p:nvGraphicFramePr>
        <p:xfrm>
          <a:off x="3248025" y="4526915"/>
          <a:ext cx="14795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8" name="Equation" r:id="rId11" imgW="35356800" imgH="14935200" progId="Equation.DSMT4">
                  <p:embed/>
                </p:oleObj>
              </mc:Choice>
              <mc:Fallback>
                <p:oleObj name="Equation" r:id="rId11" imgW="35356800" imgH="14935200" progId="Equation.DSMT4">
                  <p:embed/>
                  <p:pic>
                    <p:nvPicPr>
                      <p:cNvPr id="0" name="图片 838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48025" y="4526915"/>
                        <a:ext cx="147955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4"/>
          <p:cNvGraphicFramePr>
            <a:graphicFrameLocks noChangeAspect="1"/>
          </p:cNvGraphicFramePr>
          <p:nvPr/>
        </p:nvGraphicFramePr>
        <p:xfrm>
          <a:off x="5222558" y="4581525"/>
          <a:ext cx="990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9" name="Equation" r:id="rId13" imgW="23774400" imgH="9448800" progId="Equation.DSMT4">
                  <p:embed/>
                </p:oleObj>
              </mc:Choice>
              <mc:Fallback>
                <p:oleObj name="Equation" r:id="rId13" imgW="23774400" imgH="9448800" progId="Equation.DSMT4">
                  <p:embed/>
                  <p:pic>
                    <p:nvPicPr>
                      <p:cNvPr id="0" name="图片 838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22558" y="4581525"/>
                        <a:ext cx="9906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7436296" y="872852"/>
            <a:ext cx="3124200" cy="481011"/>
            <a:chOff x="3408" y="457"/>
            <a:chExt cx="1968" cy="303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3408" y="48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3744" y="457"/>
              <a:ext cx="0" cy="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4704" y="457"/>
              <a:ext cx="0" cy="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3668" y="558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7" name="Equation" r:id="rId1" imgW="5791200" imgH="7315200" progId="Equation.DSMT4">
                    <p:embed/>
                  </p:oleObj>
                </mc:Choice>
                <mc:Fallback>
                  <p:oleObj name="Equation" r:id="rId1" imgW="5791200" imgH="73152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68" y="558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4656" y="512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2" name="Equation" r:id="rId3" imgW="5181600" imgH="9448800" progId="Equation.DSMT4">
                    <p:embed/>
                  </p:oleObj>
                </mc:Choice>
                <mc:Fallback>
                  <p:oleObj name="Equation" r:id="rId3" imgW="5181600" imgH="9448800" progId="Equation.DSMT4">
                    <p:embed/>
                    <p:pic>
                      <p:nvPicPr>
                        <p:cNvPr id="0" name="图片 97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56" y="512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11"/>
          <p:cNvSpPr txBox="1">
            <a:spLocks noChangeArrowheads="1"/>
          </p:cNvSpPr>
          <p:nvPr/>
        </p:nvSpPr>
        <p:spPr>
          <a:xfrm>
            <a:off x="1260475" y="375920"/>
            <a:ext cx="4987925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342900" algn="l">
              <a:spcBef>
                <a:spcPct val="2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数列极限的基本性质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729105" y="1700848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用反证法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068253" y="1701483"/>
          <a:ext cx="141763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" name="Equation" r:id="rId5" imgW="33832800" imgH="13106400" progId="Equation.DSMT4">
                  <p:embed/>
                </p:oleObj>
              </mc:Choice>
              <mc:Fallback>
                <p:oleObj name="Equation" r:id="rId5" imgW="33832800" imgH="13106400" progId="Equation.DSMT4">
                  <p:embed/>
                  <p:pic>
                    <p:nvPicPr>
                      <p:cNvPr id="0" name="图片 971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68253" y="1701483"/>
                        <a:ext cx="141763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6424295" y="170116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7018020" y="1701165"/>
          <a:ext cx="15160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4" name="Equation" r:id="rId7" imgW="36271200" imgH="13106400" progId="Equation.DSMT4">
                  <p:embed/>
                </p:oleObj>
              </mc:Choice>
              <mc:Fallback>
                <p:oleObj name="Equation" r:id="rId7" imgW="36271200" imgH="13106400" progId="Equation.DSMT4">
                  <p:embed/>
                  <p:pic>
                    <p:nvPicPr>
                      <p:cNvPr id="0" name="图片 971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18020" y="1701165"/>
                        <a:ext cx="1516063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8534400" y="1684020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9025255" y="1760855"/>
          <a:ext cx="81756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" name="Equation" r:id="rId9" imgW="19507200" imgH="9448800" progId="Equation.DSMT4">
                  <p:embed/>
                </p:oleObj>
              </mc:Choice>
              <mc:Fallback>
                <p:oleObj name="Equation" r:id="rId9" imgW="19507200" imgH="9448800" progId="Equation.DSMT4">
                  <p:embed/>
                  <p:pic>
                    <p:nvPicPr>
                      <p:cNvPr id="0" name="图片 971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25255" y="1760855"/>
                        <a:ext cx="817563" cy="401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455545" y="2317750"/>
            <a:ext cx="7429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2971800" y="2372678"/>
          <a:ext cx="1111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6" name="Equation" r:id="rId11" imgW="26517600" imgH="10363200" progId="Equation.DSMT4">
                  <p:embed/>
                </p:oleObj>
              </mc:Choice>
              <mc:Fallback>
                <p:oleObj name="Equation" r:id="rId11" imgW="26517600" imgH="10363200" progId="Equation.DSMT4">
                  <p:embed/>
                  <p:pic>
                    <p:nvPicPr>
                      <p:cNvPr id="0" name="图片 9715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71800" y="2372678"/>
                        <a:ext cx="1111250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4083050" y="2317750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593590" y="2332355"/>
          <a:ext cx="14446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" name="Equation" r:id="rId13" imgW="16764000" imgH="6705600" progId="Equation.DSMT4">
                  <p:embed/>
                </p:oleObj>
              </mc:Choice>
              <mc:Fallback>
                <p:oleObj name="Equation" r:id="rId13" imgW="16764000" imgH="6705600" progId="Equation.DSMT4">
                  <p:embed/>
                  <p:pic>
                    <p:nvPicPr>
                      <p:cNvPr id="0" name="图片 97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93590" y="2332355"/>
                        <a:ext cx="1444625" cy="588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6010275" y="2332038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故存在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1858963" y="2962910"/>
          <a:ext cx="1891213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" name="Equation" r:id="rId15" imgW="44196000" imgH="11582400" progId="Equation.DSMT4">
                  <p:embed/>
                </p:oleObj>
              </mc:Choice>
              <mc:Fallback>
                <p:oleObj name="Equation" r:id="rId15" imgW="44196000" imgH="11582400" progId="Equation.DSMT4">
                  <p:embed/>
                  <p:pic>
                    <p:nvPicPr>
                      <p:cNvPr id="0" name="图片 9717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58963" y="2962910"/>
                        <a:ext cx="1891213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3835400" y="2966720"/>
            <a:ext cx="241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4768120" y="2966963"/>
          <a:ext cx="1095304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9" name="Equation" r:id="rId17" imgW="12192000" imgH="5486400" progId="Equation.DSMT4">
                  <p:embed/>
                </p:oleObj>
              </mc:Choice>
              <mc:Fallback>
                <p:oleObj name="Equation" r:id="rId17" imgW="12192000" imgH="5486400" progId="Equation.DSMT4">
                  <p:embed/>
                  <p:pic>
                    <p:nvPicPr>
                      <p:cNvPr id="0" name="图片 971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68120" y="2966963"/>
                        <a:ext cx="1095304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455545" y="3653790"/>
            <a:ext cx="17335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3835306" y="3653616"/>
          <a:ext cx="1419041" cy="59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0" name="Equation" r:id="rId19" imgW="16459200" imgH="6705600" progId="Equation.DSMT4">
                  <p:embed/>
                </p:oleObj>
              </mc:Choice>
              <mc:Fallback>
                <p:oleObj name="Equation" r:id="rId19" imgW="16459200" imgH="6705600" progId="Equation.DSMT4">
                  <p:embed/>
                  <p:pic>
                    <p:nvPicPr>
                      <p:cNvPr id="0" name="图片 971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35306" y="3653616"/>
                        <a:ext cx="1419041" cy="592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5310505" y="3653473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故存在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7170420" y="3688398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使当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&gt;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 baseline="-25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1319529" y="1016472"/>
            <a:ext cx="6705601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1.收敛数列的极限唯一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(定理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1.2.1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7848918" y="2317433"/>
            <a:ext cx="25298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使当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&gt;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4" name="Group 34"/>
          <p:cNvGrpSpPr/>
          <p:nvPr/>
        </p:nvGrpSpPr>
        <p:grpSpPr bwMode="auto">
          <a:xfrm>
            <a:off x="8563428" y="872854"/>
            <a:ext cx="461963" cy="514350"/>
            <a:chOff x="4262" y="553"/>
            <a:chExt cx="291" cy="324"/>
          </a:xfrm>
        </p:grpSpPr>
        <p:graphicFrame>
          <p:nvGraphicFramePr>
            <p:cNvPr id="35" name="Object 35"/>
            <p:cNvGraphicFramePr>
              <a:graphicFrameLocks noChangeAspect="1"/>
            </p:cNvGraphicFramePr>
            <p:nvPr/>
          </p:nvGraphicFramePr>
          <p:xfrm>
            <a:off x="4262" y="602"/>
            <a:ext cx="29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1" name="Equation" r:id="rId21" imgW="10972800" imgH="10363200" progId="Equation.DSMT4">
                    <p:embed/>
                  </p:oleObj>
                </mc:Choice>
                <mc:Fallback>
                  <p:oleObj name="Equation" r:id="rId21" imgW="10972800" imgH="10363200" progId="Equation.DSMT4">
                    <p:embed/>
                    <p:pic>
                      <p:nvPicPr>
                        <p:cNvPr id="0" name="图片 97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62" y="602"/>
                          <a:ext cx="291" cy="2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36"/>
            <p:cNvSpPr>
              <a:spLocks noChangeAspect="1" noChangeShapeType="1"/>
            </p:cNvSpPr>
            <p:nvPr/>
          </p:nvSpPr>
          <p:spPr bwMode="auto">
            <a:xfrm>
              <a:off x="4368" y="553"/>
              <a:ext cx="1" cy="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7"/>
          <p:cNvGrpSpPr/>
          <p:nvPr/>
        </p:nvGrpSpPr>
        <p:grpSpPr bwMode="auto">
          <a:xfrm>
            <a:off x="7969696" y="188640"/>
            <a:ext cx="762000" cy="644525"/>
            <a:chOff x="3888" y="122"/>
            <a:chExt cx="480" cy="406"/>
          </a:xfrm>
        </p:grpSpPr>
        <p:graphicFrame>
          <p:nvGraphicFramePr>
            <p:cNvPr id="38" name="Object 38"/>
            <p:cNvGraphicFramePr>
              <a:graphicFrameLocks noChangeAspect="1"/>
            </p:cNvGraphicFramePr>
            <p:nvPr/>
          </p:nvGraphicFramePr>
          <p:xfrm>
            <a:off x="3978" y="122"/>
            <a:ext cx="284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2" name="Equation" r:id="rId23" imgW="10668000" imgH="10363200" progId="Equation.DSMT4">
                    <p:embed/>
                  </p:oleObj>
                </mc:Choice>
                <mc:Fallback>
                  <p:oleObj name="Equation" r:id="rId23" imgW="10668000" imgH="10363200" progId="Equation.DSMT4">
                    <p:embed/>
                    <p:pic>
                      <p:nvPicPr>
                        <p:cNvPr id="0" name="图片 97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78" y="122"/>
                          <a:ext cx="284" cy="2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AutoShape 39"/>
            <p:cNvSpPr/>
            <p:nvPr/>
          </p:nvSpPr>
          <p:spPr bwMode="auto">
            <a:xfrm rot="5400000">
              <a:off x="4080" y="240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40"/>
          <p:cNvGrpSpPr/>
          <p:nvPr/>
        </p:nvGrpSpPr>
        <p:grpSpPr bwMode="auto">
          <a:xfrm>
            <a:off x="8731696" y="188640"/>
            <a:ext cx="762000" cy="644525"/>
            <a:chOff x="4368" y="122"/>
            <a:chExt cx="480" cy="406"/>
          </a:xfrm>
        </p:grpSpPr>
        <p:sp>
          <p:nvSpPr>
            <p:cNvPr id="41" name="AutoShape 41"/>
            <p:cNvSpPr/>
            <p:nvPr/>
          </p:nvSpPr>
          <p:spPr bwMode="auto">
            <a:xfrm rot="5400000">
              <a:off x="4560" y="240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2" name="Object 42"/>
            <p:cNvGraphicFramePr>
              <a:graphicFrameLocks noChangeAspect="1"/>
            </p:cNvGraphicFramePr>
            <p:nvPr/>
          </p:nvGraphicFramePr>
          <p:xfrm>
            <a:off x="4458" y="122"/>
            <a:ext cx="284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3" name="Equation" r:id="rId25" imgW="10668000" imgH="10363200" progId="Equation.DSMT4">
                    <p:embed/>
                  </p:oleObj>
                </mc:Choice>
                <mc:Fallback>
                  <p:oleObj name="Equation" r:id="rId25" imgW="10668000" imgH="10363200" progId="Equation.DSMT4">
                    <p:embed/>
                    <p:pic>
                      <p:nvPicPr>
                        <p:cNvPr id="0" name="图片 97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58" y="122"/>
                          <a:ext cx="284" cy="2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4167505" y="1701483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Rectangle 44"/>
          <p:cNvSpPr>
            <a:spLocks noChangeArrowheads="1"/>
          </p:cNvSpPr>
          <p:nvPr/>
        </p:nvSpPr>
        <p:spPr bwMode="auto">
          <a:xfrm>
            <a:off x="2438400" y="5334000"/>
            <a:ext cx="67818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Rectangle 49"/>
          <p:cNvSpPr>
            <a:spLocks noChangeArrowheads="1"/>
          </p:cNvSpPr>
          <p:nvPr/>
        </p:nvSpPr>
        <p:spPr bwMode="auto">
          <a:xfrm>
            <a:off x="2362200" y="4913313"/>
            <a:ext cx="7162800" cy="12588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0" name="Object 50"/>
          <p:cNvGraphicFramePr>
            <a:graphicFrameLocks noChangeAspect="1"/>
          </p:cNvGraphicFramePr>
          <p:nvPr/>
        </p:nvGraphicFramePr>
        <p:xfrm>
          <a:off x="1858963" y="4316095"/>
          <a:ext cx="1896154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4" name="Equation" r:id="rId27" imgW="43891200" imgH="11582400" progId="Equation.DSMT4">
                  <p:embed/>
                </p:oleObj>
              </mc:Choice>
              <mc:Fallback>
                <p:oleObj name="Equation" r:id="rId27" imgW="43891200" imgH="11582400" progId="Equation.DSMT4">
                  <p:embed/>
                  <p:pic>
                    <p:nvPicPr>
                      <p:cNvPr id="0" name="图片 9723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58963" y="4316095"/>
                        <a:ext cx="1896154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51"/>
          <p:cNvSpPr txBox="1">
            <a:spLocks noChangeArrowheads="1"/>
          </p:cNvSpPr>
          <p:nvPr/>
        </p:nvSpPr>
        <p:spPr bwMode="auto">
          <a:xfrm>
            <a:off x="3835400" y="4316095"/>
            <a:ext cx="29254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" name="Object 52"/>
          <p:cNvGraphicFramePr>
            <a:graphicFrameLocks noChangeAspect="1"/>
          </p:cNvGraphicFramePr>
          <p:nvPr/>
        </p:nvGraphicFramePr>
        <p:xfrm>
          <a:off x="4705574" y="4334371"/>
          <a:ext cx="1099270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5" name="Equation" r:id="rId29" imgW="12192000" imgH="5486400" progId="Equation.DSMT4">
                  <p:embed/>
                </p:oleObj>
              </mc:Choice>
              <mc:Fallback>
                <p:oleObj name="Equation" r:id="rId29" imgW="12192000" imgH="5486400" progId="Equation.DSMT4">
                  <p:embed/>
                  <p:pic>
                    <p:nvPicPr>
                      <p:cNvPr id="0" name="图片 972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705574" y="4334371"/>
                        <a:ext cx="1099270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53"/>
          <p:cNvSpPr txBox="1">
            <a:spLocks noChangeArrowheads="1"/>
          </p:cNvSpPr>
          <p:nvPr/>
        </p:nvSpPr>
        <p:spPr bwMode="auto">
          <a:xfrm>
            <a:off x="1729105" y="5574030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矛盾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Text Box 54"/>
          <p:cNvSpPr txBox="1">
            <a:spLocks noChangeArrowheads="1"/>
          </p:cNvSpPr>
          <p:nvPr/>
        </p:nvSpPr>
        <p:spPr bwMode="auto">
          <a:xfrm>
            <a:off x="4750435" y="5574030"/>
            <a:ext cx="47434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因此收敛数列的极限必唯一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5668963" y="4978083"/>
            <a:ext cx="2605087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则当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&gt;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6" name="Object 56"/>
          <p:cNvGraphicFramePr>
            <a:graphicFrameLocks noChangeAspect="1"/>
          </p:cNvGraphicFramePr>
          <p:nvPr/>
        </p:nvGraphicFramePr>
        <p:xfrm>
          <a:off x="2455545" y="5011420"/>
          <a:ext cx="31765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6" name="Equation" r:id="rId31" imgW="77114400" imgH="11582400" progId="Equation.DSMT4">
                  <p:embed/>
                </p:oleObj>
              </mc:Choice>
              <mc:Fallback>
                <p:oleObj name="Equation" r:id="rId31" imgW="77114400" imgH="11582400" progId="Equation.DSMT4">
                  <p:embed/>
                  <p:pic>
                    <p:nvPicPr>
                      <p:cNvPr id="0" name="图片 972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455545" y="5011420"/>
                        <a:ext cx="3176588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57"/>
          <p:cNvSpPr txBox="1">
            <a:spLocks noChangeArrowheads="1"/>
          </p:cNvSpPr>
          <p:nvPr/>
        </p:nvSpPr>
        <p:spPr bwMode="auto">
          <a:xfrm>
            <a:off x="2590800" y="5574030"/>
            <a:ext cx="2177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故假设不真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!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8" name="Group 58"/>
          <p:cNvGrpSpPr/>
          <p:nvPr/>
        </p:nvGrpSpPr>
        <p:grpSpPr bwMode="auto">
          <a:xfrm>
            <a:off x="8024813" y="4994279"/>
            <a:ext cx="2646362" cy="522288"/>
            <a:chOff x="4051" y="3218"/>
            <a:chExt cx="1667" cy="329"/>
          </a:xfrm>
        </p:grpSpPr>
        <p:graphicFrame>
          <p:nvGraphicFramePr>
            <p:cNvPr id="59" name="Object 59"/>
            <p:cNvGraphicFramePr>
              <a:graphicFrameLocks noChangeAspect="1"/>
            </p:cNvGraphicFramePr>
            <p:nvPr/>
          </p:nvGraphicFramePr>
          <p:xfrm>
            <a:off x="4051" y="3270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7" name="Equation" r:id="rId33" imgW="8534400" imgH="10363200" progId="Equation.DSMT4">
                    <p:embed/>
                  </p:oleObj>
                </mc:Choice>
                <mc:Fallback>
                  <p:oleObj name="Equation" r:id="rId33" imgW="8534400" imgH="10363200" progId="Equation.DSMT4">
                    <p:embed/>
                    <p:pic>
                      <p:nvPicPr>
                        <p:cNvPr id="0" name="图片 97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051" y="3270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Text Box 60"/>
            <p:cNvSpPr txBox="1">
              <a:spLocks noChangeArrowheads="1"/>
            </p:cNvSpPr>
            <p:nvPr/>
          </p:nvSpPr>
          <p:spPr bwMode="auto">
            <a:xfrm>
              <a:off x="4252" y="3218"/>
              <a:ext cx="146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满足的不等式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 autoUpdateAnimBg="0"/>
      <p:bldP spid="14" grpId="0" bldLvl="0" animBg="1" autoUpdateAnimBg="0"/>
      <p:bldP spid="16" grpId="0" bldLvl="0" animBg="1" autoUpdateAnimBg="0"/>
      <p:bldP spid="18" grpId="0" bldLvl="0" animBg="1" autoUpdateAnimBg="0"/>
      <p:bldP spid="20" grpId="0" bldLvl="0" animBg="1" autoUpdateAnimBg="0"/>
      <p:bldP spid="22" grpId="0" bldLvl="0" animBg="1" autoUpdateAnimBg="0"/>
      <p:bldP spid="24" grpId="0" bldLvl="0" animBg="1" autoUpdateAnimBg="0"/>
      <p:bldP spid="26" grpId="0" bldLvl="0" animBg="1" autoUpdateAnimBg="0"/>
      <p:bldP spid="28" grpId="0" bldLvl="0" animBg="1" autoUpdateAnimBg="0"/>
      <p:bldP spid="29" grpId="0" bldLvl="0" animBg="1" autoUpdateAnimBg="0"/>
      <p:bldP spid="32" grpId="0" autoUpdateAnimBg="0" uiExpand="1" build="p"/>
      <p:bldP spid="33" grpId="0" advAuto="0" autoUpdateAnimBg="0" uiExpand="1" build="p"/>
      <p:bldP spid="43" grpId="0" bldLvl="0" animBg="1" autoUpdateAnimBg="0"/>
      <p:bldP spid="44" grpId="0" bldLvl="0" animBg="1"/>
      <p:bldP spid="49" grpId="0" bldLvl="0" animBg="1"/>
      <p:bldP spid="51" grpId="0" bldLvl="0" animBg="1" autoUpdateAnimBg="0"/>
      <p:bldP spid="53" grpId="0" bldLvl="0" animBg="1"/>
      <p:bldP spid="54" grpId="0" bldLvl="0" animBg="1" autoUpdateAnimBg="0"/>
      <p:bldP spid="55" grpId="0" bldLvl="0" animBg="1"/>
      <p:bldP spid="57" grpId="0" autoUpdateAnimBg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679133"/>
            <a:ext cx="2819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证明数列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419600" y="681673"/>
          <a:ext cx="354312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85039200" imgH="11277600" progId="Equation.DSMT4">
                  <p:embed/>
                </p:oleObj>
              </mc:Choice>
              <mc:Fallback>
                <p:oleObj name="Equation" r:id="rId1" imgW="85039200" imgH="112776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19600" y="681673"/>
                        <a:ext cx="3543120" cy="46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044815" y="681673"/>
            <a:ext cx="2209800" cy="1017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是发散的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063750" y="1339850"/>
            <a:ext cx="2895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用反证法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694940" y="2002155"/>
            <a:ext cx="205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假设数列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293555" y="2015173"/>
          <a:ext cx="63468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5" name="Equation" r:id="rId3" imgW="15240000" imgH="11582400" progId="Equation.DSMT4">
                  <p:embed/>
                </p:oleObj>
              </mc:Choice>
              <mc:Fallback>
                <p:oleObj name="Equation" r:id="rId3" imgW="15240000" imgH="11582400" progId="Equation.DSMT4">
                  <p:embed/>
                  <p:pic>
                    <p:nvPicPr>
                      <p:cNvPr id="0" name="图片 1049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93555" y="2015173"/>
                        <a:ext cx="63468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883150" y="2001838"/>
            <a:ext cx="1524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收敛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949315" y="1993583"/>
            <a:ext cx="4114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则有唯一极限 </a:t>
            </a:r>
            <a:r>
              <a:rPr kumimoji="1" lang="en-US" altLang="zh-CN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133600" y="2664460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670493" y="2640013"/>
          <a:ext cx="9810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" name="Equation" r:id="rId5" imgW="10058400" imgH="5486400" progId="Equation.DSMT4">
                  <p:embed/>
                </p:oleObj>
              </mc:Choice>
              <mc:Fallback>
                <p:oleObj name="Equation" r:id="rId5" imgW="10058400" imgH="5486400" progId="Equation.DSMT4">
                  <p:embed/>
                  <p:pic>
                    <p:nvPicPr>
                      <p:cNvPr id="0" name="图片 104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0493" y="2640013"/>
                        <a:ext cx="981075" cy="542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619500" y="2664143"/>
            <a:ext cx="198278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则存在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276600" y="3649028"/>
          <a:ext cx="2709510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7" name="Equation" r:id="rId7" imgW="25298400" imgH="5486400" progId="Equation.DSMT4">
                  <p:embed/>
                </p:oleObj>
              </mc:Choice>
              <mc:Fallback>
                <p:oleObj name="Equation" r:id="rId7" imgW="25298400" imgH="5486400" progId="Equation.DSMT4">
                  <p:embed/>
                  <p:pic>
                    <p:nvPicPr>
                      <p:cNvPr id="0" name="图片 104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6600" y="3649028"/>
                        <a:ext cx="2709510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063750" y="4759325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但因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929890" y="4696143"/>
          <a:ext cx="461963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8" name="Equation" r:id="rId9" imgW="3962400" imgH="5486400" progId="Equation.DSMT4">
                  <p:embed/>
                </p:oleObj>
              </mc:Choice>
              <mc:Fallback>
                <p:oleObj name="Equation" r:id="rId9" imgW="3962400" imgH="5486400" progId="Equation.DSMT4">
                  <p:embed/>
                  <p:pic>
                    <p:nvPicPr>
                      <p:cNvPr id="0" name="图片 1049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9890" y="4696143"/>
                        <a:ext cx="461963" cy="6365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371850" y="4759643"/>
            <a:ext cx="3429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交替取值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与－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036503" y="5412740"/>
          <a:ext cx="19716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9" name="Equation" r:id="rId11" imgW="21336000" imgH="5486400" progId="Equation.DSMT4">
                  <p:embed/>
                </p:oleObj>
              </mc:Choice>
              <mc:Fallback>
                <p:oleObj name="Equation" r:id="rId11" imgW="21336000" imgH="5486400" progId="Equation.DSMT4">
                  <p:embed/>
                  <p:pic>
                    <p:nvPicPr>
                      <p:cNvPr id="0" name="图片 1049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36503" y="5412740"/>
                        <a:ext cx="1971675" cy="525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901815" y="541623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6341745" y="4752340"/>
            <a:ext cx="4191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而此二数不可能同时落在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Group 20"/>
          <p:cNvGrpSpPr/>
          <p:nvPr/>
        </p:nvGrpSpPr>
        <p:grpSpPr bwMode="auto">
          <a:xfrm>
            <a:off x="6629400" y="3884615"/>
            <a:ext cx="3810000" cy="641350"/>
            <a:chOff x="2880" y="2207"/>
            <a:chExt cx="2400" cy="404"/>
          </a:xfrm>
        </p:grpSpPr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2988" y="2285"/>
            <a:ext cx="47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0" name="Equation" r:id="rId13" imgW="7924800" imgH="5486400" progId="Equation.DSMT4">
                    <p:embed/>
                  </p:oleObj>
                </mc:Choice>
                <mc:Fallback>
                  <p:oleObj name="Equation" r:id="rId13" imgW="7924800" imgH="5486400" progId="Equation.DSMT4">
                    <p:embed/>
                    <p:pic>
                      <p:nvPicPr>
                        <p:cNvPr id="0" name="图片 104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88" y="2285"/>
                          <a:ext cx="472" cy="3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4420" y="2285"/>
            <a:ext cx="47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1" name="Equation" r:id="rId15" imgW="7924800" imgH="5486400" progId="Equation.DSMT4">
                    <p:embed/>
                  </p:oleObj>
                </mc:Choice>
                <mc:Fallback>
                  <p:oleObj name="Equation" r:id="rId15" imgW="7924800" imgH="5486400" progId="Equation.DSMT4">
                    <p:embed/>
                    <p:pic>
                      <p:nvPicPr>
                        <p:cNvPr id="0" name="图片 105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0" y="2285"/>
                          <a:ext cx="472" cy="3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2880" y="2227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3935" y="2207"/>
              <a:ext cx="45" cy="4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4658" y="2207"/>
              <a:ext cx="45" cy="4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3168" y="2207"/>
              <a:ext cx="45" cy="4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Object 27"/>
            <p:cNvGraphicFramePr>
              <a:graphicFrameLocks noChangeAspect="1"/>
            </p:cNvGraphicFramePr>
            <p:nvPr/>
          </p:nvGraphicFramePr>
          <p:xfrm>
            <a:off x="3838" y="2325"/>
            <a:ext cx="205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2" name="Equation" r:id="rId17" imgW="3048000" imgH="3352800" progId="Equation.DSMT4">
                    <p:embed/>
                  </p:oleObj>
                </mc:Choice>
                <mc:Fallback>
                  <p:oleObj name="Equation" r:id="rId17" imgW="3048000" imgH="3352800" progId="Equation.DSMT4">
                    <p:embed/>
                    <p:pic>
                      <p:nvPicPr>
                        <p:cNvPr id="0" name="图片 105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38" y="2325"/>
                          <a:ext cx="205" cy="20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7162800" y="3919538"/>
            <a:ext cx="2286000" cy="0"/>
          </a:xfrm>
          <a:prstGeom prst="line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2063750" y="5412423"/>
            <a:ext cx="3352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长度为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的开区间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5394643" y="2664460"/>
            <a:ext cx="29806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使当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&gt;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7443470" y="5416550"/>
            <a:ext cx="28632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因此该数列发散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5" grpId="0" bldLvl="0" animBg="1" autoUpdateAnimBg="0"/>
      <p:bldP spid="6" grpId="0" bldLvl="0" animBg="1" autoUpdateAnimBg="0"/>
      <p:bldP spid="8" grpId="0" bldLvl="0" animBg="1" autoUpdateAnimBg="0"/>
      <p:bldP spid="9" grpId="0" bldLvl="0" animBg="1" autoUpdateAnimBg="0"/>
      <p:bldP spid="10" grpId="0" bldLvl="0" animBg="1" autoUpdateAnimBg="0"/>
      <p:bldP spid="12" grpId="0" bldLvl="0" animBg="1" autoUpdateAnimBg="0"/>
      <p:bldP spid="14" grpId="0" bldLvl="0" animBg="1" autoUpdateAnimBg="0"/>
      <p:bldP spid="16" grpId="0" bldLvl="0" animBg="1" autoUpdateAnimBg="0"/>
      <p:bldP spid="18" grpId="0" advAuto="0" autoUpdateAnimBg="0" uiExpand="1" build="p"/>
      <p:bldP spid="19" grpId="0" bldLvl="0" animBg="1" autoUpdateAnimBg="0"/>
      <p:bldP spid="28" grpId="0" bldLvl="0" animBg="1"/>
      <p:bldP spid="29" grpId="0" bldLvl="0" animBg="1" autoUpdateAnimBg="0"/>
      <p:bldP spid="30" grpId="0" bldLvl="0" animBg="1" autoUpdateAnimBg="0"/>
      <p:bldP spid="31" grpId="0" autoUpdateAnimBg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404620" y="415925"/>
            <a:ext cx="7470775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2.收敛数列一定有界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1.2.2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</a:t>
            </a:r>
            <a:endParaRPr lang="en-US" altLang="zh-CN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847850" y="1104265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042831" y="1112520"/>
          <a:ext cx="148572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35661600" imgH="13106400" progId="Equation.DSMT4">
                  <p:embed/>
                </p:oleObj>
              </mc:Choice>
              <mc:Fallback>
                <p:oleObj name="Equation" r:id="rId1" imgW="35661600" imgH="131064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42831" y="1112520"/>
                        <a:ext cx="148572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613910" y="109918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159375" y="1096963"/>
          <a:ext cx="9017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1" name="Equation" r:id="rId3" imgW="9448800" imgH="4876800" progId="Equation.DSMT4">
                  <p:embed/>
                </p:oleObj>
              </mc:Choice>
              <mc:Fallback>
                <p:oleObj name="Equation" r:id="rId3" imgW="9448800" imgH="4876800" progId="Equation.DSMT4">
                  <p:embed/>
                  <p:pic>
                    <p:nvPicPr>
                      <p:cNvPr id="0" name="图片 1163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9375" y="1096963"/>
                        <a:ext cx="901700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650355" y="1105853"/>
          <a:ext cx="7302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2" name="Equation" r:id="rId5" imgW="7620000" imgH="4876800" progId="Equation.DSMT4">
                  <p:embed/>
                </p:oleObj>
              </mc:Choice>
              <mc:Fallback>
                <p:oleObj name="Equation" r:id="rId5" imgW="7620000" imgH="4876800" progId="Equation.DSMT4">
                  <p:embed/>
                  <p:pic>
                    <p:nvPicPr>
                      <p:cNvPr id="0" name="图片 1163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50355" y="1105853"/>
                        <a:ext cx="730250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083300" y="106616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7384415" y="106489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926070" y="1096963"/>
          <a:ext cx="9080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3" name="Equation" r:id="rId7" imgW="9753600" imgH="4267200" progId="Equation.DSMT4">
                  <p:embed/>
                </p:oleObj>
              </mc:Choice>
              <mc:Fallback>
                <p:oleObj name="Equation" r:id="rId7" imgW="9753600" imgH="4267200" progId="Equation.DSMT4">
                  <p:embed/>
                  <p:pic>
                    <p:nvPicPr>
                      <p:cNvPr id="0" name="图片 1163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26070" y="1096963"/>
                        <a:ext cx="908050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766810" y="1061085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672840" y="1792923"/>
            <a:ext cx="1676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939764" y="2504579"/>
          <a:ext cx="50796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4" name="Equation" r:id="rId9" imgW="12192000" imgH="11582400" progId="Equation.DSMT4">
                  <p:embed/>
                </p:oleObj>
              </mc:Choice>
              <mc:Fallback>
                <p:oleObj name="Equation" r:id="rId9" imgW="12192000" imgH="11582400" progId="Equation.DSMT4">
                  <p:embed/>
                  <p:pic>
                    <p:nvPicPr>
                      <p:cNvPr id="0" name="图片 11633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39764" y="2504579"/>
                        <a:ext cx="50796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740560" y="2504579"/>
          <a:ext cx="203184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5" name="Equation" r:id="rId11" imgW="48768000" imgH="11582400" progId="Equation.DSMT4">
                  <p:embed/>
                </p:oleObj>
              </mc:Choice>
              <mc:Fallback>
                <p:oleObj name="Equation" r:id="rId11" imgW="48768000" imgH="11582400" progId="Equation.DSMT4">
                  <p:embed/>
                  <p:pic>
                    <p:nvPicPr>
                      <p:cNvPr id="0" name="图片 1163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40560" y="2504579"/>
                        <a:ext cx="203184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7927975" y="2465705"/>
          <a:ext cx="119856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6" name="Equation" r:id="rId13" imgW="12801600" imgH="6096000" progId="Equation.DSMT4">
                  <p:embed/>
                </p:oleObj>
              </mc:Choice>
              <mc:Fallback>
                <p:oleObj name="Equation" r:id="rId13" imgW="12801600" imgH="6096000" progId="Equation.DSMT4">
                  <p:embed/>
                  <p:pic>
                    <p:nvPicPr>
                      <p:cNvPr id="0" name="图片 1163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27975" y="2465705"/>
                        <a:ext cx="1198563" cy="588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847850" y="3246755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914730" y="3246990"/>
          <a:ext cx="5359320" cy="533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7" name="Equation" r:id="rId15" imgW="128625600" imgH="12801600" progId="Equation.DSMT4">
                  <p:embed/>
                </p:oleObj>
              </mc:Choice>
              <mc:Fallback>
                <p:oleObj name="Equation" r:id="rId15" imgW="128625600" imgH="12801600" progId="Equation.DSMT4">
                  <p:embed/>
                  <p:pic>
                    <p:nvPicPr>
                      <p:cNvPr id="0" name="图片 1163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14730" y="3246990"/>
                        <a:ext cx="5359320" cy="533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202488" y="3244850"/>
          <a:ext cx="9366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8" name="Equation" r:id="rId17" imgW="10058400" imgH="6096000" progId="Equation.DSMT4">
                  <p:embed/>
                </p:oleObj>
              </mc:Choice>
              <mc:Fallback>
                <p:oleObj name="Equation" r:id="rId17" imgW="10058400" imgH="6096000" progId="Equation.DSMT4">
                  <p:embed/>
                  <p:pic>
                    <p:nvPicPr>
                      <p:cNvPr id="0" name="图片 1163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202488" y="3244850"/>
                        <a:ext cx="936625" cy="588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1847850" y="3971925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2939733" y="3971925"/>
          <a:ext cx="34194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9" name="Equation" r:id="rId19" imgW="37490400" imgH="6096000" progId="Equation.DSMT4">
                  <p:embed/>
                </p:oleObj>
              </mc:Choice>
              <mc:Fallback>
                <p:oleObj name="Equation" r:id="rId19" imgW="37490400" imgH="6096000" progId="Equation.DSMT4">
                  <p:embed/>
                  <p:pic>
                    <p:nvPicPr>
                      <p:cNvPr id="0" name="图片 1163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39733" y="3971925"/>
                        <a:ext cx="3419475" cy="588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359525" y="3971608"/>
            <a:ext cx="525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由此证明收敛数列必有界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1847850" y="4661218"/>
            <a:ext cx="58610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kumimoji="1" lang="en-US" altLang="zh-CN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此性质反过来不一定成立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2453640" y="5368608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4265613" y="5313045"/>
          <a:ext cx="14747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0" name="Equation" r:id="rId21" imgW="15849600" imgH="6705600" progId="Equation.DSMT4">
                  <p:embed/>
                </p:oleObj>
              </mc:Choice>
              <mc:Fallback>
                <p:oleObj name="Equation" r:id="rId21" imgW="15849600" imgH="6705600" progId="Equation.DSMT4">
                  <p:embed/>
                  <p:pic>
                    <p:nvPicPr>
                      <p:cNvPr id="0" name="图片 1163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65613" y="5313045"/>
                        <a:ext cx="1474787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5633720" y="5368925"/>
            <a:ext cx="32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虽有界但不收敛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3527425" y="2503944"/>
          <a:ext cx="20574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1" name="Equation" r:id="rId23" imgW="49377600" imgH="11582400" progId="Equation.DSMT4">
                  <p:embed/>
                </p:oleObj>
              </mc:Choice>
              <mc:Fallback>
                <p:oleObj name="Equation" r:id="rId23" imgW="49377600" imgH="11582400" progId="Equation.DSMT4">
                  <p:embed/>
                  <p:pic>
                    <p:nvPicPr>
                      <p:cNvPr id="0" name="图片 11640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27425" y="2503944"/>
                        <a:ext cx="205740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1899603" y="1743075"/>
          <a:ext cx="177323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" name="Equation" r:id="rId25" imgW="17983200" imgH="6096000" progId="Equation.DSMT4">
                  <p:embed/>
                </p:oleObj>
              </mc:Choice>
              <mc:Fallback>
                <p:oleObj name="Equation" r:id="rId25" imgW="17983200" imgH="6096000" progId="Equation.DSMT4">
                  <p:embed/>
                  <p:pic>
                    <p:nvPicPr>
                      <p:cNvPr id="0" name="图片 1164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99603" y="1743075"/>
                        <a:ext cx="1773237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9327515" y="106997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3336925" y="5368925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数列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5" grpId="0" bldLvl="0" animBg="1" autoUpdateAnimBg="0"/>
      <p:bldP spid="8" grpId="0" bldLvl="0" animBg="1" autoUpdateAnimBg="0"/>
      <p:bldP spid="9" grpId="0" bldLvl="0" animBg="1" autoUpdateAnimBg="0"/>
      <p:bldP spid="11" grpId="0" bldLvl="0" animBg="1" autoUpdateAnimBg="0"/>
      <p:bldP spid="12" grpId="0" bldLvl="0" animBg="1" autoUpdateAnimBg="0"/>
      <p:bldP spid="16" grpId="0" bldLvl="0" animBg="1" autoUpdateAnimBg="0"/>
      <p:bldP spid="19" grpId="0" bldLvl="0" animBg="1" autoUpdateAnimBg="0"/>
      <p:bldP spid="21" grpId="0" bldLvl="0" animBg="1" autoUpdateAnimBg="0"/>
      <p:bldP spid="22" grpId="0" bldLvl="0" animBg="1" autoUpdateAnimBg="0"/>
      <p:bldP spid="23" grpId="0" bldLvl="0" animBg="1" autoUpdateAnimBg="0"/>
      <p:bldP spid="25" grpId="0" bldLvl="0" animBg="1" autoUpdateAnimBg="0"/>
      <p:bldP spid="28" grpId="0" autoUpdateAnimBg="0" uiExpand="1" build="p"/>
      <p:bldP spid="29" grpId="0" autoUpdateAnimBg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490980" y="391160"/>
            <a:ext cx="7086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3.收敛数列的保号性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.2.3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</a:t>
            </a:r>
            <a:endParaRPr lang="en-US" altLang="zh-CN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436495" y="100076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976681" y="1024255"/>
          <a:ext cx="1485720" cy="5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35661600" imgH="14020800" progId="Equation.DSMT4">
                  <p:embed/>
                </p:oleObj>
              </mc:Choice>
              <mc:Fallback>
                <p:oleObj name="Equation" r:id="rId1" imgW="35661600" imgH="14020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76681" y="1024255"/>
                        <a:ext cx="1485720" cy="583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485640" y="98933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039995" y="1046580"/>
          <a:ext cx="7617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8" name="Equation" r:id="rId3" imgW="18288000" imgH="9448800" progId="Equation.DSMT4">
                  <p:embed/>
                </p:oleObj>
              </mc:Choice>
              <mc:Fallback>
                <p:oleObj name="Equation" r:id="rId3" imgW="18288000" imgH="9448800" progId="Equation.DSMT4">
                  <p:embed/>
                  <p:pic>
                    <p:nvPicPr>
                      <p:cNvPr id="0" name="图片 1295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39995" y="1046580"/>
                        <a:ext cx="7617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749018" y="1021695"/>
          <a:ext cx="16761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9" name="Equation" r:id="rId5" imgW="40233600" imgH="10972800" progId="Equation.DSMT4">
                  <p:embed/>
                </p:oleObj>
              </mc:Choice>
              <mc:Fallback>
                <p:oleObj name="Equation" r:id="rId5" imgW="40233600" imgH="10972800" progId="Equation.DSMT4">
                  <p:embed/>
                  <p:pic>
                    <p:nvPicPr>
                      <p:cNvPr id="0" name="图片 1295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49018" y="1021695"/>
                        <a:ext cx="167616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8488258" y="1077645"/>
          <a:ext cx="11937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0" name="Equation" r:id="rId7" imgW="28651200" imgH="9144000" progId="Equation.DSMT4">
                  <p:embed/>
                </p:oleObj>
              </mc:Choice>
              <mc:Fallback>
                <p:oleObj name="Equation" r:id="rId7" imgW="28651200" imgH="9144000" progId="Equation.DSMT4">
                  <p:embed/>
                  <p:pic>
                    <p:nvPicPr>
                      <p:cNvPr id="0" name="图片 1295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488258" y="1077645"/>
                        <a:ext cx="1193760" cy="380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896110" y="1669098"/>
            <a:ext cx="10756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972087" y="1705928"/>
          <a:ext cx="888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1" name="Equation" r:id="rId9" imgW="21336000" imgH="10363200" progId="Equation.DSMT4">
                  <p:embed/>
                </p:oleObj>
              </mc:Choice>
              <mc:Fallback>
                <p:oleObj name="Equation" r:id="rId9" imgW="21336000" imgH="10363200" progId="Equation.DSMT4">
                  <p:embed/>
                  <p:pic>
                    <p:nvPicPr>
                      <p:cNvPr id="0" name="图片 1296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72087" y="1705928"/>
                        <a:ext cx="888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854700" y="1000443"/>
          <a:ext cx="8890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2" name="Equation" r:id="rId11" imgW="9448800" imgH="4876800" progId="Equation.DSMT4">
                  <p:embed/>
                </p:oleObj>
              </mc:Choice>
              <mc:Fallback>
                <p:oleObj name="Equation" r:id="rId11" imgW="9448800" imgH="4876800" progId="Equation.DSMT4">
                  <p:embed/>
                  <p:pic>
                    <p:nvPicPr>
                      <p:cNvPr id="0" name="图片 129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54700" y="1000443"/>
                        <a:ext cx="889000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962400" y="1679258"/>
          <a:ext cx="8366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3" name="Equation" r:id="rId13" imgW="8839200" imgH="4876800" progId="Equation.DSMT4">
                  <p:embed/>
                </p:oleObj>
              </mc:Choice>
              <mc:Fallback>
                <p:oleObj name="Equation" r:id="rId13" imgW="8839200" imgH="4876800" progId="Equation.DSMT4">
                  <p:embed/>
                  <p:pic>
                    <p:nvPicPr>
                      <p:cNvPr id="0" name="图片 129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62400" y="1679258"/>
                        <a:ext cx="836613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883410" y="2338070"/>
            <a:ext cx="6584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594610" y="2338070"/>
            <a:ext cx="15430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&gt; 0 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4137660" y="233362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678213" y="2386400"/>
          <a:ext cx="936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4" name="Equation" r:id="rId15" imgW="20726400" imgH="10363200" progId="Equation.DSMT4">
                  <p:embed/>
                </p:oleObj>
              </mc:Choice>
              <mc:Fallback>
                <p:oleObj name="Equation" r:id="rId15" imgW="20726400" imgH="10363200" progId="Equation.DSMT4">
                  <p:embed/>
                  <p:pic>
                    <p:nvPicPr>
                      <p:cNvPr id="0" name="图片 12963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78213" y="2386400"/>
                        <a:ext cx="9360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789295" y="2391390"/>
          <a:ext cx="16635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5" name="Equation" r:id="rId17" imgW="39928800" imgH="10972800" progId="Equation.DSMT4">
                  <p:embed/>
                </p:oleObj>
              </mc:Choice>
              <mc:Fallback>
                <p:oleObj name="Equation" r:id="rId17" imgW="39928800" imgH="10972800" progId="Equation.DSMT4">
                  <p:embed/>
                  <p:pic>
                    <p:nvPicPr>
                      <p:cNvPr id="0" name="图片 12964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89295" y="2391390"/>
                        <a:ext cx="166356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591090" y="2403953"/>
          <a:ext cx="163800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6" name="Equation" r:id="rId19" imgW="39319200" imgH="10363200" progId="Equation.DSMT4">
                  <p:embed/>
                </p:oleObj>
              </mc:Choice>
              <mc:Fallback>
                <p:oleObj name="Equation" r:id="rId19" imgW="39319200" imgH="10363200" progId="Equation.DSMT4">
                  <p:embed/>
                  <p:pic>
                    <p:nvPicPr>
                      <p:cNvPr id="0" name="图片 12965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591090" y="2403953"/>
                        <a:ext cx="163800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232210" y="3292575"/>
          <a:ext cx="133344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7" name="Equation" r:id="rId21" imgW="32004000" imgH="11582400" progId="Equation.DSMT4">
                  <p:embed/>
                </p:oleObj>
              </mc:Choice>
              <mc:Fallback>
                <p:oleObj name="Equation" r:id="rId21" imgW="32004000" imgH="11582400" progId="Equation.DSMT4">
                  <p:embed/>
                  <p:pic>
                    <p:nvPicPr>
                      <p:cNvPr id="0" name="图片 12966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32210" y="3292575"/>
                        <a:ext cx="133344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4649056" y="3190875"/>
          <a:ext cx="2919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8" name="Equation" r:id="rId23" imgW="7010400" imgH="16459200" progId="Equation.DSMT4">
                  <p:embed/>
                </p:oleObj>
              </mc:Choice>
              <mc:Fallback>
                <p:oleObj name="Equation" r:id="rId23" imgW="7010400" imgH="16459200" progId="Equation.DSMT4">
                  <p:embed/>
                  <p:pic>
                    <p:nvPicPr>
                      <p:cNvPr id="0" name="图片 12967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49056" y="3190875"/>
                        <a:ext cx="29196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utoShape 21"/>
          <p:cNvSpPr>
            <a:spLocks noChangeArrowheads="1"/>
          </p:cNvSpPr>
          <p:nvPr/>
        </p:nvSpPr>
        <p:spPr bwMode="auto">
          <a:xfrm>
            <a:off x="5105400" y="3457575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406542" y="3394155"/>
          <a:ext cx="63468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9" name="Equation" r:id="rId25" imgW="15240000" imgH="10363200" progId="Equation.DSMT4">
                  <p:embed/>
                </p:oleObj>
              </mc:Choice>
              <mc:Fallback>
                <p:oleObj name="Equation" r:id="rId25" imgW="15240000" imgH="10363200" progId="Equation.DSMT4">
                  <p:embed/>
                  <p:pic>
                    <p:nvPicPr>
                      <p:cNvPr id="0" name="图片 12968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06542" y="3394155"/>
                        <a:ext cx="63468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7086600" y="3190875"/>
          <a:ext cx="132048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0" name="Equation" r:id="rId27" imgW="31699200" imgH="16459200" progId="Equation.DSMT4">
                  <p:embed/>
                </p:oleObj>
              </mc:Choice>
              <mc:Fallback>
                <p:oleObj name="Equation" r:id="rId27" imgW="31699200" imgH="16459200" progId="Equation.DSMT4">
                  <p:embed/>
                  <p:pic>
                    <p:nvPicPr>
                      <p:cNvPr id="0" name="图片 12969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86600" y="3190875"/>
                        <a:ext cx="132048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4"/>
          <p:cNvGrpSpPr/>
          <p:nvPr/>
        </p:nvGrpSpPr>
        <p:grpSpPr bwMode="auto">
          <a:xfrm>
            <a:off x="2895600" y="4622171"/>
            <a:ext cx="6494463" cy="423863"/>
            <a:chOff x="960" y="2928"/>
            <a:chExt cx="4091" cy="267"/>
          </a:xfrm>
        </p:grpSpPr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960" y="2976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2880" y="292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Object 27"/>
            <p:cNvGraphicFramePr>
              <a:graphicFrameLocks noChangeAspect="1"/>
            </p:cNvGraphicFramePr>
            <p:nvPr/>
          </p:nvGraphicFramePr>
          <p:xfrm>
            <a:off x="2823" y="2976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71" name="Equation" r:id="rId29" imgW="5486400" imgH="5486400" progId="Equation.DSMT4">
                    <p:embed/>
                  </p:oleObj>
                </mc:Choice>
                <mc:Fallback>
                  <p:oleObj name="Equation" r:id="rId29" imgW="5486400" imgH="5486400" progId="Equation.DSMT4">
                    <p:embed/>
                    <p:pic>
                      <p:nvPicPr>
                        <p:cNvPr id="0" name="图片 129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23" y="2976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4846" y="2981"/>
            <a:ext cx="205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72" name="Equation" r:id="rId31" imgW="3048000" imgH="3352800" progId="Equation.DSMT4">
                    <p:embed/>
                  </p:oleObj>
                </mc:Choice>
                <mc:Fallback>
                  <p:oleObj name="Equation" r:id="rId31" imgW="3048000" imgH="3352800" progId="Equation.DSMT4">
                    <p:embed/>
                    <p:pic>
                      <p:nvPicPr>
                        <p:cNvPr id="0" name="图片 129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46" y="2981"/>
                          <a:ext cx="205" cy="21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29"/>
          <p:cNvGrpSpPr/>
          <p:nvPr/>
        </p:nvGrpSpPr>
        <p:grpSpPr bwMode="auto">
          <a:xfrm>
            <a:off x="4657090" y="3937955"/>
            <a:ext cx="2438400" cy="814388"/>
            <a:chOff x="2112" y="2463"/>
            <a:chExt cx="1536" cy="513"/>
          </a:xfrm>
        </p:grpSpPr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3648" y="2928"/>
              <a:ext cx="0" cy="4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2112" y="2928"/>
              <a:ext cx="0" cy="4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" name="Group 32"/>
            <p:cNvGrpSpPr/>
            <p:nvPr/>
          </p:nvGrpSpPr>
          <p:grpSpPr bwMode="auto">
            <a:xfrm>
              <a:off x="2112" y="2463"/>
              <a:ext cx="768" cy="417"/>
              <a:chOff x="2112" y="2463"/>
              <a:chExt cx="768" cy="417"/>
            </a:xfrm>
          </p:grpSpPr>
          <p:sp>
            <p:nvSpPr>
              <p:cNvPr id="36" name="AutoShape 33"/>
              <p:cNvSpPr/>
              <p:nvPr/>
            </p:nvSpPr>
            <p:spPr bwMode="auto">
              <a:xfrm rot="-5400000">
                <a:off x="2424" y="2424"/>
                <a:ext cx="144" cy="768"/>
              </a:xfrm>
              <a:prstGeom prst="rightBrace">
                <a:avLst>
                  <a:gd name="adj1" fmla="val 44444"/>
                  <a:gd name="adj2" fmla="val 50000"/>
                </a:avLst>
              </a:prstGeom>
              <a:noFill/>
              <a:ln w="95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7" name="Object 34"/>
              <p:cNvGraphicFramePr>
                <a:graphicFrameLocks noChangeAspect="1"/>
              </p:cNvGraphicFramePr>
              <p:nvPr/>
            </p:nvGraphicFramePr>
            <p:xfrm>
              <a:off x="2424" y="2463"/>
              <a:ext cx="144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973" name="Equation" r:id="rId33" imgW="5486400" imgH="10363200" progId="Equation.DSMT4">
                      <p:embed/>
                    </p:oleObj>
                  </mc:Choice>
                  <mc:Fallback>
                    <p:oleObj name="Equation" r:id="rId33" imgW="5486400" imgH="10363200" progId="Equation.DSMT4">
                      <p:embed/>
                      <p:pic>
                        <p:nvPicPr>
                          <p:cNvPr id="0" name="图片 1297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4"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424" y="2463"/>
                            <a:ext cx="144" cy="27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4" name="AutoShape 36"/>
            <p:cNvSpPr/>
            <p:nvPr/>
          </p:nvSpPr>
          <p:spPr bwMode="auto">
            <a:xfrm rot="16200000">
              <a:off x="3192" y="2424"/>
              <a:ext cx="144" cy="768"/>
            </a:xfrm>
            <a:prstGeom prst="rightBrace">
              <a:avLst>
                <a:gd name="adj1" fmla="val 44444"/>
                <a:gd name="adj2" fmla="val 50000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1525905" y="5108258"/>
            <a:ext cx="101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2473325" y="5115560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若数列从某项起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0" name="Object 40"/>
          <p:cNvGraphicFramePr>
            <a:graphicFrameLocks noChangeAspect="1"/>
          </p:cNvGraphicFramePr>
          <p:nvPr/>
        </p:nvGraphicFramePr>
        <p:xfrm>
          <a:off x="5100320" y="5145158"/>
          <a:ext cx="8762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4" name="Equation" r:id="rId35" imgW="21031200" imgH="10363200" progId="Equation.DSMT4">
                  <p:embed/>
                </p:oleObj>
              </mc:Choice>
              <mc:Fallback>
                <p:oleObj name="Equation" r:id="rId35" imgW="21031200" imgH="10363200" progId="Equation.DSMT4">
                  <p:embed/>
                  <p:pic>
                    <p:nvPicPr>
                      <p:cNvPr id="0" name="图片 12973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00320" y="5145158"/>
                        <a:ext cx="8762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1"/>
          <p:cNvGraphicFramePr>
            <a:graphicFrameLocks noChangeAspect="1"/>
          </p:cNvGraphicFramePr>
          <p:nvPr/>
        </p:nvGraphicFramePr>
        <p:xfrm>
          <a:off x="6709008" y="5145405"/>
          <a:ext cx="1866600" cy="5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5" name="Equation" r:id="rId37" imgW="44805600" imgH="14020800" progId="Equation.DSMT4">
                  <p:embed/>
                </p:oleObj>
              </mc:Choice>
              <mc:Fallback>
                <p:oleObj name="Equation" r:id="rId37" imgW="44805600" imgH="14020800" progId="Equation.DSMT4">
                  <p:embed/>
                  <p:pic>
                    <p:nvPicPr>
                      <p:cNvPr id="0" name="图片 12974"/>
                      <p:cNvPicPr>
                        <a:picLocks noChangeAspect="1"/>
                      </p:cNvPicPr>
                      <p:nvPr/>
                    </p:nvPicPr>
                    <p:blipFill>
                      <a:blip r:embed="rId3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09008" y="5145405"/>
                        <a:ext cx="1866600" cy="583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2"/>
          <p:cNvGraphicFramePr>
            <a:graphicFrameLocks noChangeAspect="1"/>
          </p:cNvGraphicFramePr>
          <p:nvPr/>
        </p:nvGraphicFramePr>
        <p:xfrm>
          <a:off x="8674827" y="5160398"/>
          <a:ext cx="1104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6" name="Equation" r:id="rId39" imgW="26517600" imgH="10363200" progId="Equation.DSMT4">
                  <p:embed/>
                </p:oleObj>
              </mc:Choice>
              <mc:Fallback>
                <p:oleObj name="Equation" r:id="rId39" imgW="26517600" imgH="10363200" progId="Equation.DSMT4">
                  <p:embed/>
                  <p:pic>
                    <p:nvPicPr>
                      <p:cNvPr id="0" name="图片 12975"/>
                      <p:cNvPicPr>
                        <a:picLocks noChangeAspect="1"/>
                      </p:cNvPicPr>
                      <p:nvPr/>
                    </p:nvPicPr>
                    <p:blipFill>
                      <a:blip r:embed="rId4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74827" y="5160398"/>
                        <a:ext cx="1104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3"/>
          <p:cNvGraphicFramePr>
            <a:graphicFrameLocks noChangeAspect="1"/>
          </p:cNvGraphicFramePr>
          <p:nvPr/>
        </p:nvGraphicFramePr>
        <p:xfrm>
          <a:off x="5976303" y="5119053"/>
          <a:ext cx="7762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7" name="Equation" r:id="rId41" imgW="8229600" imgH="4876800" progId="Equation.DSMT4">
                  <p:embed/>
                </p:oleObj>
              </mc:Choice>
              <mc:Fallback>
                <p:oleObj name="Equation" r:id="rId41" imgW="8229600" imgH="4876800" progId="Equation.DSMT4">
                  <p:embed/>
                  <p:pic>
                    <p:nvPicPr>
                      <p:cNvPr id="0" name="图片 1297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976303" y="5119053"/>
                        <a:ext cx="776287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4"/>
          <p:cNvGraphicFramePr>
            <a:graphicFrameLocks noChangeAspect="1"/>
          </p:cNvGraphicFramePr>
          <p:nvPr/>
        </p:nvGraphicFramePr>
        <p:xfrm>
          <a:off x="9779635" y="5119053"/>
          <a:ext cx="8636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8" name="Equation" r:id="rId43" imgW="9144000" imgH="4876800" progId="Equation.DSMT4">
                  <p:embed/>
                </p:oleObj>
              </mc:Choice>
              <mc:Fallback>
                <p:oleObj name="Equation" r:id="rId43" imgW="9144000" imgH="4876800" progId="Equation.DSMT4">
                  <p:embed/>
                  <p:pic>
                    <p:nvPicPr>
                      <p:cNvPr id="0" name="图片 12977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9779635" y="5119053"/>
                        <a:ext cx="863600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45"/>
          <p:cNvSpPr txBox="1">
            <a:spLocks noChangeArrowheads="1"/>
          </p:cNvSpPr>
          <p:nvPr/>
        </p:nvSpPr>
        <p:spPr bwMode="auto">
          <a:xfrm>
            <a:off x="4477385" y="5797233"/>
            <a:ext cx="25641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用反证法证明</a:t>
            </a:r>
            <a:r>
              <a:rPr kumimoji="1" lang="en-US" altLang="zh-CN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6" name="Object 34"/>
          <p:cNvGraphicFramePr>
            <a:graphicFrameLocks noChangeAspect="1"/>
          </p:cNvGraphicFramePr>
          <p:nvPr/>
        </p:nvGraphicFramePr>
        <p:xfrm>
          <a:off x="6371590" y="3939285"/>
          <a:ext cx="22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9" name="Equation" r:id="rId45" imgW="5486400" imgH="10363200" progId="Equation.DSMT4">
                  <p:embed/>
                </p:oleObj>
              </mc:Choice>
              <mc:Fallback>
                <p:oleObj name="Equation" r:id="rId45" imgW="5486400" imgH="10363200" progId="Equation.DSMT4">
                  <p:embed/>
                  <p:pic>
                    <p:nvPicPr>
                      <p:cNvPr id="0" name="图片 12978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71590" y="3939285"/>
                        <a:ext cx="228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3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uiExpand="1" build="p"/>
      <p:bldP spid="5" grpId="0" advAuto="0" autoUpdateAnimBg="0" uiExpand="1" build="p"/>
      <p:bldP spid="9" grpId="0" advAuto="0" autoUpdateAnimBg="0" uiExpand="1" build="p"/>
      <p:bldP spid="13" grpId="0" autoUpdateAnimBg="0" uiExpand="1" build="p"/>
      <p:bldP spid="14" grpId="0" autoUpdateAnimBg="0" uiExpand="1" build="p"/>
      <p:bldP spid="15" grpId="0" autoUpdateAnimBg="0" uiExpand="1" build="p"/>
      <p:bldP spid="21" grpId="0" bldLvl="0" animBg="1"/>
      <p:bldP spid="38" grpId="0" autoUpdateAnimBg="0" uiExpand="1" build="p"/>
      <p:bldP spid="39" grpId="0" autoUpdateAnimBg="0" uiExpand="1" build="p"/>
      <p:bldP spid="45" grpId="0" autoUpdateAnimBg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410200" y="4367213"/>
            <a:ext cx="502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*********************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085465" y="5457508"/>
          <a:ext cx="19050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20726400" imgH="7315200" progId="Equation.DSMT4">
                  <p:embed/>
                </p:oleObj>
              </mc:Choice>
              <mc:Fallback>
                <p:oleObj name="Equation" r:id="rId1" imgW="20726400" imgH="73152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85465" y="5457508"/>
                        <a:ext cx="1905000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275350" y="659419"/>
            <a:ext cx="8249853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4.收敛数列的任一子数列收敛于同一极限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20215" y="1268730"/>
            <a:ext cx="2514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设数列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618490" y="1300680"/>
          <a:ext cx="67284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9" name="Equation" r:id="rId3" imgW="16154400" imgH="11582400" progId="Equation.DSMT4">
                  <p:embed/>
                </p:oleObj>
              </mc:Choice>
              <mc:Fallback>
                <p:oleObj name="Equation" r:id="rId3" imgW="16154400" imgH="11582400" progId="Equation.DSMT4">
                  <p:embed/>
                  <p:pic>
                    <p:nvPicPr>
                      <p:cNvPr id="0" name="图片 1381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18490" y="1300680"/>
                        <a:ext cx="67284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234815" y="1270000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是数列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454870" y="1299828"/>
          <a:ext cx="67448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0" name="Equation" r:id="rId5" imgW="14935200" imgH="10363200" progId="Equation.DSMT4">
                  <p:embed/>
                </p:oleObj>
              </mc:Choice>
              <mc:Fallback>
                <p:oleObj name="Equation" r:id="rId5" imgW="14935200" imgH="10363200" progId="Equation.DSMT4">
                  <p:embed/>
                  <p:pic>
                    <p:nvPicPr>
                      <p:cNvPr id="0" name="图片 1381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54870" y="1299828"/>
                        <a:ext cx="67448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019800" y="1276668"/>
            <a:ext cx="3048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的任一子数列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366010" y="1832610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867297" y="1874543"/>
          <a:ext cx="151128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1" name="Equation" r:id="rId7" imgW="36271200" imgH="13106400" progId="Equation.DSMT4">
                  <p:embed/>
                </p:oleObj>
              </mc:Choice>
              <mc:Fallback>
                <p:oleObj name="Equation" r:id="rId7" imgW="36271200" imgH="13106400" progId="Equation.DSMT4">
                  <p:embed/>
                  <p:pic>
                    <p:nvPicPr>
                      <p:cNvPr id="0" name="图片 1382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67297" y="1874543"/>
                        <a:ext cx="151128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425633" y="1836103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990465" y="1884998"/>
          <a:ext cx="11858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2" name="Equation" r:id="rId9" imgW="12801600" imgH="4876800" progId="Equation.DSMT4">
                  <p:embed/>
                </p:oleObj>
              </mc:Choice>
              <mc:Fallback>
                <p:oleObj name="Equation" r:id="rId9" imgW="12801600" imgH="4876800" progId="Equation.DSMT4">
                  <p:embed/>
                  <p:pic>
                    <p:nvPicPr>
                      <p:cNvPr id="0" name="图片 1382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90465" y="1884998"/>
                        <a:ext cx="1185863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6373615" y="1938266"/>
          <a:ext cx="60948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3" name="Equation" r:id="rId11" imgW="14630400" imgH="9144000" progId="Equation.DSMT4">
                  <p:embed/>
                </p:oleObj>
              </mc:Choice>
              <mc:Fallback>
                <p:oleObj name="Equation" r:id="rId11" imgW="14630400" imgH="9144000" progId="Equation.DSMT4">
                  <p:embed/>
                  <p:pic>
                    <p:nvPicPr>
                      <p:cNvPr id="0" name="图片 1382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73615" y="1938266"/>
                        <a:ext cx="609480" cy="380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020560" y="1830705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7581960" y="1937481"/>
          <a:ext cx="87624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" name="Equation" r:id="rId13" imgW="21031200" imgH="9144000" progId="Equation.DSMT4">
                  <p:embed/>
                </p:oleObj>
              </mc:Choice>
              <mc:Fallback>
                <p:oleObj name="Equation" r:id="rId13" imgW="21031200" imgH="9144000" progId="Equation.DSMT4">
                  <p:embed/>
                  <p:pic>
                    <p:nvPicPr>
                      <p:cNvPr id="0" name="图片 13823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581960" y="1937481"/>
                        <a:ext cx="876240" cy="380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8439150" y="1830705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161340" y="2576587"/>
          <a:ext cx="1631982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" name="Equation" r:id="rId15" imgW="37490400" imgH="11582400" progId="Equation.DSMT4">
                  <p:embed/>
                </p:oleObj>
              </mc:Choice>
              <mc:Fallback>
                <p:oleObj name="Equation" r:id="rId15" imgW="37490400" imgH="11582400" progId="Equation.DSMT4">
                  <p:embed/>
                  <p:pic>
                    <p:nvPicPr>
                      <p:cNvPr id="0" name="图片 13824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61340" y="2576587"/>
                        <a:ext cx="1631982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1795145" y="3227388"/>
            <a:ext cx="3429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现取正整数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4697553" y="3299064"/>
          <a:ext cx="10411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" name="Equation" r:id="rId17" imgW="24993600" imgH="10363200" progId="Equation.DSMT4">
                  <p:embed/>
                </p:oleObj>
              </mc:Choice>
              <mc:Fallback>
                <p:oleObj name="Equation" r:id="rId17" imgW="24993600" imgH="10363200" progId="Equation.DSMT4">
                  <p:embed/>
                  <p:pic>
                    <p:nvPicPr>
                      <p:cNvPr id="0" name="图片 13825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97553" y="3299064"/>
                        <a:ext cx="104112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5791200" y="3254375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于是当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7020560" y="3306763"/>
          <a:ext cx="9080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" name="Equation" r:id="rId19" imgW="9753600" imgH="4267200" progId="Equation.DSMT4">
                  <p:embed/>
                </p:oleObj>
              </mc:Choice>
              <mc:Fallback>
                <p:oleObj name="Equation" r:id="rId19" imgW="9753600" imgH="4267200" progId="Equation.DSMT4">
                  <p:embed/>
                  <p:pic>
                    <p:nvPicPr>
                      <p:cNvPr id="0" name="图片 1382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20560" y="3306763"/>
                        <a:ext cx="908050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7905750" y="3277870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2855913" y="4311650"/>
          <a:ext cx="7016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8" name="Equation" r:id="rId21" imgW="7315200" imgH="5486400" progId="Equation.DSMT4">
                  <p:embed/>
                </p:oleObj>
              </mc:Choice>
              <mc:Fallback>
                <p:oleObj name="Equation" r:id="rId21" imgW="7315200" imgH="5486400" progId="Equation.DSMT4">
                  <p:embed/>
                  <p:pic>
                    <p:nvPicPr>
                      <p:cNvPr id="0" name="图片 1382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55913" y="4311650"/>
                        <a:ext cx="701675" cy="531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683030" y="4339182"/>
          <a:ext cx="4190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9" name="Equation" r:id="rId23" imgW="10058400" imgH="10363200" progId="Equation.DSMT4">
                  <p:embed/>
                </p:oleObj>
              </mc:Choice>
              <mc:Fallback>
                <p:oleObj name="Equation" r:id="rId23" imgW="10058400" imgH="10363200" progId="Equation.DSMT4">
                  <p:embed/>
                  <p:pic>
                    <p:nvPicPr>
                      <p:cNvPr id="0" name="图片 13828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83030" y="4339182"/>
                        <a:ext cx="4190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4152900" y="4357688"/>
          <a:ext cx="6604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0" name="Equation" r:id="rId25" imgW="7010400" imgH="4267200" progId="Equation.DSMT4">
                  <p:embed/>
                </p:oleObj>
              </mc:Choice>
              <mc:Fallback>
                <p:oleObj name="Equation" r:id="rId25" imgW="7010400" imgH="4267200" progId="Equation.DSMT4">
                  <p:embed/>
                  <p:pic>
                    <p:nvPicPr>
                      <p:cNvPr id="0" name="图片 1382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52900" y="4357688"/>
                        <a:ext cx="660400" cy="414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1797050" y="5510530"/>
            <a:ext cx="175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5129213" y="5597525"/>
            <a:ext cx="2362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由此证明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6731000" y="5597495"/>
          <a:ext cx="17081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1" name="Equation" r:id="rId27" imgW="18592800" imgH="6705600" progId="Equation.DSMT4">
                  <p:embed/>
                </p:oleObj>
              </mc:Choice>
              <mc:Fallback>
                <p:oleObj name="Equation" r:id="rId27" imgW="18592800" imgH="6705600" progId="Equation.DSMT4">
                  <p:embed/>
                  <p:pic>
                    <p:nvPicPr>
                      <p:cNvPr id="0" name="图片 1383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731000" y="5597495"/>
                        <a:ext cx="1708150" cy="642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4973638" y="2306003"/>
            <a:ext cx="1219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6983095" y="3698240"/>
            <a:ext cx="9906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2763838" y="6159183"/>
            <a:ext cx="22098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2578100" y="3749675"/>
            <a:ext cx="15240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9296400" y="4572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5410200" y="4367213"/>
            <a:ext cx="502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***</a:t>
            </a: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**</a:t>
            </a: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**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***</a:t>
            </a: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**</a:t>
            </a: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**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>
            <a:off x="7232015" y="469519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37"/>
          <p:cNvGraphicFramePr>
            <a:graphicFrameLocks noChangeAspect="1"/>
          </p:cNvGraphicFramePr>
          <p:nvPr/>
        </p:nvGraphicFramePr>
        <p:xfrm>
          <a:off x="7024688" y="5043488"/>
          <a:ext cx="414337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2" name="Equation" r:id="rId29" imgW="4267200" imgH="4267200" progId="Equation.DSMT4">
                  <p:embed/>
                </p:oleObj>
              </mc:Choice>
              <mc:Fallback>
                <p:oleObj name="Equation" r:id="rId29" imgW="4267200" imgH="4267200" progId="Equation.DSMT4">
                  <p:embed/>
                  <p:pic>
                    <p:nvPicPr>
                      <p:cNvPr id="0" name="图片 1383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024688" y="5043488"/>
                        <a:ext cx="414337" cy="414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Line 38"/>
          <p:cNvSpPr>
            <a:spLocks noChangeShapeType="1"/>
          </p:cNvSpPr>
          <p:nvPr/>
        </p:nvSpPr>
        <p:spPr bwMode="auto">
          <a:xfrm>
            <a:off x="843915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Object 39"/>
          <p:cNvGraphicFramePr>
            <a:graphicFrameLocks noChangeAspect="1"/>
          </p:cNvGraphicFramePr>
          <p:nvPr/>
        </p:nvGraphicFramePr>
        <p:xfrm>
          <a:off x="8267760" y="4976027"/>
          <a:ext cx="38088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3" name="Equation" r:id="rId31" imgW="9144000" imgH="10363200" progId="Equation.DSMT4">
                  <p:embed/>
                </p:oleObj>
              </mc:Choice>
              <mc:Fallback>
                <p:oleObj name="Equation" r:id="rId31" imgW="9144000" imgH="10363200" progId="Equation.DSMT4">
                  <p:embed/>
                  <p:pic>
                    <p:nvPicPr>
                      <p:cNvPr id="0" name="图片 13832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67760" y="4976027"/>
                        <a:ext cx="38088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0"/>
          <p:cNvGraphicFramePr>
            <a:graphicFrameLocks noChangeAspect="1"/>
          </p:cNvGraphicFramePr>
          <p:nvPr/>
        </p:nvGraphicFramePr>
        <p:xfrm>
          <a:off x="7037388" y="3930650"/>
          <a:ext cx="4540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" name="Equation" r:id="rId33" imgW="4572000" imgH="5486400" progId="Equation.DSMT4">
                  <p:embed/>
                </p:oleObj>
              </mc:Choice>
              <mc:Fallback>
                <p:oleObj name="Equation" r:id="rId33" imgW="4572000" imgH="5486400" progId="Equation.DSMT4">
                  <p:embed/>
                  <p:pic>
                    <p:nvPicPr>
                      <p:cNvPr id="0" name="图片 13833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037388" y="3930650"/>
                        <a:ext cx="454025" cy="531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1"/>
          <p:cNvGraphicFramePr>
            <a:graphicFrameLocks noChangeAspect="1"/>
          </p:cNvGraphicFramePr>
          <p:nvPr/>
        </p:nvGraphicFramePr>
        <p:xfrm>
          <a:off x="8229600" y="4005064"/>
          <a:ext cx="4950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5" name="Equation" r:id="rId35" imgW="11887200" imgH="11582400" progId="Equation.DSMT4">
                  <p:embed/>
                </p:oleObj>
              </mc:Choice>
              <mc:Fallback>
                <p:oleObj name="Equation" r:id="rId35" imgW="11887200" imgH="11582400" progId="Equation.DSMT4">
                  <p:embed/>
                  <p:pic>
                    <p:nvPicPr>
                      <p:cNvPr id="0" name="图片 13834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29600" y="4005064"/>
                        <a:ext cx="49500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"/>
          <p:cNvSpPr txBox="1">
            <a:spLocks noChangeArrowheads="1"/>
          </p:cNvSpPr>
          <p:nvPr/>
        </p:nvSpPr>
        <p:spPr>
          <a:xfrm>
            <a:off x="8610600" y="659130"/>
            <a:ext cx="3447415" cy="7950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1.2.4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</a:t>
            </a:r>
            <a:endParaRPr lang="en-US" altLang="zh-CN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5" grpId="0" bldLvl="0" animBg="1" autoUpdateAnimBg="0"/>
      <p:bldP spid="7" grpId="0" bldLvl="0" animBg="1" autoUpdateAnimBg="0"/>
      <p:bldP spid="9" grpId="0" bldLvl="0" animBg="1" autoUpdateAnimBg="0"/>
      <p:bldP spid="10" grpId="0" bldLvl="0" animBg="1" autoUpdateAnimBg="0"/>
      <p:bldP spid="12" grpId="0" bldLvl="0" animBg="1" autoUpdateAnimBg="0"/>
      <p:bldP spid="15" grpId="0" bldLvl="0" animBg="1" autoUpdateAnimBg="0"/>
      <p:bldP spid="17" grpId="0" bldLvl="0" animBg="1" autoUpdateAnimBg="0"/>
      <p:bldP spid="19" grpId="0" bldLvl="0" animBg="1" autoUpdateAnimBg="0"/>
      <p:bldP spid="21" grpId="0" bldLvl="0" animBg="1" autoUpdateAnimBg="0"/>
      <p:bldP spid="23" grpId="0" bldLvl="0" animBg="1" autoUpdateAnimBg="0"/>
      <p:bldP spid="27" grpId="0" bldLvl="0" animBg="1" autoUpdateAnimBg="0"/>
      <p:bldP spid="28" grpId="0" bldLvl="0" animBg="1" autoUpdateAnimBg="0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 autoUpdateAnimBg="0"/>
      <p:bldP spid="36" grpId="0" bldLvl="0" animBg="1"/>
      <p:bldP spid="3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1680210" y="1489710"/>
            <a:ext cx="89058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数列存在一个发散的子数列，该数列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一定发散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1680210" y="2139315"/>
            <a:ext cx="99561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数列存在两个子数列收敛于不同的极限，则该数列发散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22"/>
          <p:cNvSpPr txBox="1">
            <a:spLocks noChangeArrowheads="1"/>
          </p:cNvSpPr>
          <p:nvPr/>
        </p:nvSpPr>
        <p:spPr bwMode="auto">
          <a:xfrm>
            <a:off x="1505585" y="883920"/>
            <a:ext cx="890587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判断数列发散的方法：</a:t>
            </a:r>
            <a:endParaRPr kumimoji="1" lang="zh-CN" altLang="en-US" sz="2800" b="1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24"/>
          <p:cNvGraphicFramePr>
            <a:graphicFrameLocks noChangeAspect="1"/>
          </p:cNvGraphicFramePr>
          <p:nvPr/>
        </p:nvGraphicFramePr>
        <p:xfrm>
          <a:off x="4065588" y="2868930"/>
          <a:ext cx="1311529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0" name="Equation" r:id="rId1" imgW="15849600" imgH="6705600" progId="Equation.DSMT4">
                  <p:embed/>
                </p:oleObj>
              </mc:Choice>
              <mc:Fallback>
                <p:oleObj name="Equation" r:id="rId1" imgW="15849600" imgH="6705600" progId="Equation.DSMT4">
                  <p:embed/>
                  <p:pic>
                    <p:nvPicPr>
                      <p:cNvPr id="0" name="图片 1163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65588" y="2868930"/>
                        <a:ext cx="1311529" cy="57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22"/>
          <p:cNvSpPr txBox="1">
            <a:spLocks noChangeArrowheads="1"/>
          </p:cNvSpPr>
          <p:nvPr/>
        </p:nvSpPr>
        <p:spPr bwMode="auto">
          <a:xfrm>
            <a:off x="1680210" y="2952115"/>
            <a:ext cx="890587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例如，数列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的奇数项子列和偶数项子列收敛于不同的数，故发散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Text Box 22"/>
          <p:cNvSpPr txBox="1">
            <a:spLocks noChangeArrowheads="1"/>
          </p:cNvSpPr>
          <p:nvPr/>
        </p:nvSpPr>
        <p:spPr bwMode="auto">
          <a:xfrm>
            <a:off x="1505585" y="4262755"/>
            <a:ext cx="964946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1.2.1</a:t>
            </a:r>
            <a:r>
              <a:rPr lang="en-US" altLang="zh-CN" sz="3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拉链定理</a:t>
            </a:r>
            <a:r>
              <a:rPr lang="en-US" altLang="zh-CN" sz="3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914400" imgH="215900" progId="Equation.KSEE3">
                  <p:embed/>
                </p:oleObj>
              </mc:Choice>
              <mc:Fallback>
                <p:oleObj name="" r:id="rId3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48330" y="4846320"/>
          <a:ext cx="5620697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5" imgW="2400300" imgH="292100" progId="Equation.KSEE3">
                  <p:embed/>
                </p:oleObj>
              </mc:Choice>
              <mc:Fallback>
                <p:oleObj name="" r:id="rId5" imgW="2400300" imgH="2921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8330" y="4846320"/>
                        <a:ext cx="5620697" cy="68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 autoUpdateAnimBg="0"/>
      <p:bldP spid="33" grpId="0" bldLvl="0" animBg="1" autoUpdateAnimBg="0"/>
      <p:bldP spid="34" grpId="0" bldLvl="0" animBg="1" autoUpdateAnimBg="0"/>
      <p:bldP spid="36" grpId="0" bldLvl="0" animBg="1" autoUpdateAnimBg="0"/>
      <p:bldP spid="37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709012" y="880732"/>
            <a:ext cx="571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下列数列中发散的是（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08786" y="2869639"/>
            <a:ext cx="59055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试判断下列哪些数列的极限值为零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708468" y="4888230"/>
            <a:ext cx="852328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试判断下列数列的极限值（方法不限，只需结果）：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6029326" y="4277117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2743200" imgH="5181600" progId="Equation.3">
                  <p:embed/>
                </p:oleObj>
              </mc:Choice>
              <mc:Fallback>
                <p:oleObj name="Equation" r:id="rId1" imgW="2743200" imgH="5181600" progId="Equation.3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29326" y="4277117"/>
                        <a:ext cx="114300" cy="215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/>
          <p:cNvSpPr txBox="1"/>
          <p:nvPr/>
        </p:nvSpPr>
        <p:spPr>
          <a:xfrm>
            <a:off x="1524000" y="184269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练习1.2.1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1763976" y="1654479"/>
            <a:ext cx="8270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8348254" y="1654162"/>
            <a:ext cx="8286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6203859" y="1653845"/>
            <a:ext cx="8270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4100104" y="1654480"/>
            <a:ext cx="8270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4"/>
          <p:cNvGraphicFramePr>
            <a:graphicFrameLocks noChangeAspect="1"/>
          </p:cNvGraphicFramePr>
          <p:nvPr/>
        </p:nvGraphicFramePr>
        <p:xfrm>
          <a:off x="2775812" y="1468425"/>
          <a:ext cx="143033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" name="Equation" r:id="rId3" imgW="34137600" imgH="22555200" progId="Equation.DSMT4">
                  <p:embed/>
                </p:oleObj>
              </mc:Choice>
              <mc:Fallback>
                <p:oleObj name="Equation" r:id="rId3" imgW="34137600" imgH="22555200" progId="Equation.DSMT4">
                  <p:embed/>
                  <p:pic>
                    <p:nvPicPr>
                      <p:cNvPr id="0" name="图片 1466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5812" y="1468425"/>
                        <a:ext cx="1430337" cy="947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6"/>
          <p:cNvGraphicFramePr>
            <a:graphicFrameLocks noChangeAspect="1"/>
          </p:cNvGraphicFramePr>
          <p:nvPr/>
        </p:nvGraphicFramePr>
        <p:xfrm>
          <a:off x="4993232" y="1352537"/>
          <a:ext cx="1150937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4" name="Equation" r:id="rId5" imgW="27432000" imgH="26822400" progId="Equation.DSMT4">
                  <p:embed/>
                </p:oleObj>
              </mc:Choice>
              <mc:Fallback>
                <p:oleObj name="Equation" r:id="rId5" imgW="27432000" imgH="26822400" progId="Equation.DSMT4">
                  <p:embed/>
                  <p:pic>
                    <p:nvPicPr>
                      <p:cNvPr id="0" name="图片 1466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93232" y="1352537"/>
                        <a:ext cx="1150937" cy="1125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8"/>
          <p:cNvGraphicFramePr>
            <a:graphicFrameLocks noChangeAspect="1"/>
          </p:cNvGraphicFramePr>
          <p:nvPr/>
        </p:nvGraphicFramePr>
        <p:xfrm>
          <a:off x="7121434" y="1392860"/>
          <a:ext cx="12271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5" name="Equation" r:id="rId7" imgW="29260800" imgH="24384000" progId="Equation.DSMT4">
                  <p:embed/>
                </p:oleObj>
              </mc:Choice>
              <mc:Fallback>
                <p:oleObj name="Equation" r:id="rId7" imgW="29260800" imgH="24384000" progId="Equation.DSMT4">
                  <p:embed/>
                  <p:pic>
                    <p:nvPicPr>
                      <p:cNvPr id="0" name="图片 1466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21434" y="1392860"/>
                        <a:ext cx="1227138" cy="1023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3"/>
          <p:cNvGraphicFramePr>
            <a:graphicFrameLocks noChangeAspect="1"/>
          </p:cNvGraphicFramePr>
          <p:nvPr/>
        </p:nvGraphicFramePr>
        <p:xfrm>
          <a:off x="9269639" y="1392542"/>
          <a:ext cx="1227138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6" name="Equation" r:id="rId9" imgW="29260800" imgH="24384000" progId="Equation.DSMT4">
                  <p:embed/>
                </p:oleObj>
              </mc:Choice>
              <mc:Fallback>
                <p:oleObj name="Equation" r:id="rId9" imgW="29260800" imgH="24384000" progId="Equation.DSMT4">
                  <p:embed/>
                  <p:pic>
                    <p:nvPicPr>
                      <p:cNvPr id="0" name="图片 1466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69639" y="1392542"/>
                        <a:ext cx="1227138" cy="1023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7948614" y="3621479"/>
            <a:ext cx="8270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2"/>
          <p:cNvSpPr txBox="1">
            <a:spLocks noChangeArrowheads="1"/>
          </p:cNvSpPr>
          <p:nvPr/>
        </p:nvSpPr>
        <p:spPr bwMode="auto">
          <a:xfrm>
            <a:off x="5942014" y="3621479"/>
            <a:ext cx="8286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3"/>
          <p:cNvSpPr txBox="1">
            <a:spLocks noChangeArrowheads="1"/>
          </p:cNvSpPr>
          <p:nvPr/>
        </p:nvSpPr>
        <p:spPr bwMode="auto">
          <a:xfrm>
            <a:off x="3764281" y="3640847"/>
            <a:ext cx="8270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Box 24"/>
          <p:cNvSpPr txBox="1">
            <a:spLocks noChangeArrowheads="1"/>
          </p:cNvSpPr>
          <p:nvPr/>
        </p:nvSpPr>
        <p:spPr bwMode="auto">
          <a:xfrm>
            <a:off x="1764189" y="3640847"/>
            <a:ext cx="8270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15"/>
          <p:cNvGraphicFramePr>
            <a:graphicFrameLocks noChangeAspect="1"/>
          </p:cNvGraphicFramePr>
          <p:nvPr/>
        </p:nvGraphicFramePr>
        <p:xfrm>
          <a:off x="2591119" y="3442092"/>
          <a:ext cx="10541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7" name="Equation" r:id="rId11" imgW="25298400" imgH="21336000" progId="Equation.DSMT4">
                  <p:embed/>
                </p:oleObj>
              </mc:Choice>
              <mc:Fallback>
                <p:oleObj name="Equation" r:id="rId11" imgW="25298400" imgH="21336000" progId="Equation.DSMT4">
                  <p:embed/>
                  <p:pic>
                    <p:nvPicPr>
                      <p:cNvPr id="0" name="图片 1466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91119" y="3442092"/>
                        <a:ext cx="1054100" cy="8810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17"/>
          <p:cNvGraphicFramePr>
            <a:graphicFrameLocks noChangeAspect="1"/>
          </p:cNvGraphicFramePr>
          <p:nvPr/>
        </p:nvGraphicFramePr>
        <p:xfrm>
          <a:off x="4613276" y="3442092"/>
          <a:ext cx="1036638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8" name="Equation" r:id="rId13" imgW="24688800" imgH="21336000" progId="Equation.DSMT4">
                  <p:embed/>
                </p:oleObj>
              </mc:Choice>
              <mc:Fallback>
                <p:oleObj name="Equation" r:id="rId13" imgW="24688800" imgH="21336000" progId="Equation.DSMT4">
                  <p:embed/>
                  <p:pic>
                    <p:nvPicPr>
                      <p:cNvPr id="0" name="图片 1466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13276" y="3442092"/>
                        <a:ext cx="1036638" cy="8810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19"/>
          <p:cNvGraphicFramePr>
            <a:graphicFrameLocks noChangeAspect="1"/>
          </p:cNvGraphicFramePr>
          <p:nvPr/>
        </p:nvGraphicFramePr>
        <p:xfrm>
          <a:off x="6834189" y="3430979"/>
          <a:ext cx="89376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" name="Equation" r:id="rId15" imgW="21640800" imgH="20116800" progId="Equation.DSMT4">
                  <p:embed/>
                </p:oleObj>
              </mc:Choice>
              <mc:Fallback>
                <p:oleObj name="Equation" r:id="rId15" imgW="21640800" imgH="20116800" progId="Equation.DSMT4">
                  <p:embed/>
                  <p:pic>
                    <p:nvPicPr>
                      <p:cNvPr id="0" name="图片 1466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34189" y="3430979"/>
                        <a:ext cx="893762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对象 26"/>
          <p:cNvGraphicFramePr>
            <a:graphicFrameLocks noChangeAspect="1"/>
          </p:cNvGraphicFramePr>
          <p:nvPr/>
        </p:nvGraphicFramePr>
        <p:xfrm>
          <a:off x="8789989" y="3459237"/>
          <a:ext cx="922337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" name="Equation" r:id="rId17" imgW="21945600" imgH="20116800" progId="Equation.DSMT4">
                  <p:embed/>
                </p:oleObj>
              </mc:Choice>
              <mc:Fallback>
                <p:oleObj name="Equation" r:id="rId17" imgW="21945600" imgH="20116800" progId="Equation.DSMT4">
                  <p:embed/>
                  <p:pic>
                    <p:nvPicPr>
                      <p:cNvPr id="0" name="图片 1466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89989" y="3459237"/>
                        <a:ext cx="922337" cy="846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3"/>
          <p:cNvSpPr txBox="1">
            <a:spLocks noChangeArrowheads="1"/>
          </p:cNvSpPr>
          <p:nvPr/>
        </p:nvSpPr>
        <p:spPr bwMode="auto">
          <a:xfrm>
            <a:off x="7727950" y="5497513"/>
            <a:ext cx="8270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4"/>
          <p:cNvSpPr txBox="1">
            <a:spLocks noChangeArrowheads="1"/>
          </p:cNvSpPr>
          <p:nvPr/>
        </p:nvSpPr>
        <p:spPr bwMode="auto">
          <a:xfrm>
            <a:off x="4612958" y="5516563"/>
            <a:ext cx="8270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Box 35"/>
          <p:cNvSpPr txBox="1">
            <a:spLocks noChangeArrowheads="1"/>
          </p:cNvSpPr>
          <p:nvPr/>
        </p:nvSpPr>
        <p:spPr bwMode="auto">
          <a:xfrm>
            <a:off x="2074863" y="5516563"/>
            <a:ext cx="1111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6" name="对象 28"/>
          <p:cNvGraphicFramePr>
            <a:graphicFrameLocks noChangeAspect="1"/>
          </p:cNvGraphicFramePr>
          <p:nvPr/>
        </p:nvGraphicFramePr>
        <p:xfrm>
          <a:off x="2978150" y="5335270"/>
          <a:ext cx="1227138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1" name="Equation" r:id="rId19" imgW="29260800" imgH="20116800" progId="Equation.DSMT4">
                  <p:embed/>
                </p:oleObj>
              </mc:Choice>
              <mc:Fallback>
                <p:oleObj name="Equation" r:id="rId19" imgW="29260800" imgH="20116800" progId="Equation.DSMT4">
                  <p:embed/>
                  <p:pic>
                    <p:nvPicPr>
                      <p:cNvPr id="0" name="图片 1467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78150" y="5335270"/>
                        <a:ext cx="1227138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2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" name="对象 30"/>
          <p:cNvGraphicFramePr>
            <a:graphicFrameLocks noChangeAspect="1"/>
          </p:cNvGraphicFramePr>
          <p:nvPr/>
        </p:nvGraphicFramePr>
        <p:xfrm>
          <a:off x="5552440" y="5314315"/>
          <a:ext cx="16081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2" name="Equation" r:id="rId21" imgW="38404800" imgH="21336000" progId="Equation.DSMT4">
                  <p:embed/>
                </p:oleObj>
              </mc:Choice>
              <mc:Fallback>
                <p:oleObj name="Equation" r:id="rId21" imgW="38404800" imgH="21336000" progId="Equation.DSMT4">
                  <p:embed/>
                  <p:pic>
                    <p:nvPicPr>
                      <p:cNvPr id="0" name="图片 1467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52440" y="5314315"/>
                        <a:ext cx="160813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0" name="对象 32"/>
          <p:cNvGraphicFramePr>
            <a:graphicFrameLocks noChangeAspect="1"/>
          </p:cNvGraphicFramePr>
          <p:nvPr/>
        </p:nvGraphicFramePr>
        <p:xfrm>
          <a:off x="8622348" y="5314315"/>
          <a:ext cx="12573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" name="Equation" r:id="rId23" imgW="30175200" imgH="20116800" progId="Equation.DSMT4">
                  <p:embed/>
                </p:oleObj>
              </mc:Choice>
              <mc:Fallback>
                <p:oleObj name="Equation" r:id="rId23" imgW="30175200" imgH="20116800" progId="Equation.DSMT4">
                  <p:embed/>
                  <p:pic>
                    <p:nvPicPr>
                      <p:cNvPr id="0" name="图片 1467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622348" y="5314315"/>
                        <a:ext cx="1257300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012780" y="234790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17287" y="2354250"/>
            <a:ext cx="4394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012765" y="4365963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27902" y="4366047"/>
            <a:ext cx="28613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073090" y="6203022"/>
            <a:ext cx="2329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1; 3/2; 0</a:t>
            </a:r>
            <a:endParaRPr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任意多边形 45"/>
          <p:cNvSpPr/>
          <p:nvPr/>
        </p:nvSpPr>
        <p:spPr>
          <a:xfrm>
            <a:off x="9177564" y="1536866"/>
            <a:ext cx="1411793" cy="1332507"/>
          </a:xfrm>
          <a:custGeom>
            <a:avLst/>
            <a:gdLst>
              <a:gd name="connsiteX0" fmla="*/ 0 w 894303"/>
              <a:gd name="connsiteY0" fmla="*/ 532563 h 817669"/>
              <a:gd name="connsiteX1" fmla="*/ 321547 w 894303"/>
              <a:gd name="connsiteY1" fmla="*/ 793820 h 817669"/>
              <a:gd name="connsiteX2" fmla="*/ 894303 w 894303"/>
              <a:gd name="connsiteY2" fmla="*/ 0 h 817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4303" h="817669">
                <a:moveTo>
                  <a:pt x="0" y="532563"/>
                </a:moveTo>
                <a:cubicBezTo>
                  <a:pt x="86248" y="707572"/>
                  <a:pt x="172497" y="882581"/>
                  <a:pt x="321547" y="793820"/>
                </a:cubicBezTo>
                <a:cubicBezTo>
                  <a:pt x="470598" y="705060"/>
                  <a:pt x="682450" y="352530"/>
                  <a:pt x="894303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7" grpId="0"/>
      <p:bldP spid="8" grpId="0"/>
      <p:bldP spid="9" grpId="0"/>
      <p:bldP spid="10" grpId="0"/>
      <p:bldP spid="20" grpId="0"/>
      <p:bldP spid="21" grpId="0"/>
      <p:bldP spid="22" grpId="0"/>
      <p:bldP spid="23" grpId="0"/>
      <p:bldP spid="32" grpId="0"/>
      <p:bldP spid="33" grpId="0"/>
      <p:bldP spid="34" grpId="0"/>
      <p:bldP spid="19" grpId="0"/>
      <p:bldP spid="41" grpId="0"/>
      <p:bldP spid="42" grpId="0"/>
      <p:bldP spid="43" grpId="0"/>
      <p:bldP spid="44" grpId="0"/>
      <p:bldP spid="46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d79725b1-2a87-441f-a56e-56336ffbbf5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WPS 演示</Application>
  <PresentationFormat>宽屏</PresentationFormat>
  <Paragraphs>384</Paragraphs>
  <Slides>16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204</vt:i4>
      </vt:variant>
      <vt:variant>
        <vt:lpstr>幻灯片标题</vt:lpstr>
      </vt:variant>
      <vt:variant>
        <vt:i4>16</vt:i4>
      </vt:variant>
    </vt:vector>
  </HeadingPairs>
  <TitlesOfParts>
    <vt:vector size="235" baseType="lpstr">
      <vt:lpstr>Arial</vt:lpstr>
      <vt:lpstr>宋体</vt:lpstr>
      <vt:lpstr>Wingdings</vt:lpstr>
      <vt:lpstr>Wingdings</vt:lpstr>
      <vt:lpstr>微软雅黑</vt:lpstr>
      <vt:lpstr>黑体</vt:lpstr>
      <vt:lpstr>Times New Roman</vt:lpstr>
      <vt:lpstr>楷体</vt:lpstr>
      <vt:lpstr>Symbol</vt:lpstr>
      <vt:lpstr>Arial Unicode MS</vt:lpstr>
      <vt:lpstr>Calibri</vt:lpstr>
      <vt:lpstr>隶书</vt:lpstr>
      <vt:lpstr>华文琥珀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211</cp:revision>
  <dcterms:created xsi:type="dcterms:W3CDTF">2019-06-19T02:08:00Z</dcterms:created>
  <dcterms:modified xsi:type="dcterms:W3CDTF">2022-10-14T08:48:01Z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4AD0890804CB486D8E7D3FE5DA175DAE</vt:lpwstr>
  </property>
</Properties>
</file>